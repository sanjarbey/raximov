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  <p:sldMasterId id="2147483714" r:id="rId2"/>
  </p:sldMasterIdLst>
  <p:sldIdLst>
    <p:sldId id="275" r:id="rId3"/>
    <p:sldId id="271" r:id="rId4"/>
    <p:sldId id="256" r:id="rId5"/>
    <p:sldId id="272" r:id="rId6"/>
    <p:sldId id="259" r:id="rId7"/>
    <p:sldId id="257" r:id="rId8"/>
    <p:sldId id="273" r:id="rId9"/>
    <p:sldId id="258" r:id="rId10"/>
    <p:sldId id="261" r:id="rId11"/>
    <p:sldId id="274" r:id="rId12"/>
    <p:sldId id="260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38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400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15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7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01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8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60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8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906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C736E5-D68D-4E8B-B3BE-60959CA5A63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463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C52B44-B3C5-4A30-8533-84DFD63A648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714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428C0E-5314-4254-9716-E8D46F3205C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982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311097-4B03-4AE0-8DB5-1424773CADA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936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806975-19AF-41C7-96F2-9DBBB2EECB2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588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FEC3E5-2B80-4A32-AB6F-73CE591B7EFC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738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6CF8AD-A5BF-4AF9-90DA-14797B064F7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5265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D1A7DD-B82B-4ECA-A03C-843F68B5558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58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F23A99-707E-4DE6-B76C-868AE7CA097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082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57D24-3BA5-499D-A306-172DC74611D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79962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57D24-3BA5-499D-A306-172DC74611D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685800"/>
            <a:r>
              <a:rPr lang="en-US" sz="6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685800"/>
            <a:r>
              <a:rPr lang="en-US" sz="6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  <a:endParaRPr lang="en-US" sz="1350" dirty="0">
              <a:solidFill>
                <a:srgbClr val="90C226">
                  <a:lumMod val="60000"/>
                  <a:lumOff val="4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3002596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57D24-3BA5-499D-A306-172DC74611D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6793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57D24-3BA5-499D-A306-172DC74611D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685800"/>
            <a:r>
              <a:rPr lang="en-US" sz="6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685800"/>
            <a:r>
              <a:rPr lang="en-US" sz="6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711679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57D24-3BA5-499D-A306-172DC74611D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79753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E6594E-17C4-4F61-9924-FB0EC3A713E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647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25B07E-6CD2-4F33-93B0-FDBA898F28B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6D6DC-D89D-457F-9E80-69BE23C391B4}" type="slidenum">
              <a:rPr lang="ru-RU" smtClean="0">
                <a:solidFill>
                  <a:srgbClr val="90C226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1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259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BFA505BB-6BBA-494B-AAC9-331008D86DD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685800"/>
              <a:t>19.12.2025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defTabSz="685800"/>
            <a:fld id="{ABBB2186-3B17-4C4B-81E0-9833D634F45E}" type="slidenum">
              <a:rPr lang="ru-RU" smtClean="0">
                <a:solidFill>
                  <a:srgbClr val="90C226"/>
                </a:solidFill>
              </a:rPr>
              <a:pPr defTabSz="685800"/>
              <a:t>‹#›</a:t>
            </a:fld>
            <a:endParaRPr lang="ru-RU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0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4BBFDBE9-E25A-4779-957E-ED42963E8AB9}"/>
              </a:ext>
            </a:extLst>
          </p:cNvPr>
          <p:cNvSpPr/>
          <p:nvPr/>
        </p:nvSpPr>
        <p:spPr>
          <a:xfrm>
            <a:off x="485167" y="3630777"/>
            <a:ext cx="828499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4813" indent="-404813" defTabSz="685800">
              <a:defRPr/>
            </a:pPr>
            <a:r>
              <a:rPr lang="en-US" sz="21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Mavzu</a:t>
            </a: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Yerning</a:t>
            </a:r>
            <a:r>
              <a:rPr lang="en-US" sz="21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tortish</a:t>
            </a:r>
            <a:r>
              <a:rPr lang="en-US" sz="21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kuchi</a:t>
            </a:r>
            <a:endParaRPr lang="ru-RU" sz="21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5A108AB3-7F48-435F-99AC-296C87A116A3}"/>
              </a:ext>
            </a:extLst>
          </p:cNvPr>
          <p:cNvSpPr/>
          <p:nvPr/>
        </p:nvSpPr>
        <p:spPr>
          <a:xfrm>
            <a:off x="316524" y="40044"/>
            <a:ext cx="76080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 RESPUBLIKASI</a:t>
            </a:r>
          </a:p>
          <a:p>
            <a:pPr algn="ctr" defTabSz="685800">
              <a:defRPr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OLIY TA’LIM, FAN VA INNOVASIYALAR VAZIRLIGI</a:t>
            </a:r>
          </a:p>
          <a:p>
            <a:pPr algn="ctr" defTabSz="685800">
              <a:defRPr/>
            </a:pPr>
            <a:endParaRPr 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>
              <a:defRPr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TOSHKENT IJTIMOIY INNOVATSIYA UNIVERSITETI</a:t>
            </a:r>
          </a:p>
          <a:p>
            <a:pPr algn="ctr" defTabSz="685800">
              <a:defRPr/>
            </a:pPr>
            <a:endParaRPr 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007759" y="4757612"/>
            <a:ext cx="413624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spcBef>
                <a:spcPts val="450"/>
              </a:spcBef>
              <a:spcAft>
                <a:spcPts val="450"/>
              </a:spcAft>
              <a:defRPr/>
            </a:pPr>
            <a:r>
              <a:rPr lang="en-US" sz="21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Tayyorladi</a:t>
            </a: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1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S.A.Tursunova</a:t>
            </a: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922776" y="2421338"/>
            <a:ext cx="3686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685800">
              <a:spcBef>
                <a:spcPts val="450"/>
              </a:spcBef>
              <a:spcAft>
                <a:spcPts val="450"/>
              </a:spcAft>
              <a:defRPr/>
            </a:pPr>
            <a:r>
              <a:rPr lang="en-US" sz="24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Fizika</a:t>
            </a:r>
            <a:r>
              <a:rPr 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fanidan</a:t>
            </a: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44"/>
            <a:ext cx="970334" cy="965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63702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er tortish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30847.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855133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0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Yerning tortishish maydonida jismlarning harakati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Fan: Fizika</a:t>
            </a:r>
          </a:p>
          <a:p>
            <a:r>
              <a:t>Mavzu: Yerning tortishish maydonida jismlarning harakati</a:t>
            </a:r>
          </a:p>
          <a:p>
            <a:endParaRPr/>
          </a:p>
          <a:p>
            <a:r>
              <a:t>Yerning tortishish kuchi tabiatdagi eng muhim kuchlardan biri bo‘lib, u jismlarning harakatini belgilaydi.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er tortish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359" end="27107.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52400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3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 showWhenStopped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Tortishish kuchi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Tortishish kuchi – Yer tomonidan jismga ta’sir qiluvchi kuch.</a:t>
            </a:r>
          </a:p>
          <a:p>
            <a:endParaRPr/>
          </a:p>
          <a:p>
            <a:r>
              <a:t>Bu kuchning yo‘nalishi har doim Yer markaziga qarab bo‘ladi.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Ma’ruza rejasi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Yerning tortishish maydoni tushunchasi</a:t>
            </a:r>
          </a:p>
          <a:p>
            <a:r>
              <a:t>2. Tortishish va og‘irlik kuchi</a:t>
            </a:r>
          </a:p>
          <a:p>
            <a:r>
              <a:t>3. Erkin tushish tezlanishi</a:t>
            </a:r>
          </a:p>
          <a:p>
            <a:r>
              <a:t>4. Erkin tushish harakati</a:t>
            </a:r>
          </a:p>
          <a:p>
            <a:r>
              <a:t>5. Vertikal va gorizontal harakat</a:t>
            </a:r>
          </a:p>
          <a:p>
            <a:r>
              <a:t>6. Traektoriya va formulalar</a:t>
            </a:r>
          </a:p>
          <a:p>
            <a:r>
              <a:t>7. Amaliy misollar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er tortish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654" end="13159.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524001" y="0"/>
            <a:ext cx="12530667" cy="704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5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Yerning</a:t>
            </a:r>
            <a:r>
              <a:rPr dirty="0"/>
              <a:t> </a:t>
            </a:r>
            <a:r>
              <a:rPr dirty="0" err="1"/>
              <a:t>tortishish</a:t>
            </a:r>
            <a:r>
              <a:rPr dirty="0"/>
              <a:t> </a:t>
            </a:r>
            <a:r>
              <a:rPr dirty="0" err="1"/>
              <a:t>maydoni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Yer</a:t>
            </a:r>
            <a:r>
              <a:rPr dirty="0"/>
              <a:t> </a:t>
            </a:r>
            <a:r>
              <a:rPr dirty="0" err="1"/>
              <a:t>atrofida</a:t>
            </a:r>
            <a:r>
              <a:rPr dirty="0"/>
              <a:t> </a:t>
            </a:r>
            <a:r>
              <a:rPr dirty="0" err="1"/>
              <a:t>tortishish</a:t>
            </a:r>
            <a:r>
              <a:rPr dirty="0"/>
              <a:t> </a:t>
            </a:r>
            <a:r>
              <a:rPr dirty="0" err="1"/>
              <a:t>maydoni</a:t>
            </a:r>
            <a:r>
              <a:rPr dirty="0"/>
              <a:t> </a:t>
            </a:r>
            <a:r>
              <a:rPr dirty="0" err="1"/>
              <a:t>mavjud</a:t>
            </a:r>
            <a:r>
              <a:rPr dirty="0"/>
              <a:t> </a:t>
            </a:r>
            <a:r>
              <a:rPr dirty="0" err="1"/>
              <a:t>bo‘lib</a:t>
            </a:r>
            <a:r>
              <a:rPr dirty="0"/>
              <a:t>,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maydon</a:t>
            </a:r>
            <a:r>
              <a:rPr dirty="0"/>
              <a:t> </a:t>
            </a:r>
            <a:r>
              <a:rPr dirty="0" err="1"/>
              <a:t>ichida</a:t>
            </a:r>
            <a:r>
              <a:rPr dirty="0"/>
              <a:t> </a:t>
            </a:r>
            <a:r>
              <a:rPr dirty="0" err="1"/>
              <a:t>joylashgan</a:t>
            </a:r>
            <a:r>
              <a:rPr dirty="0"/>
              <a:t> </a:t>
            </a:r>
            <a:r>
              <a:rPr dirty="0" err="1"/>
              <a:t>har</a:t>
            </a:r>
            <a:r>
              <a:rPr dirty="0"/>
              <a:t> </a:t>
            </a:r>
            <a:r>
              <a:rPr dirty="0" err="1"/>
              <a:t>qanday</a:t>
            </a:r>
            <a:r>
              <a:rPr dirty="0"/>
              <a:t> </a:t>
            </a:r>
            <a:r>
              <a:rPr dirty="0" err="1"/>
              <a:t>jismga</a:t>
            </a:r>
            <a:r>
              <a:rPr dirty="0"/>
              <a:t> </a:t>
            </a:r>
            <a:r>
              <a:rPr dirty="0" err="1"/>
              <a:t>tortishish</a:t>
            </a:r>
            <a:r>
              <a:rPr dirty="0"/>
              <a:t> </a:t>
            </a:r>
            <a:r>
              <a:rPr dirty="0" err="1"/>
              <a:t>kuchi</a:t>
            </a:r>
            <a:r>
              <a:rPr dirty="0"/>
              <a:t> </a:t>
            </a:r>
            <a:r>
              <a:rPr dirty="0" err="1"/>
              <a:t>ta’sir</a:t>
            </a:r>
            <a:r>
              <a:rPr dirty="0"/>
              <a:t> </a:t>
            </a:r>
            <a:r>
              <a:rPr dirty="0" err="1"/>
              <a:t>etadi</a:t>
            </a:r>
            <a:r>
              <a:rPr dirty="0"/>
              <a:t>. Bu </a:t>
            </a:r>
            <a:r>
              <a:rPr dirty="0" err="1"/>
              <a:t>kuch</a:t>
            </a:r>
            <a:r>
              <a:rPr dirty="0"/>
              <a:t> </a:t>
            </a:r>
            <a:r>
              <a:rPr dirty="0" err="1"/>
              <a:t>jismni</a:t>
            </a:r>
            <a:r>
              <a:rPr dirty="0"/>
              <a:t> </a:t>
            </a:r>
            <a:r>
              <a:rPr dirty="0" err="1"/>
              <a:t>Yer</a:t>
            </a:r>
            <a:r>
              <a:rPr dirty="0"/>
              <a:t> </a:t>
            </a:r>
            <a:r>
              <a:rPr dirty="0" err="1"/>
              <a:t>markaziga</a:t>
            </a:r>
            <a:r>
              <a:rPr dirty="0"/>
              <a:t> </a:t>
            </a:r>
            <a:r>
              <a:rPr dirty="0" err="1"/>
              <a:t>tomon</a:t>
            </a:r>
            <a:r>
              <a:rPr dirty="0"/>
              <a:t> </a:t>
            </a:r>
            <a:r>
              <a:rPr dirty="0" err="1"/>
              <a:t>tortadi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Erkin tushish tezlanishi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Erkin tushish tezlanishi – tortishish kuchi ta’sirida jismlarning tezlanib harakatlanishidir.</a:t>
            </a:r>
          </a:p>
          <a:p>
            <a:endParaRPr/>
          </a:p>
          <a:p>
            <a:r>
              <a:t>Yer yuzasida: g ≈ 9,8 m/s²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er tortish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5340" end="5437.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279780" y="-1"/>
            <a:ext cx="12424229" cy="69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0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Og‘irlik kuchi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Og‘irlik kuchi – jismning tayanchga yoki osma ipga ta’sir etuvchi kuchidir.</a:t>
            </a:r>
          </a:p>
          <a:p>
            <a:endParaRPr/>
          </a:p>
          <a:p>
            <a:r>
              <a:t>Formula: F = mg</a:t>
            </a:r>
          </a:p>
          <a:p>
            <a:r>
              <a:t>m – jism massasi, g – erkin tushish tezlanishi.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Erkin tushish harakati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Agar jism faqat tortishish kuchi ta’sirida harakat qilsa, bunday harakat erkin tushish harakati deyiladi.</a:t>
            </a:r>
          </a:p>
          <a:p>
            <a:endParaRPr/>
          </a:p>
          <a:p>
            <a:r>
              <a:t>Havoning qarshiligi hisobga olinmaydi.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Erkin tushish formulalari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Tezlik: v = gt</a:t>
            </a:r>
          </a:p>
          <a:p>
            <a:r>
              <a:t>Bosib o‘tilgan yo‘l: s = gt² / 2</a:t>
            </a:r>
          </a:p>
          <a:p>
            <a:endParaRPr/>
          </a:p>
          <a:p>
            <a:r>
              <a:t>Bu formulalar jism tinch holatdan tushganda qo‘llaniladi.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Vertikal yuqoriga otilgan jism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Jism yuqoriga otilganda tortishish kuchi uning harakatiga qarshi yo‘nalgan bo‘ladi.</a:t>
            </a:r>
          </a:p>
          <a:p>
            <a:endParaRPr/>
          </a:p>
          <a:p>
            <a:r>
              <a:t>Natijada tezlik asta-sekin kamayadi.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Vertikal harakat xususiyatlari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 yuqori nuqtada jismning tezligi nolga teng bo‘ladi.</a:t>
            </a:r>
          </a:p>
          <a:p>
            <a:endParaRPr/>
          </a:p>
          <a:p>
            <a:r>
              <a:t>Maksimal balandlik: h = v₀² / 2g</a:t>
            </a:r>
          </a:p>
          <a:p>
            <a:r>
              <a:t>Uchish vaqti: t = 2v₀ / 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Gorizontal otilgan jism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Gorizontal otilgan jism bir vaqtning o‘zida ikki xil harakat qiladi:</a:t>
            </a:r>
          </a:p>
          <a:p>
            <a:endParaRPr/>
          </a:p>
          <a:p>
            <a:r>
              <a:t>1) Gorizontal yo‘nalishda – tekis harakat</a:t>
            </a:r>
          </a:p>
          <a:p>
            <a:r>
              <a:t>2) Vertikal yo‘nalishda – erkin tushish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Gorizontal harakat formulalari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Gorizontal masofa: x = v₀t</a:t>
            </a:r>
          </a:p>
          <a:p>
            <a:r>
              <a:t>Vertikal yo‘l: y = gt² / 2</a:t>
            </a:r>
          </a:p>
          <a:p>
            <a:endParaRPr/>
          </a:p>
          <a:p>
            <a:r>
              <a:t>Bu formulalar jismning uchish masofasini aniqlashga yordam beradi.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Traektoriya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Gorizontal otilgan jismning harakat yo‘li parabola shaklida bo‘ladi.</a:t>
            </a:r>
          </a:p>
          <a:p>
            <a:endParaRPr/>
          </a:p>
          <a:p>
            <a:r>
              <a:t>Bu ikki xil harakatning qo‘shilishidan hosil bo‘ladi.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Havoning qarshiligi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Haqiqiy sharoitda havoning qarshiligi jismlarning harakatiga sezilarli ta’sir ko‘rsatadi.</a:t>
            </a:r>
          </a:p>
          <a:p>
            <a:endParaRPr/>
          </a:p>
          <a:p>
            <a:r>
              <a:t>Yengil jismlar sekinroq tushadi.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 va amaliy misollar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Yerning tortishish maydonida jismlarning harakati kundalik hayotda keng uchraydi.</a:t>
            </a:r>
          </a:p>
          <a:p>
            <a:endParaRPr/>
          </a:p>
          <a:p>
            <a:r>
              <a:t>Misollar:</a:t>
            </a:r>
          </a:p>
          <a:p>
            <a:r>
              <a:t>- Olmaning tushishi</a:t>
            </a:r>
          </a:p>
          <a:p>
            <a:r>
              <a:t>- To‘p uloqtirish</a:t>
            </a:r>
          </a:p>
          <a:p>
            <a:r>
              <a:t>- Sportdagi sakrashlar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</TotalTime>
  <Words>411</Words>
  <Application>Microsoft Office PowerPoint</Application>
  <PresentationFormat>Экран (4:3)</PresentationFormat>
  <Paragraphs>78</Paragraphs>
  <Slides>20</Slides>
  <Notes>0</Notes>
  <HiddenSlides>0</HiddenSlides>
  <MMClips>4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Calibri</vt:lpstr>
      <vt:lpstr>Times New Roman</vt:lpstr>
      <vt:lpstr>Trebuchet MS</vt:lpstr>
      <vt:lpstr>Tw Cen MT</vt:lpstr>
      <vt:lpstr>Tw Cen MT Condensed</vt:lpstr>
      <vt:lpstr>Wingdings 3</vt:lpstr>
      <vt:lpstr>Интеграл</vt:lpstr>
      <vt:lpstr>Аспект</vt:lpstr>
      <vt:lpstr>Презентация PowerPoint</vt:lpstr>
      <vt:lpstr>Презентация PowerPoint</vt:lpstr>
      <vt:lpstr>Yerning tortishish maydonida jismlarning harakati</vt:lpstr>
      <vt:lpstr>Презентация PowerPoint</vt:lpstr>
      <vt:lpstr>Tortishish kuchi</vt:lpstr>
      <vt:lpstr>Ma’ruza rejasi</vt:lpstr>
      <vt:lpstr>Презентация PowerPoint</vt:lpstr>
      <vt:lpstr>Yerning tortishish maydoni</vt:lpstr>
      <vt:lpstr>Erkin tushish tezlanishi</vt:lpstr>
      <vt:lpstr>Презентация PowerPoint</vt:lpstr>
      <vt:lpstr>Og‘irlik kuchi</vt:lpstr>
      <vt:lpstr>Erkin tushish harakati</vt:lpstr>
      <vt:lpstr>Erkin tushish formulalari</vt:lpstr>
      <vt:lpstr>Vertikal yuqoriga otilgan jism</vt:lpstr>
      <vt:lpstr>Vertikal harakat xususiyatlari</vt:lpstr>
      <vt:lpstr>Gorizontal otilgan jism</vt:lpstr>
      <vt:lpstr>Gorizontal harakat formulalari</vt:lpstr>
      <vt:lpstr>Traektoriya</vt:lpstr>
      <vt:lpstr>Havoning qarshiligi</vt:lpstr>
      <vt:lpstr>Xulosa va amaliy misollar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Yerning tortishish maydonida jismlarning harakati</dc:title>
  <dc:subject/>
  <dc:creator>ACER</dc:creator>
  <cp:keywords/>
  <dc:description>generated using python-pptx</dc:description>
  <cp:lastModifiedBy>USER</cp:lastModifiedBy>
  <cp:revision>12</cp:revision>
  <dcterms:created xsi:type="dcterms:W3CDTF">2013-01-27T09:14:16Z</dcterms:created>
  <dcterms:modified xsi:type="dcterms:W3CDTF">2025-12-19T04:29:13Z</dcterms:modified>
  <cp:category/>
</cp:coreProperties>
</file>