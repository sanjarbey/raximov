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Integral Mikrosxemalar (IMS)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Taqdimot | MDYa-tranzistorlar va Planar-epitaksial texnologiya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Integral Mikrosxema (IMS) haqida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Integral mikrosxema — bu ko‘plab tranzistor, diod, rezistor, kondensator kabi elementlar bitta kremniy plastinkasida joylashtirilgan elektron qurilma.</a:t>
            </a:r>
          </a:p>
          <a:p/>
          <a:p>
            <a:r>
              <a:t>Afzalliklari:</a:t>
            </a:r>
          </a:p>
          <a:p>
            <a:r>
              <a:t>• Ixchamlik va engillik</a:t>
            </a:r>
          </a:p>
          <a:p>
            <a:r>
              <a:t>• Ishonchlilik</a:t>
            </a:r>
          </a:p>
          <a:p>
            <a:r>
              <a:t>• Energiya tejamkorlik</a:t>
            </a:r>
          </a:p>
          <a:p>
            <a:r>
              <a:t>• Arzon ishlab chiqarish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IMS turlari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Analog IMS – uzluksiz signallar bilan ishlaydi (kuchaytirgichlar, filtrlar)</a:t>
            </a:r>
          </a:p>
          <a:p>
            <a:r>
              <a:t>2. Raqamli IMS – 0/1 signallarni qayta ishlaydi (trigger, mikroprotsessor)</a:t>
            </a:r>
          </a:p>
          <a:p>
            <a:r>
              <a:t>3. Aralash IMS – analog va raqamli qismlar (ADC, DAC)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IMS tarkibiy elementlari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Tranzistor – asosiy faol element</a:t>
            </a:r>
          </a:p>
          <a:p>
            <a:r>
              <a:t>• Diod – tokni bir yo‘nalishda o‘tkazadi</a:t>
            </a:r>
          </a:p>
          <a:p>
            <a:r>
              <a:t>• Rezistor – tokni cheklaydi</a:t>
            </a:r>
          </a:p>
          <a:p>
            <a:r>
              <a:t>• Kondensator – zaryadni saqlaydi</a:t>
            </a:r>
          </a:p>
          <a:p>
            <a:r>
              <a:t>• Ulagichlar – elementlarni bog‘laydi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Planar-epitaksial texnologiya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Bosqichlari:</a:t>
            </a:r>
          </a:p>
          <a:p>
            <a:r>
              <a:t>1. Epitaksiya – kremniy qatlamini o‘stirish</a:t>
            </a:r>
          </a:p>
          <a:p>
            <a:r>
              <a:t>2. Fotolitografiya – maska orqali joylarni belgilash</a:t>
            </a:r>
          </a:p>
          <a:p>
            <a:r>
              <a:t>3. Diffuziya – qo‘shimcha atomlarni kiritish</a:t>
            </a:r>
          </a:p>
          <a:p>
            <a:r>
              <a:t>4. Metallizatsiya – metall yo‘llarni hosil qilish</a:t>
            </a:r>
          </a:p>
          <a:p>
            <a:r>
              <a:t>5. Passivatsiya – himoya qatlami bilan qoplash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MDYa-tranzistorlar asosidagi IMS (MOS IMS)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 tuzilishi: Metall – Dielektrik – Yarimo‘tkazgich</a:t>
            </a:r>
          </a:p>
          <a:p/>
          <a:p>
            <a:r>
              <a:t>Afzalliklari:</a:t>
            </a:r>
          </a:p>
          <a:p>
            <a:r>
              <a:t>• Kam quvvat sarfi</a:t>
            </a:r>
          </a:p>
          <a:p>
            <a:r>
              <a:t>• Katta integratsiya darajasi</a:t>
            </a:r>
          </a:p>
          <a:p>
            <a:r>
              <a:t>• Ishlab chiqarish soddaligi</a:t>
            </a:r>
          </a:p>
          <a:p/>
          <a:p>
            <a:r>
              <a:t>Turlari:</a:t>
            </a:r>
          </a:p>
          <a:p>
            <a:r>
              <a:t>• NMOS</a:t>
            </a:r>
          </a:p>
          <a:p>
            <a:r>
              <a:t>• PMOS</a:t>
            </a:r>
          </a:p>
          <a:p>
            <a:r>
              <a:t>• CMOS (eng keng tarqalgan)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Xulosa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IMS’lar elektronikaning asosi bo‘lib, mikroprotsessorlar, xotira modullari va sensorlarda qo‘llaniladi.</a:t>
            </a:r>
          </a:p>
          <a:p>
            <a:r>
              <a:t>• Planar-epitaksial texnologiya IMS tayyorlashda asosiy usul hisoblanadi.</a:t>
            </a:r>
          </a:p>
          <a:p>
            <a:r>
              <a:t>• MDYa-tranzistorlar asosidagi CMOS texnologiyasi zamonaviy raqamli tizimlarning yuragidir.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