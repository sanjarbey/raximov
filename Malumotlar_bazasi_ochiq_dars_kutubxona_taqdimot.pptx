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Ma’lumotlar bazasi fanidan ochiq dars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Mavzu: SQL tilidan murakkab so‘rovlarni amalga oshirish</a:t>
            </a:r>
          </a:p>
          <a:p>
            <a:r>
              <a:t>O‘qituvchi: S.Sh. Bekturdiyev</a:t>
            </a:r>
          </a:p>
          <a:p/>
          <a:p>
            <a:r>
              <a:t>Reja:</a:t>
            </a:r>
          </a:p>
          <a:p>
            <a:r>
              <a:t>1. Kutubxona ma’lumotlar bazasi tuzilmasi</a:t>
            </a:r>
          </a:p>
          <a:p>
            <a:r>
              <a:t>2. Jadval o‘rtasidagi bog‘lanishlar</a:t>
            </a:r>
          </a:p>
          <a:p>
            <a:r>
              <a:t>3. Murakkab SQL so‘rovlar</a:t>
            </a:r>
          </a:p>
          <a:p>
            <a:r>
              <a:t>4. Amaliy misollar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Kutubxona ma’lumotlar bazasi jadvallari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Jadvallar: Kitoblar, Mualliflar, O‘quvchilar, Ijara</a:t>
            </a:r>
          </a:p>
          <a:p>
            <a:r>
              <a:t>Quyida ularning namunaviy ma’lumotlari keltirilgan.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Kitoblar jadvali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42900">
                <a:tc>
                  <a:txBody>
                    <a:bodyPr/>
                    <a:lstStyle/>
                    <a:p>
                      <a:r>
                        <a:t>Kitob_ID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Muallif_ID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Narx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Alkimyogar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45000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O‘tkan kunlar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60000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Sariq devni minib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Hikoya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Mualliflar jadvali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42900">
                <a:tc>
                  <a:txBody>
                    <a:bodyPr/>
                    <a:lstStyle/>
                    <a:p>
                      <a:r>
                        <a:t>Muallif_ID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Familiya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Tug‘ilgan_yil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Koelo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1947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Qodiriy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Abdulla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1894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Qahhor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Abdulla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1907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misoli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kodi:</a:t>
            </a:r>
          </a:p>
          <a:p>
            <a:r>
              <a:t>SELECT O.Familiya, O.Ism, K.Nomi AS Kitob, M.Familiya AS Muallif</a:t>
            </a:r>
          </a:p>
          <a:p>
            <a:r>
              <a:t>FROM Ijara I</a:t>
            </a:r>
          </a:p>
          <a:p>
            <a:r>
              <a:t>JOIN O‘quvchilar O ON I.O‘quvchi_ID = O.O‘quvchi_ID</a:t>
            </a:r>
          </a:p>
          <a:p>
            <a:r>
              <a:t>JOIN Kitoblar K ON I.Kitob_ID = K.Kitob_ID</a:t>
            </a:r>
          </a:p>
          <a:p>
            <a:r>
              <a:t>JOIN Mualliflar M ON K.Muallif_ID = M.Muallif_ID;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Ichki so‘rov (Subquery) misoli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kodi:</a:t>
            </a:r>
          </a:p>
          <a:p>
            <a:r>
              <a:t>SELECT Nomi, Narx FROM Kitoblar WHERE Narx &gt; (SELECT AVG(Narx) FROM Kitoblar);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Agregat funksiyalar bilan ishlash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kodi:</a:t>
            </a:r>
          </a:p>
          <a:p>
            <a:r>
              <a:t>SELECT M.Familiya, COUNT(K.Kitob_ID) AS Kitoblar_Soni</a:t>
            </a:r>
          </a:p>
          <a:p>
            <a:r>
              <a:t>FROM Mualliflar M</a:t>
            </a:r>
          </a:p>
          <a:p>
            <a:r>
              <a:t>JOIN Kitoblar K ON M.Muallif_ID = K.Muallif_ID</a:t>
            </a:r>
          </a:p>
          <a:p>
            <a:r>
              <a:t>GROUP BY M.Familiya;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Amaliy topshiriqlar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Eng qimmat kitobni toping.</a:t>
            </a:r>
          </a:p>
          <a:p>
            <a:r>
              <a:t>2. Eng ko‘p kitob o‘qigan o‘quvchini aniqlang.</a:t>
            </a:r>
          </a:p>
          <a:p>
            <a:r>
              <a:t>3. 'Roman' janridagi kitoblarni olgan o‘quvchilarni chiqaring.</a:t>
            </a:r>
          </a:p>
          <a:p>
            <a:r>
              <a:t>4. Muallif tug‘ilgan yili 1900 yildan kichik bo‘lgan kitoblarni tanlang.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Xulosa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Kutubxona ma’lumotlar bazasida murakkab so‘rovlar yordamida tahlil osonlashadi.</a:t>
            </a:r>
          </a:p>
          <a:p>
            <a:r>
              <a:t>• JOIN, SUBQUERY, va agregat funksiyalar real amaliyotda eng ko‘p qo‘llaniladi.</a:t>
            </a:r>
          </a:p>
          <a:p>
            <a:r>
              <a:t>• SQL tilini chuqur o‘rganish – dasturchilikdagi eng muhim ko‘nikmalardan biridir.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