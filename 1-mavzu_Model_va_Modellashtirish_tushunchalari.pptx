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dirty="0" smtClean="0"/>
              <a:t>-Mavzu</a:t>
            </a:r>
            <a:r>
              <a:rPr dirty="0"/>
              <a:t>: </a:t>
            </a:r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axborotli</a:t>
            </a:r>
            <a:r>
              <a:rPr lang="en-US" dirty="0"/>
              <a:t> </a:t>
            </a:r>
            <a:r>
              <a:rPr lang="en-US" dirty="0" err="1"/>
              <a:t>modellashtirish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Model, turlari va modellashtirishning fanlardagi ahamiyati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tushunchasi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(lot. modulus – o‘lchov, me’yor) — biror ob’ekt yoki tizimning obrazi yoki namunasi.</a:t>
            </a:r>
          </a:p>
          <a:p>
            <a:r>
              <a:t>Misollar:</a:t>
            </a:r>
          </a:p>
          <a:p>
            <a:r>
              <a:t>- Yerning modeli – globus</a:t>
            </a:r>
          </a:p>
          <a:p>
            <a:r>
              <a:t>- Osmon yulduzlari modeli – planetariy</a:t>
            </a:r>
          </a:p>
          <a:p>
            <a:r>
              <a:t>- Pasportdagi surat – insonning modeli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yaratishning zarurati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Insoniyat tabiatni tushunish, ofatlarni oldindan bilish, jamiyat rivojini o‘rganish maqsadida modellardan foydalangan.</a:t>
            </a:r>
          </a:p>
          <a:p>
            <a:r>
              <a:t>Har bir fan sohasi o‘zini qiziqtirgan jihatlarni o‘rganadi:</a:t>
            </a:r>
          </a:p>
          <a:p>
            <a:r>
              <a:t>- Geologlar – yerning tuzilishi, o‘simlik va hayvonlar tarixi</a:t>
            </a:r>
          </a:p>
          <a:p>
            <a:r>
              <a:t>- Tarixchilar – insoniyat jamiyatining rivoji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Modelning ahamiyati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Modellar yordamida:</a:t>
            </a:r>
          </a:p>
          <a:p>
            <a:r>
              <a:t>- Murakkab hodisalar soddalashtiriladi</a:t>
            </a:r>
          </a:p>
          <a:p>
            <a:r>
              <a:t>- Noaniq ma’lumotlar aniq tasavvurga aylanadi</a:t>
            </a:r>
          </a:p>
          <a:p>
            <a:r>
              <a:t>- Tajriba va sinov o‘tkazish osonlashadi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Modellashtirish tushunchasi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Modellashtirish — bu ob’ekt yoki jarayonni uning modeli yordamida o‘rganish.</a:t>
            </a:r>
          </a:p>
          <a:p>
            <a:r>
              <a:t>Fanlarda qo‘llanilishi:</a:t>
            </a:r>
          </a:p>
          <a:p>
            <a:r>
              <a:t>- Fizika</a:t>
            </a:r>
          </a:p>
          <a:p>
            <a:r>
              <a:t>- Astronomiya</a:t>
            </a:r>
          </a:p>
          <a:p>
            <a:r>
              <a:t>- Biologiya</a:t>
            </a:r>
          </a:p>
          <a:p>
            <a:r>
              <a:t>- Iqtisodiyot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Modellar turlari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Tanlash vositasiga ko‘ra modellar 3 guruhga bo‘linadi:</a:t>
            </a:r>
          </a:p>
          <a:p>
            <a:r>
              <a:t>1. Abstrakt (matematik va mantiqiy)</a:t>
            </a:r>
          </a:p>
          <a:p>
            <a:r>
              <a:t>2. Fizik</a:t>
            </a:r>
          </a:p>
          <a:p>
            <a:r>
              <a:t>3. Biologik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Modellar misollar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Fizik model – samolyot, kema, GES modellari</a:t>
            </a:r>
          </a:p>
          <a:p>
            <a:r>
              <a:t>• Matematik model – tirik organizmni matematik ifoda bilan tavsiflash</a:t>
            </a:r>
          </a:p>
          <a:p>
            <a:r>
              <a:t>• Biologik model – hayvonlarda kasalliklarni o‘rganish</a:t>
            </a:r>
          </a:p>
          <a:p>
            <a:r>
              <a:t>• Fizik-kimyoviy model – biologik tuzilmani fizik yoki kimyoviy yo‘l bilan qayta yaratish</a:t>
            </a:r>
          </a:p>
          <a:p>
            <a:r>
              <a:t>• Iqtisodiy model – F. Kene “Iqtisodiy jadvallar”dan boshlangan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Modellashtirish – ilmiy izlanishning muhim bosqichi.</a:t>
            </a:r>
          </a:p>
          <a:p>
            <a:r>
              <a:t>U murakkab tizimlarni o‘rganish, natijani oldindan bilish va qaror qabul qilishni soddalashtiradi.</a:t>
            </a:r>
          </a:p>
          <a:p>
            <a:r>
              <a:t>Hozirgi fan va texnikaning ajralmas qismidir.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250</Words>
  <Application>Microsoft Office PowerPoint</Application>
  <PresentationFormat>Экран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2-Mavzu: Matematik va axborotli modellashtirish.</vt:lpstr>
      <vt:lpstr>Model tushunchasi</vt:lpstr>
      <vt:lpstr>Model yaratishning zarurati</vt:lpstr>
      <vt:lpstr>Modelning ahamiyati</vt:lpstr>
      <vt:lpstr>Modellashtirish tushunchasi</vt:lpstr>
      <vt:lpstr>Modellar turlari</vt:lpstr>
      <vt:lpstr>Modellar misollar bilan</vt:lpstr>
      <vt:lpstr>Xulosa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2-Mavzu: Matematik va axborotli modellashtirish.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2025-10-10T04:16:37Z</dcterms:modified>
  <cp:category/>
</cp:coreProperties>
</file>