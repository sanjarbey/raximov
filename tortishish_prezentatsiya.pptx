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1450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Yerning tortishish maydonida jismlarning harakati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Fizika taqdimoti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Reja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</a:t>
            </a:r>
            <a:r>
              <a:rPr dirty="0" err="1"/>
              <a:t>Tortishish</a:t>
            </a:r>
            <a:r>
              <a:rPr dirty="0"/>
              <a:t> </a:t>
            </a:r>
            <a:r>
              <a:rPr dirty="0" err="1"/>
              <a:t>maydoni</a:t>
            </a:r>
            <a:endParaRPr dirty="0"/>
          </a:p>
          <a:p>
            <a:r>
              <a:rPr dirty="0"/>
              <a:t>- </a:t>
            </a:r>
            <a:r>
              <a:rPr dirty="0" err="1"/>
              <a:t>Erkin</a:t>
            </a:r>
            <a:r>
              <a:rPr dirty="0"/>
              <a:t> </a:t>
            </a:r>
            <a:r>
              <a:rPr dirty="0" err="1"/>
              <a:t>tushish</a:t>
            </a:r>
            <a:endParaRPr dirty="0"/>
          </a:p>
          <a:p>
            <a:r>
              <a:rPr dirty="0"/>
              <a:t>- </a:t>
            </a:r>
            <a:r>
              <a:rPr dirty="0" err="1"/>
              <a:t>Yuqoriga</a:t>
            </a:r>
            <a:r>
              <a:rPr dirty="0"/>
              <a:t> </a:t>
            </a:r>
            <a:r>
              <a:rPr dirty="0" err="1" smtClean="0"/>
              <a:t>o</a:t>
            </a:r>
            <a:r>
              <a:rPr lang="en-US" dirty="0" err="1"/>
              <a:t>'</a:t>
            </a:r>
            <a:r>
              <a:rPr dirty="0" err="1" smtClean="0"/>
              <a:t>tish</a:t>
            </a:r>
            <a:endParaRPr dirty="0"/>
          </a:p>
          <a:p>
            <a:r>
              <a:rPr dirty="0"/>
              <a:t>- </a:t>
            </a:r>
            <a:r>
              <a:rPr dirty="0" err="1"/>
              <a:t>Qiya</a:t>
            </a:r>
            <a:r>
              <a:rPr dirty="0"/>
              <a:t> </a:t>
            </a:r>
            <a:r>
              <a:rPr dirty="0" err="1" smtClean="0"/>
              <a:t>o</a:t>
            </a:r>
            <a:r>
              <a:rPr lang="en-US" dirty="0" err="1" smtClean="0"/>
              <a:t>'</a:t>
            </a:r>
            <a:r>
              <a:rPr dirty="0" err="1" smtClean="0"/>
              <a:t>tish</a:t>
            </a:r>
            <a:endParaRPr dirty="0"/>
          </a:p>
          <a:p>
            <a:r>
              <a:rPr dirty="0"/>
              <a:t>- </a:t>
            </a:r>
            <a:r>
              <a:rPr dirty="0" err="1"/>
              <a:t>Orbitadagi</a:t>
            </a:r>
            <a:r>
              <a:rPr dirty="0"/>
              <a:t> </a:t>
            </a:r>
            <a:r>
              <a:rPr dirty="0" err="1"/>
              <a:t>harakat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Yerning tortishish maydoni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Yer jismlarni o‘z markaziga tortadi.</a:t>
            </a:r>
          </a:p>
          <a:p>
            <a:r>
              <a:t>• Og‘irlik kuchi: F = mg</a:t>
            </a:r>
          </a:p>
          <a:p>
            <a:r>
              <a:t>• g ≈ 9.8 m/s²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Erkin tushish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Jismga faqat tortishish kuchi ta’sir qiladi.</a:t>
            </a:r>
          </a:p>
          <a:p>
            <a:r>
              <a:t>• Formulalar:</a:t>
            </a:r>
          </a:p>
          <a:p>
            <a:r>
              <a:t>   v = gt</a:t>
            </a:r>
          </a:p>
          <a:p>
            <a:r>
              <a:t>   s = gt²/2</a:t>
            </a:r>
          </a:p>
          <a:p>
            <a:r>
              <a:t>   v² = 2gs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Vertikal</a:t>
            </a:r>
            <a:r>
              <a:rPr dirty="0"/>
              <a:t> </a:t>
            </a:r>
            <a:r>
              <a:rPr dirty="0" err="1"/>
              <a:t>yuqoriga</a:t>
            </a:r>
            <a:r>
              <a:rPr dirty="0"/>
              <a:t> </a:t>
            </a:r>
            <a:r>
              <a:rPr dirty="0" err="1" smtClean="0"/>
              <a:t>o</a:t>
            </a:r>
            <a:r>
              <a:rPr lang="en-US" dirty="0" err="1" smtClean="0"/>
              <a:t>'</a:t>
            </a:r>
            <a:r>
              <a:rPr dirty="0" err="1" smtClean="0"/>
              <a:t>tish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Tezlik yuqoriga ko‘tarilganda kamayadi.</a:t>
            </a:r>
          </a:p>
          <a:p>
            <a:r>
              <a:t>• Yuqori nuqtada v = 0.</a:t>
            </a:r>
          </a:p>
          <a:p>
            <a:r>
              <a:t>• Formulalar:</a:t>
            </a:r>
          </a:p>
          <a:p>
            <a:r>
              <a:t>   v = v₀ − gt</a:t>
            </a:r>
          </a:p>
          <a:p>
            <a:r>
              <a:t>   hₘₐₓ = v₀² / (2g)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Qiya</a:t>
            </a:r>
            <a:r>
              <a:rPr dirty="0"/>
              <a:t> </a:t>
            </a:r>
            <a:r>
              <a:rPr dirty="0" err="1" smtClean="0"/>
              <a:t>o</a:t>
            </a:r>
            <a:r>
              <a:rPr lang="en-US" dirty="0" err="1" smtClean="0"/>
              <a:t>'</a:t>
            </a:r>
            <a:r>
              <a:rPr dirty="0" err="1" smtClean="0"/>
              <a:t>tish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Trayektoriya parabolik.</a:t>
            </a:r>
          </a:p>
          <a:p>
            <a:r>
              <a:t>• Gorizontal tezlik o‘zgarmaydi: vₓ = v₀ cos α.</a:t>
            </a:r>
          </a:p>
          <a:p>
            <a:r>
              <a:t>• Vertikal harakat: vᵧ = v₀ sin α − gt.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Orbitadagi harakat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Jismga markazga intiluvchi kuch sifatida tortishish kuchi ta’sir qiladi.</a:t>
            </a:r>
          </a:p>
          <a:p>
            <a:r>
              <a:t>• Birinchi kosmik tezlik: 7.9 km/s.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168</Words>
  <Application>Microsoft Office PowerPoint</Application>
  <PresentationFormat>Экран (4:3)</PresentationFormat>
  <Paragraphs>31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Yerning tortishish maydonida jismlarning harakati</vt:lpstr>
      <vt:lpstr>Reja</vt:lpstr>
      <vt:lpstr>Yerning tortishish maydoni</vt:lpstr>
      <vt:lpstr>Erkin tushish</vt:lpstr>
      <vt:lpstr>Vertikal yuqoriga o'tish</vt:lpstr>
      <vt:lpstr>Qiya o'tish</vt:lpstr>
      <vt:lpstr>Orbitadagi harakat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Yerning tortishish maydonida jismlarning harakati</dc:title>
  <dc:subject/>
  <dc:creator/>
  <cp:keywords/>
  <dc:description>generated using python-pptx</dc:description>
  <cp:lastModifiedBy>USER</cp:lastModifiedBy>
  <cp:revision>2</cp:revision>
  <dcterms:created xsi:type="dcterms:W3CDTF">2013-01-27T09:14:16Z</dcterms:created>
  <dcterms:modified xsi:type="dcterms:W3CDTF">2025-11-26T16:41:07Z</dcterms:modified>
  <cp:category/>
</cp:coreProperties>
</file>