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photoAlbum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834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5C62-D223-4BDF-8F82-425B912F2A52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4DD-B9B2-4C07-8650-F942FD324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715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5C62-D223-4BDF-8F82-425B912F2A52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4DD-B9B2-4C07-8650-F942FD324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318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5C62-D223-4BDF-8F82-425B912F2A52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4DD-B9B2-4C07-8650-F942FD324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82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5C62-D223-4BDF-8F82-425B912F2A52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4DD-B9B2-4C07-8650-F942FD324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690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5C62-D223-4BDF-8F82-425B912F2A52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4DD-B9B2-4C07-8650-F942FD324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0218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5C62-D223-4BDF-8F82-425B912F2A52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4DD-B9B2-4C07-8650-F942FD324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047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5C62-D223-4BDF-8F82-425B912F2A52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4DD-B9B2-4C07-8650-F942FD324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630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5C62-D223-4BDF-8F82-425B912F2A52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4DD-B9B2-4C07-8650-F942FD324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95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5C62-D223-4BDF-8F82-425B912F2A52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4DD-B9B2-4C07-8650-F942FD324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86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5C62-D223-4BDF-8F82-425B912F2A52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4DD-B9B2-4C07-8650-F942FD324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146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5C62-D223-4BDF-8F82-425B912F2A52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4DD-B9B2-4C07-8650-F942FD324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885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E5C62-D223-4BDF-8F82-425B912F2A52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F64DD-B9B2-4C07-8650-F942FD324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382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763" y="0"/>
            <a:ext cx="938847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099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9832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849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4958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37160"/>
            <a:ext cx="61722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85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30480"/>
            <a:ext cx="6827520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634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0</Words>
  <Application>Microsoft Office PowerPoint</Application>
  <PresentationFormat>Широкоэкранный</PresentationFormat>
  <Paragraphs>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</cp:revision>
  <dcterms:created xsi:type="dcterms:W3CDTF">2025-12-01T05:28:54Z</dcterms:created>
  <dcterms:modified xsi:type="dcterms:W3CDTF">2025-12-01T05:37:57Z</dcterms:modified>
</cp:coreProperties>
</file>