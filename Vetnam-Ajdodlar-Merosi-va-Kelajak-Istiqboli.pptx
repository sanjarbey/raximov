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Wingdings 3" panose="05040102010807070707" pitchFamily="18" charset="2"/>
      <p:regular r:id="rId14"/>
    </p:embeddedFont>
    <p:embeddedFont>
      <p:font typeface="Funnel Display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52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3718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931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0388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143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201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580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9475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1628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186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97642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040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39588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788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4206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0574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86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77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850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17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187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572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824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1083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3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16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33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-4-6.svg"/><Relationship Id="rId5" Type="http://schemas.openxmlformats.org/officeDocument/2006/relationships/image" Target="../media/image-4-4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4.png"/><Relationship Id="rId7" Type="http://schemas.openxmlformats.org/officeDocument/2006/relationships/image" Target="../media/image-5-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-5-4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-6-6.svg"/><Relationship Id="rId5" Type="http://schemas.openxmlformats.org/officeDocument/2006/relationships/image" Target="../media/image-6-4.sv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-10-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3.png"/><Relationship Id="rId5" Type="http://schemas.openxmlformats.org/officeDocument/2006/relationships/image" Target="../media/image-10-3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-10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2671763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Vetnam: Ajdodlar Merosi va Kelajak Istiqboli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4217670"/>
            <a:ext cx="7468553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Sotsialistik Respublikasi (VSR) Janubi-Sharqiy Osiyoda joylashgan boʻlib, uzoq va boy tarixga, betakror madaniyatga va tez rivojlanayotgan iqtisodiyotga ega.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526256"/>
            <a:ext cx="6141006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Geografiya va Tabiiy Goʻzallik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65453" y="1471732"/>
            <a:ext cx="13099494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Vetnamning geografik joylashuvi uning madaniyati va iqtisodiyotiga katta taʼsir koʻrsatgan. Mamlakat shimoldan janubga choʻzilgan boʻlib, sharqda Janubiy Xitoy dengizi bilan yuviladi. Uning qirgʻoq chizigʻi 3260 kilometrdan ortiqni tashkil etadi.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5453" y="2490549"/>
            <a:ext cx="3763447" cy="33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Asosiy Geografik Xususiyatlar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5453" y="3019544"/>
            <a:ext cx="767286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Qirgʻoq Chizigʻi: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Uzoq qirgʻoq chizigʻi baliqchilik va turizm uchun muhimdir.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5453" y="3392567"/>
            <a:ext cx="7672864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Togʻlar va Platolar: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Mamlakatning katta qismi togʻlar va platolardan iborat, ayniqsa shimoliy va markaziy hududlarda. Eng baland choʻqqi Fansipan (3143 m) hisoblanadi.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5453" y="4071699"/>
            <a:ext cx="7672864" cy="91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Daryolar: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Ikki yirik daryo deltasi – shimolda Qizil daryo (Red River) va janubda Mekong daryosi deltasi – qishloq xoʻjaligi, ayniqsa guruch yetishtirish uchun hayotiy ahamiyatga ega.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5453" y="5205293"/>
            <a:ext cx="7672864" cy="1119068"/>
          </a:xfrm>
          <a:prstGeom prst="roundRect">
            <a:avLst>
              <a:gd name="adj" fmla="val 7183"/>
            </a:avLst>
          </a:prstGeom>
          <a:solidFill>
            <a:srgbClr val="C5DBE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86" y="5497830"/>
            <a:ext cx="239197" cy="1913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7316" y="5444371"/>
            <a:ext cx="6859667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Vetnamning 80% dan ortiq hududi past togʻlar va tepaliklardan iborat boʻlib, bu uning tabiiy landshaftining xilma-xilligini taʼminlaydi.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900" y="2514481"/>
            <a:ext cx="4959548" cy="49595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453" y="7904559"/>
            <a:ext cx="1309949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 Long koʻrfazi kabi tabiiy moʻjizalar YuNESKOning Jahon merosi roʻyxatiga kiritilgan boʻlib, har yili millionlab sayyohlarni jalb qiladi.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527209"/>
            <a:ext cx="4779407" cy="56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Boy va Murakkab Tarix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64858" y="1471970"/>
            <a:ext cx="13100685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tarixi ming yilliklarga borib taqaladi va uzoq muddatli mustaqillik uchun kurashlar bilan ajralib turadi.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03770" y="1992868"/>
            <a:ext cx="22860" cy="5709523"/>
          </a:xfrm>
          <a:prstGeom prst="roundRect">
            <a:avLst>
              <a:gd name="adj" fmla="val 351326"/>
            </a:avLst>
          </a:prstGeom>
          <a:solidFill>
            <a:srgbClr val="D5CDBE"/>
          </a:solidFill>
          <a:ln/>
        </p:spPr>
      </p:sp>
      <p:sp>
        <p:nvSpPr>
          <p:cNvPr id="5" name="Shape 3"/>
          <p:cNvSpPr/>
          <p:nvPr/>
        </p:nvSpPr>
        <p:spPr>
          <a:xfrm>
            <a:off x="6549330" y="2196465"/>
            <a:ext cx="573643" cy="22860"/>
          </a:xfrm>
          <a:prstGeom prst="roundRect">
            <a:avLst>
              <a:gd name="adj" fmla="val 351326"/>
            </a:avLst>
          </a:prstGeom>
          <a:solidFill>
            <a:srgbClr val="D5CDBE"/>
          </a:solidFill>
          <a:ln/>
        </p:spPr>
      </p:sp>
      <p:sp>
        <p:nvSpPr>
          <p:cNvPr id="6" name="Shape 4"/>
          <p:cNvSpPr/>
          <p:nvPr/>
        </p:nvSpPr>
        <p:spPr>
          <a:xfrm>
            <a:off x="7100114" y="1992868"/>
            <a:ext cx="430173" cy="430173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80183" y="2039183"/>
            <a:ext cx="269915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690104" y="2058591"/>
            <a:ext cx="2669024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Miloddan Avvalgi 2879-yil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4858" y="2454354"/>
            <a:ext cx="5594271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Hồng Bàng sulolasi: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Vetnamning afsonaviy boshlanishi, ilk davlat Van Lang tashkil topishi.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07426" y="3343751"/>
            <a:ext cx="573643" cy="22860"/>
          </a:xfrm>
          <a:prstGeom prst="roundRect">
            <a:avLst>
              <a:gd name="adj" fmla="val 351326"/>
            </a:avLst>
          </a:prstGeom>
          <a:solidFill>
            <a:srgbClr val="D5CDBE"/>
          </a:solidFill>
          <a:ln/>
        </p:spPr>
      </p:sp>
      <p:sp>
        <p:nvSpPr>
          <p:cNvPr id="11" name="Shape 9"/>
          <p:cNvSpPr/>
          <p:nvPr/>
        </p:nvSpPr>
        <p:spPr>
          <a:xfrm>
            <a:off x="7100114" y="3140154"/>
            <a:ext cx="430173" cy="430173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80183" y="3186470"/>
            <a:ext cx="269915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71272" y="3205877"/>
            <a:ext cx="4256842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Miloddan Avvalgi 111-yil – Milodiy 938-yil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271272" y="3601641"/>
            <a:ext cx="5594271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Xitoy Hukmronligi: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Ming yillik Xitoy hukmronligi davri. Bu davrda Vetnam oʻz madaniyatini saqlab qolish uchun kurashgan.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49330" y="4332684"/>
            <a:ext cx="573643" cy="22860"/>
          </a:xfrm>
          <a:prstGeom prst="roundRect">
            <a:avLst>
              <a:gd name="adj" fmla="val 351326"/>
            </a:avLst>
          </a:prstGeom>
          <a:solidFill>
            <a:srgbClr val="D5CDB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00114" y="4129088"/>
            <a:ext cx="430173" cy="430173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0183" y="4175403"/>
            <a:ext cx="269915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109561" y="4194810"/>
            <a:ext cx="224956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938-yil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64858" y="4590574"/>
            <a:ext cx="5594271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Mustaqillikning Tiklanishi: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Bạch Đằng daryosidagi gʻalabadan soʻng Vetnam mustaqillikka erishdi va keyingi sulolalar davri boshlandi.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07426" y="5321617"/>
            <a:ext cx="573643" cy="22860"/>
          </a:xfrm>
          <a:prstGeom prst="roundRect">
            <a:avLst>
              <a:gd name="adj" fmla="val 351326"/>
            </a:avLst>
          </a:prstGeom>
          <a:solidFill>
            <a:srgbClr val="D5CDB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00114" y="5118021"/>
            <a:ext cx="430173" cy="430173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0183" y="5164336"/>
            <a:ext cx="269915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271272" y="5183743"/>
            <a:ext cx="224956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1858-1954-yillar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271272" y="5579507"/>
            <a:ext cx="5594271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Fransiya Mustamlakasi: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Fransuz Indochinasi tarkibiga kirdi. Mustaqillik uchun uzoq kurashlar olib borildi.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49330" y="6310551"/>
            <a:ext cx="573643" cy="22860"/>
          </a:xfrm>
          <a:prstGeom prst="roundRect">
            <a:avLst>
              <a:gd name="adj" fmla="val 351326"/>
            </a:avLst>
          </a:prstGeom>
          <a:solidFill>
            <a:srgbClr val="D5CDB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00114" y="6106954"/>
            <a:ext cx="430173" cy="430173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0183" y="6153269"/>
            <a:ext cx="269915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109561" y="6172676"/>
            <a:ext cx="224956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1954-1975-yillar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64858" y="6568440"/>
            <a:ext cx="5594271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Urushi: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Mamlakatning Shimoliy va Janubiy Vetnamga boʻlinishi va birlashish uchun kurash. 1975-yilda Sotsialistik Respublika tashkil topdi.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12081"/>
            <a:ext cx="541186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Madaniyat va Anʼanalar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446853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madaniyati Xitoy, Hindiston va Janubi-Sharqiy Osiyo taʼsirlarining noyob aralashmasidir. U oilaviy qadriyatlar, ajdodlarga hurmat va jamoaviy ruhga asoslanadi.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7724" y="3352562"/>
            <a:ext cx="523637" cy="5236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4138017"/>
            <a:ext cx="270057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Anʼanaviy Kiyim: Áo Dài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37724" y="4571643"/>
            <a:ext cx="414373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Áo Dài – bu Vetnamning milliy libosi boʻlib, u nafislik va goʻzallikni ifodalaydi. U asosan ayollar tomonidan bayramlarda va rasmiy tadbirlarda kiyiladi.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43274" y="3352562"/>
            <a:ext cx="523637" cy="5236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3274" y="4138017"/>
            <a:ext cx="258734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Suv Qoʻgʻirchoq Teatri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243274" y="4571643"/>
            <a:ext cx="414373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Théâtre Múa rối nước – bu Vetnamning shimoliy qismidan kelib chiqqan noyob sanʼat turi. Spektakllar suv ustida oʻtkaziladi va qishloq hayoti, afsonalar aks ettiriladi.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48825" y="3352562"/>
            <a:ext cx="523637" cy="5236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8825" y="413801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Milliy Taom: Phở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648825" y="4571643"/>
            <a:ext cx="4143851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Phở – Vetnamning eng mashhur taomi boʻlib, u guruchli lagʻmon, oʻtlar va goʻshtli bulondan tayyorlanadi. Bu Vetnam oshxonasining ramzi hisoblanadi.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37724" y="6147435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Vetnamliklar uchun Tet (Oy Yangi yili) eng muhim bayram boʻlib, oila aʼzolari yigʻilib, ajdodlarga hurmat bajo keltiriladi va kelgusi yil uchun omad tilanadi.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378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125" y="554831"/>
            <a:ext cx="7529751" cy="1187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Iqtisodiy Transformatsiya: Đổi Mới Siyosati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7125" y="2044541"/>
            <a:ext cx="7529751" cy="96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1986-yilda Vetnam Đổi Mới (Yangilanish) deb nomlangan keng qamrovli iqtisodiy islohotlarni boshladi. Bu sotsialistik yoʻnaltirilgan bozor iqtisodiyotiga oʻtishni anglatardi, bu esa mamlakatni tez iqtisodiy oʻsish yoʻliga olib chiqdi.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25" y="3240167"/>
            <a:ext cx="7529751" cy="33882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45498" y="3128288"/>
            <a:ext cx="1317665" cy="38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Markaziy rejalashtirish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2245498" y="3569244"/>
            <a:ext cx="1317665" cy="65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1975–1986: davlat nazorati, qishloq xoʻjaligi kollektivizatsiyasi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762021" y="4303982"/>
            <a:ext cx="291859" cy="2918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10679" y="5765314"/>
            <a:ext cx="1324905" cy="191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Đổi Mới islohotlari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910679" y="6014751"/>
            <a:ext cx="1324905" cy="651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1986–2000: bozor elementlari, xususiy sektorni ragʻbatlantirish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427201" y="5368250"/>
            <a:ext cx="291859" cy="2918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5180" y="3184397"/>
            <a:ext cx="1317665" cy="38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Global integratsiya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5525180" y="3625353"/>
            <a:ext cx="1317665" cy="48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2000–hozirgi: savdo, investitsiyalar va eksportning o‘sishi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063422" y="4275022"/>
            <a:ext cx="291859" cy="2918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7125" y="6855381"/>
            <a:ext cx="7529751" cy="96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Đổi Mới natijasida Vetnam dunyodagi eng tez rivojlanayotgan iqtisodiyotlardan biriga aylandi. Qashshoqlik darajasi sezilarli darajada kamaydi, oʻrtacha daromadli aholi soni esa oshdi.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69802"/>
            <a:ext cx="584406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Asosiy Iqtisodiy Sektorlar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304574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iqtisodiyoti bir nechta asosiy sektorlarga tayanadi, ular global taʼminot zanjirida muhim rol oʻynaydi.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189327"/>
            <a:ext cx="4178618" cy="3199805"/>
          </a:xfrm>
          <a:prstGeom prst="roundRect">
            <a:avLst>
              <a:gd name="adj" fmla="val 3429"/>
            </a:avLst>
          </a:prstGeom>
          <a:solidFill>
            <a:srgbClr val="FAF5EB"/>
          </a:solidFill>
          <a:ln/>
        </p:spPr>
      </p:sp>
      <p:sp>
        <p:nvSpPr>
          <p:cNvPr id="5" name="Shape 3"/>
          <p:cNvSpPr/>
          <p:nvPr/>
        </p:nvSpPr>
        <p:spPr>
          <a:xfrm>
            <a:off x="837724" y="3166467"/>
            <a:ext cx="4178618" cy="91440"/>
          </a:xfrm>
          <a:prstGeom prst="roundRect">
            <a:avLst>
              <a:gd name="adj" fmla="val 96208"/>
            </a:avLst>
          </a:prstGeom>
          <a:solidFill>
            <a:srgbClr val="3371A5"/>
          </a:solidFill>
          <a:ln/>
        </p:spPr>
      </p:sp>
      <p:sp>
        <p:nvSpPr>
          <p:cNvPr id="6" name="Shape 4"/>
          <p:cNvSpPr/>
          <p:nvPr/>
        </p:nvSpPr>
        <p:spPr>
          <a:xfrm>
            <a:off x="2612886" y="2875240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3371A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801362" y="3063597"/>
            <a:ext cx="251341" cy="2513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0015" y="3712964"/>
            <a:ext cx="312693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Ishlab Chiqarish va Eksport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70015" y="4146590"/>
            <a:ext cx="3714036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yirik ishlab chiqarish markaziga aylandi. Elektronika, toʻqimachilik, poyabzal va mebel kabi mahsulotlar asosiy eksport tovarlari hisoblanadi. Koʻplab xalqaro kompaniyalar oʻz ishlab chiqarishini bu yerga koʻchirdi.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25772" y="3189327"/>
            <a:ext cx="4178737" cy="3199805"/>
          </a:xfrm>
          <a:prstGeom prst="roundRect">
            <a:avLst>
              <a:gd name="adj" fmla="val 3429"/>
            </a:avLst>
          </a:prstGeom>
          <a:solidFill>
            <a:srgbClr val="FAF5EB"/>
          </a:solidFill>
          <a:ln/>
        </p:spPr>
      </p:sp>
      <p:sp>
        <p:nvSpPr>
          <p:cNvPr id="11" name="Shape 8"/>
          <p:cNvSpPr/>
          <p:nvPr/>
        </p:nvSpPr>
        <p:spPr>
          <a:xfrm>
            <a:off x="5225772" y="3166467"/>
            <a:ext cx="4178737" cy="91440"/>
          </a:xfrm>
          <a:prstGeom prst="roundRect">
            <a:avLst>
              <a:gd name="adj" fmla="val 96208"/>
            </a:avLst>
          </a:prstGeom>
          <a:solidFill>
            <a:srgbClr val="3371A5"/>
          </a:solidFill>
          <a:ln/>
        </p:spPr>
      </p:sp>
      <p:sp>
        <p:nvSpPr>
          <p:cNvPr id="12" name="Shape 9"/>
          <p:cNvSpPr/>
          <p:nvPr/>
        </p:nvSpPr>
        <p:spPr>
          <a:xfrm>
            <a:off x="7000935" y="2875240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3371A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189410" y="3063597"/>
            <a:ext cx="251341" cy="2513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8063" y="371296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Qishloq Xoʻjaligi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458063" y="4146590"/>
            <a:ext cx="3714155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Guruch, qahva, choy, kaju yongʻogʻi va dengiz mahsulotlari Vetnamning asosiy qishloq xoʻjaligi mahsulotlaridir. Mamlakat guruch va qahva eksporti boʻyicha dunyoda yetakchi oʻrinlardan birini egallaydi.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613940" y="3189327"/>
            <a:ext cx="4178737" cy="3199805"/>
          </a:xfrm>
          <a:prstGeom prst="roundRect">
            <a:avLst>
              <a:gd name="adj" fmla="val 3429"/>
            </a:avLst>
          </a:prstGeom>
          <a:solidFill>
            <a:srgbClr val="FAF5EB"/>
          </a:solidFill>
          <a:ln/>
        </p:spPr>
      </p:sp>
      <p:sp>
        <p:nvSpPr>
          <p:cNvPr id="17" name="Shape 13"/>
          <p:cNvSpPr/>
          <p:nvPr/>
        </p:nvSpPr>
        <p:spPr>
          <a:xfrm>
            <a:off x="9613940" y="3166467"/>
            <a:ext cx="4178737" cy="91440"/>
          </a:xfrm>
          <a:prstGeom prst="roundRect">
            <a:avLst>
              <a:gd name="adj" fmla="val 96208"/>
            </a:avLst>
          </a:prstGeom>
          <a:solidFill>
            <a:srgbClr val="3371A5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89102" y="2875240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3371A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577578" y="3063597"/>
            <a:ext cx="251341" cy="2513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46231" y="371296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Turizm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846231" y="4146590"/>
            <a:ext cx="371415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Tabiiy goʻzalliklar, tarixiy obidalar va boy madaniyat Vetnamni mashhur sayyohlik manziliga aylantirdi. Turizm sektori mamlakat iqtisodiyotiga katta hissa qoʻshmoqda.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7724" y="6624757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Xorijiy investitsiyalar (FDI) Vetnamning iqtisodiy oʻsishining asosiy drayverlaridan biri boʻlib qolmoqda.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48991"/>
            <a:ext cx="887896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Vetnamning Global Rolini Kengaytirish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483763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xalqaro maydonda faol ishtirok etib, oʻzining global rolini mustahkamlamoqda. U koʻplab xalqaro tashkilotlar va savdo bitimlarining aʼzosi hisoblanadi.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048" y="3524845"/>
            <a:ext cx="1337905" cy="83772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475" y="3524845"/>
            <a:ext cx="1337905" cy="83772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901" y="3524845"/>
            <a:ext cx="1337905" cy="83772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4327" y="3524845"/>
            <a:ext cx="1337905" cy="83772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51811" y="4969193"/>
            <a:ext cx="1264086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Vetnamning tashqi siyosati koʻp tomonlama va diversifikatsiyalangan boʻlib, u barcha davlatlar bilan doʻstona munosabatlarni rivojlantirishga intiladi. Bu uning iqtisodiy barqarorligi va xavfsizligini taʼminlashda muhimdir.</a:t>
            </a: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>
            <a:off x="837724" y="4733568"/>
            <a:ext cx="22860" cy="1141333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0" name="Text 4"/>
          <p:cNvSpPr/>
          <p:nvPr/>
        </p:nvSpPr>
        <p:spPr>
          <a:xfrm>
            <a:off x="837724" y="6110526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Mamlakat Janubi-Sharqiy Osiyo Davlatlari Uyushmasi (ASEAN) ichida muhim oʻrin tutadi va mintaqaviy hamkorlikni kuchaytirishga faol hissa qoʻshadi.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0063" y="651391"/>
            <a:ext cx="7676674" cy="107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Zamonaviy Muammolar va Kelajakdagi Intilishlar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220063" y="2005370"/>
            <a:ext cx="7676674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Tez oʻsishga qaramay, Vetnam bir qator muammolarga duch kelmoqda, ularni hal qilish kelajakdagi barqaror rivojlanish uchun hal qiluvchi ahamiyatga ega.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20063" y="2798683"/>
            <a:ext cx="22860" cy="4779526"/>
          </a:xfrm>
          <a:prstGeom prst="roundRect">
            <a:avLst>
              <a:gd name="adj" fmla="val 336998"/>
            </a:avLst>
          </a:prstGeom>
          <a:solidFill>
            <a:srgbClr val="D5CDBE"/>
          </a:solidFill>
          <a:ln/>
        </p:spPr>
      </p:sp>
      <p:sp>
        <p:nvSpPr>
          <p:cNvPr id="6" name="Shape 3"/>
          <p:cNvSpPr/>
          <p:nvPr/>
        </p:nvSpPr>
        <p:spPr>
          <a:xfrm>
            <a:off x="6242923" y="2798683"/>
            <a:ext cx="7676674" cy="1348621"/>
          </a:xfrm>
          <a:prstGeom prst="rect">
            <a:avLst/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6279" y="2989659"/>
            <a:ext cx="2761774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Infratuzilmani Rivojlantirish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26279" y="3369350"/>
            <a:ext cx="7302341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Tez urbanizatsiya va sanoatlashtirish sharoitida transport, energetika va kommunikatsiya infratuzilmasini modernizatsiya qilish zarurati mavjud.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2923" y="4514136"/>
            <a:ext cx="7676674" cy="1348621"/>
          </a:xfrm>
          <a:prstGeom prst="rect">
            <a:avLst/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6279" y="4705112"/>
            <a:ext cx="30432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Atrof-muhitni Muhofaza Qilish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426279" y="5084802"/>
            <a:ext cx="7302341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Iqlim oʻzgarishi, ayniqsa Mekong deltasi uchun jiddiy xavf tugʻdirmoqda. Shuningdek, sanoat chiqindilari va havo ifloslanishi muammolari ham dolzarbdir.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42923" y="6229588"/>
            <a:ext cx="7676674" cy="1348621"/>
          </a:xfrm>
          <a:prstGeom prst="rect">
            <a:avLst/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6279" y="6420564"/>
            <a:ext cx="2434114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Inson Kapitalini Oshirish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426279" y="6800255"/>
            <a:ext cx="7302341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Global raqobatbardoshlikni saqlab qolish uchun taʼlim va kasbiy tayyorgarlikni yaxshilash, ayniqsa yuqori texnologiyali sohalarda malakali kadrlar tayyorlash muhimdir.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364" y="561856"/>
            <a:ext cx="7033736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Texnologiya va Raqamli Kelajak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17364" y="1571387"/>
            <a:ext cx="12995672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raqamli transformatsiyani faol ravishda qabul qilmoqda. Hukumat 4.0 sanoat inqilobiga moslashish va raqamli iqtisodiyotni rivojlantirishga katta eʼtibor qaratmoqda.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64" y="2684621"/>
            <a:ext cx="4899184" cy="489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22563" y="2659142"/>
            <a:ext cx="5272921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Raqamli Oʻsishning Asosiy Yoʻnalishlari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222563" y="3223974"/>
            <a:ext cx="759797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Mobil Ulanish:</a:t>
            </a: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Vetnamda mobil telefon foydalanuvchilari soni juda yuqori, bu esa mobil xizmatlar va elektron tijoratning rivojlanishiga turtki beradi.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22563" y="3949065"/>
            <a:ext cx="759797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Startap Ekosistemasi:</a:t>
            </a: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Xanoi va Xoshimin shaharlari Janubi-Sharqiy Osiyodagi eng tez rivojlanayotgan startap markazlariga aylanmoqda.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22563" y="4674156"/>
            <a:ext cx="759797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Fintech Rivoji:</a:t>
            </a: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Moliyaviy texnologiyalar (Fintech) sektori, ayniqsa raqamli toʻlovlar va mobil bank xizmatlari tez oʻsib bormoqda.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22563" y="5511641"/>
            <a:ext cx="759797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Hukumat 2045-yilga kelib Vetnamni yuqori daromadli davlatga aylantirishni maqsad qilgan boʻlib, texnologiya bu maqsadga erishishda markaziy oʻrin tutadi.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839" y="626507"/>
            <a:ext cx="7625120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Xulosa: Dinamik va Umidli Vetnam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7839" y="1624489"/>
            <a:ext cx="13014722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 oʻzining boy tarixi, madaniy merosi va ajoyib iqtisodiy oʻsishi bilan Janubi-Sharqiy Osiyoning eng dinamik davlatlaridan biri hisoblanadi. Uning Đổi Mới islohotlari muvaffaqiyati mamlakatning kelajakdagi salohiyatidan dalolat beradi.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358628" y="3109317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Madaniy Boylik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07839" y="3527465"/>
            <a:ext cx="3926919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Ming yillik anʼanalar va noyob sanʼat turlari.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653" y="2497693"/>
            <a:ext cx="4555093" cy="455509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036647" y="3496687"/>
            <a:ext cx="302181" cy="3021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95642" y="3109317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Iqtisodiy Oʻsish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895642" y="3527465"/>
            <a:ext cx="3926919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Global ishlab chiqarish va eksport markazi.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7653" y="2497693"/>
            <a:ext cx="4555093" cy="455509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291334" y="3496687"/>
            <a:ext cx="302181" cy="3021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5642" y="5376863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Tabiiy Goʻzallik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895642" y="5795010"/>
            <a:ext cx="3926919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 Long koʻrfazi va Mekong deltasi kabi manzaralar.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653" y="2497693"/>
            <a:ext cx="4555093" cy="4555093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91334" y="5751374"/>
            <a:ext cx="302181" cy="30218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358628" y="5376863"/>
            <a:ext cx="237613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Raqamli Kelajak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807839" y="5795010"/>
            <a:ext cx="3926919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Texnologiyaga yoʻnaltirilgan rivojlanish strategiyasi.</a:t>
            </a:r>
            <a:endParaRPr lang="en-US" sz="15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7653" y="2497693"/>
            <a:ext cx="4555093" cy="455509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07839" y="7279958"/>
            <a:ext cx="13014722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Vetnamning kelajagi yorqin koʻrinadi, chunki u global integratsiyani chuqurlashtirish va barqaror rivojlanish yoʻlida qatʼiy qadam tashlamoqda.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1041</Words>
  <Application>Microsoft Office PowerPoint</Application>
  <PresentationFormat>Произвольный</PresentationFormat>
  <Paragraphs>94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Funnel Sans</vt:lpstr>
      <vt:lpstr>Arial</vt:lpstr>
      <vt:lpstr>Wingdings 3</vt:lpstr>
      <vt:lpstr>Funnel Display</vt:lpstr>
      <vt:lpstr>Calibri</vt:lpstr>
      <vt:lpstr>Century Gothic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USER</cp:lastModifiedBy>
  <cp:revision>2</cp:revision>
  <dcterms:created xsi:type="dcterms:W3CDTF">2025-10-20T15:45:58Z</dcterms:created>
  <dcterms:modified xsi:type="dcterms:W3CDTF">2025-10-20T15:58:24Z</dcterms:modified>
</cp:coreProperties>
</file>