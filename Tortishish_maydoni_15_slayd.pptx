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Yerning tortishish maydonida jismlarning harakati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15 varoqli to‘liq taqdimot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Ma’ruza</a:t>
            </a:r>
            <a:r>
              <a:rPr lang="en-US" dirty="0" smtClean="0"/>
              <a:t> </a:t>
            </a:r>
            <a:r>
              <a:rPr lang="en-US" dirty="0" err="1" smtClean="0"/>
              <a:t>rejasi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1.Tortishish </a:t>
            </a:r>
            <a:r>
              <a:rPr lang="en-US" dirty="0" err="1" smtClean="0"/>
              <a:t>maydoni</a:t>
            </a:r>
            <a:r>
              <a:rPr lang="en-US" dirty="0" smtClean="0"/>
              <a:t> </a:t>
            </a:r>
            <a:r>
              <a:rPr lang="en-US" dirty="0" err="1" smtClean="0"/>
              <a:t>nima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dirty="0" smtClean="0"/>
              <a:t>2.Og’irlik </a:t>
            </a:r>
            <a:r>
              <a:rPr lang="en-US" dirty="0" err="1" smtClean="0"/>
              <a:t>kuchi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3.Erkin </a:t>
            </a:r>
            <a:r>
              <a:rPr lang="en-US" dirty="0" err="1" smtClean="0"/>
              <a:t>tushish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4.Galiley </a:t>
            </a:r>
            <a:r>
              <a:rPr lang="en-US" dirty="0" err="1" smtClean="0"/>
              <a:t>tajribasi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5.Tortishish </a:t>
            </a:r>
            <a:r>
              <a:rPr lang="en-US" dirty="0" err="1" smtClean="0"/>
              <a:t>kuchining</a:t>
            </a:r>
            <a:r>
              <a:rPr lang="en-US" dirty="0" smtClean="0"/>
              <a:t> </a:t>
            </a:r>
            <a:r>
              <a:rPr lang="en-US" dirty="0" err="1" smtClean="0"/>
              <a:t>yo’nalishi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6.Harakat </a:t>
            </a:r>
            <a:r>
              <a:rPr lang="en-US" dirty="0" err="1" smtClean="0"/>
              <a:t>tenglamalari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7.Qiya </a:t>
            </a:r>
            <a:r>
              <a:rPr lang="en-US" dirty="0" err="1" smtClean="0"/>
              <a:t>otilgan</a:t>
            </a:r>
            <a:r>
              <a:rPr lang="en-US" dirty="0" smtClean="0"/>
              <a:t> </a:t>
            </a:r>
            <a:r>
              <a:rPr lang="en-US" dirty="0" err="1" smtClean="0"/>
              <a:t>jism</a:t>
            </a:r>
            <a:r>
              <a:rPr lang="en-US" dirty="0" smtClean="0"/>
              <a:t> </a:t>
            </a:r>
            <a:r>
              <a:rPr lang="en-US" dirty="0" err="1" smtClean="0"/>
              <a:t>harakati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8.Maksimal </a:t>
            </a:r>
            <a:r>
              <a:rPr lang="en-US" dirty="0" err="1" smtClean="0"/>
              <a:t>balandlik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51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Tortishish maydoni nima?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Yer massasi tufayli hosil bo‘ladi.</a:t>
            </a:r>
          </a:p>
          <a:p>
            <a:r>
              <a:t>Maydon barcha jismlarga ta’sir qiladi.</a:t>
            </a:r>
          </a:p>
          <a:p>
            <a:r>
              <a:t>F = G * (m1*m2)/r² qonuni.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Og‘irlik kuchi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Jismga Yer tomonidan qo‘yiladigan kuch.</a:t>
            </a:r>
          </a:p>
          <a:p>
            <a:r>
              <a:t>F = mg.</a:t>
            </a:r>
          </a:p>
          <a:p>
            <a:r>
              <a:t>g ≈ 9.8 m/s².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Erkin tushish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Faqat tortishish kuchi ta’sirida harakat.</a:t>
            </a:r>
          </a:p>
          <a:p>
            <a:r>
              <a:t>v = gt,  s = gt² / 2.</a:t>
            </a:r>
          </a:p>
          <a:p>
            <a:r>
              <a:t>Har bir jism massadan qat’i nazar bir xil tushadi.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Galiley tajribasi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Turli massali jismlar bir xil tezlanish bilan tushadi.</a:t>
            </a:r>
          </a:p>
          <a:p>
            <a:r>
              <a:t>Havo qarshiligida farq paydo bo‘lishi mumkin.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Tortishish kuchining yo‘nalishi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Doimo Yer markaziga qaragan.</a:t>
            </a:r>
          </a:p>
          <a:p>
            <a:r>
              <a:t>Maydon intensivligi g bilan belgilanadi.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Harakat tenglamalari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Vertikal harakat: erkin tushish qonunlari.</a:t>
            </a:r>
          </a:p>
          <a:p>
            <a:r>
              <a:t>Gorizontal yo‘nalish o‘zgarmas tezlikda.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Qiya otilgan jism harakati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Traektoriya — parabola.</a:t>
            </a:r>
          </a:p>
          <a:p>
            <a:r>
              <a:t>Harakat ikki mustaqil o‘qda qaraladi.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Maksimal balandlik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Vy = v0*sin(a).</a:t>
            </a:r>
          </a:p>
          <a:p>
            <a:r>
              <a:t>Hmax = v²·sin²(a)/(2g).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Uzoqlik (gorizontal masofa)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 = v² * sin(2a) / g.</a:t>
            </a:r>
          </a:p>
          <a:p>
            <a:r>
              <a:t>Eng katta masofa 45° 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Havo qarshiligi ta’siri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harakatda trayektoriya o‘zgaradi.</a:t>
            </a:r>
          </a:p>
          <a:p>
            <a:r>
              <a:t>Jism tormozlanadi, tezlik kamayadi.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Tortishish maydonining notekisligi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Yer sferik emas, g biroz farq qiladi.</a:t>
            </a:r>
          </a:p>
          <a:p>
            <a:r>
              <a:t>Balandlik oshganda g kamayadi.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Sun’iy yo‘ldoshlarning harakati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Tortishish kuchi markazga intilma kuch rolini bajaradi.</a:t>
            </a:r>
          </a:p>
          <a:p>
            <a:r>
              <a:t>Orbital tezlik: v = √(GM/R).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Kosmik parvozlar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Yer tortishishidan chiqish uchun 2-kosmik tezlik kerak.</a:t>
            </a:r>
          </a:p>
          <a:p>
            <a:r>
              <a:t>v ≈ 11.2 km/s.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Amaliy masalalar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Tushish vaqti hisoblash.</a:t>
            </a:r>
          </a:p>
          <a:p>
            <a:r>
              <a:t>Otilgan to‘pning trayektoriyasi.</a:t>
            </a:r>
          </a:p>
          <a:p>
            <a:r>
              <a:t>Tortishish kuchining o‘zgarishi.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294</Words>
  <Application>Microsoft Office PowerPoint</Application>
  <PresentationFormat>Экран (4:3)</PresentationFormat>
  <Paragraphs>72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Yerning tortishish maydonida jismlarning harakati</vt:lpstr>
      <vt:lpstr>Ma’ruza rejasi:</vt:lpstr>
      <vt:lpstr>Tortishish maydoni nima?</vt:lpstr>
      <vt:lpstr>Og‘irlik kuchi</vt:lpstr>
      <vt:lpstr>Erkin tushish</vt:lpstr>
      <vt:lpstr>Galiley tajribasi</vt:lpstr>
      <vt:lpstr>Tortishish kuchining yo‘nalishi</vt:lpstr>
      <vt:lpstr>Harakat tenglamalari</vt:lpstr>
      <vt:lpstr>Qiya otilgan jism harakati</vt:lpstr>
      <vt:lpstr>Maksimal balandlik</vt:lpstr>
      <vt:lpstr>Uzoqlik (gorizontal masofa)</vt:lpstr>
      <vt:lpstr>Havo qarshiligi ta’siri</vt:lpstr>
      <vt:lpstr>Tortishish maydonining notekisligi</vt:lpstr>
      <vt:lpstr>Sun’iy yo‘ldoshlarning harakati</vt:lpstr>
      <vt:lpstr>Kosmik parvozlar</vt:lpstr>
      <vt:lpstr>Amaliy masalalar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Yerning tortishish maydonida jismlarning harakati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2025-12-04T17:25:24Z</dcterms:modified>
  <cp:category/>
</cp:coreProperties>
</file>