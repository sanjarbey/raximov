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52"/>
  </p:notesMasterIdLst>
  <p:sldIdLst>
    <p:sldId id="353" r:id="rId4"/>
    <p:sldId id="352" r:id="rId5"/>
    <p:sldId id="357" r:id="rId6"/>
    <p:sldId id="259" r:id="rId7"/>
    <p:sldId id="260" r:id="rId8"/>
    <p:sldId id="298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  <p:sldId id="334" r:id="rId37"/>
    <p:sldId id="338" r:id="rId38"/>
    <p:sldId id="336" r:id="rId39"/>
    <p:sldId id="337" r:id="rId40"/>
    <p:sldId id="335" r:id="rId41"/>
    <p:sldId id="339" r:id="rId42"/>
    <p:sldId id="340" r:id="rId43"/>
    <p:sldId id="299" r:id="rId44"/>
    <p:sldId id="300" r:id="rId45"/>
    <p:sldId id="346" r:id="rId46"/>
    <p:sldId id="302" r:id="rId47"/>
    <p:sldId id="303" r:id="rId48"/>
    <p:sldId id="304" r:id="rId49"/>
    <p:sldId id="305" r:id="rId50"/>
    <p:sldId id="306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485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xmlns="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xmlns="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xmlns="" id="{E249BBEF-8EEB-4970-B983-686C1121634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523957" y="1362066"/>
            <a:ext cx="1720091" cy="1720282"/>
          </a:xfrm>
          <a:prstGeom prst="ellipse">
            <a:avLst/>
          </a:prstGeom>
          <a:solidFill>
            <a:schemeClr val="bg1">
              <a:lumMod val="95000"/>
            </a:schemeClr>
          </a:solidFill>
          <a:ln w="4762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marR="0" indent="0" algn="ctr" defTabSz="91444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xmlns="" id="{8A8800E0-E431-4436-87E7-160B26276F7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756409" y="4067345"/>
            <a:ext cx="1586755" cy="1586931"/>
          </a:xfrm>
          <a:prstGeom prst="ellipse">
            <a:avLst/>
          </a:prstGeom>
          <a:solidFill>
            <a:schemeClr val="bg1">
              <a:lumMod val="95000"/>
            </a:schemeClr>
          </a:solidFill>
          <a:ln w="4762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marR="0" indent="0" algn="ctr" defTabSz="91444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xmlns="" id="{3C48E646-376C-4D82-AB8C-346544C615F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4554917" y="4067345"/>
            <a:ext cx="1586755" cy="1586931"/>
          </a:xfrm>
          <a:prstGeom prst="ellipse">
            <a:avLst/>
          </a:prstGeom>
          <a:solidFill>
            <a:schemeClr val="bg1">
              <a:lumMod val="95000"/>
            </a:schemeClr>
          </a:solidFill>
          <a:ln w="4762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marR="0" indent="0" algn="ctr" defTabSz="91444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xmlns="" id="{94A620A3-0C1F-46E6-9F56-69D9E8BEB5F1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353425" y="4067345"/>
            <a:ext cx="1586755" cy="1586931"/>
          </a:xfrm>
          <a:prstGeom prst="ellipse">
            <a:avLst/>
          </a:prstGeom>
          <a:solidFill>
            <a:schemeClr val="bg1">
              <a:lumMod val="95000"/>
            </a:schemeClr>
          </a:solidFill>
          <a:ln w="4762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marR="0" indent="0" algn="ctr" defTabSz="91444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9">
            <a:extLst>
              <a:ext uri="{FF2B5EF4-FFF2-40B4-BE49-F238E27FC236}">
                <a16:creationId xmlns:a16="http://schemas.microsoft.com/office/drawing/2014/main" xmlns="" id="{DBB3EB46-3A96-4C94-B32D-3919B93474C7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421441" y="1309036"/>
            <a:ext cx="6921422" cy="5032620"/>
          </a:xfrm>
          <a:custGeom>
            <a:avLst/>
            <a:gdLst>
              <a:gd name="connsiteX0" fmla="*/ 5771583 w 6921422"/>
              <a:gd name="connsiteY0" fmla="*/ 2239635 h 5032620"/>
              <a:gd name="connsiteX1" fmla="*/ 6921422 w 6921422"/>
              <a:gd name="connsiteY1" fmla="*/ 3882781 h 5032620"/>
              <a:gd name="connsiteX2" fmla="*/ 5278276 w 6921422"/>
              <a:gd name="connsiteY2" fmla="*/ 5032620 h 5032620"/>
              <a:gd name="connsiteX3" fmla="*/ 4128437 w 6921422"/>
              <a:gd name="connsiteY3" fmla="*/ 3389474 h 5032620"/>
              <a:gd name="connsiteX4" fmla="*/ 2856046 w 6921422"/>
              <a:gd name="connsiteY4" fmla="*/ 1717648 h 5032620"/>
              <a:gd name="connsiteX5" fmla="*/ 4005885 w 6921422"/>
              <a:gd name="connsiteY5" fmla="*/ 3360794 h 5032620"/>
              <a:gd name="connsiteX6" fmla="*/ 2362739 w 6921422"/>
              <a:gd name="connsiteY6" fmla="*/ 4510633 h 5032620"/>
              <a:gd name="connsiteX7" fmla="*/ 1212900 w 6921422"/>
              <a:gd name="connsiteY7" fmla="*/ 2867486 h 5032620"/>
              <a:gd name="connsiteX8" fmla="*/ 4558683 w 6921422"/>
              <a:gd name="connsiteY8" fmla="*/ 521989 h 5032620"/>
              <a:gd name="connsiteX9" fmla="*/ 5708522 w 6921422"/>
              <a:gd name="connsiteY9" fmla="*/ 2165135 h 5032620"/>
              <a:gd name="connsiteX10" fmla="*/ 4065376 w 6921422"/>
              <a:gd name="connsiteY10" fmla="*/ 3314974 h 5032620"/>
              <a:gd name="connsiteX11" fmla="*/ 2915537 w 6921422"/>
              <a:gd name="connsiteY11" fmla="*/ 1671827 h 5032620"/>
              <a:gd name="connsiteX12" fmla="*/ 1643146 w 6921422"/>
              <a:gd name="connsiteY12" fmla="*/ 0 h 5032620"/>
              <a:gd name="connsiteX13" fmla="*/ 2792985 w 6921422"/>
              <a:gd name="connsiteY13" fmla="*/ 1643146 h 5032620"/>
              <a:gd name="connsiteX14" fmla="*/ 1149839 w 6921422"/>
              <a:gd name="connsiteY14" fmla="*/ 2792985 h 5032620"/>
              <a:gd name="connsiteX15" fmla="*/ 0 w 6921422"/>
              <a:gd name="connsiteY15" fmla="*/ 1149839 h 5032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921422" h="5032620">
                <a:moveTo>
                  <a:pt x="5771583" y="2239635"/>
                </a:moveTo>
                <a:lnTo>
                  <a:pt x="6921422" y="3882781"/>
                </a:lnTo>
                <a:lnTo>
                  <a:pt x="5278276" y="5032620"/>
                </a:lnTo>
                <a:lnTo>
                  <a:pt x="4128437" y="3389474"/>
                </a:lnTo>
                <a:close/>
                <a:moveTo>
                  <a:pt x="2856046" y="1717648"/>
                </a:moveTo>
                <a:lnTo>
                  <a:pt x="4005885" y="3360794"/>
                </a:lnTo>
                <a:lnTo>
                  <a:pt x="2362739" y="4510633"/>
                </a:lnTo>
                <a:lnTo>
                  <a:pt x="1212900" y="2867486"/>
                </a:lnTo>
                <a:close/>
                <a:moveTo>
                  <a:pt x="4558683" y="521989"/>
                </a:moveTo>
                <a:lnTo>
                  <a:pt x="5708522" y="2165135"/>
                </a:lnTo>
                <a:lnTo>
                  <a:pt x="4065376" y="3314974"/>
                </a:lnTo>
                <a:lnTo>
                  <a:pt x="2915537" y="1671827"/>
                </a:lnTo>
                <a:close/>
                <a:moveTo>
                  <a:pt x="1643146" y="0"/>
                </a:moveTo>
                <a:lnTo>
                  <a:pt x="2792985" y="1643146"/>
                </a:lnTo>
                <a:lnTo>
                  <a:pt x="1149839" y="2792985"/>
                </a:lnTo>
                <a:lnTo>
                  <a:pt x="0" y="11498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Freeform: Shape 26">
            <a:extLst>
              <a:ext uri="{FF2B5EF4-FFF2-40B4-BE49-F238E27FC236}">
                <a16:creationId xmlns:a16="http://schemas.microsoft.com/office/drawing/2014/main" xmlns="" id="{E09A9CB7-833E-4E2D-A4FB-38C46240DCF6}"/>
              </a:ext>
            </a:extLst>
          </p:cNvPr>
          <p:cNvSpPr/>
          <p:nvPr userDrawn="1"/>
        </p:nvSpPr>
        <p:spPr>
          <a:xfrm>
            <a:off x="0" y="2475387"/>
            <a:ext cx="2708047" cy="3335839"/>
          </a:xfrm>
          <a:custGeom>
            <a:avLst/>
            <a:gdLst>
              <a:gd name="connsiteX0" fmla="*/ 0 w 2708047"/>
              <a:gd name="connsiteY0" fmla="*/ 0 h 3335839"/>
              <a:gd name="connsiteX1" fmla="*/ 347734 w 2708047"/>
              <a:gd name="connsiteY1" fmla="*/ 0 h 3335839"/>
              <a:gd name="connsiteX2" fmla="*/ 2708047 w 2708047"/>
              <a:gd name="connsiteY2" fmla="*/ 3335839 h 3335839"/>
              <a:gd name="connsiteX3" fmla="*/ 0 w 2708047"/>
              <a:gd name="connsiteY3" fmla="*/ 3335839 h 3335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8047" h="3335839">
                <a:moveTo>
                  <a:pt x="0" y="0"/>
                </a:moveTo>
                <a:lnTo>
                  <a:pt x="347734" y="0"/>
                </a:lnTo>
                <a:lnTo>
                  <a:pt x="2708047" y="3335839"/>
                </a:lnTo>
                <a:lnTo>
                  <a:pt x="0" y="333583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14">
            <a:extLst>
              <a:ext uri="{FF2B5EF4-FFF2-40B4-BE49-F238E27FC236}">
                <a16:creationId xmlns:a16="http://schemas.microsoft.com/office/drawing/2014/main" xmlns="" id="{AE7E2764-1D53-44D1-B63F-D8C179E7EFAE}"/>
              </a:ext>
            </a:extLst>
          </p:cNvPr>
          <p:cNvSpPr/>
          <p:nvPr userDrawn="1"/>
        </p:nvSpPr>
        <p:spPr>
          <a:xfrm>
            <a:off x="5037782" y="1819635"/>
            <a:ext cx="7154218" cy="3335839"/>
          </a:xfrm>
          <a:custGeom>
            <a:avLst/>
            <a:gdLst>
              <a:gd name="connsiteX0" fmla="*/ 0 w 7154218"/>
              <a:gd name="connsiteY0" fmla="*/ 0 h 3335839"/>
              <a:gd name="connsiteX1" fmla="*/ 7154218 w 7154218"/>
              <a:gd name="connsiteY1" fmla="*/ 0 h 3335839"/>
              <a:gd name="connsiteX2" fmla="*/ 7154218 w 7154218"/>
              <a:gd name="connsiteY2" fmla="*/ 3335839 h 3335839"/>
              <a:gd name="connsiteX3" fmla="*/ 2360312 w 7154218"/>
              <a:gd name="connsiteY3" fmla="*/ 3335839 h 3335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4218" h="3335839">
                <a:moveTo>
                  <a:pt x="0" y="0"/>
                </a:moveTo>
                <a:lnTo>
                  <a:pt x="7154218" y="0"/>
                </a:lnTo>
                <a:lnTo>
                  <a:pt x="7154218" y="3335839"/>
                </a:lnTo>
                <a:lnTo>
                  <a:pt x="2360312" y="333583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xmlns="" id="{A393F0DD-D8C9-48C1-B7E4-7E987135D41E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87337" y="1254229"/>
            <a:ext cx="11504663" cy="299555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</a:p>
          <a:p>
            <a:r>
              <a:rPr lang="en-US" altLang="ko-KR" dirty="0"/>
              <a:t>and send to back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>
            <a:extLst>
              <a:ext uri="{FF2B5EF4-FFF2-40B4-BE49-F238E27FC236}">
                <a16:creationId xmlns:a16="http://schemas.microsoft.com/office/drawing/2014/main" xmlns="" id="{E53EA893-A685-4A89-970A-C494ACC6B504}"/>
              </a:ext>
            </a:extLst>
          </p:cNvPr>
          <p:cNvGrpSpPr/>
          <p:nvPr userDrawn="1"/>
        </p:nvGrpSpPr>
        <p:grpSpPr>
          <a:xfrm>
            <a:off x="7158400" y="1612925"/>
            <a:ext cx="2481681" cy="3347722"/>
            <a:chOff x="4627391" y="760813"/>
            <a:chExt cx="2773533" cy="3741423"/>
          </a:xfrm>
        </p:grpSpPr>
        <p:sp>
          <p:nvSpPr>
            <p:cNvPr id="42" name="Freeform: Shape 134">
              <a:extLst>
                <a:ext uri="{FF2B5EF4-FFF2-40B4-BE49-F238E27FC236}">
                  <a16:creationId xmlns:a16="http://schemas.microsoft.com/office/drawing/2014/main" xmlns="" id="{D7297C0A-C466-449D-B7B3-B3261D545D30}"/>
                </a:ext>
              </a:extLst>
            </p:cNvPr>
            <p:cNvSpPr/>
            <p:nvPr/>
          </p:nvSpPr>
          <p:spPr>
            <a:xfrm>
              <a:off x="6892581" y="760813"/>
              <a:ext cx="203338" cy="81335"/>
            </a:xfrm>
            <a:custGeom>
              <a:avLst/>
              <a:gdLst>
                <a:gd name="connsiteX0" fmla="*/ 45244 w 47625"/>
                <a:gd name="connsiteY0" fmla="*/ 13811 h 19050"/>
                <a:gd name="connsiteX1" fmla="*/ 45244 w 47625"/>
                <a:gd name="connsiteY1" fmla="*/ 13811 h 19050"/>
                <a:gd name="connsiteX2" fmla="*/ 38576 w 47625"/>
                <a:gd name="connsiteY2" fmla="*/ 20479 h 19050"/>
                <a:gd name="connsiteX3" fmla="*/ 13811 w 47625"/>
                <a:gd name="connsiteY3" fmla="*/ 20479 h 19050"/>
                <a:gd name="connsiteX4" fmla="*/ 7144 w 47625"/>
                <a:gd name="connsiteY4" fmla="*/ 13811 h 19050"/>
                <a:gd name="connsiteX5" fmla="*/ 7144 w 47625"/>
                <a:gd name="connsiteY5" fmla="*/ 13811 h 19050"/>
                <a:gd name="connsiteX6" fmla="*/ 13811 w 47625"/>
                <a:gd name="connsiteY6" fmla="*/ 7144 h 19050"/>
                <a:gd name="connsiteX7" fmla="*/ 38576 w 47625"/>
                <a:gd name="connsiteY7" fmla="*/ 7144 h 19050"/>
                <a:gd name="connsiteX8" fmla="*/ 45244 w 47625"/>
                <a:gd name="connsiteY8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19050">
                  <a:moveTo>
                    <a:pt x="45244" y="13811"/>
                  </a:moveTo>
                  <a:lnTo>
                    <a:pt x="45244" y="13811"/>
                  </a:lnTo>
                  <a:cubicBezTo>
                    <a:pt x="45244" y="17621"/>
                    <a:pt x="42386" y="20479"/>
                    <a:pt x="38576" y="20479"/>
                  </a:cubicBezTo>
                  <a:lnTo>
                    <a:pt x="13811" y="20479"/>
                  </a:lnTo>
                  <a:cubicBezTo>
                    <a:pt x="10001" y="20479"/>
                    <a:pt x="7144" y="17621"/>
                    <a:pt x="7144" y="13811"/>
                  </a:cubicBezTo>
                  <a:lnTo>
                    <a:pt x="7144" y="13811"/>
                  </a:lnTo>
                  <a:cubicBezTo>
                    <a:pt x="7144" y="10001"/>
                    <a:pt x="10001" y="7144"/>
                    <a:pt x="13811" y="7144"/>
                  </a:cubicBezTo>
                  <a:lnTo>
                    <a:pt x="38576" y="7144"/>
                  </a:lnTo>
                  <a:cubicBezTo>
                    <a:pt x="42386" y="8096"/>
                    <a:pt x="45244" y="10954"/>
                    <a:pt x="45244" y="13811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135">
              <a:extLst>
                <a:ext uri="{FF2B5EF4-FFF2-40B4-BE49-F238E27FC236}">
                  <a16:creationId xmlns:a16="http://schemas.microsoft.com/office/drawing/2014/main" xmlns="" id="{5E679789-D81C-4D55-BB06-F4D24BDB89DE}"/>
                </a:ext>
              </a:extLst>
            </p:cNvPr>
            <p:cNvSpPr/>
            <p:nvPr/>
          </p:nvSpPr>
          <p:spPr>
            <a:xfrm>
              <a:off x="7319589" y="1374892"/>
              <a:ext cx="81335" cy="203338"/>
            </a:xfrm>
            <a:custGeom>
              <a:avLst/>
              <a:gdLst>
                <a:gd name="connsiteX0" fmla="*/ 13811 w 19050"/>
                <a:gd name="connsiteY0" fmla="*/ 45244 h 47625"/>
                <a:gd name="connsiteX1" fmla="*/ 13811 w 19050"/>
                <a:gd name="connsiteY1" fmla="*/ 45244 h 47625"/>
                <a:gd name="connsiteX2" fmla="*/ 7144 w 19050"/>
                <a:gd name="connsiteY2" fmla="*/ 38576 h 47625"/>
                <a:gd name="connsiteX3" fmla="*/ 7144 w 19050"/>
                <a:gd name="connsiteY3" fmla="*/ 13811 h 47625"/>
                <a:gd name="connsiteX4" fmla="*/ 13811 w 19050"/>
                <a:gd name="connsiteY4" fmla="*/ 7144 h 47625"/>
                <a:gd name="connsiteX5" fmla="*/ 13811 w 19050"/>
                <a:gd name="connsiteY5" fmla="*/ 7144 h 47625"/>
                <a:gd name="connsiteX6" fmla="*/ 20479 w 19050"/>
                <a:gd name="connsiteY6" fmla="*/ 13811 h 47625"/>
                <a:gd name="connsiteX7" fmla="*/ 20479 w 19050"/>
                <a:gd name="connsiteY7" fmla="*/ 38576 h 47625"/>
                <a:gd name="connsiteX8" fmla="*/ 13811 w 19050"/>
                <a:gd name="connsiteY8" fmla="*/ 4524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47625">
                  <a:moveTo>
                    <a:pt x="13811" y="45244"/>
                  </a:moveTo>
                  <a:lnTo>
                    <a:pt x="13811" y="45244"/>
                  </a:lnTo>
                  <a:cubicBezTo>
                    <a:pt x="10001" y="45244"/>
                    <a:pt x="7144" y="42386"/>
                    <a:pt x="7144" y="38576"/>
                  </a:cubicBezTo>
                  <a:lnTo>
                    <a:pt x="7144" y="13811"/>
                  </a:lnTo>
                  <a:cubicBezTo>
                    <a:pt x="7144" y="10001"/>
                    <a:pt x="10001" y="7144"/>
                    <a:pt x="13811" y="7144"/>
                  </a:cubicBezTo>
                  <a:lnTo>
                    <a:pt x="13811" y="7144"/>
                  </a:lnTo>
                  <a:cubicBezTo>
                    <a:pt x="17621" y="7144"/>
                    <a:pt x="20479" y="10001"/>
                    <a:pt x="20479" y="13811"/>
                  </a:cubicBezTo>
                  <a:lnTo>
                    <a:pt x="20479" y="38576"/>
                  </a:lnTo>
                  <a:cubicBezTo>
                    <a:pt x="20479" y="42386"/>
                    <a:pt x="17621" y="45244"/>
                    <a:pt x="13811" y="452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136">
              <a:extLst>
                <a:ext uri="{FF2B5EF4-FFF2-40B4-BE49-F238E27FC236}">
                  <a16:creationId xmlns:a16="http://schemas.microsoft.com/office/drawing/2014/main" xmlns="" id="{EA04216B-64C4-4665-BCD1-FDA058559DCE}"/>
                </a:ext>
              </a:extLst>
            </p:cNvPr>
            <p:cNvSpPr/>
            <p:nvPr/>
          </p:nvSpPr>
          <p:spPr>
            <a:xfrm>
              <a:off x="7319589" y="1195954"/>
              <a:ext cx="81335" cy="203338"/>
            </a:xfrm>
            <a:custGeom>
              <a:avLst/>
              <a:gdLst>
                <a:gd name="connsiteX0" fmla="*/ 13811 w 19050"/>
                <a:gd name="connsiteY0" fmla="*/ 45244 h 47625"/>
                <a:gd name="connsiteX1" fmla="*/ 13811 w 19050"/>
                <a:gd name="connsiteY1" fmla="*/ 45244 h 47625"/>
                <a:gd name="connsiteX2" fmla="*/ 7144 w 19050"/>
                <a:gd name="connsiteY2" fmla="*/ 38576 h 47625"/>
                <a:gd name="connsiteX3" fmla="*/ 7144 w 19050"/>
                <a:gd name="connsiteY3" fmla="*/ 13811 h 47625"/>
                <a:gd name="connsiteX4" fmla="*/ 13811 w 19050"/>
                <a:gd name="connsiteY4" fmla="*/ 7144 h 47625"/>
                <a:gd name="connsiteX5" fmla="*/ 13811 w 19050"/>
                <a:gd name="connsiteY5" fmla="*/ 7144 h 47625"/>
                <a:gd name="connsiteX6" fmla="*/ 20479 w 19050"/>
                <a:gd name="connsiteY6" fmla="*/ 13811 h 47625"/>
                <a:gd name="connsiteX7" fmla="*/ 20479 w 19050"/>
                <a:gd name="connsiteY7" fmla="*/ 38576 h 47625"/>
                <a:gd name="connsiteX8" fmla="*/ 13811 w 19050"/>
                <a:gd name="connsiteY8" fmla="*/ 4524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47625">
                  <a:moveTo>
                    <a:pt x="13811" y="45244"/>
                  </a:moveTo>
                  <a:lnTo>
                    <a:pt x="13811" y="45244"/>
                  </a:lnTo>
                  <a:cubicBezTo>
                    <a:pt x="10001" y="45244"/>
                    <a:pt x="7144" y="42386"/>
                    <a:pt x="7144" y="38576"/>
                  </a:cubicBezTo>
                  <a:lnTo>
                    <a:pt x="7144" y="13811"/>
                  </a:lnTo>
                  <a:cubicBezTo>
                    <a:pt x="7144" y="10001"/>
                    <a:pt x="10001" y="7144"/>
                    <a:pt x="13811" y="7144"/>
                  </a:cubicBezTo>
                  <a:lnTo>
                    <a:pt x="13811" y="7144"/>
                  </a:lnTo>
                  <a:cubicBezTo>
                    <a:pt x="17621" y="7144"/>
                    <a:pt x="20479" y="10001"/>
                    <a:pt x="20479" y="13811"/>
                  </a:cubicBezTo>
                  <a:lnTo>
                    <a:pt x="20479" y="38576"/>
                  </a:lnTo>
                  <a:cubicBezTo>
                    <a:pt x="20479" y="42386"/>
                    <a:pt x="17621" y="45244"/>
                    <a:pt x="13811" y="452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137">
              <a:extLst>
                <a:ext uri="{FF2B5EF4-FFF2-40B4-BE49-F238E27FC236}">
                  <a16:creationId xmlns:a16="http://schemas.microsoft.com/office/drawing/2014/main" xmlns="" id="{3157B9F8-85B8-492C-9A22-D51AC3C9883C}"/>
                </a:ext>
              </a:extLst>
            </p:cNvPr>
            <p:cNvSpPr/>
            <p:nvPr/>
          </p:nvSpPr>
          <p:spPr>
            <a:xfrm>
              <a:off x="4627391" y="789278"/>
              <a:ext cx="2765399" cy="3700756"/>
            </a:xfrm>
            <a:custGeom>
              <a:avLst/>
              <a:gdLst>
                <a:gd name="connsiteX0" fmla="*/ 611029 w 647700"/>
                <a:gd name="connsiteY0" fmla="*/ 7144 h 866775"/>
                <a:gd name="connsiteX1" fmla="*/ 40481 w 647700"/>
                <a:gd name="connsiteY1" fmla="*/ 7144 h 866775"/>
                <a:gd name="connsiteX2" fmla="*/ 7144 w 647700"/>
                <a:gd name="connsiteY2" fmla="*/ 41434 h 866775"/>
                <a:gd name="connsiteX3" fmla="*/ 7144 w 647700"/>
                <a:gd name="connsiteY3" fmla="*/ 831056 h 866775"/>
                <a:gd name="connsiteX4" fmla="*/ 40481 w 647700"/>
                <a:gd name="connsiteY4" fmla="*/ 865346 h 866775"/>
                <a:gd name="connsiteX5" fmla="*/ 611029 w 647700"/>
                <a:gd name="connsiteY5" fmla="*/ 865346 h 866775"/>
                <a:gd name="connsiteX6" fmla="*/ 644366 w 647700"/>
                <a:gd name="connsiteY6" fmla="*/ 831056 h 866775"/>
                <a:gd name="connsiteX7" fmla="*/ 644366 w 647700"/>
                <a:gd name="connsiteY7" fmla="*/ 41434 h 866775"/>
                <a:gd name="connsiteX8" fmla="*/ 611029 w 647700"/>
                <a:gd name="connsiteY8" fmla="*/ 7144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7700" h="866775">
                  <a:moveTo>
                    <a:pt x="611029" y="7144"/>
                  </a:moveTo>
                  <a:lnTo>
                    <a:pt x="40481" y="7144"/>
                  </a:lnTo>
                  <a:cubicBezTo>
                    <a:pt x="22384" y="7144"/>
                    <a:pt x="7144" y="22384"/>
                    <a:pt x="7144" y="41434"/>
                  </a:cubicBezTo>
                  <a:lnTo>
                    <a:pt x="7144" y="831056"/>
                  </a:lnTo>
                  <a:cubicBezTo>
                    <a:pt x="7144" y="850106"/>
                    <a:pt x="22384" y="865346"/>
                    <a:pt x="40481" y="865346"/>
                  </a:cubicBezTo>
                  <a:lnTo>
                    <a:pt x="611029" y="865346"/>
                  </a:lnTo>
                  <a:cubicBezTo>
                    <a:pt x="629126" y="865346"/>
                    <a:pt x="644366" y="850106"/>
                    <a:pt x="644366" y="831056"/>
                  </a:cubicBezTo>
                  <a:lnTo>
                    <a:pt x="644366" y="41434"/>
                  </a:lnTo>
                  <a:cubicBezTo>
                    <a:pt x="644366" y="23336"/>
                    <a:pt x="629126" y="7144"/>
                    <a:pt x="611029" y="71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138">
              <a:extLst>
                <a:ext uri="{FF2B5EF4-FFF2-40B4-BE49-F238E27FC236}">
                  <a16:creationId xmlns:a16="http://schemas.microsoft.com/office/drawing/2014/main" xmlns="" id="{D3CC800D-F519-43E2-91E6-960A63B090C9}"/>
                </a:ext>
              </a:extLst>
            </p:cNvPr>
            <p:cNvSpPr/>
            <p:nvPr/>
          </p:nvSpPr>
          <p:spPr>
            <a:xfrm>
              <a:off x="4639593" y="801480"/>
              <a:ext cx="2724732" cy="3700756"/>
            </a:xfrm>
            <a:custGeom>
              <a:avLst/>
              <a:gdLst>
                <a:gd name="connsiteX0" fmla="*/ 605314 w 638175"/>
                <a:gd name="connsiteY0" fmla="*/ 7144 h 866775"/>
                <a:gd name="connsiteX1" fmla="*/ 40481 w 638175"/>
                <a:gd name="connsiteY1" fmla="*/ 7144 h 866775"/>
                <a:gd name="connsiteX2" fmla="*/ 7144 w 638175"/>
                <a:gd name="connsiteY2" fmla="*/ 41434 h 866775"/>
                <a:gd name="connsiteX3" fmla="*/ 7144 w 638175"/>
                <a:gd name="connsiteY3" fmla="*/ 826294 h 866775"/>
                <a:gd name="connsiteX4" fmla="*/ 40481 w 638175"/>
                <a:gd name="connsiteY4" fmla="*/ 860584 h 866775"/>
                <a:gd name="connsiteX5" fmla="*/ 604361 w 638175"/>
                <a:gd name="connsiteY5" fmla="*/ 860584 h 866775"/>
                <a:gd name="connsiteX6" fmla="*/ 637699 w 638175"/>
                <a:gd name="connsiteY6" fmla="*/ 826294 h 866775"/>
                <a:gd name="connsiteX7" fmla="*/ 637699 w 638175"/>
                <a:gd name="connsiteY7" fmla="*/ 41434 h 866775"/>
                <a:gd name="connsiteX8" fmla="*/ 605314 w 638175"/>
                <a:gd name="connsiteY8" fmla="*/ 7144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8175" h="866775">
                  <a:moveTo>
                    <a:pt x="605314" y="7144"/>
                  </a:moveTo>
                  <a:lnTo>
                    <a:pt x="40481" y="7144"/>
                  </a:lnTo>
                  <a:cubicBezTo>
                    <a:pt x="22384" y="7144"/>
                    <a:pt x="7144" y="22384"/>
                    <a:pt x="7144" y="41434"/>
                  </a:cubicBezTo>
                  <a:lnTo>
                    <a:pt x="7144" y="826294"/>
                  </a:lnTo>
                  <a:cubicBezTo>
                    <a:pt x="7144" y="845344"/>
                    <a:pt x="22384" y="860584"/>
                    <a:pt x="40481" y="860584"/>
                  </a:cubicBezTo>
                  <a:lnTo>
                    <a:pt x="604361" y="860584"/>
                  </a:lnTo>
                  <a:cubicBezTo>
                    <a:pt x="622459" y="860584"/>
                    <a:pt x="637699" y="845344"/>
                    <a:pt x="637699" y="826294"/>
                  </a:cubicBezTo>
                  <a:lnTo>
                    <a:pt x="637699" y="41434"/>
                  </a:lnTo>
                  <a:cubicBezTo>
                    <a:pt x="637699" y="22384"/>
                    <a:pt x="623411" y="7144"/>
                    <a:pt x="605314" y="7144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xmlns="" id="{45D8303B-26A1-4173-903D-4223F98808F8}"/>
                </a:ext>
              </a:extLst>
            </p:cNvPr>
            <p:cNvGrpSpPr/>
            <p:nvPr userDrawn="1"/>
          </p:nvGrpSpPr>
          <p:grpSpPr>
            <a:xfrm>
              <a:off x="4800601" y="1009650"/>
              <a:ext cx="2435248" cy="3163175"/>
              <a:chOff x="4920198" y="1122752"/>
              <a:chExt cx="2196053" cy="3050073"/>
            </a:xfrm>
          </p:grpSpPr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xmlns="" id="{D616610D-1FC8-4BB6-8908-C2B40210021D}"/>
                  </a:ext>
                </a:extLst>
              </p:cNvPr>
              <p:cNvSpPr/>
              <p:nvPr/>
            </p:nvSpPr>
            <p:spPr>
              <a:xfrm>
                <a:off x="4920198" y="1122752"/>
                <a:ext cx="2196053" cy="3050073"/>
              </a:xfrm>
              <a:custGeom>
                <a:avLst/>
                <a:gdLst>
                  <a:gd name="connsiteX0" fmla="*/ 7144 w 514350"/>
                  <a:gd name="connsiteY0" fmla="*/ 7144 h 714375"/>
                  <a:gd name="connsiteX1" fmla="*/ 508159 w 514350"/>
                  <a:gd name="connsiteY1" fmla="*/ 7144 h 714375"/>
                  <a:gd name="connsiteX2" fmla="*/ 508159 w 514350"/>
                  <a:gd name="connsiteY2" fmla="*/ 711041 h 714375"/>
                  <a:gd name="connsiteX3" fmla="*/ 7144 w 514350"/>
                  <a:gd name="connsiteY3" fmla="*/ 711041 h 714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4350" h="714375">
                    <a:moveTo>
                      <a:pt x="7144" y="7144"/>
                    </a:moveTo>
                    <a:lnTo>
                      <a:pt x="508159" y="7144"/>
                    </a:lnTo>
                    <a:lnTo>
                      <a:pt x="508159" y="711041"/>
                    </a:lnTo>
                    <a:lnTo>
                      <a:pt x="7144" y="711041"/>
                    </a:lnTo>
                    <a:close/>
                  </a:path>
                </a:pathLst>
              </a:custGeom>
              <a:solidFill>
                <a:srgbClr val="F2F2F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xmlns="" id="{27D7CE2E-3DB5-4DFF-84FA-A1DAC6ADF6C5}"/>
                  </a:ext>
                </a:extLst>
              </p:cNvPr>
              <p:cNvSpPr/>
              <p:nvPr/>
            </p:nvSpPr>
            <p:spPr>
              <a:xfrm>
                <a:off x="5650008" y="1151663"/>
                <a:ext cx="1446222" cy="3011495"/>
              </a:xfrm>
              <a:custGeom>
                <a:avLst/>
                <a:gdLst>
                  <a:gd name="connsiteX0" fmla="*/ 614149 w 1119116"/>
                  <a:gd name="connsiteY0" fmla="*/ 0 h 2330356"/>
                  <a:gd name="connsiteX1" fmla="*/ 1115704 w 1119116"/>
                  <a:gd name="connsiteY1" fmla="*/ 6824 h 2330356"/>
                  <a:gd name="connsiteX2" fmla="*/ 1119116 w 1119116"/>
                  <a:gd name="connsiteY2" fmla="*/ 2330356 h 2330356"/>
                  <a:gd name="connsiteX3" fmla="*/ 0 w 1119116"/>
                  <a:gd name="connsiteY3" fmla="*/ 2330356 h 2330356"/>
                  <a:gd name="connsiteX4" fmla="*/ 614149 w 1119116"/>
                  <a:gd name="connsiteY4" fmla="*/ 0 h 2330356"/>
                  <a:gd name="connsiteX0" fmla="*/ 614149 w 1119116"/>
                  <a:gd name="connsiteY0" fmla="*/ 0 h 2330356"/>
                  <a:gd name="connsiteX1" fmla="*/ 1115704 w 1119116"/>
                  <a:gd name="connsiteY1" fmla="*/ 3412 h 2330356"/>
                  <a:gd name="connsiteX2" fmla="*/ 1119116 w 1119116"/>
                  <a:gd name="connsiteY2" fmla="*/ 2330356 h 2330356"/>
                  <a:gd name="connsiteX3" fmla="*/ 0 w 1119116"/>
                  <a:gd name="connsiteY3" fmla="*/ 2330356 h 2330356"/>
                  <a:gd name="connsiteX4" fmla="*/ 614149 w 1119116"/>
                  <a:gd name="connsiteY4" fmla="*/ 0 h 2330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9116" h="2330356">
                    <a:moveTo>
                      <a:pt x="614149" y="0"/>
                    </a:moveTo>
                    <a:lnTo>
                      <a:pt x="1115704" y="3412"/>
                    </a:lnTo>
                    <a:cubicBezTo>
                      <a:pt x="1116841" y="777923"/>
                      <a:pt x="1117979" y="1555845"/>
                      <a:pt x="1119116" y="2330356"/>
                    </a:cubicBezTo>
                    <a:lnTo>
                      <a:pt x="0" y="2330356"/>
                    </a:lnTo>
                    <a:lnTo>
                      <a:pt x="614149" y="0"/>
                    </a:lnTo>
                    <a:close/>
                  </a:path>
                </a:pathLst>
              </a:custGeom>
              <a:solidFill>
                <a:srgbClr val="999999">
                  <a:alpha val="1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8" name="Group 141">
              <a:extLst>
                <a:ext uri="{FF2B5EF4-FFF2-40B4-BE49-F238E27FC236}">
                  <a16:creationId xmlns:a16="http://schemas.microsoft.com/office/drawing/2014/main" xmlns="" id="{2AF22A0C-02E8-45F3-AF8E-661B73FC0786}"/>
                </a:ext>
              </a:extLst>
            </p:cNvPr>
            <p:cNvGrpSpPr/>
            <p:nvPr/>
          </p:nvGrpSpPr>
          <p:grpSpPr>
            <a:xfrm>
              <a:off x="5928716" y="4246271"/>
              <a:ext cx="146484" cy="146484"/>
              <a:chOff x="6768693" y="6038239"/>
              <a:chExt cx="147969" cy="147969"/>
            </a:xfrm>
          </p:grpSpPr>
          <p:sp>
            <p:nvSpPr>
              <p:cNvPr id="49" name="Oval 142">
                <a:extLst>
                  <a:ext uri="{FF2B5EF4-FFF2-40B4-BE49-F238E27FC236}">
                    <a16:creationId xmlns:a16="http://schemas.microsoft.com/office/drawing/2014/main" xmlns="" id="{04B6B25B-A9E3-4318-80FA-1CF3981401C7}"/>
                  </a:ext>
                </a:extLst>
              </p:cNvPr>
              <p:cNvSpPr/>
              <p:nvPr/>
            </p:nvSpPr>
            <p:spPr>
              <a:xfrm>
                <a:off x="6768693" y="6038239"/>
                <a:ext cx="147969" cy="147969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143">
                <a:extLst>
                  <a:ext uri="{FF2B5EF4-FFF2-40B4-BE49-F238E27FC236}">
                    <a16:creationId xmlns:a16="http://schemas.microsoft.com/office/drawing/2014/main" xmlns="" id="{A37DA7B4-D1D6-4626-BA3A-EF9EF8139428}"/>
                  </a:ext>
                </a:extLst>
              </p:cNvPr>
              <p:cNvSpPr/>
              <p:nvPr/>
            </p:nvSpPr>
            <p:spPr>
              <a:xfrm>
                <a:off x="6802088" y="6071634"/>
                <a:ext cx="81180" cy="811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xmlns="" id="{7C639B51-C4E0-4319-84F8-2CE10B5EDBA7}"/>
              </a:ext>
            </a:extLst>
          </p:cNvPr>
          <p:cNvGrpSpPr/>
          <p:nvPr userDrawn="1"/>
        </p:nvGrpSpPr>
        <p:grpSpPr>
          <a:xfrm>
            <a:off x="2551919" y="1612925"/>
            <a:ext cx="2481681" cy="3347722"/>
            <a:chOff x="4627391" y="760813"/>
            <a:chExt cx="2773533" cy="3741423"/>
          </a:xfrm>
        </p:grpSpPr>
        <p:sp>
          <p:nvSpPr>
            <p:cNvPr id="29" name="Freeform: Shape 134">
              <a:extLst>
                <a:ext uri="{FF2B5EF4-FFF2-40B4-BE49-F238E27FC236}">
                  <a16:creationId xmlns:a16="http://schemas.microsoft.com/office/drawing/2014/main" xmlns="" id="{AB4FE05E-0261-46AE-82AC-F97A63C91BFD}"/>
                </a:ext>
              </a:extLst>
            </p:cNvPr>
            <p:cNvSpPr/>
            <p:nvPr/>
          </p:nvSpPr>
          <p:spPr>
            <a:xfrm>
              <a:off x="6892581" y="760813"/>
              <a:ext cx="203338" cy="81335"/>
            </a:xfrm>
            <a:custGeom>
              <a:avLst/>
              <a:gdLst>
                <a:gd name="connsiteX0" fmla="*/ 45244 w 47625"/>
                <a:gd name="connsiteY0" fmla="*/ 13811 h 19050"/>
                <a:gd name="connsiteX1" fmla="*/ 45244 w 47625"/>
                <a:gd name="connsiteY1" fmla="*/ 13811 h 19050"/>
                <a:gd name="connsiteX2" fmla="*/ 38576 w 47625"/>
                <a:gd name="connsiteY2" fmla="*/ 20479 h 19050"/>
                <a:gd name="connsiteX3" fmla="*/ 13811 w 47625"/>
                <a:gd name="connsiteY3" fmla="*/ 20479 h 19050"/>
                <a:gd name="connsiteX4" fmla="*/ 7144 w 47625"/>
                <a:gd name="connsiteY4" fmla="*/ 13811 h 19050"/>
                <a:gd name="connsiteX5" fmla="*/ 7144 w 47625"/>
                <a:gd name="connsiteY5" fmla="*/ 13811 h 19050"/>
                <a:gd name="connsiteX6" fmla="*/ 13811 w 47625"/>
                <a:gd name="connsiteY6" fmla="*/ 7144 h 19050"/>
                <a:gd name="connsiteX7" fmla="*/ 38576 w 47625"/>
                <a:gd name="connsiteY7" fmla="*/ 7144 h 19050"/>
                <a:gd name="connsiteX8" fmla="*/ 45244 w 47625"/>
                <a:gd name="connsiteY8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19050">
                  <a:moveTo>
                    <a:pt x="45244" y="13811"/>
                  </a:moveTo>
                  <a:lnTo>
                    <a:pt x="45244" y="13811"/>
                  </a:lnTo>
                  <a:cubicBezTo>
                    <a:pt x="45244" y="17621"/>
                    <a:pt x="42386" y="20479"/>
                    <a:pt x="38576" y="20479"/>
                  </a:cubicBezTo>
                  <a:lnTo>
                    <a:pt x="13811" y="20479"/>
                  </a:lnTo>
                  <a:cubicBezTo>
                    <a:pt x="10001" y="20479"/>
                    <a:pt x="7144" y="17621"/>
                    <a:pt x="7144" y="13811"/>
                  </a:cubicBezTo>
                  <a:lnTo>
                    <a:pt x="7144" y="13811"/>
                  </a:lnTo>
                  <a:cubicBezTo>
                    <a:pt x="7144" y="10001"/>
                    <a:pt x="10001" y="7144"/>
                    <a:pt x="13811" y="7144"/>
                  </a:cubicBezTo>
                  <a:lnTo>
                    <a:pt x="38576" y="7144"/>
                  </a:lnTo>
                  <a:cubicBezTo>
                    <a:pt x="42386" y="8096"/>
                    <a:pt x="45244" y="10954"/>
                    <a:pt x="45244" y="13811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135">
              <a:extLst>
                <a:ext uri="{FF2B5EF4-FFF2-40B4-BE49-F238E27FC236}">
                  <a16:creationId xmlns:a16="http://schemas.microsoft.com/office/drawing/2014/main" xmlns="" id="{6FCE97FF-D11B-4944-A08A-850081EB9B44}"/>
                </a:ext>
              </a:extLst>
            </p:cNvPr>
            <p:cNvSpPr/>
            <p:nvPr/>
          </p:nvSpPr>
          <p:spPr>
            <a:xfrm>
              <a:off x="7319589" y="1374892"/>
              <a:ext cx="81335" cy="203338"/>
            </a:xfrm>
            <a:custGeom>
              <a:avLst/>
              <a:gdLst>
                <a:gd name="connsiteX0" fmla="*/ 13811 w 19050"/>
                <a:gd name="connsiteY0" fmla="*/ 45244 h 47625"/>
                <a:gd name="connsiteX1" fmla="*/ 13811 w 19050"/>
                <a:gd name="connsiteY1" fmla="*/ 45244 h 47625"/>
                <a:gd name="connsiteX2" fmla="*/ 7144 w 19050"/>
                <a:gd name="connsiteY2" fmla="*/ 38576 h 47625"/>
                <a:gd name="connsiteX3" fmla="*/ 7144 w 19050"/>
                <a:gd name="connsiteY3" fmla="*/ 13811 h 47625"/>
                <a:gd name="connsiteX4" fmla="*/ 13811 w 19050"/>
                <a:gd name="connsiteY4" fmla="*/ 7144 h 47625"/>
                <a:gd name="connsiteX5" fmla="*/ 13811 w 19050"/>
                <a:gd name="connsiteY5" fmla="*/ 7144 h 47625"/>
                <a:gd name="connsiteX6" fmla="*/ 20479 w 19050"/>
                <a:gd name="connsiteY6" fmla="*/ 13811 h 47625"/>
                <a:gd name="connsiteX7" fmla="*/ 20479 w 19050"/>
                <a:gd name="connsiteY7" fmla="*/ 38576 h 47625"/>
                <a:gd name="connsiteX8" fmla="*/ 13811 w 19050"/>
                <a:gd name="connsiteY8" fmla="*/ 4524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47625">
                  <a:moveTo>
                    <a:pt x="13811" y="45244"/>
                  </a:moveTo>
                  <a:lnTo>
                    <a:pt x="13811" y="45244"/>
                  </a:lnTo>
                  <a:cubicBezTo>
                    <a:pt x="10001" y="45244"/>
                    <a:pt x="7144" y="42386"/>
                    <a:pt x="7144" y="38576"/>
                  </a:cubicBezTo>
                  <a:lnTo>
                    <a:pt x="7144" y="13811"/>
                  </a:lnTo>
                  <a:cubicBezTo>
                    <a:pt x="7144" y="10001"/>
                    <a:pt x="10001" y="7144"/>
                    <a:pt x="13811" y="7144"/>
                  </a:cubicBezTo>
                  <a:lnTo>
                    <a:pt x="13811" y="7144"/>
                  </a:lnTo>
                  <a:cubicBezTo>
                    <a:pt x="17621" y="7144"/>
                    <a:pt x="20479" y="10001"/>
                    <a:pt x="20479" y="13811"/>
                  </a:cubicBezTo>
                  <a:lnTo>
                    <a:pt x="20479" y="38576"/>
                  </a:lnTo>
                  <a:cubicBezTo>
                    <a:pt x="20479" y="42386"/>
                    <a:pt x="17621" y="45244"/>
                    <a:pt x="13811" y="452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136">
              <a:extLst>
                <a:ext uri="{FF2B5EF4-FFF2-40B4-BE49-F238E27FC236}">
                  <a16:creationId xmlns:a16="http://schemas.microsoft.com/office/drawing/2014/main" xmlns="" id="{11D5200C-BE44-466A-8462-D90C53A0EB45}"/>
                </a:ext>
              </a:extLst>
            </p:cNvPr>
            <p:cNvSpPr/>
            <p:nvPr/>
          </p:nvSpPr>
          <p:spPr>
            <a:xfrm>
              <a:off x="7319589" y="1195954"/>
              <a:ext cx="81335" cy="203338"/>
            </a:xfrm>
            <a:custGeom>
              <a:avLst/>
              <a:gdLst>
                <a:gd name="connsiteX0" fmla="*/ 13811 w 19050"/>
                <a:gd name="connsiteY0" fmla="*/ 45244 h 47625"/>
                <a:gd name="connsiteX1" fmla="*/ 13811 w 19050"/>
                <a:gd name="connsiteY1" fmla="*/ 45244 h 47625"/>
                <a:gd name="connsiteX2" fmla="*/ 7144 w 19050"/>
                <a:gd name="connsiteY2" fmla="*/ 38576 h 47625"/>
                <a:gd name="connsiteX3" fmla="*/ 7144 w 19050"/>
                <a:gd name="connsiteY3" fmla="*/ 13811 h 47625"/>
                <a:gd name="connsiteX4" fmla="*/ 13811 w 19050"/>
                <a:gd name="connsiteY4" fmla="*/ 7144 h 47625"/>
                <a:gd name="connsiteX5" fmla="*/ 13811 w 19050"/>
                <a:gd name="connsiteY5" fmla="*/ 7144 h 47625"/>
                <a:gd name="connsiteX6" fmla="*/ 20479 w 19050"/>
                <a:gd name="connsiteY6" fmla="*/ 13811 h 47625"/>
                <a:gd name="connsiteX7" fmla="*/ 20479 w 19050"/>
                <a:gd name="connsiteY7" fmla="*/ 38576 h 47625"/>
                <a:gd name="connsiteX8" fmla="*/ 13811 w 19050"/>
                <a:gd name="connsiteY8" fmla="*/ 4524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47625">
                  <a:moveTo>
                    <a:pt x="13811" y="45244"/>
                  </a:moveTo>
                  <a:lnTo>
                    <a:pt x="13811" y="45244"/>
                  </a:lnTo>
                  <a:cubicBezTo>
                    <a:pt x="10001" y="45244"/>
                    <a:pt x="7144" y="42386"/>
                    <a:pt x="7144" y="38576"/>
                  </a:cubicBezTo>
                  <a:lnTo>
                    <a:pt x="7144" y="13811"/>
                  </a:lnTo>
                  <a:cubicBezTo>
                    <a:pt x="7144" y="10001"/>
                    <a:pt x="10001" y="7144"/>
                    <a:pt x="13811" y="7144"/>
                  </a:cubicBezTo>
                  <a:lnTo>
                    <a:pt x="13811" y="7144"/>
                  </a:lnTo>
                  <a:cubicBezTo>
                    <a:pt x="17621" y="7144"/>
                    <a:pt x="20479" y="10001"/>
                    <a:pt x="20479" y="13811"/>
                  </a:cubicBezTo>
                  <a:lnTo>
                    <a:pt x="20479" y="38576"/>
                  </a:lnTo>
                  <a:cubicBezTo>
                    <a:pt x="20479" y="42386"/>
                    <a:pt x="17621" y="45244"/>
                    <a:pt x="13811" y="452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137">
              <a:extLst>
                <a:ext uri="{FF2B5EF4-FFF2-40B4-BE49-F238E27FC236}">
                  <a16:creationId xmlns:a16="http://schemas.microsoft.com/office/drawing/2014/main" xmlns="" id="{C51D28EB-CB4C-4C9A-A71F-19A0F799DEAC}"/>
                </a:ext>
              </a:extLst>
            </p:cNvPr>
            <p:cNvSpPr/>
            <p:nvPr/>
          </p:nvSpPr>
          <p:spPr>
            <a:xfrm>
              <a:off x="4627391" y="789278"/>
              <a:ext cx="2765399" cy="3700756"/>
            </a:xfrm>
            <a:custGeom>
              <a:avLst/>
              <a:gdLst>
                <a:gd name="connsiteX0" fmla="*/ 611029 w 647700"/>
                <a:gd name="connsiteY0" fmla="*/ 7144 h 866775"/>
                <a:gd name="connsiteX1" fmla="*/ 40481 w 647700"/>
                <a:gd name="connsiteY1" fmla="*/ 7144 h 866775"/>
                <a:gd name="connsiteX2" fmla="*/ 7144 w 647700"/>
                <a:gd name="connsiteY2" fmla="*/ 41434 h 866775"/>
                <a:gd name="connsiteX3" fmla="*/ 7144 w 647700"/>
                <a:gd name="connsiteY3" fmla="*/ 831056 h 866775"/>
                <a:gd name="connsiteX4" fmla="*/ 40481 w 647700"/>
                <a:gd name="connsiteY4" fmla="*/ 865346 h 866775"/>
                <a:gd name="connsiteX5" fmla="*/ 611029 w 647700"/>
                <a:gd name="connsiteY5" fmla="*/ 865346 h 866775"/>
                <a:gd name="connsiteX6" fmla="*/ 644366 w 647700"/>
                <a:gd name="connsiteY6" fmla="*/ 831056 h 866775"/>
                <a:gd name="connsiteX7" fmla="*/ 644366 w 647700"/>
                <a:gd name="connsiteY7" fmla="*/ 41434 h 866775"/>
                <a:gd name="connsiteX8" fmla="*/ 611029 w 647700"/>
                <a:gd name="connsiteY8" fmla="*/ 7144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7700" h="866775">
                  <a:moveTo>
                    <a:pt x="611029" y="7144"/>
                  </a:moveTo>
                  <a:lnTo>
                    <a:pt x="40481" y="7144"/>
                  </a:lnTo>
                  <a:cubicBezTo>
                    <a:pt x="22384" y="7144"/>
                    <a:pt x="7144" y="22384"/>
                    <a:pt x="7144" y="41434"/>
                  </a:cubicBezTo>
                  <a:lnTo>
                    <a:pt x="7144" y="831056"/>
                  </a:lnTo>
                  <a:cubicBezTo>
                    <a:pt x="7144" y="850106"/>
                    <a:pt x="22384" y="865346"/>
                    <a:pt x="40481" y="865346"/>
                  </a:cubicBezTo>
                  <a:lnTo>
                    <a:pt x="611029" y="865346"/>
                  </a:lnTo>
                  <a:cubicBezTo>
                    <a:pt x="629126" y="865346"/>
                    <a:pt x="644366" y="850106"/>
                    <a:pt x="644366" y="831056"/>
                  </a:cubicBezTo>
                  <a:lnTo>
                    <a:pt x="644366" y="41434"/>
                  </a:lnTo>
                  <a:cubicBezTo>
                    <a:pt x="644366" y="23336"/>
                    <a:pt x="629126" y="7144"/>
                    <a:pt x="611029" y="71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138">
              <a:extLst>
                <a:ext uri="{FF2B5EF4-FFF2-40B4-BE49-F238E27FC236}">
                  <a16:creationId xmlns:a16="http://schemas.microsoft.com/office/drawing/2014/main" xmlns="" id="{633835C3-C953-4D4F-B3C8-7790B5FD8663}"/>
                </a:ext>
              </a:extLst>
            </p:cNvPr>
            <p:cNvSpPr/>
            <p:nvPr/>
          </p:nvSpPr>
          <p:spPr>
            <a:xfrm>
              <a:off x="4639593" y="801480"/>
              <a:ext cx="2724732" cy="3700756"/>
            </a:xfrm>
            <a:custGeom>
              <a:avLst/>
              <a:gdLst>
                <a:gd name="connsiteX0" fmla="*/ 605314 w 638175"/>
                <a:gd name="connsiteY0" fmla="*/ 7144 h 866775"/>
                <a:gd name="connsiteX1" fmla="*/ 40481 w 638175"/>
                <a:gd name="connsiteY1" fmla="*/ 7144 h 866775"/>
                <a:gd name="connsiteX2" fmla="*/ 7144 w 638175"/>
                <a:gd name="connsiteY2" fmla="*/ 41434 h 866775"/>
                <a:gd name="connsiteX3" fmla="*/ 7144 w 638175"/>
                <a:gd name="connsiteY3" fmla="*/ 826294 h 866775"/>
                <a:gd name="connsiteX4" fmla="*/ 40481 w 638175"/>
                <a:gd name="connsiteY4" fmla="*/ 860584 h 866775"/>
                <a:gd name="connsiteX5" fmla="*/ 604361 w 638175"/>
                <a:gd name="connsiteY5" fmla="*/ 860584 h 866775"/>
                <a:gd name="connsiteX6" fmla="*/ 637699 w 638175"/>
                <a:gd name="connsiteY6" fmla="*/ 826294 h 866775"/>
                <a:gd name="connsiteX7" fmla="*/ 637699 w 638175"/>
                <a:gd name="connsiteY7" fmla="*/ 41434 h 866775"/>
                <a:gd name="connsiteX8" fmla="*/ 605314 w 638175"/>
                <a:gd name="connsiteY8" fmla="*/ 7144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8175" h="866775">
                  <a:moveTo>
                    <a:pt x="605314" y="7144"/>
                  </a:moveTo>
                  <a:lnTo>
                    <a:pt x="40481" y="7144"/>
                  </a:lnTo>
                  <a:cubicBezTo>
                    <a:pt x="22384" y="7144"/>
                    <a:pt x="7144" y="22384"/>
                    <a:pt x="7144" y="41434"/>
                  </a:cubicBezTo>
                  <a:lnTo>
                    <a:pt x="7144" y="826294"/>
                  </a:lnTo>
                  <a:cubicBezTo>
                    <a:pt x="7144" y="845344"/>
                    <a:pt x="22384" y="860584"/>
                    <a:pt x="40481" y="860584"/>
                  </a:cubicBezTo>
                  <a:lnTo>
                    <a:pt x="604361" y="860584"/>
                  </a:lnTo>
                  <a:cubicBezTo>
                    <a:pt x="622459" y="860584"/>
                    <a:pt x="637699" y="845344"/>
                    <a:pt x="637699" y="826294"/>
                  </a:cubicBezTo>
                  <a:lnTo>
                    <a:pt x="637699" y="41434"/>
                  </a:lnTo>
                  <a:cubicBezTo>
                    <a:pt x="637699" y="22384"/>
                    <a:pt x="623411" y="7144"/>
                    <a:pt x="605314" y="7144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xmlns="" id="{42777D6E-55CE-4E7B-AA02-43006186DB04}"/>
                </a:ext>
              </a:extLst>
            </p:cNvPr>
            <p:cNvGrpSpPr/>
            <p:nvPr userDrawn="1"/>
          </p:nvGrpSpPr>
          <p:grpSpPr>
            <a:xfrm>
              <a:off x="4800601" y="1009650"/>
              <a:ext cx="2435248" cy="3163175"/>
              <a:chOff x="4920198" y="1122752"/>
              <a:chExt cx="2196053" cy="3050073"/>
            </a:xfrm>
          </p:grpSpPr>
          <p:sp>
            <p:nvSpPr>
              <p:cNvPr id="38" name="Freeform: Shape 139">
                <a:extLst>
                  <a:ext uri="{FF2B5EF4-FFF2-40B4-BE49-F238E27FC236}">
                    <a16:creationId xmlns:a16="http://schemas.microsoft.com/office/drawing/2014/main" xmlns="" id="{93E03487-DFE2-4485-BCE8-B4177573C407}"/>
                  </a:ext>
                </a:extLst>
              </p:cNvPr>
              <p:cNvSpPr/>
              <p:nvPr/>
            </p:nvSpPr>
            <p:spPr>
              <a:xfrm>
                <a:off x="4920198" y="1122752"/>
                <a:ext cx="2196053" cy="3050073"/>
              </a:xfrm>
              <a:custGeom>
                <a:avLst/>
                <a:gdLst>
                  <a:gd name="connsiteX0" fmla="*/ 7144 w 514350"/>
                  <a:gd name="connsiteY0" fmla="*/ 7144 h 714375"/>
                  <a:gd name="connsiteX1" fmla="*/ 508159 w 514350"/>
                  <a:gd name="connsiteY1" fmla="*/ 7144 h 714375"/>
                  <a:gd name="connsiteX2" fmla="*/ 508159 w 514350"/>
                  <a:gd name="connsiteY2" fmla="*/ 711041 h 714375"/>
                  <a:gd name="connsiteX3" fmla="*/ 7144 w 514350"/>
                  <a:gd name="connsiteY3" fmla="*/ 711041 h 714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4350" h="714375">
                    <a:moveTo>
                      <a:pt x="7144" y="7144"/>
                    </a:moveTo>
                    <a:lnTo>
                      <a:pt x="508159" y="7144"/>
                    </a:lnTo>
                    <a:lnTo>
                      <a:pt x="508159" y="711041"/>
                    </a:lnTo>
                    <a:lnTo>
                      <a:pt x="7144" y="711041"/>
                    </a:lnTo>
                    <a:close/>
                  </a:path>
                </a:pathLst>
              </a:custGeom>
              <a:solidFill>
                <a:srgbClr val="F2F2F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9" name="Freeform: Shape 140">
                <a:extLst>
                  <a:ext uri="{FF2B5EF4-FFF2-40B4-BE49-F238E27FC236}">
                    <a16:creationId xmlns:a16="http://schemas.microsoft.com/office/drawing/2014/main" xmlns="" id="{9F6E5119-5F85-422B-B139-09DFA1605E73}"/>
                  </a:ext>
                </a:extLst>
              </p:cNvPr>
              <p:cNvSpPr/>
              <p:nvPr/>
            </p:nvSpPr>
            <p:spPr>
              <a:xfrm>
                <a:off x="5650008" y="1151663"/>
                <a:ext cx="1446222" cy="3011495"/>
              </a:xfrm>
              <a:custGeom>
                <a:avLst/>
                <a:gdLst>
                  <a:gd name="connsiteX0" fmla="*/ 614149 w 1119116"/>
                  <a:gd name="connsiteY0" fmla="*/ 0 h 2330356"/>
                  <a:gd name="connsiteX1" fmla="*/ 1115704 w 1119116"/>
                  <a:gd name="connsiteY1" fmla="*/ 6824 h 2330356"/>
                  <a:gd name="connsiteX2" fmla="*/ 1119116 w 1119116"/>
                  <a:gd name="connsiteY2" fmla="*/ 2330356 h 2330356"/>
                  <a:gd name="connsiteX3" fmla="*/ 0 w 1119116"/>
                  <a:gd name="connsiteY3" fmla="*/ 2330356 h 2330356"/>
                  <a:gd name="connsiteX4" fmla="*/ 614149 w 1119116"/>
                  <a:gd name="connsiteY4" fmla="*/ 0 h 2330356"/>
                  <a:gd name="connsiteX0" fmla="*/ 614149 w 1119116"/>
                  <a:gd name="connsiteY0" fmla="*/ 0 h 2330356"/>
                  <a:gd name="connsiteX1" fmla="*/ 1115704 w 1119116"/>
                  <a:gd name="connsiteY1" fmla="*/ 3412 h 2330356"/>
                  <a:gd name="connsiteX2" fmla="*/ 1119116 w 1119116"/>
                  <a:gd name="connsiteY2" fmla="*/ 2330356 h 2330356"/>
                  <a:gd name="connsiteX3" fmla="*/ 0 w 1119116"/>
                  <a:gd name="connsiteY3" fmla="*/ 2330356 h 2330356"/>
                  <a:gd name="connsiteX4" fmla="*/ 614149 w 1119116"/>
                  <a:gd name="connsiteY4" fmla="*/ 0 h 2330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9116" h="2330356">
                    <a:moveTo>
                      <a:pt x="614149" y="0"/>
                    </a:moveTo>
                    <a:lnTo>
                      <a:pt x="1115704" y="3412"/>
                    </a:lnTo>
                    <a:cubicBezTo>
                      <a:pt x="1116841" y="777923"/>
                      <a:pt x="1117979" y="1555845"/>
                      <a:pt x="1119116" y="2330356"/>
                    </a:cubicBezTo>
                    <a:lnTo>
                      <a:pt x="0" y="2330356"/>
                    </a:lnTo>
                    <a:lnTo>
                      <a:pt x="614149" y="0"/>
                    </a:lnTo>
                    <a:close/>
                  </a:path>
                </a:pathLst>
              </a:custGeom>
              <a:solidFill>
                <a:srgbClr val="999999">
                  <a:alpha val="1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5" name="Group 141">
              <a:extLst>
                <a:ext uri="{FF2B5EF4-FFF2-40B4-BE49-F238E27FC236}">
                  <a16:creationId xmlns:a16="http://schemas.microsoft.com/office/drawing/2014/main" xmlns="" id="{07EC6E34-2CE5-44D7-A5F8-61B7DFAEB348}"/>
                </a:ext>
              </a:extLst>
            </p:cNvPr>
            <p:cNvGrpSpPr/>
            <p:nvPr/>
          </p:nvGrpSpPr>
          <p:grpSpPr>
            <a:xfrm>
              <a:off x="5928716" y="4246271"/>
              <a:ext cx="146484" cy="146484"/>
              <a:chOff x="6768693" y="6038239"/>
              <a:chExt cx="147969" cy="147969"/>
            </a:xfrm>
          </p:grpSpPr>
          <p:sp>
            <p:nvSpPr>
              <p:cNvPr id="36" name="Oval 142">
                <a:extLst>
                  <a:ext uri="{FF2B5EF4-FFF2-40B4-BE49-F238E27FC236}">
                    <a16:creationId xmlns:a16="http://schemas.microsoft.com/office/drawing/2014/main" xmlns="" id="{40C53DB9-3C69-4066-AD7B-3048F1E5E511}"/>
                  </a:ext>
                </a:extLst>
              </p:cNvPr>
              <p:cNvSpPr/>
              <p:nvPr/>
            </p:nvSpPr>
            <p:spPr>
              <a:xfrm>
                <a:off x="6768693" y="6038239"/>
                <a:ext cx="147969" cy="147969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143">
                <a:extLst>
                  <a:ext uri="{FF2B5EF4-FFF2-40B4-BE49-F238E27FC236}">
                    <a16:creationId xmlns:a16="http://schemas.microsoft.com/office/drawing/2014/main" xmlns="" id="{4EAFA1D7-1BA9-4700-88AD-DE1B6FBFBB11}"/>
                  </a:ext>
                </a:extLst>
              </p:cNvPr>
              <p:cNvSpPr/>
              <p:nvPr/>
            </p:nvSpPr>
            <p:spPr>
              <a:xfrm>
                <a:off x="6802088" y="6071634"/>
                <a:ext cx="81180" cy="811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53" name="Picture Placeholder 33">
            <a:extLst>
              <a:ext uri="{FF2B5EF4-FFF2-40B4-BE49-F238E27FC236}">
                <a16:creationId xmlns:a16="http://schemas.microsoft.com/office/drawing/2014/main" xmlns="" id="{681B43BA-C637-43A9-A0DB-73ADA1CDB1EE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7464062" y="1871966"/>
            <a:ext cx="2020835" cy="27939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j-ea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0" name="Picture Placeholder 33">
            <a:extLst>
              <a:ext uri="{FF2B5EF4-FFF2-40B4-BE49-F238E27FC236}">
                <a16:creationId xmlns:a16="http://schemas.microsoft.com/office/drawing/2014/main" xmlns="" id="{FB77A791-56F4-43F7-BBEE-85E4CFBD023A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2715237" y="1853771"/>
            <a:ext cx="2038729" cy="27939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j-ea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6" name="Picture Placeholder 33">
            <a:extLst>
              <a:ext uri="{FF2B5EF4-FFF2-40B4-BE49-F238E27FC236}">
                <a16:creationId xmlns:a16="http://schemas.microsoft.com/office/drawing/2014/main" xmlns="" id="{B793F621-E987-4FB1-B141-64B8A5E8CA88}"/>
              </a:ext>
            </a:extLst>
          </p:cNvPr>
          <p:cNvSpPr>
            <a:spLocks noGrp="1"/>
          </p:cNvSpPr>
          <p:nvPr userDrawn="1">
            <p:ph type="pic" idx="14" hasCustomPrompt="1"/>
          </p:nvPr>
        </p:nvSpPr>
        <p:spPr>
          <a:xfrm>
            <a:off x="4911237" y="1736196"/>
            <a:ext cx="2384085" cy="31225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j-ea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xmlns="" id="{B772E657-C5EB-498C-83CC-3F41F8BE4E5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xmlns="" id="{F110A850-0E2A-4812-B0DB-C628360D11D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22521" y="0"/>
            <a:ext cx="6569479" cy="6858000"/>
          </a:xfrm>
          <a:custGeom>
            <a:avLst/>
            <a:gdLst>
              <a:gd name="connsiteX0" fmla="*/ 3702233 w 9854218"/>
              <a:gd name="connsiteY0" fmla="*/ 10176083 h 10287000"/>
              <a:gd name="connsiteX1" fmla="*/ 3789992 w 9854218"/>
              <a:gd name="connsiteY1" fmla="*/ 10255622 h 10287000"/>
              <a:gd name="connsiteX2" fmla="*/ 3816186 w 9854218"/>
              <a:gd name="connsiteY2" fmla="*/ 10287000 h 10287000"/>
              <a:gd name="connsiteX3" fmla="*/ 3772988 w 9854218"/>
              <a:gd name="connsiteY3" fmla="*/ 10287000 h 10287000"/>
              <a:gd name="connsiteX4" fmla="*/ 3756533 w 9854218"/>
              <a:gd name="connsiteY4" fmla="*/ 10269543 h 10287000"/>
              <a:gd name="connsiteX5" fmla="*/ 3678386 w 9854218"/>
              <a:gd name="connsiteY5" fmla="*/ 10176729 h 10287000"/>
              <a:gd name="connsiteX6" fmla="*/ 3702233 w 9854218"/>
              <a:gd name="connsiteY6" fmla="*/ 10176083 h 10287000"/>
              <a:gd name="connsiteX7" fmla="*/ 3705923 w 9854218"/>
              <a:gd name="connsiteY7" fmla="*/ 10030618 h 10287000"/>
              <a:gd name="connsiteX8" fmla="*/ 3847970 w 9854218"/>
              <a:gd name="connsiteY8" fmla="*/ 10176154 h 10287000"/>
              <a:gd name="connsiteX9" fmla="*/ 3959456 w 9854218"/>
              <a:gd name="connsiteY9" fmla="*/ 10287000 h 10287000"/>
              <a:gd name="connsiteX10" fmla="*/ 3904190 w 9854218"/>
              <a:gd name="connsiteY10" fmla="*/ 10287000 h 10287000"/>
              <a:gd name="connsiteX11" fmla="*/ 3902490 w 9854218"/>
              <a:gd name="connsiteY11" fmla="*/ 10285437 h 10287000"/>
              <a:gd name="connsiteX12" fmla="*/ 3829493 w 9854218"/>
              <a:gd name="connsiteY12" fmla="*/ 10224459 h 10287000"/>
              <a:gd name="connsiteX13" fmla="*/ 3705923 w 9854218"/>
              <a:gd name="connsiteY13" fmla="*/ 10030618 h 10287000"/>
              <a:gd name="connsiteX14" fmla="*/ 1244332 w 9854218"/>
              <a:gd name="connsiteY14" fmla="*/ 9732028 h 10287000"/>
              <a:gd name="connsiteX15" fmla="*/ 1244333 w 9854218"/>
              <a:gd name="connsiteY15" fmla="*/ 9742350 h 10287000"/>
              <a:gd name="connsiteX16" fmla="*/ 1244333 w 9854218"/>
              <a:gd name="connsiteY16" fmla="*/ 9752674 h 10287000"/>
              <a:gd name="connsiteX17" fmla="*/ 1234499 w 9854218"/>
              <a:gd name="connsiteY17" fmla="*/ 9744334 h 10287000"/>
              <a:gd name="connsiteX18" fmla="*/ 1234001 w 9854218"/>
              <a:gd name="connsiteY18" fmla="*/ 9742350 h 10287000"/>
              <a:gd name="connsiteX19" fmla="*/ 1244332 w 9854218"/>
              <a:gd name="connsiteY19" fmla="*/ 9732028 h 10287000"/>
              <a:gd name="connsiteX20" fmla="*/ 3569508 w 9854218"/>
              <a:gd name="connsiteY20" fmla="*/ 9650436 h 10287000"/>
              <a:gd name="connsiteX21" fmla="*/ 3581998 w 9854218"/>
              <a:gd name="connsiteY21" fmla="*/ 9662421 h 10287000"/>
              <a:gd name="connsiteX22" fmla="*/ 3570923 w 9854218"/>
              <a:gd name="connsiteY22" fmla="*/ 9656094 h 10287000"/>
              <a:gd name="connsiteX23" fmla="*/ 3568812 w 9854218"/>
              <a:gd name="connsiteY23" fmla="*/ 9649767 h 10287000"/>
              <a:gd name="connsiteX24" fmla="*/ 3569340 w 9854218"/>
              <a:gd name="connsiteY24" fmla="*/ 9649768 h 10287000"/>
              <a:gd name="connsiteX25" fmla="*/ 3569508 w 9854218"/>
              <a:gd name="connsiteY25" fmla="*/ 9650436 h 10287000"/>
              <a:gd name="connsiteX26" fmla="*/ 3733836 w 9854218"/>
              <a:gd name="connsiteY26" fmla="*/ 9636734 h 10287000"/>
              <a:gd name="connsiteX27" fmla="*/ 3746490 w 9854218"/>
              <a:gd name="connsiteY27" fmla="*/ 9649767 h 10287000"/>
              <a:gd name="connsiteX28" fmla="*/ 3733838 w 9854218"/>
              <a:gd name="connsiteY28" fmla="*/ 9637113 h 10287000"/>
              <a:gd name="connsiteX29" fmla="*/ 3494952 w 9854218"/>
              <a:gd name="connsiteY29" fmla="*/ 9551220 h 10287000"/>
              <a:gd name="connsiteX30" fmla="*/ 3496187 w 9854218"/>
              <a:gd name="connsiteY30" fmla="*/ 9552490 h 10287000"/>
              <a:gd name="connsiteX31" fmla="*/ 3504850 w 9854218"/>
              <a:gd name="connsiteY31" fmla="*/ 9560888 h 10287000"/>
              <a:gd name="connsiteX32" fmla="*/ 3499745 w 9854218"/>
              <a:gd name="connsiteY32" fmla="*/ 9559612 h 10287000"/>
              <a:gd name="connsiteX33" fmla="*/ 3455460 w 9854218"/>
              <a:gd name="connsiteY33" fmla="*/ 9510579 h 10287000"/>
              <a:gd name="connsiteX34" fmla="*/ 3480766 w 9854218"/>
              <a:gd name="connsiteY34" fmla="*/ 9535886 h 10287000"/>
              <a:gd name="connsiteX35" fmla="*/ 3493421 w 9854218"/>
              <a:gd name="connsiteY35" fmla="*/ 9548540 h 10287000"/>
              <a:gd name="connsiteX36" fmla="*/ 3494952 w 9854218"/>
              <a:gd name="connsiteY36" fmla="*/ 9551220 h 10287000"/>
              <a:gd name="connsiteX37" fmla="*/ 3392190 w 9854218"/>
              <a:gd name="connsiteY37" fmla="*/ 9409350 h 10287000"/>
              <a:gd name="connsiteX38" fmla="*/ 3404846 w 9854218"/>
              <a:gd name="connsiteY38" fmla="*/ 9409350 h 10287000"/>
              <a:gd name="connsiteX39" fmla="*/ 3417497 w 9854218"/>
              <a:gd name="connsiteY39" fmla="*/ 9409350 h 10287000"/>
              <a:gd name="connsiteX40" fmla="*/ 3797105 w 9854218"/>
              <a:gd name="connsiteY40" fmla="*/ 9738340 h 10287000"/>
              <a:gd name="connsiteX41" fmla="*/ 3809762 w 9854218"/>
              <a:gd name="connsiteY41" fmla="*/ 9738340 h 10287000"/>
              <a:gd name="connsiteX42" fmla="*/ 3835066 w 9854218"/>
              <a:gd name="connsiteY42" fmla="*/ 9776301 h 10287000"/>
              <a:gd name="connsiteX43" fmla="*/ 3873026 w 9854218"/>
              <a:gd name="connsiteY43" fmla="*/ 9801610 h 10287000"/>
              <a:gd name="connsiteX44" fmla="*/ 3910990 w 9854218"/>
              <a:gd name="connsiteY44" fmla="*/ 9839571 h 10287000"/>
              <a:gd name="connsiteX45" fmla="*/ 3936296 w 9854218"/>
              <a:gd name="connsiteY45" fmla="*/ 9852222 h 10287000"/>
              <a:gd name="connsiteX46" fmla="*/ 3961601 w 9854218"/>
              <a:gd name="connsiteY46" fmla="*/ 9877532 h 10287000"/>
              <a:gd name="connsiteX47" fmla="*/ 3999564 w 9854218"/>
              <a:gd name="connsiteY47" fmla="*/ 9902836 h 10287000"/>
              <a:gd name="connsiteX48" fmla="*/ 4113444 w 9854218"/>
              <a:gd name="connsiteY48" fmla="*/ 10004066 h 10287000"/>
              <a:gd name="connsiteX49" fmla="*/ 4176716 w 9854218"/>
              <a:gd name="connsiteY49" fmla="*/ 10054680 h 10287000"/>
              <a:gd name="connsiteX50" fmla="*/ 4239982 w 9854218"/>
              <a:gd name="connsiteY50" fmla="*/ 10105293 h 10287000"/>
              <a:gd name="connsiteX51" fmla="*/ 4341209 w 9854218"/>
              <a:gd name="connsiteY51" fmla="*/ 10181214 h 10287000"/>
              <a:gd name="connsiteX52" fmla="*/ 4328555 w 9854218"/>
              <a:gd name="connsiteY52" fmla="*/ 10143254 h 10287000"/>
              <a:gd name="connsiteX53" fmla="*/ 4328555 w 9854218"/>
              <a:gd name="connsiteY53" fmla="*/ 10155908 h 10287000"/>
              <a:gd name="connsiteX54" fmla="*/ 4391824 w 9854218"/>
              <a:gd name="connsiteY54" fmla="*/ 10181214 h 10287000"/>
              <a:gd name="connsiteX55" fmla="*/ 4391824 w 9854218"/>
              <a:gd name="connsiteY55" fmla="*/ 10168562 h 10287000"/>
              <a:gd name="connsiteX56" fmla="*/ 4404478 w 9854218"/>
              <a:gd name="connsiteY56" fmla="*/ 10168562 h 10287000"/>
              <a:gd name="connsiteX57" fmla="*/ 4404476 w 9854218"/>
              <a:gd name="connsiteY57" fmla="*/ 10181214 h 10287000"/>
              <a:gd name="connsiteX58" fmla="*/ 4417134 w 9854218"/>
              <a:gd name="connsiteY58" fmla="*/ 10193868 h 10287000"/>
              <a:gd name="connsiteX59" fmla="*/ 4504126 w 9854218"/>
              <a:gd name="connsiteY59" fmla="*/ 10246062 h 10287000"/>
              <a:gd name="connsiteX60" fmla="*/ 4555560 w 9854218"/>
              <a:gd name="connsiteY60" fmla="*/ 10287000 h 10287000"/>
              <a:gd name="connsiteX61" fmla="*/ 4347497 w 9854218"/>
              <a:gd name="connsiteY61" fmla="*/ 10287000 h 10287000"/>
              <a:gd name="connsiteX62" fmla="*/ 4341209 w 9854218"/>
              <a:gd name="connsiteY62" fmla="*/ 10282443 h 10287000"/>
              <a:gd name="connsiteX63" fmla="*/ 4088141 w 9854218"/>
              <a:gd name="connsiteY63" fmla="*/ 10105290 h 10287000"/>
              <a:gd name="connsiteX64" fmla="*/ 4088136 w 9854218"/>
              <a:gd name="connsiteY64" fmla="*/ 10092639 h 10287000"/>
              <a:gd name="connsiteX65" fmla="*/ 3974256 w 9854218"/>
              <a:gd name="connsiteY65" fmla="*/ 10004066 h 10287000"/>
              <a:gd name="connsiteX66" fmla="*/ 3974255 w 9854218"/>
              <a:gd name="connsiteY66" fmla="*/ 9991412 h 10287000"/>
              <a:gd name="connsiteX67" fmla="*/ 3974255 w 9854218"/>
              <a:gd name="connsiteY67" fmla="*/ 9978758 h 10287000"/>
              <a:gd name="connsiteX68" fmla="*/ 3961601 w 9854218"/>
              <a:gd name="connsiteY68" fmla="*/ 9966108 h 10287000"/>
              <a:gd name="connsiteX69" fmla="*/ 3948950 w 9854218"/>
              <a:gd name="connsiteY69" fmla="*/ 9953451 h 10287000"/>
              <a:gd name="connsiteX70" fmla="*/ 3936296 w 9854218"/>
              <a:gd name="connsiteY70" fmla="*/ 9953451 h 10287000"/>
              <a:gd name="connsiteX71" fmla="*/ 3948952 w 9854218"/>
              <a:gd name="connsiteY71" fmla="*/ 9966104 h 10287000"/>
              <a:gd name="connsiteX72" fmla="*/ 3961601 w 9854218"/>
              <a:gd name="connsiteY72" fmla="*/ 9978758 h 10287000"/>
              <a:gd name="connsiteX73" fmla="*/ 3948950 w 9854218"/>
              <a:gd name="connsiteY73" fmla="*/ 9991412 h 10287000"/>
              <a:gd name="connsiteX74" fmla="*/ 3835066 w 9854218"/>
              <a:gd name="connsiteY74" fmla="*/ 9890182 h 10287000"/>
              <a:gd name="connsiteX75" fmla="*/ 3822413 w 9854218"/>
              <a:gd name="connsiteY75" fmla="*/ 9877532 h 10287000"/>
              <a:gd name="connsiteX76" fmla="*/ 3822416 w 9854218"/>
              <a:gd name="connsiteY76" fmla="*/ 9864876 h 10287000"/>
              <a:gd name="connsiteX77" fmla="*/ 3784448 w 9854218"/>
              <a:gd name="connsiteY77" fmla="*/ 9826916 h 10287000"/>
              <a:gd name="connsiteX78" fmla="*/ 3771798 w 9854218"/>
              <a:gd name="connsiteY78" fmla="*/ 9814262 h 10287000"/>
              <a:gd name="connsiteX79" fmla="*/ 3759143 w 9854218"/>
              <a:gd name="connsiteY79" fmla="*/ 9788956 h 10287000"/>
              <a:gd name="connsiteX80" fmla="*/ 3733834 w 9854218"/>
              <a:gd name="connsiteY80" fmla="*/ 9763647 h 10287000"/>
              <a:gd name="connsiteX81" fmla="*/ 3721186 w 9854218"/>
              <a:gd name="connsiteY81" fmla="*/ 9763647 h 10287000"/>
              <a:gd name="connsiteX82" fmla="*/ 3721187 w 9854218"/>
              <a:gd name="connsiteY82" fmla="*/ 9750996 h 10287000"/>
              <a:gd name="connsiteX83" fmla="*/ 3708530 w 9854218"/>
              <a:gd name="connsiteY83" fmla="*/ 9750996 h 10287000"/>
              <a:gd name="connsiteX84" fmla="*/ 3670571 w 9854218"/>
              <a:gd name="connsiteY84" fmla="*/ 9713032 h 10287000"/>
              <a:gd name="connsiteX85" fmla="*/ 3683226 w 9854218"/>
              <a:gd name="connsiteY85" fmla="*/ 9713036 h 10287000"/>
              <a:gd name="connsiteX86" fmla="*/ 3556684 w 9854218"/>
              <a:gd name="connsiteY86" fmla="*/ 9573846 h 10287000"/>
              <a:gd name="connsiteX87" fmla="*/ 3534545 w 9854218"/>
              <a:gd name="connsiteY87" fmla="*/ 9589662 h 10287000"/>
              <a:gd name="connsiteX88" fmla="*/ 3531419 w 9854218"/>
              <a:gd name="connsiteY88" fmla="*/ 9586632 h 10287000"/>
              <a:gd name="connsiteX89" fmla="*/ 3531382 w 9854218"/>
              <a:gd name="connsiteY89" fmla="*/ 9586500 h 10287000"/>
              <a:gd name="connsiteX90" fmla="*/ 3531150 w 9854218"/>
              <a:gd name="connsiteY90" fmla="*/ 9586378 h 10287000"/>
              <a:gd name="connsiteX91" fmla="*/ 3504850 w 9854218"/>
              <a:gd name="connsiteY91" fmla="*/ 9560888 h 10287000"/>
              <a:gd name="connsiteX92" fmla="*/ 3506069 w 9854218"/>
              <a:gd name="connsiteY92" fmla="*/ 9561192 h 10287000"/>
              <a:gd name="connsiteX93" fmla="*/ 3518723 w 9854218"/>
              <a:gd name="connsiteY93" fmla="*/ 9573846 h 10287000"/>
              <a:gd name="connsiteX94" fmla="*/ 3531383 w 9854218"/>
              <a:gd name="connsiteY94" fmla="*/ 9573843 h 10287000"/>
              <a:gd name="connsiteX95" fmla="*/ 3531382 w 9854218"/>
              <a:gd name="connsiteY95" fmla="*/ 9561192 h 10287000"/>
              <a:gd name="connsiteX96" fmla="*/ 3468112 w 9854218"/>
              <a:gd name="connsiteY96" fmla="*/ 9497925 h 10287000"/>
              <a:gd name="connsiteX97" fmla="*/ 3468112 w 9854218"/>
              <a:gd name="connsiteY97" fmla="*/ 9485268 h 10287000"/>
              <a:gd name="connsiteX98" fmla="*/ 3442808 w 9854218"/>
              <a:gd name="connsiteY98" fmla="*/ 9459964 h 10287000"/>
              <a:gd name="connsiteX99" fmla="*/ 3417497 w 9854218"/>
              <a:gd name="connsiteY99" fmla="*/ 9434658 h 10287000"/>
              <a:gd name="connsiteX100" fmla="*/ 3012584 w 9854218"/>
              <a:gd name="connsiteY100" fmla="*/ 9257510 h 10287000"/>
              <a:gd name="connsiteX101" fmla="*/ 3022073 w 9854218"/>
              <a:gd name="connsiteY101" fmla="*/ 9268580 h 10287000"/>
              <a:gd name="connsiteX102" fmla="*/ 3019736 w 9854218"/>
              <a:gd name="connsiteY102" fmla="*/ 9268968 h 10287000"/>
              <a:gd name="connsiteX103" fmla="*/ 2847455 w 9854218"/>
              <a:gd name="connsiteY103" fmla="*/ 8968533 h 10287000"/>
              <a:gd name="connsiteX104" fmla="*/ 2865802 w 9854218"/>
              <a:gd name="connsiteY104" fmla="*/ 8997360 h 10287000"/>
              <a:gd name="connsiteX105" fmla="*/ 2872247 w 9854218"/>
              <a:gd name="connsiteY105" fmla="*/ 9005182 h 10287000"/>
              <a:gd name="connsiteX106" fmla="*/ 2871814 w 9854218"/>
              <a:gd name="connsiteY106" fmla="*/ 9000681 h 10287000"/>
              <a:gd name="connsiteX107" fmla="*/ 2879723 w 9854218"/>
              <a:gd name="connsiteY107" fmla="*/ 8999692 h 10287000"/>
              <a:gd name="connsiteX108" fmla="*/ 2882327 w 9854218"/>
              <a:gd name="connsiteY108" fmla="*/ 9000148 h 10287000"/>
              <a:gd name="connsiteX109" fmla="*/ 2884188 w 9854218"/>
              <a:gd name="connsiteY109" fmla="*/ 8997712 h 10287000"/>
              <a:gd name="connsiteX110" fmla="*/ 2885808 w 9854218"/>
              <a:gd name="connsiteY110" fmla="*/ 9000758 h 10287000"/>
              <a:gd name="connsiteX111" fmla="*/ 2887631 w 9854218"/>
              <a:gd name="connsiteY111" fmla="*/ 9001077 h 10287000"/>
              <a:gd name="connsiteX112" fmla="*/ 2886047 w 9854218"/>
              <a:gd name="connsiteY112" fmla="*/ 8991786 h 10287000"/>
              <a:gd name="connsiteX113" fmla="*/ 2850458 w 9854218"/>
              <a:gd name="connsiteY113" fmla="*/ 8972210 h 10287000"/>
              <a:gd name="connsiteX114" fmla="*/ 1261949 w 9854218"/>
              <a:gd name="connsiteY114" fmla="*/ 8958783 h 10287000"/>
              <a:gd name="connsiteX115" fmla="*/ 1262372 w 9854218"/>
              <a:gd name="connsiteY115" fmla="*/ 8959339 h 10287000"/>
              <a:gd name="connsiteX116" fmla="*/ 1268305 w 9854218"/>
              <a:gd name="connsiteY116" fmla="*/ 8971461 h 10287000"/>
              <a:gd name="connsiteX117" fmla="*/ 1119280 w 9854218"/>
              <a:gd name="connsiteY117" fmla="*/ 8584360 h 10287000"/>
              <a:gd name="connsiteX118" fmla="*/ 1121074 w 9854218"/>
              <a:gd name="connsiteY118" fmla="*/ 8598870 h 10287000"/>
              <a:gd name="connsiteX119" fmla="*/ 1126753 w 9854218"/>
              <a:gd name="connsiteY119" fmla="*/ 8617364 h 10287000"/>
              <a:gd name="connsiteX120" fmla="*/ 1143751 w 9854218"/>
              <a:gd name="connsiteY120" fmla="*/ 8637490 h 10287000"/>
              <a:gd name="connsiteX121" fmla="*/ 1153022 w 9854218"/>
              <a:gd name="connsiteY121" fmla="*/ 8652268 h 10287000"/>
              <a:gd name="connsiteX122" fmla="*/ 993608 w 9854218"/>
              <a:gd name="connsiteY122" fmla="*/ 8563178 h 10287000"/>
              <a:gd name="connsiteX123" fmla="*/ 1001044 w 9854218"/>
              <a:gd name="connsiteY123" fmla="*/ 8596624 h 10287000"/>
              <a:gd name="connsiteX124" fmla="*/ 978638 w 9854218"/>
              <a:gd name="connsiteY124" fmla="*/ 8602694 h 10287000"/>
              <a:gd name="connsiteX125" fmla="*/ 1150966 w 9854218"/>
              <a:gd name="connsiteY125" fmla="*/ 8955356 h 10287000"/>
              <a:gd name="connsiteX126" fmla="*/ 1276850 w 9854218"/>
              <a:gd name="connsiteY126" fmla="*/ 9118520 h 10287000"/>
              <a:gd name="connsiteX127" fmla="*/ 1396570 w 9854218"/>
              <a:gd name="connsiteY127" fmla="*/ 9312225 h 10287000"/>
              <a:gd name="connsiteX128" fmla="*/ 1368209 w 9854218"/>
              <a:gd name="connsiteY128" fmla="*/ 9242926 h 10287000"/>
              <a:gd name="connsiteX129" fmla="*/ 1398731 w 9854218"/>
              <a:gd name="connsiteY129" fmla="*/ 9249092 h 10287000"/>
              <a:gd name="connsiteX130" fmla="*/ 1424824 w 9854218"/>
              <a:gd name="connsiteY130" fmla="*/ 9291942 h 10287000"/>
              <a:gd name="connsiteX131" fmla="*/ 1437577 w 9854218"/>
              <a:gd name="connsiteY131" fmla="*/ 9308271 h 10287000"/>
              <a:gd name="connsiteX132" fmla="*/ 1426300 w 9854218"/>
              <a:gd name="connsiteY132" fmla="*/ 9285122 h 10287000"/>
              <a:gd name="connsiteX133" fmla="*/ 1398241 w 9854218"/>
              <a:gd name="connsiteY133" fmla="*/ 9227676 h 10287000"/>
              <a:gd name="connsiteX134" fmla="*/ 1399595 w 9854218"/>
              <a:gd name="connsiteY134" fmla="*/ 9228166 h 10287000"/>
              <a:gd name="connsiteX135" fmla="*/ 1358393 w 9854218"/>
              <a:gd name="connsiteY135" fmla="*/ 9155026 h 10287000"/>
              <a:gd name="connsiteX136" fmla="*/ 1318568 w 9854218"/>
              <a:gd name="connsiteY136" fmla="*/ 9121743 h 10287000"/>
              <a:gd name="connsiteX137" fmla="*/ 1090468 w 9854218"/>
              <a:gd name="connsiteY137" fmla="*/ 8795770 h 10287000"/>
              <a:gd name="connsiteX138" fmla="*/ 1049606 w 9854218"/>
              <a:gd name="connsiteY138" fmla="*/ 8674704 h 10287000"/>
              <a:gd name="connsiteX139" fmla="*/ 978416 w 9854218"/>
              <a:gd name="connsiteY139" fmla="*/ 8451138 h 10287000"/>
              <a:gd name="connsiteX140" fmla="*/ 1037843 w 9854218"/>
              <a:gd name="connsiteY140" fmla="*/ 8567380 h 10287000"/>
              <a:gd name="connsiteX141" fmla="*/ 1119851 w 9854218"/>
              <a:gd name="connsiteY141" fmla="*/ 8712051 h 10287000"/>
              <a:gd name="connsiteX142" fmla="*/ 1205537 w 9854218"/>
              <a:gd name="connsiteY142" fmla="*/ 8846256 h 10287000"/>
              <a:gd name="connsiteX143" fmla="*/ 1261949 w 9854218"/>
              <a:gd name="connsiteY143" fmla="*/ 8958783 h 10287000"/>
              <a:gd name="connsiteX144" fmla="*/ 1258343 w 9854218"/>
              <a:gd name="connsiteY144" fmla="*/ 8954042 h 10287000"/>
              <a:gd name="connsiteX145" fmla="*/ 1262950 w 9854218"/>
              <a:gd name="connsiteY145" fmla="*/ 8994056 h 10287000"/>
              <a:gd name="connsiteX146" fmla="*/ 1312042 w 9854218"/>
              <a:gd name="connsiteY146" fmla="*/ 9048618 h 10287000"/>
              <a:gd name="connsiteX147" fmla="*/ 1391452 w 9854218"/>
              <a:gd name="connsiteY147" fmla="*/ 9183502 h 10287000"/>
              <a:gd name="connsiteX148" fmla="*/ 1424497 w 9854218"/>
              <a:gd name="connsiteY148" fmla="*/ 9237166 h 10287000"/>
              <a:gd name="connsiteX149" fmla="*/ 1429220 w 9854218"/>
              <a:gd name="connsiteY149" fmla="*/ 9238874 h 10287000"/>
              <a:gd name="connsiteX150" fmla="*/ 1434265 w 9854218"/>
              <a:gd name="connsiteY150" fmla="*/ 9245505 h 10287000"/>
              <a:gd name="connsiteX151" fmla="*/ 1456580 w 9854218"/>
              <a:gd name="connsiteY151" fmla="*/ 9264154 h 10287000"/>
              <a:gd name="connsiteX152" fmla="*/ 1488438 w 9854218"/>
              <a:gd name="connsiteY152" fmla="*/ 9290780 h 10287000"/>
              <a:gd name="connsiteX153" fmla="*/ 1565340 w 9854218"/>
              <a:gd name="connsiteY153" fmla="*/ 9409190 h 10287000"/>
              <a:gd name="connsiteX154" fmla="*/ 1632974 w 9854218"/>
              <a:gd name="connsiteY154" fmla="*/ 9506312 h 10287000"/>
              <a:gd name="connsiteX155" fmla="*/ 1626314 w 9854218"/>
              <a:gd name="connsiteY155" fmla="*/ 9514282 h 10287000"/>
              <a:gd name="connsiteX156" fmla="*/ 1611659 w 9854218"/>
              <a:gd name="connsiteY156" fmla="*/ 9502036 h 10287000"/>
              <a:gd name="connsiteX157" fmla="*/ 1622706 w 9854218"/>
              <a:gd name="connsiteY157" fmla="*/ 9517170 h 10287000"/>
              <a:gd name="connsiteX158" fmla="*/ 1722140 w 9854218"/>
              <a:gd name="connsiteY158" fmla="*/ 9649444 h 10287000"/>
              <a:gd name="connsiteX159" fmla="*/ 1730402 w 9854218"/>
              <a:gd name="connsiteY159" fmla="*/ 9674248 h 10287000"/>
              <a:gd name="connsiteX160" fmla="*/ 1740784 w 9854218"/>
              <a:gd name="connsiteY160" fmla="*/ 9674248 h 10287000"/>
              <a:gd name="connsiteX161" fmla="*/ 1722140 w 9854218"/>
              <a:gd name="connsiteY161" fmla="*/ 9649444 h 10287000"/>
              <a:gd name="connsiteX162" fmla="*/ 1720020 w 9854218"/>
              <a:gd name="connsiteY162" fmla="*/ 9643092 h 10287000"/>
              <a:gd name="connsiteX163" fmla="*/ 1740782 w 9854218"/>
              <a:gd name="connsiteY163" fmla="*/ 9653476 h 10287000"/>
              <a:gd name="connsiteX164" fmla="*/ 1751162 w 9854218"/>
              <a:gd name="connsiteY164" fmla="*/ 9653476 h 10287000"/>
              <a:gd name="connsiteX165" fmla="*/ 1657852 w 9854218"/>
              <a:gd name="connsiteY165" fmla="*/ 9494422 h 10287000"/>
              <a:gd name="connsiteX166" fmla="*/ 1559534 w 9854218"/>
              <a:gd name="connsiteY166" fmla="*/ 9346986 h 10287000"/>
              <a:gd name="connsiteX167" fmla="*/ 1533182 w 9854218"/>
              <a:gd name="connsiteY167" fmla="*/ 9310760 h 10287000"/>
              <a:gd name="connsiteX168" fmla="*/ 1529318 w 9854218"/>
              <a:gd name="connsiteY168" fmla="*/ 9301674 h 10287000"/>
              <a:gd name="connsiteX169" fmla="*/ 1470966 w 9854218"/>
              <a:gd name="connsiteY169" fmla="*/ 9214168 h 10287000"/>
              <a:gd name="connsiteX170" fmla="*/ 1207861 w 9854218"/>
              <a:gd name="connsiteY170" fmla="*/ 8762176 h 10287000"/>
              <a:gd name="connsiteX171" fmla="*/ 1204783 w 9854218"/>
              <a:gd name="connsiteY171" fmla="*/ 8758706 h 10287000"/>
              <a:gd name="connsiteX172" fmla="*/ 1182371 w 9854218"/>
              <a:gd name="connsiteY172" fmla="*/ 8745052 h 10287000"/>
              <a:gd name="connsiteX173" fmla="*/ 1016593 w 9854218"/>
              <a:gd name="connsiteY173" fmla="*/ 8501824 h 10287000"/>
              <a:gd name="connsiteX174" fmla="*/ 490171 w 9854218"/>
              <a:gd name="connsiteY174" fmla="*/ 8276537 h 10287000"/>
              <a:gd name="connsiteX175" fmla="*/ 583148 w 9854218"/>
              <a:gd name="connsiteY175" fmla="*/ 8524276 h 10287000"/>
              <a:gd name="connsiteX176" fmla="*/ 676129 w 9854218"/>
              <a:gd name="connsiteY176" fmla="*/ 8689440 h 10287000"/>
              <a:gd name="connsiteX177" fmla="*/ 676130 w 9854218"/>
              <a:gd name="connsiteY177" fmla="*/ 8699764 h 10287000"/>
              <a:gd name="connsiteX178" fmla="*/ 686459 w 9854218"/>
              <a:gd name="connsiteY178" fmla="*/ 8710083 h 10287000"/>
              <a:gd name="connsiteX179" fmla="*/ 676129 w 9854218"/>
              <a:gd name="connsiteY179" fmla="*/ 8720408 h 10287000"/>
              <a:gd name="connsiteX180" fmla="*/ 670654 w 9854218"/>
              <a:gd name="connsiteY180" fmla="*/ 8717283 h 10287000"/>
              <a:gd name="connsiteX181" fmla="*/ 665797 w 9854218"/>
              <a:gd name="connsiteY181" fmla="*/ 8710086 h 10287000"/>
              <a:gd name="connsiteX182" fmla="*/ 667090 w 9854218"/>
              <a:gd name="connsiteY182" fmla="*/ 8715248 h 10287000"/>
              <a:gd name="connsiteX183" fmla="*/ 670654 w 9854218"/>
              <a:gd name="connsiteY183" fmla="*/ 8717283 h 10287000"/>
              <a:gd name="connsiteX184" fmla="*/ 689203 w 9854218"/>
              <a:gd name="connsiteY184" fmla="*/ 8744763 h 10287000"/>
              <a:gd name="connsiteX185" fmla="*/ 769109 w 9854218"/>
              <a:gd name="connsiteY185" fmla="*/ 8885571 h 10287000"/>
              <a:gd name="connsiteX186" fmla="*/ 779438 w 9854218"/>
              <a:gd name="connsiteY186" fmla="*/ 8906216 h 10287000"/>
              <a:gd name="connsiteX187" fmla="*/ 789766 w 9854218"/>
              <a:gd name="connsiteY187" fmla="*/ 8916537 h 10287000"/>
              <a:gd name="connsiteX188" fmla="*/ 779437 w 9854218"/>
              <a:gd name="connsiteY188" fmla="*/ 8937183 h 10287000"/>
              <a:gd name="connsiteX189" fmla="*/ 820763 w 9854218"/>
              <a:gd name="connsiteY189" fmla="*/ 8988798 h 10287000"/>
              <a:gd name="connsiteX190" fmla="*/ 1027381 w 9854218"/>
              <a:gd name="connsiteY190" fmla="*/ 9401702 h 10287000"/>
              <a:gd name="connsiteX191" fmla="*/ 1017050 w 9854218"/>
              <a:gd name="connsiteY191" fmla="*/ 9387624 h 10287000"/>
              <a:gd name="connsiteX192" fmla="*/ 1017052 w 9854218"/>
              <a:gd name="connsiteY192" fmla="*/ 9381058 h 10287000"/>
              <a:gd name="connsiteX193" fmla="*/ 1006720 w 9854218"/>
              <a:gd name="connsiteY193" fmla="*/ 9370732 h 10287000"/>
              <a:gd name="connsiteX194" fmla="*/ 1013176 w 9854218"/>
              <a:gd name="connsiteY194" fmla="*/ 9382348 h 10287000"/>
              <a:gd name="connsiteX195" fmla="*/ 1017050 w 9854218"/>
              <a:gd name="connsiteY195" fmla="*/ 9387624 h 10287000"/>
              <a:gd name="connsiteX196" fmla="*/ 1017052 w 9854218"/>
              <a:gd name="connsiteY196" fmla="*/ 9391383 h 10287000"/>
              <a:gd name="connsiteX197" fmla="*/ 1027381 w 9854218"/>
              <a:gd name="connsiteY197" fmla="*/ 9412026 h 10287000"/>
              <a:gd name="connsiteX198" fmla="*/ 1017050 w 9854218"/>
              <a:gd name="connsiteY198" fmla="*/ 9412023 h 10287000"/>
              <a:gd name="connsiteX199" fmla="*/ 1008526 w 9854218"/>
              <a:gd name="connsiteY199" fmla="*/ 9402288 h 10287000"/>
              <a:gd name="connsiteX200" fmla="*/ 1006721 w 9854218"/>
              <a:gd name="connsiteY200" fmla="*/ 9391380 h 10287000"/>
              <a:gd name="connsiteX201" fmla="*/ 1008011 w 9854218"/>
              <a:gd name="connsiteY201" fmla="*/ 9401702 h 10287000"/>
              <a:gd name="connsiteX202" fmla="*/ 1008526 w 9854218"/>
              <a:gd name="connsiteY202" fmla="*/ 9402288 h 10287000"/>
              <a:gd name="connsiteX203" fmla="*/ 1010108 w 9854218"/>
              <a:gd name="connsiteY203" fmla="*/ 9411862 h 10287000"/>
              <a:gd name="connsiteX204" fmla="*/ 1037713 w 9854218"/>
              <a:gd name="connsiteY204" fmla="*/ 9494604 h 10287000"/>
              <a:gd name="connsiteX205" fmla="*/ 1037713 w 9854218"/>
              <a:gd name="connsiteY205" fmla="*/ 9484281 h 10287000"/>
              <a:gd name="connsiteX206" fmla="*/ 1048045 w 9854218"/>
              <a:gd name="connsiteY206" fmla="*/ 9504932 h 10287000"/>
              <a:gd name="connsiteX207" fmla="*/ 1058374 w 9854218"/>
              <a:gd name="connsiteY207" fmla="*/ 9515253 h 10287000"/>
              <a:gd name="connsiteX208" fmla="*/ 1192031 w 9854218"/>
              <a:gd name="connsiteY208" fmla="*/ 9708318 h 10287000"/>
              <a:gd name="connsiteX209" fmla="*/ 1234499 w 9854218"/>
              <a:gd name="connsiteY209" fmla="*/ 9744334 h 10287000"/>
              <a:gd name="connsiteX210" fmla="*/ 1235294 w 9854218"/>
              <a:gd name="connsiteY210" fmla="*/ 9747512 h 10287000"/>
              <a:gd name="connsiteX211" fmla="*/ 1244333 w 9854218"/>
              <a:gd name="connsiteY211" fmla="*/ 9752674 h 10287000"/>
              <a:gd name="connsiteX212" fmla="*/ 1254664 w 9854218"/>
              <a:gd name="connsiteY212" fmla="*/ 9762996 h 10287000"/>
              <a:gd name="connsiteX213" fmla="*/ 1306319 w 9854218"/>
              <a:gd name="connsiteY213" fmla="*/ 9814608 h 10287000"/>
              <a:gd name="connsiteX214" fmla="*/ 1285657 w 9854218"/>
              <a:gd name="connsiteY214" fmla="*/ 9804284 h 10287000"/>
              <a:gd name="connsiteX215" fmla="*/ 1285658 w 9854218"/>
              <a:gd name="connsiteY215" fmla="*/ 9814605 h 10287000"/>
              <a:gd name="connsiteX216" fmla="*/ 1285658 w 9854218"/>
              <a:gd name="connsiteY216" fmla="*/ 9824930 h 10287000"/>
              <a:gd name="connsiteX217" fmla="*/ 1275326 w 9854218"/>
              <a:gd name="connsiteY217" fmla="*/ 9814608 h 10287000"/>
              <a:gd name="connsiteX218" fmla="*/ 1316651 w 9854218"/>
              <a:gd name="connsiteY218" fmla="*/ 9886866 h 10287000"/>
              <a:gd name="connsiteX219" fmla="*/ 1316650 w 9854218"/>
              <a:gd name="connsiteY219" fmla="*/ 9876544 h 10287000"/>
              <a:gd name="connsiteX220" fmla="*/ 1306318 w 9854218"/>
              <a:gd name="connsiteY220" fmla="*/ 9866220 h 10287000"/>
              <a:gd name="connsiteX221" fmla="*/ 1306319 w 9854218"/>
              <a:gd name="connsiteY221" fmla="*/ 9855898 h 10287000"/>
              <a:gd name="connsiteX222" fmla="*/ 1326982 w 9854218"/>
              <a:gd name="connsiteY222" fmla="*/ 9876542 h 10287000"/>
              <a:gd name="connsiteX223" fmla="*/ 1337312 w 9854218"/>
              <a:gd name="connsiteY223" fmla="*/ 9886866 h 10287000"/>
              <a:gd name="connsiteX224" fmla="*/ 1430291 w 9854218"/>
              <a:gd name="connsiteY224" fmla="*/ 9959126 h 10287000"/>
              <a:gd name="connsiteX225" fmla="*/ 1502608 w 9854218"/>
              <a:gd name="connsiteY225" fmla="*/ 10082998 h 10287000"/>
              <a:gd name="connsiteX226" fmla="*/ 1512938 w 9854218"/>
              <a:gd name="connsiteY226" fmla="*/ 10082996 h 10287000"/>
              <a:gd name="connsiteX227" fmla="*/ 1523272 w 9854218"/>
              <a:gd name="connsiteY227" fmla="*/ 10103638 h 10287000"/>
              <a:gd name="connsiteX228" fmla="*/ 1533602 w 9854218"/>
              <a:gd name="connsiteY228" fmla="*/ 10103642 h 10287000"/>
              <a:gd name="connsiteX229" fmla="*/ 1533600 w 9854218"/>
              <a:gd name="connsiteY229" fmla="*/ 10113968 h 10287000"/>
              <a:gd name="connsiteX230" fmla="*/ 1585256 w 9854218"/>
              <a:gd name="connsiteY230" fmla="*/ 10175902 h 10287000"/>
              <a:gd name="connsiteX231" fmla="*/ 1554262 w 9854218"/>
              <a:gd name="connsiteY231" fmla="*/ 10165578 h 10287000"/>
              <a:gd name="connsiteX232" fmla="*/ 1554263 w 9854218"/>
              <a:gd name="connsiteY232" fmla="*/ 10175902 h 10287000"/>
              <a:gd name="connsiteX233" fmla="*/ 1543931 w 9854218"/>
              <a:gd name="connsiteY233" fmla="*/ 10165578 h 10287000"/>
              <a:gd name="connsiteX234" fmla="*/ 1533600 w 9854218"/>
              <a:gd name="connsiteY234" fmla="*/ 10165576 h 10287000"/>
              <a:gd name="connsiteX235" fmla="*/ 1605917 w 9854218"/>
              <a:gd name="connsiteY235" fmla="*/ 10248159 h 10287000"/>
              <a:gd name="connsiteX236" fmla="*/ 1626580 w 9854218"/>
              <a:gd name="connsiteY236" fmla="*/ 10227514 h 10287000"/>
              <a:gd name="connsiteX237" fmla="*/ 1705960 w 9854218"/>
              <a:gd name="connsiteY237" fmla="*/ 10287000 h 10287000"/>
              <a:gd name="connsiteX238" fmla="*/ 1582592 w 9854218"/>
              <a:gd name="connsiteY238" fmla="*/ 10287000 h 10287000"/>
              <a:gd name="connsiteX239" fmla="*/ 1543931 w 9854218"/>
              <a:gd name="connsiteY239" fmla="*/ 10237834 h 10287000"/>
              <a:gd name="connsiteX240" fmla="*/ 1430290 w 9854218"/>
              <a:gd name="connsiteY240" fmla="*/ 10093320 h 10287000"/>
              <a:gd name="connsiteX241" fmla="*/ 1275326 w 9854218"/>
              <a:gd name="connsiteY241" fmla="*/ 9897192 h 10287000"/>
              <a:gd name="connsiteX242" fmla="*/ 1151353 w 9854218"/>
              <a:gd name="connsiteY242" fmla="*/ 9690735 h 10287000"/>
              <a:gd name="connsiteX243" fmla="*/ 1048043 w 9854218"/>
              <a:gd name="connsiteY243" fmla="*/ 9525574 h 10287000"/>
              <a:gd name="connsiteX244" fmla="*/ 1037713 w 9854218"/>
              <a:gd name="connsiteY244" fmla="*/ 9515253 h 10287000"/>
              <a:gd name="connsiteX245" fmla="*/ 1027381 w 9854218"/>
              <a:gd name="connsiteY245" fmla="*/ 9494606 h 10287000"/>
              <a:gd name="connsiteX246" fmla="*/ 800101 w 9854218"/>
              <a:gd name="connsiteY246" fmla="*/ 9071380 h 10287000"/>
              <a:gd name="connsiteX247" fmla="*/ 769108 w 9854218"/>
              <a:gd name="connsiteY247" fmla="*/ 9102346 h 10287000"/>
              <a:gd name="connsiteX248" fmla="*/ 717451 w 9854218"/>
              <a:gd name="connsiteY248" fmla="*/ 9050732 h 10287000"/>
              <a:gd name="connsiteX249" fmla="*/ 727783 w 9854218"/>
              <a:gd name="connsiteY249" fmla="*/ 9071378 h 10287000"/>
              <a:gd name="connsiteX250" fmla="*/ 738113 w 9854218"/>
              <a:gd name="connsiteY250" fmla="*/ 9092025 h 10287000"/>
              <a:gd name="connsiteX251" fmla="*/ 727783 w 9854218"/>
              <a:gd name="connsiteY251" fmla="*/ 9081700 h 10287000"/>
              <a:gd name="connsiteX252" fmla="*/ 717451 w 9854218"/>
              <a:gd name="connsiteY252" fmla="*/ 9061056 h 10287000"/>
              <a:gd name="connsiteX253" fmla="*/ 707120 w 9854218"/>
              <a:gd name="connsiteY253" fmla="*/ 9050734 h 10287000"/>
              <a:gd name="connsiteX254" fmla="*/ 676127 w 9854218"/>
              <a:gd name="connsiteY254" fmla="*/ 8999120 h 10287000"/>
              <a:gd name="connsiteX255" fmla="*/ 676127 w 9854218"/>
              <a:gd name="connsiteY255" fmla="*/ 8988798 h 10287000"/>
              <a:gd name="connsiteX256" fmla="*/ 676127 w 9854218"/>
              <a:gd name="connsiteY256" fmla="*/ 8978474 h 10287000"/>
              <a:gd name="connsiteX257" fmla="*/ 683875 w 9854218"/>
              <a:gd name="connsiteY257" fmla="*/ 8978474 h 10287000"/>
              <a:gd name="connsiteX258" fmla="*/ 686458 w 9854218"/>
              <a:gd name="connsiteY258" fmla="*/ 8988795 h 10287000"/>
              <a:gd name="connsiteX259" fmla="*/ 686458 w 9854218"/>
              <a:gd name="connsiteY259" fmla="*/ 8978476 h 10287000"/>
              <a:gd name="connsiteX260" fmla="*/ 683875 w 9854218"/>
              <a:gd name="connsiteY260" fmla="*/ 8978474 h 10287000"/>
              <a:gd name="connsiteX261" fmla="*/ 681293 w 9854218"/>
              <a:gd name="connsiteY261" fmla="*/ 8968152 h 10287000"/>
              <a:gd name="connsiteX262" fmla="*/ 676127 w 9854218"/>
              <a:gd name="connsiteY262" fmla="*/ 8947508 h 10287000"/>
              <a:gd name="connsiteX263" fmla="*/ 727783 w 9854218"/>
              <a:gd name="connsiteY263" fmla="*/ 8978476 h 10287000"/>
              <a:gd name="connsiteX264" fmla="*/ 707120 w 9854218"/>
              <a:gd name="connsiteY264" fmla="*/ 8895896 h 10287000"/>
              <a:gd name="connsiteX265" fmla="*/ 717451 w 9854218"/>
              <a:gd name="connsiteY265" fmla="*/ 8885571 h 10287000"/>
              <a:gd name="connsiteX266" fmla="*/ 707120 w 9854218"/>
              <a:gd name="connsiteY266" fmla="*/ 8885571 h 10287000"/>
              <a:gd name="connsiteX267" fmla="*/ 707120 w 9854218"/>
              <a:gd name="connsiteY267" fmla="*/ 8875250 h 10287000"/>
              <a:gd name="connsiteX268" fmla="*/ 707122 w 9854218"/>
              <a:gd name="connsiteY268" fmla="*/ 8864925 h 10287000"/>
              <a:gd name="connsiteX269" fmla="*/ 707123 w 9854218"/>
              <a:gd name="connsiteY269" fmla="*/ 8854604 h 10287000"/>
              <a:gd name="connsiteX270" fmla="*/ 645137 w 9854218"/>
              <a:gd name="connsiteY270" fmla="*/ 8699764 h 10287000"/>
              <a:gd name="connsiteX271" fmla="*/ 655465 w 9854218"/>
              <a:gd name="connsiteY271" fmla="*/ 8699762 h 10287000"/>
              <a:gd name="connsiteX272" fmla="*/ 645136 w 9854218"/>
              <a:gd name="connsiteY272" fmla="*/ 8689440 h 10287000"/>
              <a:gd name="connsiteX273" fmla="*/ 624473 w 9854218"/>
              <a:gd name="connsiteY273" fmla="*/ 8658474 h 10287000"/>
              <a:gd name="connsiteX274" fmla="*/ 634804 w 9854218"/>
              <a:gd name="connsiteY274" fmla="*/ 8648150 h 10287000"/>
              <a:gd name="connsiteX275" fmla="*/ 541826 w 9854218"/>
              <a:gd name="connsiteY275" fmla="*/ 8493312 h 10287000"/>
              <a:gd name="connsiteX276" fmla="*/ 490171 w 9854218"/>
              <a:gd name="connsiteY276" fmla="*/ 8276537 h 10287000"/>
              <a:gd name="connsiteX277" fmla="*/ 806632 w 9854218"/>
              <a:gd name="connsiteY277" fmla="*/ 8255612 h 10287000"/>
              <a:gd name="connsiteX278" fmla="*/ 850907 w 9854218"/>
              <a:gd name="connsiteY278" fmla="*/ 8343801 h 10287000"/>
              <a:gd name="connsiteX279" fmla="*/ 935992 w 9854218"/>
              <a:gd name="connsiteY279" fmla="*/ 8551696 h 10287000"/>
              <a:gd name="connsiteX280" fmla="*/ 969526 w 9854218"/>
              <a:gd name="connsiteY280" fmla="*/ 8533143 h 10287000"/>
              <a:gd name="connsiteX281" fmla="*/ 976687 w 9854218"/>
              <a:gd name="connsiteY281" fmla="*/ 8531121 h 10287000"/>
              <a:gd name="connsiteX282" fmla="*/ 917057 w 9854218"/>
              <a:gd name="connsiteY282" fmla="*/ 8420546 h 10287000"/>
              <a:gd name="connsiteX283" fmla="*/ 844099 w 9854218"/>
              <a:gd name="connsiteY283" fmla="*/ 8265042 h 10287000"/>
              <a:gd name="connsiteX284" fmla="*/ 808037 w 9854218"/>
              <a:gd name="connsiteY284" fmla="*/ 8255841 h 10287000"/>
              <a:gd name="connsiteX285" fmla="*/ 2503470 w 9854218"/>
              <a:gd name="connsiteY285" fmla="*/ 8056143 h 10287000"/>
              <a:gd name="connsiteX286" fmla="*/ 2519093 w 9854218"/>
              <a:gd name="connsiteY286" fmla="*/ 8080730 h 10287000"/>
              <a:gd name="connsiteX287" fmla="*/ 2503277 w 9854218"/>
              <a:gd name="connsiteY287" fmla="*/ 8057009 h 10287000"/>
              <a:gd name="connsiteX288" fmla="*/ 2503470 w 9854218"/>
              <a:gd name="connsiteY288" fmla="*/ 8056143 h 10287000"/>
              <a:gd name="connsiteX289" fmla="*/ 764668 w 9854218"/>
              <a:gd name="connsiteY289" fmla="*/ 8009342 h 10287000"/>
              <a:gd name="connsiteX290" fmla="*/ 763417 w 9854218"/>
              <a:gd name="connsiteY290" fmla="*/ 8021661 h 10287000"/>
              <a:gd name="connsiteX291" fmla="*/ 834965 w 9854218"/>
              <a:gd name="connsiteY291" fmla="*/ 8162667 h 10287000"/>
              <a:gd name="connsiteX292" fmla="*/ 931577 w 9854218"/>
              <a:gd name="connsiteY292" fmla="*/ 8419358 h 10287000"/>
              <a:gd name="connsiteX293" fmla="*/ 948700 w 9854218"/>
              <a:gd name="connsiteY293" fmla="*/ 8415056 h 10287000"/>
              <a:gd name="connsiteX294" fmla="*/ 953120 w 9854218"/>
              <a:gd name="connsiteY294" fmla="*/ 8415668 h 10287000"/>
              <a:gd name="connsiteX295" fmla="*/ 913409 w 9854218"/>
              <a:gd name="connsiteY295" fmla="*/ 8298012 h 10287000"/>
              <a:gd name="connsiteX296" fmla="*/ 780862 w 9854218"/>
              <a:gd name="connsiteY296" fmla="*/ 8043854 h 10287000"/>
              <a:gd name="connsiteX297" fmla="*/ 2215406 w 9854218"/>
              <a:gd name="connsiteY297" fmla="*/ 7954197 h 10287000"/>
              <a:gd name="connsiteX298" fmla="*/ 2228060 w 9854218"/>
              <a:gd name="connsiteY298" fmla="*/ 7966851 h 10287000"/>
              <a:gd name="connsiteX299" fmla="*/ 2215406 w 9854218"/>
              <a:gd name="connsiteY299" fmla="*/ 7954197 h 10287000"/>
              <a:gd name="connsiteX300" fmla="*/ 3442472 w 9854218"/>
              <a:gd name="connsiteY300" fmla="*/ 7922889 h 10287000"/>
              <a:gd name="connsiteX301" fmla="*/ 3452306 w 9854218"/>
              <a:gd name="connsiteY301" fmla="*/ 7931229 h 10287000"/>
              <a:gd name="connsiteX302" fmla="*/ 3443267 w 9854218"/>
              <a:gd name="connsiteY302" fmla="*/ 7926066 h 10287000"/>
              <a:gd name="connsiteX303" fmla="*/ 633680 w 9854218"/>
              <a:gd name="connsiteY303" fmla="*/ 7810980 h 10287000"/>
              <a:gd name="connsiteX304" fmla="*/ 657178 w 9854218"/>
              <a:gd name="connsiteY304" fmla="*/ 7880034 h 10287000"/>
              <a:gd name="connsiteX305" fmla="*/ 662339 w 9854218"/>
              <a:gd name="connsiteY305" fmla="*/ 7894485 h 10287000"/>
              <a:gd name="connsiteX306" fmla="*/ 663355 w 9854218"/>
              <a:gd name="connsiteY306" fmla="*/ 7877766 h 10287000"/>
              <a:gd name="connsiteX307" fmla="*/ 662722 w 9854218"/>
              <a:gd name="connsiteY307" fmla="*/ 7877663 h 10287000"/>
              <a:gd name="connsiteX308" fmla="*/ 2312033 w 9854218"/>
              <a:gd name="connsiteY308" fmla="*/ 7793150 h 10287000"/>
              <a:gd name="connsiteX309" fmla="*/ 2329289 w 9854218"/>
              <a:gd name="connsiteY309" fmla="*/ 7802352 h 10287000"/>
              <a:gd name="connsiteX310" fmla="*/ 2329290 w 9854218"/>
              <a:gd name="connsiteY310" fmla="*/ 7827662 h 10287000"/>
              <a:gd name="connsiteX311" fmla="*/ 2316635 w 9854218"/>
              <a:gd name="connsiteY311" fmla="*/ 7815006 h 10287000"/>
              <a:gd name="connsiteX312" fmla="*/ 2316636 w 9854218"/>
              <a:gd name="connsiteY312" fmla="*/ 7802355 h 10287000"/>
              <a:gd name="connsiteX313" fmla="*/ 2296450 w 9854218"/>
              <a:gd name="connsiteY313" fmla="*/ 7769516 h 10287000"/>
              <a:gd name="connsiteX314" fmla="*/ 2303980 w 9854218"/>
              <a:gd name="connsiteY314" fmla="*/ 7777047 h 10287000"/>
              <a:gd name="connsiteX315" fmla="*/ 2312033 w 9854218"/>
              <a:gd name="connsiteY315" fmla="*/ 7793150 h 10287000"/>
              <a:gd name="connsiteX316" fmla="*/ 2308530 w 9854218"/>
              <a:gd name="connsiteY316" fmla="*/ 7791284 h 10287000"/>
              <a:gd name="connsiteX317" fmla="*/ 2276478 w 9854218"/>
              <a:gd name="connsiteY317" fmla="*/ 7726433 h 10287000"/>
              <a:gd name="connsiteX318" fmla="*/ 2286584 w 9854218"/>
              <a:gd name="connsiteY318" fmla="*/ 7751738 h 10287000"/>
              <a:gd name="connsiteX319" fmla="*/ 2296450 w 9854218"/>
              <a:gd name="connsiteY319" fmla="*/ 7769516 h 10287000"/>
              <a:gd name="connsiteX320" fmla="*/ 2291328 w 9854218"/>
              <a:gd name="connsiteY320" fmla="*/ 7764395 h 10287000"/>
              <a:gd name="connsiteX321" fmla="*/ 2266022 w 9854218"/>
              <a:gd name="connsiteY321" fmla="*/ 7726434 h 10287000"/>
              <a:gd name="connsiteX322" fmla="*/ 2268472 w 9854218"/>
              <a:gd name="connsiteY322" fmla="*/ 7706363 h 10287000"/>
              <a:gd name="connsiteX323" fmla="*/ 2278674 w 9854218"/>
              <a:gd name="connsiteY323" fmla="*/ 7726434 h 10287000"/>
              <a:gd name="connsiteX324" fmla="*/ 2276478 w 9854218"/>
              <a:gd name="connsiteY324" fmla="*/ 7726433 h 10287000"/>
              <a:gd name="connsiteX325" fmla="*/ 3206446 w 9854218"/>
              <a:gd name="connsiteY325" fmla="*/ 7625214 h 10287000"/>
              <a:gd name="connsiteX326" fmla="*/ 3235355 w 9854218"/>
              <a:gd name="connsiteY326" fmla="*/ 7673157 h 10287000"/>
              <a:gd name="connsiteX327" fmla="*/ 3245688 w 9854218"/>
              <a:gd name="connsiteY327" fmla="*/ 7693805 h 10287000"/>
              <a:gd name="connsiteX328" fmla="*/ 3256018 w 9854218"/>
              <a:gd name="connsiteY328" fmla="*/ 7704129 h 10287000"/>
              <a:gd name="connsiteX329" fmla="*/ 3359327 w 9854218"/>
              <a:gd name="connsiteY329" fmla="*/ 7869293 h 10287000"/>
              <a:gd name="connsiteX330" fmla="*/ 3483299 w 9854218"/>
              <a:gd name="connsiteY330" fmla="*/ 8075745 h 10287000"/>
              <a:gd name="connsiteX331" fmla="*/ 3638266 w 9854218"/>
              <a:gd name="connsiteY331" fmla="*/ 8271875 h 10287000"/>
              <a:gd name="connsiteX332" fmla="*/ 3778586 w 9854218"/>
              <a:gd name="connsiteY332" fmla="*/ 8450318 h 10287000"/>
              <a:gd name="connsiteX333" fmla="*/ 3799856 w 9854218"/>
              <a:gd name="connsiteY333" fmla="*/ 8410686 h 10287000"/>
              <a:gd name="connsiteX334" fmla="*/ 3796932 w 9854218"/>
              <a:gd name="connsiteY334" fmla="*/ 8407347 h 10287000"/>
              <a:gd name="connsiteX335" fmla="*/ 3739514 w 9854218"/>
              <a:gd name="connsiteY335" fmla="*/ 8350320 h 10287000"/>
              <a:gd name="connsiteX336" fmla="*/ 3695316 w 9854218"/>
              <a:gd name="connsiteY336" fmla="*/ 8279910 h 10287000"/>
              <a:gd name="connsiteX337" fmla="*/ 3694056 w 9854218"/>
              <a:gd name="connsiteY337" fmla="*/ 8227773 h 10287000"/>
              <a:gd name="connsiteX338" fmla="*/ 3682170 w 9854218"/>
              <a:gd name="connsiteY338" fmla="*/ 8203487 h 10287000"/>
              <a:gd name="connsiteX339" fmla="*/ 3638266 w 9854218"/>
              <a:gd name="connsiteY339" fmla="*/ 8137679 h 10287000"/>
              <a:gd name="connsiteX340" fmla="*/ 3545285 w 9854218"/>
              <a:gd name="connsiteY340" fmla="*/ 8065419 h 10287000"/>
              <a:gd name="connsiteX341" fmla="*/ 3534954 w 9854218"/>
              <a:gd name="connsiteY341" fmla="*/ 8055099 h 10287000"/>
              <a:gd name="connsiteX342" fmla="*/ 3514292 w 9854218"/>
              <a:gd name="connsiteY342" fmla="*/ 8034456 h 10287000"/>
              <a:gd name="connsiteX343" fmla="*/ 3514294 w 9854218"/>
              <a:gd name="connsiteY343" fmla="*/ 8044778 h 10287000"/>
              <a:gd name="connsiteX344" fmla="*/ 3524627 w 9854218"/>
              <a:gd name="connsiteY344" fmla="*/ 8055099 h 10287000"/>
              <a:gd name="connsiteX345" fmla="*/ 3524626 w 9854218"/>
              <a:gd name="connsiteY345" fmla="*/ 8065421 h 10287000"/>
              <a:gd name="connsiteX346" fmla="*/ 3483299 w 9854218"/>
              <a:gd name="connsiteY346" fmla="*/ 7993160 h 10287000"/>
              <a:gd name="connsiteX347" fmla="*/ 3493632 w 9854218"/>
              <a:gd name="connsiteY347" fmla="*/ 8003487 h 10287000"/>
              <a:gd name="connsiteX348" fmla="*/ 3493634 w 9854218"/>
              <a:gd name="connsiteY348" fmla="*/ 7993163 h 10287000"/>
              <a:gd name="connsiteX349" fmla="*/ 3493632 w 9854218"/>
              <a:gd name="connsiteY349" fmla="*/ 7982841 h 10287000"/>
              <a:gd name="connsiteX350" fmla="*/ 3514292 w 9854218"/>
              <a:gd name="connsiteY350" fmla="*/ 7993163 h 10287000"/>
              <a:gd name="connsiteX351" fmla="*/ 3462640 w 9854218"/>
              <a:gd name="connsiteY351" fmla="*/ 7941551 h 10287000"/>
              <a:gd name="connsiteX352" fmla="*/ 3452306 w 9854218"/>
              <a:gd name="connsiteY352" fmla="*/ 7931229 h 10287000"/>
              <a:gd name="connsiteX353" fmla="*/ 3452306 w 9854218"/>
              <a:gd name="connsiteY353" fmla="*/ 7920905 h 10287000"/>
              <a:gd name="connsiteX354" fmla="*/ 3452306 w 9854218"/>
              <a:gd name="connsiteY354" fmla="*/ 7910582 h 10287000"/>
              <a:gd name="connsiteX355" fmla="*/ 3441976 w 9854218"/>
              <a:gd name="connsiteY355" fmla="*/ 7920905 h 10287000"/>
              <a:gd name="connsiteX356" fmla="*/ 3442472 w 9854218"/>
              <a:gd name="connsiteY356" fmla="*/ 7922889 h 10287000"/>
              <a:gd name="connsiteX357" fmla="*/ 3400006 w 9854218"/>
              <a:gd name="connsiteY357" fmla="*/ 7886874 h 10287000"/>
              <a:gd name="connsiteX358" fmla="*/ 3266348 w 9854218"/>
              <a:gd name="connsiteY358" fmla="*/ 7693805 h 10287000"/>
              <a:gd name="connsiteX359" fmla="*/ 3256018 w 9854218"/>
              <a:gd name="connsiteY359" fmla="*/ 7683485 h 10287000"/>
              <a:gd name="connsiteX360" fmla="*/ 3245690 w 9854218"/>
              <a:gd name="connsiteY360" fmla="*/ 7662839 h 10287000"/>
              <a:gd name="connsiteX361" fmla="*/ 3245688 w 9854218"/>
              <a:gd name="connsiteY361" fmla="*/ 7673162 h 10287000"/>
              <a:gd name="connsiteX362" fmla="*/ 3233204 w 9854218"/>
              <a:gd name="connsiteY362" fmla="*/ 7637403 h 10287000"/>
              <a:gd name="connsiteX363" fmla="*/ 3217256 w 9854218"/>
              <a:gd name="connsiteY363" fmla="*/ 7536666 h 10287000"/>
              <a:gd name="connsiteX364" fmla="*/ 3221402 w 9854218"/>
              <a:gd name="connsiteY364" fmla="*/ 7555992 h 10287000"/>
              <a:gd name="connsiteX365" fmla="*/ 3225024 w 9854218"/>
              <a:gd name="connsiteY365" fmla="*/ 7559613 h 10287000"/>
              <a:gd name="connsiteX366" fmla="*/ 3225026 w 9854218"/>
              <a:gd name="connsiteY366" fmla="*/ 7566182 h 10287000"/>
              <a:gd name="connsiteX367" fmla="*/ 3222992 w 9854218"/>
              <a:gd name="connsiteY367" fmla="*/ 7563411 h 10287000"/>
              <a:gd name="connsiteX368" fmla="*/ 3228820 w 9854218"/>
              <a:gd name="connsiteY368" fmla="*/ 7590581 h 10287000"/>
              <a:gd name="connsiteX369" fmla="*/ 3235356 w 9854218"/>
              <a:gd name="connsiteY369" fmla="*/ 7590581 h 10287000"/>
              <a:gd name="connsiteX370" fmla="*/ 3225026 w 9854218"/>
              <a:gd name="connsiteY370" fmla="*/ 7569936 h 10287000"/>
              <a:gd name="connsiteX371" fmla="*/ 3225026 w 9854218"/>
              <a:gd name="connsiteY371" fmla="*/ 7566182 h 10287000"/>
              <a:gd name="connsiteX372" fmla="*/ 3235356 w 9854218"/>
              <a:gd name="connsiteY372" fmla="*/ 7580259 h 10287000"/>
              <a:gd name="connsiteX373" fmla="*/ 576853 w 9854218"/>
              <a:gd name="connsiteY373" fmla="*/ 7500311 h 10287000"/>
              <a:gd name="connsiteX374" fmla="*/ 576661 w 9854218"/>
              <a:gd name="connsiteY374" fmla="*/ 7505700 h 10287000"/>
              <a:gd name="connsiteX375" fmla="*/ 577664 w 9854218"/>
              <a:gd name="connsiteY375" fmla="*/ 7506488 h 10287000"/>
              <a:gd name="connsiteX376" fmla="*/ 580756 w 9854218"/>
              <a:gd name="connsiteY376" fmla="*/ 7503573 h 10287000"/>
              <a:gd name="connsiteX377" fmla="*/ 3058964 w 9854218"/>
              <a:gd name="connsiteY377" fmla="*/ 7357428 h 10287000"/>
              <a:gd name="connsiteX378" fmla="*/ 3110093 w 9854218"/>
              <a:gd name="connsiteY378" fmla="*/ 7465419 h 10287000"/>
              <a:gd name="connsiteX379" fmla="*/ 3147628 w 9854218"/>
              <a:gd name="connsiteY379" fmla="*/ 7527669 h 10287000"/>
              <a:gd name="connsiteX380" fmla="*/ 1935281 w 9854218"/>
              <a:gd name="connsiteY380" fmla="*/ 7216802 h 10287000"/>
              <a:gd name="connsiteX381" fmla="*/ 1937030 w 9854218"/>
              <a:gd name="connsiteY381" fmla="*/ 7220294 h 10287000"/>
              <a:gd name="connsiteX382" fmla="*/ 1937028 w 9854218"/>
              <a:gd name="connsiteY382" fmla="*/ 7232948 h 10287000"/>
              <a:gd name="connsiteX383" fmla="*/ 1937028 w 9854218"/>
              <a:gd name="connsiteY383" fmla="*/ 7245597 h 10287000"/>
              <a:gd name="connsiteX384" fmla="*/ 1935281 w 9854218"/>
              <a:gd name="connsiteY384" fmla="*/ 7216802 h 10287000"/>
              <a:gd name="connsiteX385" fmla="*/ 2891850 w 9854218"/>
              <a:gd name="connsiteY385" fmla="*/ 7157030 h 10287000"/>
              <a:gd name="connsiteX386" fmla="*/ 2894432 w 9854218"/>
              <a:gd name="connsiteY386" fmla="*/ 7157030 h 10287000"/>
              <a:gd name="connsiteX387" fmla="*/ 2894429 w 9854218"/>
              <a:gd name="connsiteY387" fmla="*/ 7167353 h 10287000"/>
              <a:gd name="connsiteX388" fmla="*/ 404158 w 9854218"/>
              <a:gd name="connsiteY388" fmla="*/ 7137999 h 10287000"/>
              <a:gd name="connsiteX389" fmla="*/ 401374 w 9854218"/>
              <a:gd name="connsiteY389" fmla="*/ 7139007 h 10287000"/>
              <a:gd name="connsiteX390" fmla="*/ 408661 w 9854218"/>
              <a:gd name="connsiteY390" fmla="*/ 7178088 h 10287000"/>
              <a:gd name="connsiteX391" fmla="*/ 412363 w 9854218"/>
              <a:gd name="connsiteY391" fmla="*/ 7181183 h 10287000"/>
              <a:gd name="connsiteX392" fmla="*/ 2918046 w 9854218"/>
              <a:gd name="connsiteY392" fmla="*/ 7071500 h 10287000"/>
              <a:gd name="connsiteX393" fmla="*/ 2915096 w 9854218"/>
              <a:gd name="connsiteY393" fmla="*/ 7074452 h 10287000"/>
              <a:gd name="connsiteX394" fmla="*/ 2935756 w 9854218"/>
              <a:gd name="connsiteY394" fmla="*/ 7157030 h 10287000"/>
              <a:gd name="connsiteX395" fmla="*/ 2884102 w 9854218"/>
              <a:gd name="connsiteY395" fmla="*/ 7126059 h 10287000"/>
              <a:gd name="connsiteX396" fmla="*/ 2889268 w 9854218"/>
              <a:gd name="connsiteY396" fmla="*/ 7146705 h 10287000"/>
              <a:gd name="connsiteX397" fmla="*/ 2891850 w 9854218"/>
              <a:gd name="connsiteY397" fmla="*/ 7157030 h 10287000"/>
              <a:gd name="connsiteX398" fmla="*/ 2884104 w 9854218"/>
              <a:gd name="connsiteY398" fmla="*/ 7157030 h 10287000"/>
              <a:gd name="connsiteX399" fmla="*/ 2884104 w 9854218"/>
              <a:gd name="connsiteY399" fmla="*/ 7167354 h 10287000"/>
              <a:gd name="connsiteX400" fmla="*/ 2884104 w 9854218"/>
              <a:gd name="connsiteY400" fmla="*/ 7177674 h 10287000"/>
              <a:gd name="connsiteX401" fmla="*/ 2915096 w 9854218"/>
              <a:gd name="connsiteY401" fmla="*/ 7229289 h 10287000"/>
              <a:gd name="connsiteX402" fmla="*/ 2925425 w 9854218"/>
              <a:gd name="connsiteY402" fmla="*/ 7239612 h 10287000"/>
              <a:gd name="connsiteX403" fmla="*/ 2935756 w 9854218"/>
              <a:gd name="connsiteY403" fmla="*/ 7260254 h 10287000"/>
              <a:gd name="connsiteX404" fmla="*/ 2946089 w 9854218"/>
              <a:gd name="connsiteY404" fmla="*/ 7270578 h 10287000"/>
              <a:gd name="connsiteX405" fmla="*/ 2935752 w 9854218"/>
              <a:gd name="connsiteY405" fmla="*/ 7249928 h 10287000"/>
              <a:gd name="connsiteX406" fmla="*/ 2925425 w 9854218"/>
              <a:gd name="connsiteY406" fmla="*/ 7229289 h 10287000"/>
              <a:gd name="connsiteX407" fmla="*/ 2977079 w 9854218"/>
              <a:gd name="connsiteY407" fmla="*/ 7280901 h 10287000"/>
              <a:gd name="connsiteX408" fmla="*/ 2984831 w 9854218"/>
              <a:gd name="connsiteY408" fmla="*/ 7257674 h 10287000"/>
              <a:gd name="connsiteX409" fmla="*/ 3003734 w 9854218"/>
              <a:gd name="connsiteY409" fmla="*/ 7251377 h 10287000"/>
              <a:gd name="connsiteX410" fmla="*/ 2942093 w 9854218"/>
              <a:gd name="connsiteY410" fmla="*/ 7133019 h 10287000"/>
              <a:gd name="connsiteX411" fmla="*/ 2915093 w 9854218"/>
              <a:gd name="connsiteY411" fmla="*/ 7063944 h 10287000"/>
              <a:gd name="connsiteX412" fmla="*/ 2915093 w 9854218"/>
              <a:gd name="connsiteY412" fmla="*/ 7064126 h 10287000"/>
              <a:gd name="connsiteX413" fmla="*/ 2915164 w 9854218"/>
              <a:gd name="connsiteY413" fmla="*/ 7064126 h 10287000"/>
              <a:gd name="connsiteX414" fmla="*/ 2915093 w 9854218"/>
              <a:gd name="connsiteY414" fmla="*/ 7063944 h 10287000"/>
              <a:gd name="connsiteX415" fmla="*/ 2849382 w 9854218"/>
              <a:gd name="connsiteY415" fmla="*/ 6895821 h 10287000"/>
              <a:gd name="connsiteX416" fmla="*/ 2848265 w 9854218"/>
              <a:gd name="connsiteY416" fmla="*/ 6901058 h 10287000"/>
              <a:gd name="connsiteX417" fmla="*/ 2860859 w 9854218"/>
              <a:gd name="connsiteY417" fmla="*/ 6936381 h 10287000"/>
              <a:gd name="connsiteX418" fmla="*/ 2875322 w 9854218"/>
              <a:gd name="connsiteY418" fmla="*/ 6962196 h 10287000"/>
              <a:gd name="connsiteX419" fmla="*/ 385241 w 9854218"/>
              <a:gd name="connsiteY419" fmla="*/ 6674598 h 10287000"/>
              <a:gd name="connsiteX420" fmla="*/ 385633 w 9854218"/>
              <a:gd name="connsiteY420" fmla="*/ 6679001 h 10287000"/>
              <a:gd name="connsiteX421" fmla="*/ 390691 w 9854218"/>
              <a:gd name="connsiteY421" fmla="*/ 6735674 h 10287000"/>
              <a:gd name="connsiteX422" fmla="*/ 520061 w 9854218"/>
              <a:gd name="connsiteY422" fmla="*/ 7276901 h 10287000"/>
              <a:gd name="connsiteX423" fmla="*/ 526588 w 9854218"/>
              <a:gd name="connsiteY423" fmla="*/ 7350027 h 10287000"/>
              <a:gd name="connsiteX424" fmla="*/ 553093 w 9854218"/>
              <a:gd name="connsiteY424" fmla="*/ 7399248 h 10287000"/>
              <a:gd name="connsiteX425" fmla="*/ 566546 w 9854218"/>
              <a:gd name="connsiteY425" fmla="*/ 7302215 h 10287000"/>
              <a:gd name="connsiteX426" fmla="*/ 616675 w 9854218"/>
              <a:gd name="connsiteY426" fmla="*/ 7533593 h 10287000"/>
              <a:gd name="connsiteX427" fmla="*/ 614161 w 9854218"/>
              <a:gd name="connsiteY427" fmla="*/ 7546719 h 10287000"/>
              <a:gd name="connsiteX428" fmla="*/ 609307 w 9854218"/>
              <a:gd name="connsiteY428" fmla="*/ 7540304 h 10287000"/>
              <a:gd name="connsiteX429" fmla="*/ 620531 w 9854218"/>
              <a:gd name="connsiteY429" fmla="*/ 7570017 h 10287000"/>
              <a:gd name="connsiteX430" fmla="*/ 648503 w 9854218"/>
              <a:gd name="connsiteY430" fmla="*/ 7635690 h 10287000"/>
              <a:gd name="connsiteX431" fmla="*/ 627220 w 9854218"/>
              <a:gd name="connsiteY431" fmla="*/ 7644969 h 10287000"/>
              <a:gd name="connsiteX432" fmla="*/ 698768 w 9854218"/>
              <a:gd name="connsiteY432" fmla="*/ 7785975 h 10287000"/>
              <a:gd name="connsiteX433" fmla="*/ 705985 w 9854218"/>
              <a:gd name="connsiteY433" fmla="*/ 7842338 h 10287000"/>
              <a:gd name="connsiteX434" fmla="*/ 719231 w 9854218"/>
              <a:gd name="connsiteY434" fmla="*/ 7878117 h 10287000"/>
              <a:gd name="connsiteX435" fmla="*/ 727777 w 9854218"/>
              <a:gd name="connsiteY435" fmla="*/ 7870068 h 10287000"/>
              <a:gd name="connsiteX436" fmla="*/ 784700 w 9854218"/>
              <a:gd name="connsiteY436" fmla="*/ 8012382 h 10287000"/>
              <a:gd name="connsiteX437" fmla="*/ 781397 w 9854218"/>
              <a:gd name="connsiteY437" fmla="*/ 8012736 h 10287000"/>
              <a:gd name="connsiteX438" fmla="*/ 795380 w 9854218"/>
              <a:gd name="connsiteY438" fmla="*/ 8042666 h 10287000"/>
              <a:gd name="connsiteX439" fmla="*/ 824632 w 9854218"/>
              <a:gd name="connsiteY439" fmla="*/ 8040041 h 10287000"/>
              <a:gd name="connsiteX440" fmla="*/ 983654 w 9854218"/>
              <a:gd name="connsiteY440" fmla="*/ 8335359 h 10287000"/>
              <a:gd name="connsiteX441" fmla="*/ 1037300 w 9854218"/>
              <a:gd name="connsiteY441" fmla="*/ 8419382 h 10287000"/>
              <a:gd name="connsiteX442" fmla="*/ 972338 w 9854218"/>
              <a:gd name="connsiteY442" fmla="*/ 8288648 h 10287000"/>
              <a:gd name="connsiteX443" fmla="*/ 580660 w 9854218"/>
              <a:gd name="connsiteY443" fmla="*/ 7306610 h 10287000"/>
              <a:gd name="connsiteX444" fmla="*/ 452429 w 9854218"/>
              <a:gd name="connsiteY444" fmla="*/ 6916037 h 10287000"/>
              <a:gd name="connsiteX445" fmla="*/ 2698146 w 9854218"/>
              <a:gd name="connsiteY445" fmla="*/ 6455090 h 10287000"/>
              <a:gd name="connsiteX446" fmla="*/ 2749798 w 9854218"/>
              <a:gd name="connsiteY446" fmla="*/ 6671862 h 10287000"/>
              <a:gd name="connsiteX447" fmla="*/ 2796288 w 9854218"/>
              <a:gd name="connsiteY447" fmla="*/ 6776381 h 10287000"/>
              <a:gd name="connsiteX448" fmla="*/ 2807396 w 9854218"/>
              <a:gd name="connsiteY448" fmla="*/ 6788406 h 10287000"/>
              <a:gd name="connsiteX449" fmla="*/ 2758038 w 9854218"/>
              <a:gd name="connsiteY449" fmla="*/ 6662120 h 10287000"/>
              <a:gd name="connsiteX450" fmla="*/ 2702070 w 9854218"/>
              <a:gd name="connsiteY450" fmla="*/ 6463778 h 10287000"/>
              <a:gd name="connsiteX451" fmla="*/ 1578806 w 9854218"/>
              <a:gd name="connsiteY451" fmla="*/ 6051324 h 10287000"/>
              <a:gd name="connsiteX452" fmla="*/ 1578095 w 9854218"/>
              <a:gd name="connsiteY452" fmla="*/ 6052265 h 10287000"/>
              <a:gd name="connsiteX453" fmla="*/ 1579340 w 9854218"/>
              <a:gd name="connsiteY453" fmla="*/ 6053457 h 10287000"/>
              <a:gd name="connsiteX454" fmla="*/ 3157676 w 9854218"/>
              <a:gd name="connsiteY454" fmla="*/ 5831444 h 10287000"/>
              <a:gd name="connsiteX455" fmla="*/ 3167154 w 9854218"/>
              <a:gd name="connsiteY455" fmla="*/ 5897463 h 10287000"/>
              <a:gd name="connsiteX456" fmla="*/ 3179536 w 9854218"/>
              <a:gd name="connsiteY456" fmla="*/ 5918415 h 10287000"/>
              <a:gd name="connsiteX457" fmla="*/ 3183389 w 9854218"/>
              <a:gd name="connsiteY457" fmla="*/ 5926548 h 10287000"/>
              <a:gd name="connsiteX458" fmla="*/ 1608035 w 9854218"/>
              <a:gd name="connsiteY458" fmla="*/ 5790446 h 10287000"/>
              <a:gd name="connsiteX459" fmla="*/ 1608806 w 9854218"/>
              <a:gd name="connsiteY459" fmla="*/ 5802330 h 10287000"/>
              <a:gd name="connsiteX460" fmla="*/ 1608036 w 9854218"/>
              <a:gd name="connsiteY460" fmla="*/ 5803103 h 10287000"/>
              <a:gd name="connsiteX461" fmla="*/ 1620094 w 9854218"/>
              <a:gd name="connsiteY461" fmla="*/ 5777793 h 10287000"/>
              <a:gd name="connsiteX462" fmla="*/ 1620690 w 9854218"/>
              <a:gd name="connsiteY462" fmla="*/ 5777793 h 10287000"/>
              <a:gd name="connsiteX463" fmla="*/ 1620689 w 9854218"/>
              <a:gd name="connsiteY463" fmla="*/ 5790449 h 10287000"/>
              <a:gd name="connsiteX464" fmla="*/ 1620094 w 9854218"/>
              <a:gd name="connsiteY464" fmla="*/ 5777793 h 10287000"/>
              <a:gd name="connsiteX465" fmla="*/ 987599 w 9854218"/>
              <a:gd name="connsiteY465" fmla="*/ 5658741 h 10287000"/>
              <a:gd name="connsiteX466" fmla="*/ 986690 w 9854218"/>
              <a:gd name="connsiteY466" fmla="*/ 5662070 h 10287000"/>
              <a:gd name="connsiteX467" fmla="*/ 988007 w 9854218"/>
              <a:gd name="connsiteY467" fmla="*/ 5663910 h 10287000"/>
              <a:gd name="connsiteX468" fmla="*/ 179521 w 9854218"/>
              <a:gd name="connsiteY468" fmla="*/ 5654276 h 10287000"/>
              <a:gd name="connsiteX469" fmla="*/ 170569 w 9854218"/>
              <a:gd name="connsiteY469" fmla="*/ 5666250 h 10287000"/>
              <a:gd name="connsiteX470" fmla="*/ 203464 w 9854218"/>
              <a:gd name="connsiteY470" fmla="*/ 5869691 h 10287000"/>
              <a:gd name="connsiteX471" fmla="*/ 224344 w 9854218"/>
              <a:gd name="connsiteY471" fmla="*/ 6103695 h 10287000"/>
              <a:gd name="connsiteX472" fmla="*/ 211024 w 9854218"/>
              <a:gd name="connsiteY472" fmla="*/ 6119633 h 10287000"/>
              <a:gd name="connsiteX473" fmla="*/ 245357 w 9854218"/>
              <a:gd name="connsiteY473" fmla="*/ 6256604 h 10287000"/>
              <a:gd name="connsiteX474" fmla="*/ 254494 w 9854218"/>
              <a:gd name="connsiteY474" fmla="*/ 6358982 h 10287000"/>
              <a:gd name="connsiteX475" fmla="*/ 266614 w 9854218"/>
              <a:gd name="connsiteY475" fmla="*/ 6397541 h 10287000"/>
              <a:gd name="connsiteX476" fmla="*/ 260396 w 9854218"/>
              <a:gd name="connsiteY476" fmla="*/ 6349323 h 10287000"/>
              <a:gd name="connsiteX477" fmla="*/ 238729 w 9854218"/>
              <a:gd name="connsiteY477" fmla="*/ 6189101 h 10287000"/>
              <a:gd name="connsiteX478" fmla="*/ 245522 w 9854218"/>
              <a:gd name="connsiteY478" fmla="*/ 6100037 h 10287000"/>
              <a:gd name="connsiteX479" fmla="*/ 221948 w 9854218"/>
              <a:gd name="connsiteY479" fmla="*/ 5887466 h 10287000"/>
              <a:gd name="connsiteX480" fmla="*/ 214630 w 9854218"/>
              <a:gd name="connsiteY480" fmla="*/ 5676320 h 10287000"/>
              <a:gd name="connsiteX481" fmla="*/ 200849 w 9854218"/>
              <a:gd name="connsiteY481" fmla="*/ 5668716 h 10287000"/>
              <a:gd name="connsiteX482" fmla="*/ 179521 w 9854218"/>
              <a:gd name="connsiteY482" fmla="*/ 5654276 h 10287000"/>
              <a:gd name="connsiteX483" fmla="*/ 207314 w 9854218"/>
              <a:gd name="connsiteY483" fmla="*/ 5516166 h 10287000"/>
              <a:gd name="connsiteX484" fmla="*/ 207958 w 9854218"/>
              <a:gd name="connsiteY484" fmla="*/ 5528946 h 10287000"/>
              <a:gd name="connsiteX485" fmla="*/ 211150 w 9854218"/>
              <a:gd name="connsiteY485" fmla="*/ 5547980 h 10287000"/>
              <a:gd name="connsiteX486" fmla="*/ 210569 w 9854218"/>
              <a:gd name="connsiteY486" fmla="*/ 5526123 h 10287000"/>
              <a:gd name="connsiteX487" fmla="*/ 192424 w 9854218"/>
              <a:gd name="connsiteY487" fmla="*/ 5257115 h 10287000"/>
              <a:gd name="connsiteX488" fmla="*/ 193628 w 9854218"/>
              <a:gd name="connsiteY488" fmla="*/ 5272157 h 10287000"/>
              <a:gd name="connsiteX489" fmla="*/ 191896 w 9854218"/>
              <a:gd name="connsiteY489" fmla="*/ 5279469 h 10287000"/>
              <a:gd name="connsiteX490" fmla="*/ 193616 w 9854218"/>
              <a:gd name="connsiteY490" fmla="*/ 5297948 h 10287000"/>
              <a:gd name="connsiteX491" fmla="*/ 196162 w 9854218"/>
              <a:gd name="connsiteY491" fmla="*/ 5303711 h 10287000"/>
              <a:gd name="connsiteX492" fmla="*/ 193628 w 9854218"/>
              <a:gd name="connsiteY492" fmla="*/ 5272157 h 10287000"/>
              <a:gd name="connsiteX493" fmla="*/ 193729 w 9854218"/>
              <a:gd name="connsiteY493" fmla="*/ 5271741 h 10287000"/>
              <a:gd name="connsiteX494" fmla="*/ 192424 w 9854218"/>
              <a:gd name="connsiteY494" fmla="*/ 5257115 h 10287000"/>
              <a:gd name="connsiteX495" fmla="*/ 167189 w 9854218"/>
              <a:gd name="connsiteY495" fmla="*/ 5242794 h 10287000"/>
              <a:gd name="connsiteX496" fmla="*/ 169834 w 9854218"/>
              <a:gd name="connsiteY496" fmla="*/ 5251772 h 10287000"/>
              <a:gd name="connsiteX497" fmla="*/ 174181 w 9854218"/>
              <a:gd name="connsiteY497" fmla="*/ 5434740 h 10287000"/>
              <a:gd name="connsiteX498" fmla="*/ 175744 w 9854218"/>
              <a:gd name="connsiteY498" fmla="*/ 5481300 h 10287000"/>
              <a:gd name="connsiteX499" fmla="*/ 176030 w 9854218"/>
              <a:gd name="connsiteY499" fmla="*/ 5479637 h 10287000"/>
              <a:gd name="connsiteX500" fmla="*/ 181550 w 9854218"/>
              <a:gd name="connsiteY500" fmla="*/ 5458872 h 10287000"/>
              <a:gd name="connsiteX501" fmla="*/ 193984 w 9854218"/>
              <a:gd name="connsiteY501" fmla="*/ 5474340 h 10287000"/>
              <a:gd name="connsiteX502" fmla="*/ 201959 w 9854218"/>
              <a:gd name="connsiteY502" fmla="*/ 5477472 h 10287000"/>
              <a:gd name="connsiteX503" fmla="*/ 196402 w 9854218"/>
              <a:gd name="connsiteY503" fmla="*/ 5432868 h 10287000"/>
              <a:gd name="connsiteX504" fmla="*/ 176849 w 9854218"/>
              <a:gd name="connsiteY504" fmla="*/ 5308184 h 10287000"/>
              <a:gd name="connsiteX505" fmla="*/ 173353 w 9854218"/>
              <a:gd name="connsiteY505" fmla="*/ 5243462 h 10287000"/>
              <a:gd name="connsiteX506" fmla="*/ 1645996 w 9854218"/>
              <a:gd name="connsiteY506" fmla="*/ 5183081 h 10287000"/>
              <a:gd name="connsiteX507" fmla="*/ 1645996 w 9854218"/>
              <a:gd name="connsiteY507" fmla="*/ 5195732 h 10287000"/>
              <a:gd name="connsiteX508" fmla="*/ 1633342 w 9854218"/>
              <a:gd name="connsiteY508" fmla="*/ 5195732 h 10287000"/>
              <a:gd name="connsiteX509" fmla="*/ 1620689 w 9854218"/>
              <a:gd name="connsiteY509" fmla="*/ 5043891 h 10287000"/>
              <a:gd name="connsiteX510" fmla="*/ 1633343 w 9854218"/>
              <a:gd name="connsiteY510" fmla="*/ 5119812 h 10287000"/>
              <a:gd name="connsiteX511" fmla="*/ 1620690 w 9854218"/>
              <a:gd name="connsiteY511" fmla="*/ 5145120 h 10287000"/>
              <a:gd name="connsiteX512" fmla="*/ 1633342 w 9854218"/>
              <a:gd name="connsiteY512" fmla="*/ 5170424 h 10287000"/>
              <a:gd name="connsiteX513" fmla="*/ 1633343 w 9854218"/>
              <a:gd name="connsiteY513" fmla="*/ 5183081 h 10287000"/>
              <a:gd name="connsiteX514" fmla="*/ 1633342 w 9854218"/>
              <a:gd name="connsiteY514" fmla="*/ 5195732 h 10287000"/>
              <a:gd name="connsiteX515" fmla="*/ 1633342 w 9854218"/>
              <a:gd name="connsiteY515" fmla="*/ 5208387 h 10287000"/>
              <a:gd name="connsiteX516" fmla="*/ 1633343 w 9854218"/>
              <a:gd name="connsiteY516" fmla="*/ 5221041 h 10287000"/>
              <a:gd name="connsiteX517" fmla="*/ 1645996 w 9854218"/>
              <a:gd name="connsiteY517" fmla="*/ 5221038 h 10287000"/>
              <a:gd name="connsiteX518" fmla="*/ 1620689 w 9854218"/>
              <a:gd name="connsiteY518" fmla="*/ 5233692 h 10287000"/>
              <a:gd name="connsiteX519" fmla="*/ 1633343 w 9854218"/>
              <a:gd name="connsiteY519" fmla="*/ 5246346 h 10287000"/>
              <a:gd name="connsiteX520" fmla="*/ 1620689 w 9854218"/>
              <a:gd name="connsiteY520" fmla="*/ 5284307 h 10287000"/>
              <a:gd name="connsiteX521" fmla="*/ 1620694 w 9854218"/>
              <a:gd name="connsiteY521" fmla="*/ 5360228 h 10287000"/>
              <a:gd name="connsiteX522" fmla="*/ 1608036 w 9854218"/>
              <a:gd name="connsiteY522" fmla="*/ 5372882 h 10287000"/>
              <a:gd name="connsiteX523" fmla="*/ 1620689 w 9854218"/>
              <a:gd name="connsiteY523" fmla="*/ 5385533 h 10287000"/>
              <a:gd name="connsiteX524" fmla="*/ 1608035 w 9854218"/>
              <a:gd name="connsiteY524" fmla="*/ 5385537 h 10287000"/>
              <a:gd name="connsiteX525" fmla="*/ 1620689 w 9854218"/>
              <a:gd name="connsiteY525" fmla="*/ 5512071 h 10287000"/>
              <a:gd name="connsiteX526" fmla="*/ 1620690 w 9854218"/>
              <a:gd name="connsiteY526" fmla="*/ 5524721 h 10287000"/>
              <a:gd name="connsiteX527" fmla="*/ 1620689 w 9854218"/>
              <a:gd name="connsiteY527" fmla="*/ 5550032 h 10287000"/>
              <a:gd name="connsiteX528" fmla="*/ 1633342 w 9854218"/>
              <a:gd name="connsiteY528" fmla="*/ 5550032 h 10287000"/>
              <a:gd name="connsiteX529" fmla="*/ 1620689 w 9854218"/>
              <a:gd name="connsiteY529" fmla="*/ 5651259 h 10287000"/>
              <a:gd name="connsiteX530" fmla="*/ 1608035 w 9854218"/>
              <a:gd name="connsiteY530" fmla="*/ 5651259 h 10287000"/>
              <a:gd name="connsiteX531" fmla="*/ 1608035 w 9854218"/>
              <a:gd name="connsiteY531" fmla="*/ 5663913 h 10287000"/>
              <a:gd name="connsiteX532" fmla="*/ 1620689 w 9854218"/>
              <a:gd name="connsiteY532" fmla="*/ 5676567 h 10287000"/>
              <a:gd name="connsiteX533" fmla="*/ 1620689 w 9854218"/>
              <a:gd name="connsiteY533" fmla="*/ 5689218 h 10287000"/>
              <a:gd name="connsiteX534" fmla="*/ 1633342 w 9854218"/>
              <a:gd name="connsiteY534" fmla="*/ 5701869 h 10287000"/>
              <a:gd name="connsiteX535" fmla="*/ 1619108 w 9854218"/>
              <a:gd name="connsiteY535" fmla="*/ 5757035 h 10287000"/>
              <a:gd name="connsiteX536" fmla="*/ 1620094 w 9854218"/>
              <a:gd name="connsiteY536" fmla="*/ 5777793 h 10287000"/>
              <a:gd name="connsiteX537" fmla="*/ 1608035 w 9854218"/>
              <a:gd name="connsiteY537" fmla="*/ 5777793 h 10287000"/>
              <a:gd name="connsiteX538" fmla="*/ 1608036 w 9854218"/>
              <a:gd name="connsiteY538" fmla="*/ 5765139 h 10287000"/>
              <a:gd name="connsiteX539" fmla="*/ 1595382 w 9854218"/>
              <a:gd name="connsiteY539" fmla="*/ 5714528 h 10287000"/>
              <a:gd name="connsiteX540" fmla="*/ 1595386 w 9854218"/>
              <a:gd name="connsiteY540" fmla="*/ 5701874 h 10287000"/>
              <a:gd name="connsiteX541" fmla="*/ 1582726 w 9854218"/>
              <a:gd name="connsiteY541" fmla="*/ 5714528 h 10287000"/>
              <a:gd name="connsiteX542" fmla="*/ 1557422 w 9854218"/>
              <a:gd name="connsiteY542" fmla="*/ 5499417 h 10287000"/>
              <a:gd name="connsiteX543" fmla="*/ 1570076 w 9854218"/>
              <a:gd name="connsiteY543" fmla="*/ 5372882 h 10287000"/>
              <a:gd name="connsiteX544" fmla="*/ 1608035 w 9854218"/>
              <a:gd name="connsiteY544" fmla="*/ 5271653 h 10287000"/>
              <a:gd name="connsiteX545" fmla="*/ 1620689 w 9854218"/>
              <a:gd name="connsiteY545" fmla="*/ 5043891 h 10287000"/>
              <a:gd name="connsiteX546" fmla="*/ 139210 w 9854218"/>
              <a:gd name="connsiteY546" fmla="*/ 4996022 h 10287000"/>
              <a:gd name="connsiteX547" fmla="*/ 139087 w 9854218"/>
              <a:gd name="connsiteY547" fmla="*/ 5001062 h 10287000"/>
              <a:gd name="connsiteX548" fmla="*/ 127640 w 9854218"/>
              <a:gd name="connsiteY548" fmla="*/ 5102522 h 10287000"/>
              <a:gd name="connsiteX549" fmla="*/ 143042 w 9854218"/>
              <a:gd name="connsiteY549" fmla="*/ 5144790 h 10287000"/>
              <a:gd name="connsiteX550" fmla="*/ 144632 w 9854218"/>
              <a:gd name="connsiteY550" fmla="*/ 5154192 h 10287000"/>
              <a:gd name="connsiteX551" fmla="*/ 142862 w 9854218"/>
              <a:gd name="connsiteY551" fmla="*/ 5083734 h 10287000"/>
              <a:gd name="connsiteX552" fmla="*/ 142894 w 9854218"/>
              <a:gd name="connsiteY552" fmla="*/ 5017103 h 10287000"/>
              <a:gd name="connsiteX553" fmla="*/ 2966222 w 9854218"/>
              <a:gd name="connsiteY553" fmla="*/ 4796178 h 10287000"/>
              <a:gd name="connsiteX554" fmla="*/ 2947385 w 9854218"/>
              <a:gd name="connsiteY554" fmla="*/ 4848713 h 10287000"/>
              <a:gd name="connsiteX555" fmla="*/ 3017699 w 9854218"/>
              <a:gd name="connsiteY555" fmla="*/ 5700701 h 10287000"/>
              <a:gd name="connsiteX556" fmla="*/ 3017195 w 9854218"/>
              <a:gd name="connsiteY556" fmla="*/ 5858349 h 10287000"/>
              <a:gd name="connsiteX557" fmla="*/ 3016649 w 9854218"/>
              <a:gd name="connsiteY557" fmla="*/ 6072003 h 10287000"/>
              <a:gd name="connsiteX558" fmla="*/ 3109499 w 9854218"/>
              <a:gd name="connsiteY558" fmla="*/ 6487352 h 10287000"/>
              <a:gd name="connsiteX559" fmla="*/ 3193523 w 9854218"/>
              <a:gd name="connsiteY559" fmla="*/ 6763580 h 10287000"/>
              <a:gd name="connsiteX560" fmla="*/ 3215621 w 9854218"/>
              <a:gd name="connsiteY560" fmla="*/ 6797463 h 10287000"/>
              <a:gd name="connsiteX561" fmla="*/ 3303474 w 9854218"/>
              <a:gd name="connsiteY561" fmla="*/ 6938549 h 10287000"/>
              <a:gd name="connsiteX562" fmla="*/ 3273834 w 9854218"/>
              <a:gd name="connsiteY562" fmla="*/ 6927000 h 10287000"/>
              <a:gd name="connsiteX563" fmla="*/ 3415644 w 9854218"/>
              <a:gd name="connsiteY563" fmla="*/ 7264004 h 10287000"/>
              <a:gd name="connsiteX564" fmla="*/ 3440762 w 9854218"/>
              <a:gd name="connsiteY564" fmla="*/ 7265252 h 10287000"/>
              <a:gd name="connsiteX565" fmla="*/ 3497912 w 9854218"/>
              <a:gd name="connsiteY565" fmla="*/ 7381436 h 10287000"/>
              <a:gd name="connsiteX566" fmla="*/ 3572770 w 9854218"/>
              <a:gd name="connsiteY566" fmla="*/ 7495980 h 10287000"/>
              <a:gd name="connsiteX567" fmla="*/ 3594125 w 9854218"/>
              <a:gd name="connsiteY567" fmla="*/ 7572603 h 10287000"/>
              <a:gd name="connsiteX568" fmla="*/ 3644740 w 9854218"/>
              <a:gd name="connsiteY568" fmla="*/ 7617936 h 10287000"/>
              <a:gd name="connsiteX569" fmla="*/ 3749616 w 9854218"/>
              <a:gd name="connsiteY569" fmla="*/ 7786866 h 10287000"/>
              <a:gd name="connsiteX570" fmla="*/ 3817064 w 9854218"/>
              <a:gd name="connsiteY570" fmla="*/ 7898523 h 10287000"/>
              <a:gd name="connsiteX571" fmla="*/ 3812542 w 9854218"/>
              <a:gd name="connsiteY571" fmla="*/ 7888224 h 10287000"/>
              <a:gd name="connsiteX572" fmla="*/ 3810908 w 9854218"/>
              <a:gd name="connsiteY572" fmla="*/ 7870512 h 10287000"/>
              <a:gd name="connsiteX573" fmla="*/ 3822840 w 9854218"/>
              <a:gd name="connsiteY573" fmla="*/ 7883699 h 10287000"/>
              <a:gd name="connsiteX574" fmla="*/ 3833136 w 9854218"/>
              <a:gd name="connsiteY574" fmla="*/ 7879172 h 10287000"/>
              <a:gd name="connsiteX575" fmla="*/ 3839292 w 9854218"/>
              <a:gd name="connsiteY575" fmla="*/ 7907186 h 10287000"/>
              <a:gd name="connsiteX576" fmla="*/ 3843814 w 9854218"/>
              <a:gd name="connsiteY576" fmla="*/ 7917485 h 10287000"/>
              <a:gd name="connsiteX577" fmla="*/ 3845448 w 9854218"/>
              <a:gd name="connsiteY577" fmla="*/ 7935197 h 10287000"/>
              <a:gd name="connsiteX578" fmla="*/ 3826106 w 9854218"/>
              <a:gd name="connsiteY578" fmla="*/ 7919123 h 10287000"/>
              <a:gd name="connsiteX579" fmla="*/ 3821928 w 9854218"/>
              <a:gd name="connsiteY579" fmla="*/ 7917495 h 10287000"/>
              <a:gd name="connsiteX580" fmla="*/ 4217118 w 9854218"/>
              <a:gd name="connsiteY580" fmla="*/ 8397302 h 10287000"/>
              <a:gd name="connsiteX581" fmla="*/ 4226942 w 9854218"/>
              <a:gd name="connsiteY581" fmla="*/ 8401994 h 10287000"/>
              <a:gd name="connsiteX582" fmla="*/ 4264216 w 9854218"/>
              <a:gd name="connsiteY582" fmla="*/ 8443161 h 10287000"/>
              <a:gd name="connsiteX583" fmla="*/ 4315950 w 9854218"/>
              <a:gd name="connsiteY583" fmla="*/ 8494650 h 10287000"/>
              <a:gd name="connsiteX584" fmla="*/ 4779590 w 9854218"/>
              <a:gd name="connsiteY584" fmla="*/ 8921636 h 10287000"/>
              <a:gd name="connsiteX585" fmla="*/ 5003136 w 9854218"/>
              <a:gd name="connsiteY585" fmla="*/ 9083376 h 10287000"/>
              <a:gd name="connsiteX586" fmla="*/ 5015632 w 9854218"/>
              <a:gd name="connsiteY586" fmla="*/ 9083552 h 10287000"/>
              <a:gd name="connsiteX587" fmla="*/ 5042230 w 9854218"/>
              <a:gd name="connsiteY587" fmla="*/ 9085005 h 10287000"/>
              <a:gd name="connsiteX588" fmla="*/ 5052194 w 9854218"/>
              <a:gd name="connsiteY588" fmla="*/ 9080643 h 10287000"/>
              <a:gd name="connsiteX589" fmla="*/ 4898326 w 9854218"/>
              <a:gd name="connsiteY589" fmla="*/ 8953278 h 10287000"/>
              <a:gd name="connsiteX590" fmla="*/ 4893268 w 9854218"/>
              <a:gd name="connsiteY590" fmla="*/ 8949717 h 10287000"/>
              <a:gd name="connsiteX591" fmla="*/ 4882082 w 9854218"/>
              <a:gd name="connsiteY591" fmla="*/ 8939832 h 10287000"/>
              <a:gd name="connsiteX592" fmla="*/ 4873380 w 9854218"/>
              <a:gd name="connsiteY592" fmla="*/ 8932628 h 10287000"/>
              <a:gd name="connsiteX593" fmla="*/ 4870010 w 9854218"/>
              <a:gd name="connsiteY593" fmla="*/ 8929164 h 10287000"/>
              <a:gd name="connsiteX594" fmla="*/ 4733957 w 9854218"/>
              <a:gd name="connsiteY594" fmla="*/ 8808936 h 10287000"/>
              <a:gd name="connsiteX595" fmla="*/ 4433788 w 9854218"/>
              <a:gd name="connsiteY595" fmla="*/ 8512905 h 10287000"/>
              <a:gd name="connsiteX596" fmla="*/ 4384469 w 9854218"/>
              <a:gd name="connsiteY596" fmla="*/ 8459937 h 10287000"/>
              <a:gd name="connsiteX597" fmla="*/ 4349390 w 9854218"/>
              <a:gd name="connsiteY597" fmla="*/ 8394454 h 10287000"/>
              <a:gd name="connsiteX598" fmla="*/ 4290320 w 9854218"/>
              <a:gd name="connsiteY598" fmla="*/ 8320214 h 10287000"/>
              <a:gd name="connsiteX599" fmla="*/ 4225055 w 9854218"/>
              <a:gd name="connsiteY599" fmla="*/ 8236626 h 10287000"/>
              <a:gd name="connsiteX600" fmla="*/ 4219649 w 9854218"/>
              <a:gd name="connsiteY600" fmla="*/ 8259875 h 10287000"/>
              <a:gd name="connsiteX601" fmla="*/ 4133375 w 9854218"/>
              <a:gd name="connsiteY601" fmla="*/ 8174462 h 10287000"/>
              <a:gd name="connsiteX602" fmla="*/ 4052508 w 9854218"/>
              <a:gd name="connsiteY602" fmla="*/ 8065806 h 10287000"/>
              <a:gd name="connsiteX603" fmla="*/ 4006766 w 9854218"/>
              <a:gd name="connsiteY603" fmla="*/ 7981653 h 10287000"/>
              <a:gd name="connsiteX604" fmla="*/ 3989472 w 9854218"/>
              <a:gd name="connsiteY604" fmla="*/ 7985799 h 10287000"/>
              <a:gd name="connsiteX605" fmla="*/ 3868270 w 9854218"/>
              <a:gd name="connsiteY605" fmla="*/ 7769745 h 10287000"/>
              <a:gd name="connsiteX606" fmla="*/ 3743464 w 9854218"/>
              <a:gd name="connsiteY606" fmla="*/ 7569188 h 10287000"/>
              <a:gd name="connsiteX607" fmla="*/ 3735718 w 9854218"/>
              <a:gd name="connsiteY607" fmla="*/ 7567386 h 10287000"/>
              <a:gd name="connsiteX608" fmla="*/ 3737522 w 9854218"/>
              <a:gd name="connsiteY608" fmla="*/ 7559636 h 10287000"/>
              <a:gd name="connsiteX609" fmla="*/ 3725634 w 9854218"/>
              <a:gd name="connsiteY609" fmla="*/ 7540536 h 10287000"/>
              <a:gd name="connsiteX610" fmla="*/ 3733379 w 9854218"/>
              <a:gd name="connsiteY610" fmla="*/ 7542338 h 10287000"/>
              <a:gd name="connsiteX611" fmla="*/ 3736644 w 9854218"/>
              <a:gd name="connsiteY611" fmla="*/ 7543607 h 10287000"/>
              <a:gd name="connsiteX612" fmla="*/ 3739324 w 9854218"/>
              <a:gd name="connsiteY612" fmla="*/ 7551888 h 10287000"/>
              <a:gd name="connsiteX613" fmla="*/ 3739932 w 9854218"/>
              <a:gd name="connsiteY613" fmla="*/ 7544883 h 10287000"/>
              <a:gd name="connsiteX614" fmla="*/ 3736644 w 9854218"/>
              <a:gd name="connsiteY614" fmla="*/ 7543607 h 10287000"/>
              <a:gd name="connsiteX615" fmla="*/ 3732942 w 9854218"/>
              <a:gd name="connsiteY615" fmla="*/ 7532154 h 10287000"/>
              <a:gd name="connsiteX616" fmla="*/ 3715014 w 9854218"/>
              <a:gd name="connsiteY616" fmla="*/ 7480890 h 10287000"/>
              <a:gd name="connsiteX617" fmla="*/ 3862522 w 9854218"/>
              <a:gd name="connsiteY617" fmla="*/ 7654056 h 10287000"/>
              <a:gd name="connsiteX618" fmla="*/ 3831539 w 9854218"/>
              <a:gd name="connsiteY618" fmla="*/ 7646849 h 10287000"/>
              <a:gd name="connsiteX619" fmla="*/ 4019918 w 9854218"/>
              <a:gd name="connsiteY619" fmla="*/ 7960209 h 10287000"/>
              <a:gd name="connsiteX620" fmla="*/ 4044958 w 9854218"/>
              <a:gd name="connsiteY620" fmla="*/ 7957865 h 10287000"/>
              <a:gd name="connsiteX621" fmla="*/ 4118078 w 9854218"/>
              <a:gd name="connsiteY621" fmla="*/ 8064722 h 10287000"/>
              <a:gd name="connsiteX622" fmla="*/ 4208492 w 9854218"/>
              <a:gd name="connsiteY622" fmla="*/ 8167431 h 10287000"/>
              <a:gd name="connsiteX623" fmla="*/ 4240546 w 9854218"/>
              <a:gd name="connsiteY623" fmla="*/ 8240231 h 10287000"/>
              <a:gd name="connsiteX624" fmla="*/ 4297103 w 9854218"/>
              <a:gd name="connsiteY624" fmla="*/ 8277890 h 10287000"/>
              <a:gd name="connsiteX625" fmla="*/ 4347194 w 9854218"/>
              <a:gd name="connsiteY625" fmla="*/ 8347739 h 10287000"/>
              <a:gd name="connsiteX626" fmla="*/ 4351784 w 9854218"/>
              <a:gd name="connsiteY626" fmla="*/ 8352600 h 10287000"/>
              <a:gd name="connsiteX627" fmla="*/ 4361840 w 9854218"/>
              <a:gd name="connsiteY627" fmla="*/ 8340473 h 10287000"/>
              <a:gd name="connsiteX628" fmla="*/ 4268230 w 9854218"/>
              <a:gd name="connsiteY628" fmla="*/ 8210715 h 10287000"/>
              <a:gd name="connsiteX629" fmla="*/ 4380947 w 9854218"/>
              <a:gd name="connsiteY629" fmla="*/ 8337401 h 10287000"/>
              <a:gd name="connsiteX630" fmla="*/ 4391542 w 9854218"/>
              <a:gd name="connsiteY630" fmla="*/ 8337747 h 10287000"/>
              <a:gd name="connsiteX631" fmla="*/ 4408034 w 9854218"/>
              <a:gd name="connsiteY631" fmla="*/ 8361078 h 10287000"/>
              <a:gd name="connsiteX632" fmla="*/ 4635240 w 9854218"/>
              <a:gd name="connsiteY632" fmla="*/ 8586590 h 10287000"/>
              <a:gd name="connsiteX633" fmla="*/ 5039628 w 9854218"/>
              <a:gd name="connsiteY633" fmla="*/ 8963541 h 10287000"/>
              <a:gd name="connsiteX634" fmla="*/ 5454780 w 9854218"/>
              <a:gd name="connsiteY634" fmla="*/ 9255388 h 10287000"/>
              <a:gd name="connsiteX635" fmla="*/ 5905180 w 9854218"/>
              <a:gd name="connsiteY635" fmla="*/ 9536937 h 10287000"/>
              <a:gd name="connsiteX636" fmla="*/ 4854150 w 9854218"/>
              <a:gd name="connsiteY636" fmla="*/ 8681319 h 10287000"/>
              <a:gd name="connsiteX637" fmla="*/ 4576214 w 9854218"/>
              <a:gd name="connsiteY637" fmla="*/ 8371013 h 10287000"/>
              <a:gd name="connsiteX638" fmla="*/ 4394212 w 9854218"/>
              <a:gd name="connsiteY638" fmla="*/ 8183049 h 10287000"/>
              <a:gd name="connsiteX639" fmla="*/ 4349627 w 9854218"/>
              <a:gd name="connsiteY639" fmla="*/ 8105747 h 10287000"/>
              <a:gd name="connsiteX640" fmla="*/ 4344314 w 9854218"/>
              <a:gd name="connsiteY640" fmla="*/ 8098556 h 10287000"/>
              <a:gd name="connsiteX641" fmla="*/ 4243772 w 9854218"/>
              <a:gd name="connsiteY641" fmla="*/ 7987931 h 10287000"/>
              <a:gd name="connsiteX642" fmla="*/ 3267006 w 9854218"/>
              <a:gd name="connsiteY642" fmla="*/ 6235823 h 10287000"/>
              <a:gd name="connsiteX643" fmla="*/ 3211728 w 9854218"/>
              <a:gd name="connsiteY643" fmla="*/ 6031370 h 10287000"/>
              <a:gd name="connsiteX644" fmla="*/ 3206867 w 9854218"/>
              <a:gd name="connsiteY644" fmla="*/ 6033956 h 10287000"/>
              <a:gd name="connsiteX645" fmla="*/ 3199584 w 9854218"/>
              <a:gd name="connsiteY645" fmla="*/ 6028499 h 10287000"/>
              <a:gd name="connsiteX646" fmla="*/ 3192322 w 9854218"/>
              <a:gd name="connsiteY646" fmla="*/ 6019941 h 10287000"/>
              <a:gd name="connsiteX647" fmla="*/ 3227930 w 9854218"/>
              <a:gd name="connsiteY647" fmla="*/ 6178428 h 10287000"/>
              <a:gd name="connsiteX648" fmla="*/ 3224717 w 9854218"/>
              <a:gd name="connsiteY648" fmla="*/ 6218504 h 10287000"/>
              <a:gd name="connsiteX649" fmla="*/ 3221740 w 9854218"/>
              <a:gd name="connsiteY649" fmla="*/ 6219554 h 10287000"/>
              <a:gd name="connsiteX650" fmla="*/ 3233850 w 9854218"/>
              <a:gd name="connsiteY650" fmla="*/ 6276857 h 10287000"/>
              <a:gd name="connsiteX651" fmla="*/ 3262542 w 9854218"/>
              <a:gd name="connsiteY651" fmla="*/ 6371084 h 10287000"/>
              <a:gd name="connsiteX652" fmla="*/ 3286976 w 9854218"/>
              <a:gd name="connsiteY652" fmla="*/ 6377040 h 10287000"/>
              <a:gd name="connsiteX653" fmla="*/ 3321210 w 9854218"/>
              <a:gd name="connsiteY653" fmla="*/ 6501911 h 10287000"/>
              <a:gd name="connsiteX654" fmla="*/ 3373146 w 9854218"/>
              <a:gd name="connsiteY654" fmla="*/ 6628508 h 10287000"/>
              <a:gd name="connsiteX655" fmla="*/ 3379682 w 9854218"/>
              <a:gd name="connsiteY655" fmla="*/ 6707784 h 10287000"/>
              <a:gd name="connsiteX656" fmla="*/ 3420848 w 9854218"/>
              <a:gd name="connsiteY656" fmla="*/ 6761841 h 10287000"/>
              <a:gd name="connsiteX657" fmla="*/ 3492018 w 9854218"/>
              <a:gd name="connsiteY657" fmla="*/ 6947505 h 10287000"/>
              <a:gd name="connsiteX658" fmla="*/ 3537221 w 9854218"/>
              <a:gd name="connsiteY658" fmla="*/ 7069871 h 10287000"/>
              <a:gd name="connsiteX659" fmla="*/ 3534720 w 9854218"/>
              <a:gd name="connsiteY659" fmla="*/ 7058904 h 10287000"/>
              <a:gd name="connsiteX660" fmla="*/ 3536454 w 9854218"/>
              <a:gd name="connsiteY660" fmla="*/ 7041201 h 10287000"/>
              <a:gd name="connsiteX661" fmla="*/ 3545687 w 9854218"/>
              <a:gd name="connsiteY661" fmla="*/ 7056398 h 10287000"/>
              <a:gd name="connsiteX662" fmla="*/ 3556652 w 9854218"/>
              <a:gd name="connsiteY662" fmla="*/ 7053894 h 10287000"/>
              <a:gd name="connsiteX663" fmla="*/ 3557422 w 9854218"/>
              <a:gd name="connsiteY663" fmla="*/ 7082565 h 10287000"/>
              <a:gd name="connsiteX664" fmla="*/ 3559922 w 9854218"/>
              <a:gd name="connsiteY664" fmla="*/ 7093532 h 10287000"/>
              <a:gd name="connsiteX665" fmla="*/ 3558190 w 9854218"/>
              <a:gd name="connsiteY665" fmla="*/ 7111235 h 10287000"/>
              <a:gd name="connsiteX666" fmla="*/ 3542222 w 9854218"/>
              <a:gd name="connsiteY666" fmla="*/ 7091805 h 10287000"/>
              <a:gd name="connsiteX667" fmla="*/ 3516058 w 9854218"/>
              <a:gd name="connsiteY667" fmla="*/ 7103550 h 10287000"/>
              <a:gd name="connsiteX668" fmla="*/ 3433152 w 9854218"/>
              <a:gd name="connsiteY668" fmla="*/ 6891720 h 10287000"/>
              <a:gd name="connsiteX669" fmla="*/ 3366216 w 9854218"/>
              <a:gd name="connsiteY669" fmla="*/ 6699320 h 10287000"/>
              <a:gd name="connsiteX670" fmla="*/ 3353518 w 9854218"/>
              <a:gd name="connsiteY670" fmla="*/ 6719529 h 10287000"/>
              <a:gd name="connsiteX671" fmla="*/ 3299850 w 9854218"/>
              <a:gd name="connsiteY671" fmla="*/ 6610635 h 10287000"/>
              <a:gd name="connsiteX672" fmla="*/ 3258880 w 9854218"/>
              <a:gd name="connsiteY672" fmla="*/ 6481532 h 10287000"/>
              <a:gd name="connsiteX673" fmla="*/ 3243110 w 9854218"/>
              <a:gd name="connsiteY673" fmla="*/ 6387060 h 10287000"/>
              <a:gd name="connsiteX674" fmla="*/ 3225413 w 9854218"/>
              <a:gd name="connsiteY674" fmla="*/ 6385334 h 10287000"/>
              <a:gd name="connsiteX675" fmla="*/ 3193292 w 9854218"/>
              <a:gd name="connsiteY675" fmla="*/ 6257094 h 10287000"/>
              <a:gd name="connsiteX676" fmla="*/ 3186686 w 9854218"/>
              <a:gd name="connsiteY676" fmla="*/ 6225378 h 10287000"/>
              <a:gd name="connsiteX677" fmla="*/ 3176492 w 9854218"/>
              <a:gd name="connsiteY677" fmla="*/ 6225662 h 10287000"/>
              <a:gd name="connsiteX678" fmla="*/ 3162320 w 9854218"/>
              <a:gd name="connsiteY678" fmla="*/ 6199470 h 10287000"/>
              <a:gd name="connsiteX679" fmla="*/ 3154300 w 9854218"/>
              <a:gd name="connsiteY679" fmla="*/ 6149984 h 10287000"/>
              <a:gd name="connsiteX680" fmla="*/ 2993406 w 9854218"/>
              <a:gd name="connsiteY680" fmla="*/ 4859490 h 10287000"/>
              <a:gd name="connsiteX681" fmla="*/ 2966222 w 9854218"/>
              <a:gd name="connsiteY681" fmla="*/ 4796178 h 10287000"/>
              <a:gd name="connsiteX682" fmla="*/ 175099 w 9854218"/>
              <a:gd name="connsiteY682" fmla="*/ 4684419 h 10287000"/>
              <a:gd name="connsiteX683" fmla="*/ 171418 w 9854218"/>
              <a:gd name="connsiteY683" fmla="*/ 4693523 h 10287000"/>
              <a:gd name="connsiteX684" fmla="*/ 166832 w 9854218"/>
              <a:gd name="connsiteY684" fmla="*/ 4715702 h 10287000"/>
              <a:gd name="connsiteX685" fmla="*/ 154717 w 9854218"/>
              <a:gd name="connsiteY685" fmla="*/ 4696059 h 10287000"/>
              <a:gd name="connsiteX686" fmla="*/ 153653 w 9854218"/>
              <a:gd name="connsiteY686" fmla="*/ 4696379 h 10287000"/>
              <a:gd name="connsiteX687" fmla="*/ 162041 w 9854218"/>
              <a:gd name="connsiteY687" fmla="*/ 4772906 h 10287000"/>
              <a:gd name="connsiteX688" fmla="*/ 169337 w 9854218"/>
              <a:gd name="connsiteY688" fmla="*/ 4750575 h 10287000"/>
              <a:gd name="connsiteX689" fmla="*/ 174475 w 9854218"/>
              <a:gd name="connsiteY689" fmla="*/ 4695869 h 10287000"/>
              <a:gd name="connsiteX690" fmla="*/ 1004585 w 9854218"/>
              <a:gd name="connsiteY690" fmla="*/ 4636356 h 10287000"/>
              <a:gd name="connsiteX691" fmla="*/ 970019 w 9854218"/>
              <a:gd name="connsiteY691" fmla="*/ 4725380 h 10287000"/>
              <a:gd name="connsiteX692" fmla="*/ 965716 w 9854218"/>
              <a:gd name="connsiteY692" fmla="*/ 4750385 h 10287000"/>
              <a:gd name="connsiteX693" fmla="*/ 970034 w 9854218"/>
              <a:gd name="connsiteY693" fmla="*/ 4774376 h 10287000"/>
              <a:gd name="connsiteX694" fmla="*/ 965494 w 9854218"/>
              <a:gd name="connsiteY694" fmla="*/ 4831253 h 10287000"/>
              <a:gd name="connsiteX695" fmla="*/ 954268 w 9854218"/>
              <a:gd name="connsiteY695" fmla="*/ 4826603 h 10287000"/>
              <a:gd name="connsiteX696" fmla="*/ 953048 w 9854218"/>
              <a:gd name="connsiteY696" fmla="*/ 4824008 h 10287000"/>
              <a:gd name="connsiteX697" fmla="*/ 950050 w 9854218"/>
              <a:gd name="connsiteY697" fmla="*/ 4841435 h 10287000"/>
              <a:gd name="connsiteX698" fmla="*/ 943958 w 9854218"/>
              <a:gd name="connsiteY698" fmla="*/ 4841435 h 10287000"/>
              <a:gd name="connsiteX699" fmla="*/ 931352 w 9854218"/>
              <a:gd name="connsiteY699" fmla="*/ 4963230 h 10287000"/>
              <a:gd name="connsiteX700" fmla="*/ 929729 w 9854218"/>
              <a:gd name="connsiteY700" fmla="*/ 5122931 h 10287000"/>
              <a:gd name="connsiteX701" fmla="*/ 948533 w 9854218"/>
              <a:gd name="connsiteY701" fmla="*/ 5133290 h 10287000"/>
              <a:gd name="connsiteX702" fmla="*/ 948890 w 9854218"/>
              <a:gd name="connsiteY702" fmla="*/ 5243817 h 10287000"/>
              <a:gd name="connsiteX703" fmla="*/ 963448 w 9854218"/>
              <a:gd name="connsiteY703" fmla="*/ 5359716 h 10287000"/>
              <a:gd name="connsiteX704" fmla="*/ 951149 w 9854218"/>
              <a:gd name="connsiteY704" fmla="*/ 5426495 h 10287000"/>
              <a:gd name="connsiteX705" fmla="*/ 973013 w 9854218"/>
              <a:gd name="connsiteY705" fmla="*/ 5480220 h 10287000"/>
              <a:gd name="connsiteX706" fmla="*/ 974866 w 9854218"/>
              <a:gd name="connsiteY706" fmla="*/ 5553570 h 10287000"/>
              <a:gd name="connsiteX707" fmla="*/ 983561 w 9854218"/>
              <a:gd name="connsiteY707" fmla="*/ 5607579 h 10287000"/>
              <a:gd name="connsiteX708" fmla="*/ 983264 w 9854218"/>
              <a:gd name="connsiteY708" fmla="*/ 5603807 h 10287000"/>
              <a:gd name="connsiteX709" fmla="*/ 988007 w 9854218"/>
              <a:gd name="connsiteY709" fmla="*/ 5562681 h 10287000"/>
              <a:gd name="connsiteX710" fmla="*/ 1013318 w 9854218"/>
              <a:gd name="connsiteY710" fmla="*/ 5638604 h 10287000"/>
              <a:gd name="connsiteX711" fmla="*/ 1000663 w 9854218"/>
              <a:gd name="connsiteY711" fmla="*/ 5474109 h 10287000"/>
              <a:gd name="connsiteX712" fmla="*/ 1051279 w 9854218"/>
              <a:gd name="connsiteY712" fmla="*/ 5423496 h 10287000"/>
              <a:gd name="connsiteX713" fmla="*/ 1051136 w 9854218"/>
              <a:gd name="connsiteY713" fmla="*/ 5420049 h 10287000"/>
              <a:gd name="connsiteX714" fmla="*/ 1044272 w 9854218"/>
              <a:gd name="connsiteY714" fmla="*/ 5328966 h 10287000"/>
              <a:gd name="connsiteX715" fmla="*/ 1037272 w 9854218"/>
              <a:gd name="connsiteY715" fmla="*/ 5223147 h 10287000"/>
              <a:gd name="connsiteX716" fmla="*/ 1019735 w 9854218"/>
              <a:gd name="connsiteY716" fmla="*/ 5239334 h 10287000"/>
              <a:gd name="connsiteX717" fmla="*/ 996383 w 9854218"/>
              <a:gd name="connsiteY717" fmla="*/ 5120201 h 10287000"/>
              <a:gd name="connsiteX718" fmla="*/ 990572 w 9854218"/>
              <a:gd name="connsiteY718" fmla="*/ 4984880 h 10287000"/>
              <a:gd name="connsiteX719" fmla="*/ 1000037 w 9854218"/>
              <a:gd name="connsiteY719" fmla="*/ 4889568 h 10287000"/>
              <a:gd name="connsiteX720" fmla="*/ 983404 w 9854218"/>
              <a:gd name="connsiteY720" fmla="*/ 4883276 h 10287000"/>
              <a:gd name="connsiteX721" fmla="*/ 1004594 w 9854218"/>
              <a:gd name="connsiteY721" fmla="*/ 4636457 h 10287000"/>
              <a:gd name="connsiteX722" fmla="*/ 149099 w 9854218"/>
              <a:gd name="connsiteY722" fmla="*/ 4457675 h 10287000"/>
              <a:gd name="connsiteX723" fmla="*/ 143266 w 9854218"/>
              <a:gd name="connsiteY723" fmla="*/ 4491044 h 10287000"/>
              <a:gd name="connsiteX724" fmla="*/ 143735 w 9854218"/>
              <a:gd name="connsiteY724" fmla="*/ 4525754 h 10287000"/>
              <a:gd name="connsiteX725" fmla="*/ 149555 w 9854218"/>
              <a:gd name="connsiteY725" fmla="*/ 4628400 h 10287000"/>
              <a:gd name="connsiteX726" fmla="*/ 152983 w 9854218"/>
              <a:gd name="connsiteY726" fmla="*/ 4628075 h 10287000"/>
              <a:gd name="connsiteX727" fmla="*/ 169382 w 9854218"/>
              <a:gd name="connsiteY727" fmla="*/ 4644875 h 10287000"/>
              <a:gd name="connsiteX728" fmla="*/ 177158 w 9854218"/>
              <a:gd name="connsiteY728" fmla="*/ 4646628 h 10287000"/>
              <a:gd name="connsiteX729" fmla="*/ 178010 w 9854218"/>
              <a:gd name="connsiteY729" fmla="*/ 4630940 h 10287000"/>
              <a:gd name="connsiteX730" fmla="*/ 193639 w 9854218"/>
              <a:gd name="connsiteY730" fmla="*/ 4527261 h 10287000"/>
              <a:gd name="connsiteX731" fmla="*/ 183061 w 9854218"/>
              <a:gd name="connsiteY731" fmla="*/ 4491354 h 10287000"/>
              <a:gd name="connsiteX732" fmla="*/ 184220 w 9854218"/>
              <a:gd name="connsiteY732" fmla="*/ 4484595 h 10287000"/>
              <a:gd name="connsiteX733" fmla="*/ 164446 w 9854218"/>
              <a:gd name="connsiteY733" fmla="*/ 4477784 h 10287000"/>
              <a:gd name="connsiteX734" fmla="*/ 1160026 w 9854218"/>
              <a:gd name="connsiteY734" fmla="*/ 4212987 h 10287000"/>
              <a:gd name="connsiteX735" fmla="*/ 1147762 w 9854218"/>
              <a:gd name="connsiteY735" fmla="*/ 4244943 h 10287000"/>
              <a:gd name="connsiteX736" fmla="*/ 1127200 w 9854218"/>
              <a:gd name="connsiteY736" fmla="*/ 4297337 h 10287000"/>
              <a:gd name="connsiteX737" fmla="*/ 1101892 w 9854218"/>
              <a:gd name="connsiteY737" fmla="*/ 4525101 h 10287000"/>
              <a:gd name="connsiteX738" fmla="*/ 1089239 w 9854218"/>
              <a:gd name="connsiteY738" fmla="*/ 4474485 h 10287000"/>
              <a:gd name="connsiteX739" fmla="*/ 1066336 w 9854218"/>
              <a:gd name="connsiteY739" fmla="*/ 4519083 h 10287000"/>
              <a:gd name="connsiteX740" fmla="*/ 1064863 w 9854218"/>
              <a:gd name="connsiteY740" fmla="*/ 4537541 h 10287000"/>
              <a:gd name="connsiteX741" fmla="*/ 1057318 w 9854218"/>
              <a:gd name="connsiteY741" fmla="*/ 4539261 h 10287000"/>
              <a:gd name="connsiteX742" fmla="*/ 1056508 w 9854218"/>
              <a:gd name="connsiteY742" fmla="*/ 4538223 h 10287000"/>
              <a:gd name="connsiteX743" fmla="*/ 1047917 w 9854218"/>
              <a:gd name="connsiteY743" fmla="*/ 4554953 h 10287000"/>
              <a:gd name="connsiteX744" fmla="*/ 1037087 w 9854218"/>
              <a:gd name="connsiteY744" fmla="*/ 4575152 h 10287000"/>
              <a:gd name="connsiteX745" fmla="*/ 1033973 w 9854218"/>
              <a:gd name="connsiteY745" fmla="*/ 4605788 h 10287000"/>
              <a:gd name="connsiteX746" fmla="*/ 1022969 w 9854218"/>
              <a:gd name="connsiteY746" fmla="*/ 4879224 h 10287000"/>
              <a:gd name="connsiteX747" fmla="*/ 1044995 w 9854218"/>
              <a:gd name="connsiteY747" fmla="*/ 4891359 h 10287000"/>
              <a:gd name="connsiteX748" fmla="*/ 1045415 w 9854218"/>
              <a:gd name="connsiteY748" fmla="*/ 5020836 h 10287000"/>
              <a:gd name="connsiteX749" fmla="*/ 1045849 w 9854218"/>
              <a:gd name="connsiteY749" fmla="*/ 5079956 h 10287000"/>
              <a:gd name="connsiteX750" fmla="*/ 1053521 w 9854218"/>
              <a:gd name="connsiteY750" fmla="*/ 5115344 h 10287000"/>
              <a:gd name="connsiteX751" fmla="*/ 1054442 w 9854218"/>
              <a:gd name="connsiteY751" fmla="*/ 5115068 h 10287000"/>
              <a:gd name="connsiteX752" fmla="*/ 1051282 w 9854218"/>
              <a:gd name="connsiteY752" fmla="*/ 5081852 h 10287000"/>
              <a:gd name="connsiteX753" fmla="*/ 1101892 w 9854218"/>
              <a:gd name="connsiteY753" fmla="*/ 5119812 h 10287000"/>
              <a:gd name="connsiteX754" fmla="*/ 1228429 w 9854218"/>
              <a:gd name="connsiteY754" fmla="*/ 5448803 h 10287000"/>
              <a:gd name="connsiteX755" fmla="*/ 1223684 w 9854218"/>
              <a:gd name="connsiteY755" fmla="*/ 5338083 h 10287000"/>
              <a:gd name="connsiteX756" fmla="*/ 1227343 w 9854218"/>
              <a:gd name="connsiteY756" fmla="*/ 5267367 h 10287000"/>
              <a:gd name="connsiteX757" fmla="*/ 1220456 w 9854218"/>
              <a:gd name="connsiteY757" fmla="*/ 5226296 h 10287000"/>
              <a:gd name="connsiteX758" fmla="*/ 1216210 w 9854218"/>
              <a:gd name="connsiteY758" fmla="*/ 5121995 h 10287000"/>
              <a:gd name="connsiteX759" fmla="*/ 1201873 w 9854218"/>
              <a:gd name="connsiteY759" fmla="*/ 4918788 h 10287000"/>
              <a:gd name="connsiteX760" fmla="*/ 1184335 w 9854218"/>
              <a:gd name="connsiteY760" fmla="*/ 4934976 h 10287000"/>
              <a:gd name="connsiteX761" fmla="*/ 1160984 w 9854218"/>
              <a:gd name="connsiteY761" fmla="*/ 4815842 h 10287000"/>
              <a:gd name="connsiteX762" fmla="*/ 1155173 w 9854218"/>
              <a:gd name="connsiteY762" fmla="*/ 4680522 h 10287000"/>
              <a:gd name="connsiteX763" fmla="*/ 1164637 w 9854218"/>
              <a:gd name="connsiteY763" fmla="*/ 4585209 h 10287000"/>
              <a:gd name="connsiteX764" fmla="*/ 1148003 w 9854218"/>
              <a:gd name="connsiteY764" fmla="*/ 4578918 h 10287000"/>
              <a:gd name="connsiteX765" fmla="*/ 1169194 w 9854218"/>
              <a:gd name="connsiteY765" fmla="*/ 4332098 h 10287000"/>
              <a:gd name="connsiteX766" fmla="*/ 1158937 w 9854218"/>
              <a:gd name="connsiteY766" fmla="*/ 4219817 h 10287000"/>
              <a:gd name="connsiteX767" fmla="*/ 91588 w 9854218"/>
              <a:gd name="connsiteY767" fmla="*/ 4168734 h 10287000"/>
              <a:gd name="connsiteX768" fmla="*/ 83972 w 9854218"/>
              <a:gd name="connsiteY768" fmla="*/ 4316366 h 10287000"/>
              <a:gd name="connsiteX769" fmla="*/ 74405 w 9854218"/>
              <a:gd name="connsiteY769" fmla="*/ 4340697 h 10287000"/>
              <a:gd name="connsiteX770" fmla="*/ 82370 w 9854218"/>
              <a:gd name="connsiteY770" fmla="*/ 4347356 h 10287000"/>
              <a:gd name="connsiteX771" fmla="*/ 83972 w 9854218"/>
              <a:gd name="connsiteY771" fmla="*/ 4316366 h 10287000"/>
              <a:gd name="connsiteX772" fmla="*/ 86419 w 9854218"/>
              <a:gd name="connsiteY772" fmla="*/ 4310133 h 10287000"/>
              <a:gd name="connsiteX773" fmla="*/ 95689 w 9854218"/>
              <a:gd name="connsiteY773" fmla="*/ 4331417 h 10287000"/>
              <a:gd name="connsiteX774" fmla="*/ 100619 w 9854218"/>
              <a:gd name="connsiteY774" fmla="*/ 4335539 h 10287000"/>
              <a:gd name="connsiteX775" fmla="*/ 104017 w 9854218"/>
              <a:gd name="connsiteY775" fmla="*/ 4168869 h 10287000"/>
              <a:gd name="connsiteX776" fmla="*/ 93514 w 9854218"/>
              <a:gd name="connsiteY776" fmla="*/ 4171199 h 10287000"/>
              <a:gd name="connsiteX777" fmla="*/ 1747226 w 9854218"/>
              <a:gd name="connsiteY777" fmla="*/ 4145492 h 10287000"/>
              <a:gd name="connsiteX778" fmla="*/ 1747224 w 9854218"/>
              <a:gd name="connsiteY778" fmla="*/ 4196109 h 10287000"/>
              <a:gd name="connsiteX779" fmla="*/ 1734570 w 9854218"/>
              <a:gd name="connsiteY779" fmla="*/ 4221414 h 10287000"/>
              <a:gd name="connsiteX780" fmla="*/ 1734570 w 9854218"/>
              <a:gd name="connsiteY780" fmla="*/ 4208762 h 10287000"/>
              <a:gd name="connsiteX781" fmla="*/ 1734570 w 9854218"/>
              <a:gd name="connsiteY781" fmla="*/ 4196109 h 10287000"/>
              <a:gd name="connsiteX782" fmla="*/ 1734570 w 9854218"/>
              <a:gd name="connsiteY782" fmla="*/ 4183452 h 10287000"/>
              <a:gd name="connsiteX783" fmla="*/ 1747226 w 9854218"/>
              <a:gd name="connsiteY783" fmla="*/ 4145492 h 10287000"/>
              <a:gd name="connsiteX784" fmla="*/ 302197 w 9854218"/>
              <a:gd name="connsiteY784" fmla="*/ 4128171 h 10287000"/>
              <a:gd name="connsiteX785" fmla="*/ 270673 w 9854218"/>
              <a:gd name="connsiteY785" fmla="*/ 4206978 h 10287000"/>
              <a:gd name="connsiteX786" fmla="*/ 244402 w 9854218"/>
              <a:gd name="connsiteY786" fmla="*/ 4427628 h 10287000"/>
              <a:gd name="connsiteX787" fmla="*/ 233195 w 9854218"/>
              <a:gd name="connsiteY787" fmla="*/ 4459299 h 10287000"/>
              <a:gd name="connsiteX788" fmla="*/ 228695 w 9854218"/>
              <a:gd name="connsiteY788" fmla="*/ 4527801 h 10287000"/>
              <a:gd name="connsiteX789" fmla="*/ 220168 w 9854218"/>
              <a:gd name="connsiteY789" fmla="*/ 4693059 h 10287000"/>
              <a:gd name="connsiteX790" fmla="*/ 210602 w 9854218"/>
              <a:gd name="connsiteY790" fmla="*/ 4717389 h 10287000"/>
              <a:gd name="connsiteX791" fmla="*/ 218566 w 9854218"/>
              <a:gd name="connsiteY791" fmla="*/ 4724043 h 10287000"/>
              <a:gd name="connsiteX792" fmla="*/ 220168 w 9854218"/>
              <a:gd name="connsiteY792" fmla="*/ 4693059 h 10287000"/>
              <a:gd name="connsiteX793" fmla="*/ 222616 w 9854218"/>
              <a:gd name="connsiteY793" fmla="*/ 4686827 h 10287000"/>
              <a:gd name="connsiteX794" fmla="*/ 231886 w 9854218"/>
              <a:gd name="connsiteY794" fmla="*/ 4708109 h 10287000"/>
              <a:gd name="connsiteX795" fmla="*/ 239851 w 9854218"/>
              <a:gd name="connsiteY795" fmla="*/ 4714763 h 10287000"/>
              <a:gd name="connsiteX796" fmla="*/ 292363 w 9854218"/>
              <a:gd name="connsiteY796" fmla="*/ 4312007 h 10287000"/>
              <a:gd name="connsiteX797" fmla="*/ 323828 w 9854218"/>
              <a:gd name="connsiteY797" fmla="*/ 4208169 h 10287000"/>
              <a:gd name="connsiteX798" fmla="*/ 322393 w 9854218"/>
              <a:gd name="connsiteY798" fmla="*/ 4195155 h 10287000"/>
              <a:gd name="connsiteX799" fmla="*/ 302197 w 9854218"/>
              <a:gd name="connsiteY799" fmla="*/ 4128171 h 10287000"/>
              <a:gd name="connsiteX800" fmla="*/ 136856 w 9854218"/>
              <a:gd name="connsiteY800" fmla="*/ 4085625 h 10287000"/>
              <a:gd name="connsiteX801" fmla="*/ 122686 w 9854218"/>
              <a:gd name="connsiteY801" fmla="*/ 4126770 h 10287000"/>
              <a:gd name="connsiteX802" fmla="*/ 116063 w 9854218"/>
              <a:gd name="connsiteY802" fmla="*/ 4254851 h 10287000"/>
              <a:gd name="connsiteX803" fmla="*/ 115835 w 9854218"/>
              <a:gd name="connsiteY803" fmla="*/ 4265180 h 10287000"/>
              <a:gd name="connsiteX804" fmla="*/ 132179 w 9854218"/>
              <a:gd name="connsiteY804" fmla="*/ 4167393 h 10287000"/>
              <a:gd name="connsiteX805" fmla="*/ 132100 w 9854218"/>
              <a:gd name="connsiteY805" fmla="*/ 4159281 h 10287000"/>
              <a:gd name="connsiteX806" fmla="*/ 146296 w 9854218"/>
              <a:gd name="connsiteY806" fmla="*/ 3904146 h 10287000"/>
              <a:gd name="connsiteX807" fmla="*/ 139528 w 9854218"/>
              <a:gd name="connsiteY807" fmla="*/ 3914934 h 10287000"/>
              <a:gd name="connsiteX808" fmla="*/ 142351 w 9854218"/>
              <a:gd name="connsiteY808" fmla="*/ 3988856 h 10287000"/>
              <a:gd name="connsiteX809" fmla="*/ 142147 w 9854218"/>
              <a:gd name="connsiteY809" fmla="*/ 4003731 h 10287000"/>
              <a:gd name="connsiteX810" fmla="*/ 148504 w 9854218"/>
              <a:gd name="connsiteY810" fmla="*/ 3905261 h 10287000"/>
              <a:gd name="connsiteX811" fmla="*/ 166543 w 9854218"/>
              <a:gd name="connsiteY811" fmla="*/ 3359468 h 10287000"/>
              <a:gd name="connsiteX812" fmla="*/ 161255 w 9854218"/>
              <a:gd name="connsiteY812" fmla="*/ 3361278 h 10287000"/>
              <a:gd name="connsiteX813" fmla="*/ 150472 w 9854218"/>
              <a:gd name="connsiteY813" fmla="*/ 3399543 h 10287000"/>
              <a:gd name="connsiteX814" fmla="*/ 154664 w 9854218"/>
              <a:gd name="connsiteY814" fmla="*/ 3409040 h 10287000"/>
              <a:gd name="connsiteX815" fmla="*/ 159973 w 9854218"/>
              <a:gd name="connsiteY815" fmla="*/ 3395351 h 10287000"/>
              <a:gd name="connsiteX816" fmla="*/ 164165 w 9854218"/>
              <a:gd name="connsiteY816" fmla="*/ 3404847 h 10287000"/>
              <a:gd name="connsiteX817" fmla="*/ 168355 w 9854218"/>
              <a:gd name="connsiteY817" fmla="*/ 3414344 h 10287000"/>
              <a:gd name="connsiteX818" fmla="*/ 163045 w 9854218"/>
              <a:gd name="connsiteY818" fmla="*/ 3428033 h 10287000"/>
              <a:gd name="connsiteX819" fmla="*/ 153542 w 9854218"/>
              <a:gd name="connsiteY819" fmla="*/ 3432227 h 10287000"/>
              <a:gd name="connsiteX820" fmla="*/ 150184 w 9854218"/>
              <a:gd name="connsiteY820" fmla="*/ 3501785 h 10287000"/>
              <a:gd name="connsiteX821" fmla="*/ 145991 w 9854218"/>
              <a:gd name="connsiteY821" fmla="*/ 3492288 h 10287000"/>
              <a:gd name="connsiteX822" fmla="*/ 144872 w 9854218"/>
              <a:gd name="connsiteY822" fmla="*/ 3515475 h 10287000"/>
              <a:gd name="connsiteX823" fmla="*/ 139562 w 9854218"/>
              <a:gd name="connsiteY823" fmla="*/ 3529161 h 10287000"/>
              <a:gd name="connsiteX824" fmla="*/ 135371 w 9854218"/>
              <a:gd name="connsiteY824" fmla="*/ 3519663 h 10287000"/>
              <a:gd name="connsiteX825" fmla="*/ 131180 w 9854218"/>
              <a:gd name="connsiteY825" fmla="*/ 3510168 h 10287000"/>
              <a:gd name="connsiteX826" fmla="*/ 85049 w 9854218"/>
              <a:gd name="connsiteY826" fmla="*/ 3791483 h 10287000"/>
              <a:gd name="connsiteX827" fmla="*/ 153794 w 9854218"/>
              <a:gd name="connsiteY827" fmla="*/ 3715758 h 10287000"/>
              <a:gd name="connsiteX828" fmla="*/ 156463 w 9854218"/>
              <a:gd name="connsiteY828" fmla="*/ 3768831 h 10287000"/>
              <a:gd name="connsiteX829" fmla="*/ 166171 w 9854218"/>
              <a:gd name="connsiteY829" fmla="*/ 3765864 h 10287000"/>
              <a:gd name="connsiteX830" fmla="*/ 197119 w 9854218"/>
              <a:gd name="connsiteY830" fmla="*/ 3566031 h 10287000"/>
              <a:gd name="connsiteX831" fmla="*/ 236113 w 9854218"/>
              <a:gd name="connsiteY831" fmla="*/ 3380820 h 10287000"/>
              <a:gd name="connsiteX832" fmla="*/ 224242 w 9854218"/>
              <a:gd name="connsiteY832" fmla="*/ 3412373 h 10287000"/>
              <a:gd name="connsiteX833" fmla="*/ 203290 w 9854218"/>
              <a:gd name="connsiteY833" fmla="*/ 3364890 h 10287000"/>
              <a:gd name="connsiteX834" fmla="*/ 178976 w 9854218"/>
              <a:gd name="connsiteY834" fmla="*/ 3386964 h 10287000"/>
              <a:gd name="connsiteX835" fmla="*/ 166543 w 9854218"/>
              <a:gd name="connsiteY835" fmla="*/ 3359468 h 10287000"/>
              <a:gd name="connsiteX836" fmla="*/ 675232 w 9854218"/>
              <a:gd name="connsiteY836" fmla="*/ 2205345 h 10287000"/>
              <a:gd name="connsiteX837" fmla="*/ 598391 w 9854218"/>
              <a:gd name="connsiteY837" fmla="*/ 2271671 h 10287000"/>
              <a:gd name="connsiteX838" fmla="*/ 595514 w 9854218"/>
              <a:gd name="connsiteY838" fmla="*/ 2273613 h 10287000"/>
              <a:gd name="connsiteX839" fmla="*/ 593956 w 9854218"/>
              <a:gd name="connsiteY839" fmla="*/ 2282829 h 10287000"/>
              <a:gd name="connsiteX840" fmla="*/ 575621 w 9854218"/>
              <a:gd name="connsiteY840" fmla="*/ 2365005 h 10287000"/>
              <a:gd name="connsiteX841" fmla="*/ 513883 w 9854218"/>
              <a:gd name="connsiteY841" fmla="*/ 2537843 h 10287000"/>
              <a:gd name="connsiteX842" fmla="*/ 507934 w 9854218"/>
              <a:gd name="connsiteY842" fmla="*/ 2563505 h 10287000"/>
              <a:gd name="connsiteX843" fmla="*/ 533374 w 9854218"/>
              <a:gd name="connsiteY843" fmla="*/ 2578352 h 10287000"/>
              <a:gd name="connsiteX844" fmla="*/ 580660 w 9854218"/>
              <a:gd name="connsiteY844" fmla="*/ 2562593 h 10287000"/>
              <a:gd name="connsiteX845" fmla="*/ 675232 w 9854218"/>
              <a:gd name="connsiteY845" fmla="*/ 2205345 h 10287000"/>
              <a:gd name="connsiteX846" fmla="*/ 523040 w 9854218"/>
              <a:gd name="connsiteY846" fmla="*/ 2200926 h 10287000"/>
              <a:gd name="connsiteX847" fmla="*/ 513322 w 9854218"/>
              <a:gd name="connsiteY847" fmla="*/ 2228223 h 10287000"/>
              <a:gd name="connsiteX848" fmla="*/ 461300 w 9854218"/>
              <a:gd name="connsiteY848" fmla="*/ 2354711 h 10287000"/>
              <a:gd name="connsiteX849" fmla="*/ 442297 w 9854218"/>
              <a:gd name="connsiteY849" fmla="*/ 2363097 h 10287000"/>
              <a:gd name="connsiteX850" fmla="*/ 412385 w 9854218"/>
              <a:gd name="connsiteY850" fmla="*/ 2501100 h 10287000"/>
              <a:gd name="connsiteX851" fmla="*/ 375211 w 9854218"/>
              <a:gd name="connsiteY851" fmla="*/ 2596926 h 10287000"/>
              <a:gd name="connsiteX852" fmla="*/ 251371 w 9854218"/>
              <a:gd name="connsiteY852" fmla="*/ 3139446 h 10287000"/>
              <a:gd name="connsiteX853" fmla="*/ 224819 w 9854218"/>
              <a:gd name="connsiteY853" fmla="*/ 3207893 h 10287000"/>
              <a:gd name="connsiteX854" fmla="*/ 226771 w 9854218"/>
              <a:gd name="connsiteY854" fmla="*/ 3263763 h 10287000"/>
              <a:gd name="connsiteX855" fmla="*/ 264502 w 9854218"/>
              <a:gd name="connsiteY855" fmla="*/ 3186482 h 10287000"/>
              <a:gd name="connsiteX856" fmla="*/ 277628 w 9854218"/>
              <a:gd name="connsiteY856" fmla="*/ 3183644 h 10287000"/>
              <a:gd name="connsiteX857" fmla="*/ 294317 w 9854218"/>
              <a:gd name="connsiteY857" fmla="*/ 3104372 h 10287000"/>
              <a:gd name="connsiteX858" fmla="*/ 407276 w 9854218"/>
              <a:gd name="connsiteY858" fmla="*/ 2646653 h 10287000"/>
              <a:gd name="connsiteX859" fmla="*/ 478208 w 9854218"/>
              <a:gd name="connsiteY859" fmla="*/ 2553563 h 10287000"/>
              <a:gd name="connsiteX860" fmla="*/ 495008 w 9854218"/>
              <a:gd name="connsiteY860" fmla="*/ 2558340 h 10287000"/>
              <a:gd name="connsiteX861" fmla="*/ 519655 w 9854218"/>
              <a:gd name="connsiteY861" fmla="*/ 2451215 h 10287000"/>
              <a:gd name="connsiteX862" fmla="*/ 490688 w 9854218"/>
              <a:gd name="connsiteY862" fmla="*/ 2414930 h 10287000"/>
              <a:gd name="connsiteX863" fmla="*/ 521407 w 9854218"/>
              <a:gd name="connsiteY863" fmla="*/ 2296610 h 10287000"/>
              <a:gd name="connsiteX864" fmla="*/ 522992 w 9854218"/>
              <a:gd name="connsiteY864" fmla="*/ 2284277 h 10287000"/>
              <a:gd name="connsiteX865" fmla="*/ 518692 w 9854218"/>
              <a:gd name="connsiteY865" fmla="*/ 2290899 h 10287000"/>
              <a:gd name="connsiteX866" fmla="*/ 517693 w 9854218"/>
              <a:gd name="connsiteY866" fmla="*/ 2292438 h 10287000"/>
              <a:gd name="connsiteX867" fmla="*/ 509698 w 9854218"/>
              <a:gd name="connsiteY867" fmla="*/ 2304755 h 10287000"/>
              <a:gd name="connsiteX868" fmla="*/ 503212 w 9854218"/>
              <a:gd name="connsiteY868" fmla="*/ 2274299 h 10287000"/>
              <a:gd name="connsiteX869" fmla="*/ 511207 w 9854218"/>
              <a:gd name="connsiteY869" fmla="*/ 2261982 h 10287000"/>
              <a:gd name="connsiteX870" fmla="*/ 521365 w 9854218"/>
              <a:gd name="connsiteY870" fmla="*/ 2259818 h 10287000"/>
              <a:gd name="connsiteX871" fmla="*/ 517589 w 9854218"/>
              <a:gd name="connsiteY871" fmla="*/ 2227290 h 10287000"/>
              <a:gd name="connsiteX872" fmla="*/ 609370 w 9854218"/>
              <a:gd name="connsiteY872" fmla="*/ 1937486 h 10287000"/>
              <a:gd name="connsiteX873" fmla="*/ 606925 w 9854218"/>
              <a:gd name="connsiteY873" fmla="*/ 1938728 h 10287000"/>
              <a:gd name="connsiteX874" fmla="*/ 600083 w 9854218"/>
              <a:gd name="connsiteY874" fmla="*/ 1963008 h 10287000"/>
              <a:gd name="connsiteX875" fmla="*/ 2354597 w 9854218"/>
              <a:gd name="connsiteY875" fmla="*/ 1627446 h 10287000"/>
              <a:gd name="connsiteX876" fmla="*/ 2353016 w 9854218"/>
              <a:gd name="connsiteY876" fmla="*/ 1638516 h 10287000"/>
              <a:gd name="connsiteX877" fmla="*/ 2347962 w 9854218"/>
              <a:gd name="connsiteY877" fmla="*/ 1639239 h 10287000"/>
              <a:gd name="connsiteX878" fmla="*/ 2453333 w 9854218"/>
              <a:gd name="connsiteY878" fmla="*/ 1504730 h 10287000"/>
              <a:gd name="connsiteX879" fmla="*/ 2443172 w 9854218"/>
              <a:gd name="connsiteY879" fmla="*/ 1513565 h 10287000"/>
              <a:gd name="connsiteX880" fmla="*/ 2433042 w 9854218"/>
              <a:gd name="connsiteY880" fmla="*/ 1543170 h 10287000"/>
              <a:gd name="connsiteX881" fmla="*/ 2455824 w 9854218"/>
              <a:gd name="connsiteY881" fmla="*/ 966746 h 10287000"/>
              <a:gd name="connsiteX882" fmla="*/ 2455824 w 9854218"/>
              <a:gd name="connsiteY882" fmla="*/ 969464 h 10287000"/>
              <a:gd name="connsiteX883" fmla="*/ 2443172 w 9854218"/>
              <a:gd name="connsiteY883" fmla="*/ 982118 h 10287000"/>
              <a:gd name="connsiteX884" fmla="*/ 1481994 w 9854218"/>
              <a:gd name="connsiteY884" fmla="*/ 366944 h 10287000"/>
              <a:gd name="connsiteX885" fmla="*/ 1467562 w 9854218"/>
              <a:gd name="connsiteY885" fmla="*/ 370847 h 10287000"/>
              <a:gd name="connsiteX886" fmla="*/ 1367948 w 9854218"/>
              <a:gd name="connsiteY886" fmla="*/ 551256 h 10287000"/>
              <a:gd name="connsiteX887" fmla="*/ 1240025 w 9854218"/>
              <a:gd name="connsiteY887" fmla="*/ 748308 h 10287000"/>
              <a:gd name="connsiteX888" fmla="*/ 1219709 w 9854218"/>
              <a:gd name="connsiteY888" fmla="*/ 752634 h 10287000"/>
              <a:gd name="connsiteX889" fmla="*/ 1162235 w 9854218"/>
              <a:gd name="connsiteY889" fmla="*/ 881616 h 10287000"/>
              <a:gd name="connsiteX890" fmla="*/ 1106269 w 9854218"/>
              <a:gd name="connsiteY890" fmla="*/ 967827 h 10287000"/>
              <a:gd name="connsiteX891" fmla="*/ 1000045 w 9854218"/>
              <a:gd name="connsiteY891" fmla="*/ 1210668 h 10287000"/>
              <a:gd name="connsiteX892" fmla="*/ 959045 w 9854218"/>
              <a:gd name="connsiteY892" fmla="*/ 1289678 h 10287000"/>
              <a:gd name="connsiteX893" fmla="*/ 939901 w 9854218"/>
              <a:gd name="connsiteY893" fmla="*/ 1370676 h 10287000"/>
              <a:gd name="connsiteX894" fmla="*/ 927422 w 9854218"/>
              <a:gd name="connsiteY894" fmla="*/ 1538138 h 10287000"/>
              <a:gd name="connsiteX895" fmla="*/ 1289950 w 9854218"/>
              <a:gd name="connsiteY895" fmla="*/ 765854 h 10287000"/>
              <a:gd name="connsiteX896" fmla="*/ 1382551 w 9854218"/>
              <a:gd name="connsiteY896" fmla="*/ 560306 h 10287000"/>
              <a:gd name="connsiteX897" fmla="*/ 1487975 w 9854218"/>
              <a:gd name="connsiteY897" fmla="*/ 378446 h 10287000"/>
              <a:gd name="connsiteX898" fmla="*/ 1487231 w 9854218"/>
              <a:gd name="connsiteY898" fmla="*/ 375944 h 10287000"/>
              <a:gd name="connsiteX899" fmla="*/ 1481994 w 9854218"/>
              <a:gd name="connsiteY899" fmla="*/ 366944 h 10287000"/>
              <a:gd name="connsiteX900" fmla="*/ 2896330 w 9854218"/>
              <a:gd name="connsiteY900" fmla="*/ 0 h 10287000"/>
              <a:gd name="connsiteX901" fmla="*/ 3314054 w 9854218"/>
              <a:gd name="connsiteY901" fmla="*/ 0 h 10287000"/>
              <a:gd name="connsiteX902" fmla="*/ 3271984 w 9854218"/>
              <a:gd name="connsiteY902" fmla="*/ 44175 h 10287000"/>
              <a:gd name="connsiteX903" fmla="*/ 3215042 w 9854218"/>
              <a:gd name="connsiteY903" fmla="*/ 134331 h 10287000"/>
              <a:gd name="connsiteX904" fmla="*/ 3164426 w 9854218"/>
              <a:gd name="connsiteY904" fmla="*/ 159642 h 10287000"/>
              <a:gd name="connsiteX905" fmla="*/ 3164426 w 9854218"/>
              <a:gd name="connsiteY905" fmla="*/ 146985 h 10287000"/>
              <a:gd name="connsiteX906" fmla="*/ 3151772 w 9854218"/>
              <a:gd name="connsiteY906" fmla="*/ 146985 h 10287000"/>
              <a:gd name="connsiteX907" fmla="*/ 3139120 w 9854218"/>
              <a:gd name="connsiteY907" fmla="*/ 159641 h 10287000"/>
              <a:gd name="connsiteX908" fmla="*/ 3088506 w 9854218"/>
              <a:gd name="connsiteY908" fmla="*/ 222906 h 10287000"/>
              <a:gd name="connsiteX909" fmla="*/ 3088506 w 9854218"/>
              <a:gd name="connsiteY909" fmla="*/ 210252 h 10287000"/>
              <a:gd name="connsiteX910" fmla="*/ 3075852 w 9854218"/>
              <a:gd name="connsiteY910" fmla="*/ 210252 h 10287000"/>
              <a:gd name="connsiteX911" fmla="*/ 3063198 w 9854218"/>
              <a:gd name="connsiteY911" fmla="*/ 222906 h 10287000"/>
              <a:gd name="connsiteX912" fmla="*/ 3063197 w 9854218"/>
              <a:gd name="connsiteY912" fmla="*/ 235560 h 10287000"/>
              <a:gd name="connsiteX913" fmla="*/ 3037892 w 9854218"/>
              <a:gd name="connsiteY913" fmla="*/ 286175 h 10287000"/>
              <a:gd name="connsiteX914" fmla="*/ 3025236 w 9854218"/>
              <a:gd name="connsiteY914" fmla="*/ 298829 h 10287000"/>
              <a:gd name="connsiteX915" fmla="*/ 3012582 w 9854218"/>
              <a:gd name="connsiteY915" fmla="*/ 298827 h 10287000"/>
              <a:gd name="connsiteX916" fmla="*/ 2999930 w 9854218"/>
              <a:gd name="connsiteY916" fmla="*/ 311481 h 10287000"/>
              <a:gd name="connsiteX917" fmla="*/ 3012582 w 9854218"/>
              <a:gd name="connsiteY917" fmla="*/ 311481 h 10287000"/>
              <a:gd name="connsiteX918" fmla="*/ 3025236 w 9854218"/>
              <a:gd name="connsiteY918" fmla="*/ 311481 h 10287000"/>
              <a:gd name="connsiteX919" fmla="*/ 2936663 w 9854218"/>
              <a:gd name="connsiteY919" fmla="*/ 400056 h 10287000"/>
              <a:gd name="connsiteX920" fmla="*/ 2936662 w 9854218"/>
              <a:gd name="connsiteY920" fmla="*/ 387402 h 10287000"/>
              <a:gd name="connsiteX921" fmla="*/ 2949317 w 9854218"/>
              <a:gd name="connsiteY921" fmla="*/ 374747 h 10287000"/>
              <a:gd name="connsiteX922" fmla="*/ 2936662 w 9854218"/>
              <a:gd name="connsiteY922" fmla="*/ 374750 h 10287000"/>
              <a:gd name="connsiteX923" fmla="*/ 2949318 w 9854218"/>
              <a:gd name="connsiteY923" fmla="*/ 362094 h 10287000"/>
              <a:gd name="connsiteX924" fmla="*/ 2961968 w 9854218"/>
              <a:gd name="connsiteY924" fmla="*/ 362093 h 10287000"/>
              <a:gd name="connsiteX925" fmla="*/ 2961965 w 9854218"/>
              <a:gd name="connsiteY925" fmla="*/ 349442 h 10287000"/>
              <a:gd name="connsiteX926" fmla="*/ 2961968 w 9854218"/>
              <a:gd name="connsiteY926" fmla="*/ 336788 h 10287000"/>
              <a:gd name="connsiteX927" fmla="*/ 2949317 w 9854218"/>
              <a:gd name="connsiteY927" fmla="*/ 349442 h 10287000"/>
              <a:gd name="connsiteX928" fmla="*/ 2961965 w 9854218"/>
              <a:gd name="connsiteY928" fmla="*/ 298827 h 10287000"/>
              <a:gd name="connsiteX929" fmla="*/ 2974624 w 9854218"/>
              <a:gd name="connsiteY929" fmla="*/ 286175 h 10287000"/>
              <a:gd name="connsiteX930" fmla="*/ 2987278 w 9854218"/>
              <a:gd name="connsiteY930" fmla="*/ 286176 h 10287000"/>
              <a:gd name="connsiteX931" fmla="*/ 2999928 w 9854218"/>
              <a:gd name="connsiteY931" fmla="*/ 260870 h 10287000"/>
              <a:gd name="connsiteX932" fmla="*/ 2974622 w 9854218"/>
              <a:gd name="connsiteY932" fmla="*/ 260867 h 10287000"/>
              <a:gd name="connsiteX933" fmla="*/ 2961970 w 9854218"/>
              <a:gd name="connsiteY933" fmla="*/ 273521 h 10287000"/>
              <a:gd name="connsiteX934" fmla="*/ 2949317 w 9854218"/>
              <a:gd name="connsiteY934" fmla="*/ 286175 h 10287000"/>
              <a:gd name="connsiteX935" fmla="*/ 2924008 w 9854218"/>
              <a:gd name="connsiteY935" fmla="*/ 324135 h 10287000"/>
              <a:gd name="connsiteX936" fmla="*/ 2949317 w 9854218"/>
              <a:gd name="connsiteY936" fmla="*/ 311481 h 10287000"/>
              <a:gd name="connsiteX937" fmla="*/ 2961965 w 9854218"/>
              <a:gd name="connsiteY937" fmla="*/ 298827 h 10287000"/>
              <a:gd name="connsiteX938" fmla="*/ 2936662 w 9854218"/>
              <a:gd name="connsiteY938" fmla="*/ 349442 h 10287000"/>
              <a:gd name="connsiteX939" fmla="*/ 2924008 w 9854218"/>
              <a:gd name="connsiteY939" fmla="*/ 362096 h 10287000"/>
              <a:gd name="connsiteX940" fmla="*/ 2898702 w 9854218"/>
              <a:gd name="connsiteY940" fmla="*/ 374747 h 10287000"/>
              <a:gd name="connsiteX941" fmla="*/ 2911350 w 9854218"/>
              <a:gd name="connsiteY941" fmla="*/ 374747 h 10287000"/>
              <a:gd name="connsiteX942" fmla="*/ 2911354 w 9854218"/>
              <a:gd name="connsiteY942" fmla="*/ 387402 h 10287000"/>
              <a:gd name="connsiteX943" fmla="*/ 2911354 w 9854218"/>
              <a:gd name="connsiteY943" fmla="*/ 400059 h 10287000"/>
              <a:gd name="connsiteX944" fmla="*/ 2886048 w 9854218"/>
              <a:gd name="connsiteY944" fmla="*/ 425363 h 10287000"/>
              <a:gd name="connsiteX945" fmla="*/ 2911350 w 9854218"/>
              <a:gd name="connsiteY945" fmla="*/ 425363 h 10287000"/>
              <a:gd name="connsiteX946" fmla="*/ 2924008 w 9854218"/>
              <a:gd name="connsiteY946" fmla="*/ 412712 h 10287000"/>
              <a:gd name="connsiteX947" fmla="*/ 2873394 w 9854218"/>
              <a:gd name="connsiteY947" fmla="*/ 501282 h 10287000"/>
              <a:gd name="connsiteX948" fmla="*/ 2886047 w 9854218"/>
              <a:gd name="connsiteY948" fmla="*/ 450672 h 10287000"/>
              <a:gd name="connsiteX949" fmla="*/ 2848088 w 9854218"/>
              <a:gd name="connsiteY949" fmla="*/ 488633 h 10287000"/>
              <a:gd name="connsiteX950" fmla="*/ 2848086 w 9854218"/>
              <a:gd name="connsiteY950" fmla="*/ 475980 h 10287000"/>
              <a:gd name="connsiteX951" fmla="*/ 2860742 w 9854218"/>
              <a:gd name="connsiteY951" fmla="*/ 450671 h 10287000"/>
              <a:gd name="connsiteX952" fmla="*/ 2822778 w 9854218"/>
              <a:gd name="connsiteY952" fmla="*/ 475977 h 10287000"/>
              <a:gd name="connsiteX953" fmla="*/ 2810128 w 9854218"/>
              <a:gd name="connsiteY953" fmla="*/ 488631 h 10287000"/>
              <a:gd name="connsiteX954" fmla="*/ 2759512 w 9854218"/>
              <a:gd name="connsiteY954" fmla="*/ 539243 h 10287000"/>
              <a:gd name="connsiteX955" fmla="*/ 2797472 w 9854218"/>
              <a:gd name="connsiteY955" fmla="*/ 513938 h 10287000"/>
              <a:gd name="connsiteX956" fmla="*/ 2784818 w 9854218"/>
              <a:gd name="connsiteY956" fmla="*/ 526592 h 10287000"/>
              <a:gd name="connsiteX957" fmla="*/ 2772164 w 9854218"/>
              <a:gd name="connsiteY957" fmla="*/ 551898 h 10287000"/>
              <a:gd name="connsiteX958" fmla="*/ 2797474 w 9854218"/>
              <a:gd name="connsiteY958" fmla="*/ 539243 h 10287000"/>
              <a:gd name="connsiteX959" fmla="*/ 2810128 w 9854218"/>
              <a:gd name="connsiteY959" fmla="*/ 539243 h 10287000"/>
              <a:gd name="connsiteX960" fmla="*/ 2772166 w 9854218"/>
              <a:gd name="connsiteY960" fmla="*/ 602513 h 10287000"/>
              <a:gd name="connsiteX961" fmla="*/ 2721554 w 9854218"/>
              <a:gd name="connsiteY961" fmla="*/ 627818 h 10287000"/>
              <a:gd name="connsiteX962" fmla="*/ 2658284 w 9854218"/>
              <a:gd name="connsiteY962" fmla="*/ 703743 h 10287000"/>
              <a:gd name="connsiteX963" fmla="*/ 2658284 w 9854218"/>
              <a:gd name="connsiteY963" fmla="*/ 741699 h 10287000"/>
              <a:gd name="connsiteX964" fmla="*/ 2595016 w 9854218"/>
              <a:gd name="connsiteY964" fmla="*/ 779661 h 10287000"/>
              <a:gd name="connsiteX965" fmla="*/ 2488250 w 9854218"/>
              <a:gd name="connsiteY965" fmla="*/ 927351 h 10287000"/>
              <a:gd name="connsiteX966" fmla="*/ 2455824 w 9854218"/>
              <a:gd name="connsiteY966" fmla="*/ 966746 h 10287000"/>
              <a:gd name="connsiteX967" fmla="*/ 2455822 w 9854218"/>
              <a:gd name="connsiteY967" fmla="*/ 956810 h 10287000"/>
              <a:gd name="connsiteX968" fmla="*/ 2430518 w 9854218"/>
              <a:gd name="connsiteY968" fmla="*/ 969464 h 10287000"/>
              <a:gd name="connsiteX969" fmla="*/ 2417862 w 9854218"/>
              <a:gd name="connsiteY969" fmla="*/ 994773 h 10287000"/>
              <a:gd name="connsiteX970" fmla="*/ 2316635 w 9854218"/>
              <a:gd name="connsiteY970" fmla="*/ 1133960 h 10287000"/>
              <a:gd name="connsiteX971" fmla="*/ 2316635 w 9854218"/>
              <a:gd name="connsiteY971" fmla="*/ 1121304 h 10287000"/>
              <a:gd name="connsiteX972" fmla="*/ 2303984 w 9854218"/>
              <a:gd name="connsiteY972" fmla="*/ 1121304 h 10287000"/>
              <a:gd name="connsiteX973" fmla="*/ 2303984 w 9854218"/>
              <a:gd name="connsiteY973" fmla="*/ 1133960 h 10287000"/>
              <a:gd name="connsiteX974" fmla="*/ 2291328 w 9854218"/>
              <a:gd name="connsiteY974" fmla="*/ 1146614 h 10287000"/>
              <a:gd name="connsiteX975" fmla="*/ 2291330 w 9854218"/>
              <a:gd name="connsiteY975" fmla="*/ 1171919 h 10287000"/>
              <a:gd name="connsiteX976" fmla="*/ 2266020 w 9854218"/>
              <a:gd name="connsiteY976" fmla="*/ 1171919 h 10287000"/>
              <a:gd name="connsiteX977" fmla="*/ 2253370 w 9854218"/>
              <a:gd name="connsiteY977" fmla="*/ 1209881 h 10287000"/>
              <a:gd name="connsiteX978" fmla="*/ 2253368 w 9854218"/>
              <a:gd name="connsiteY978" fmla="*/ 1197225 h 10287000"/>
              <a:gd name="connsiteX979" fmla="*/ 2240712 w 9854218"/>
              <a:gd name="connsiteY979" fmla="*/ 1197225 h 10287000"/>
              <a:gd name="connsiteX980" fmla="*/ 2228060 w 9854218"/>
              <a:gd name="connsiteY980" fmla="*/ 1222535 h 10287000"/>
              <a:gd name="connsiteX981" fmla="*/ 2228062 w 9854218"/>
              <a:gd name="connsiteY981" fmla="*/ 1235190 h 10287000"/>
              <a:gd name="connsiteX982" fmla="*/ 2190100 w 9854218"/>
              <a:gd name="connsiteY982" fmla="*/ 1285800 h 10287000"/>
              <a:gd name="connsiteX983" fmla="*/ 2177446 w 9854218"/>
              <a:gd name="connsiteY983" fmla="*/ 1298454 h 10287000"/>
              <a:gd name="connsiteX984" fmla="*/ 2164790 w 9854218"/>
              <a:gd name="connsiteY984" fmla="*/ 1323761 h 10287000"/>
              <a:gd name="connsiteX985" fmla="*/ 2177447 w 9854218"/>
              <a:gd name="connsiteY985" fmla="*/ 1311110 h 10287000"/>
              <a:gd name="connsiteX986" fmla="*/ 2190096 w 9854218"/>
              <a:gd name="connsiteY986" fmla="*/ 1311111 h 10287000"/>
              <a:gd name="connsiteX987" fmla="*/ 2164793 w 9854218"/>
              <a:gd name="connsiteY987" fmla="*/ 1374375 h 10287000"/>
              <a:gd name="connsiteX988" fmla="*/ 2152140 w 9854218"/>
              <a:gd name="connsiteY988" fmla="*/ 1399685 h 10287000"/>
              <a:gd name="connsiteX989" fmla="*/ 2139485 w 9854218"/>
              <a:gd name="connsiteY989" fmla="*/ 1399683 h 10287000"/>
              <a:gd name="connsiteX990" fmla="*/ 2139485 w 9854218"/>
              <a:gd name="connsiteY990" fmla="*/ 1412336 h 10287000"/>
              <a:gd name="connsiteX991" fmla="*/ 2126834 w 9854218"/>
              <a:gd name="connsiteY991" fmla="*/ 1424993 h 10287000"/>
              <a:gd name="connsiteX992" fmla="*/ 2126832 w 9854218"/>
              <a:gd name="connsiteY992" fmla="*/ 1437641 h 10287000"/>
              <a:gd name="connsiteX993" fmla="*/ 2076220 w 9854218"/>
              <a:gd name="connsiteY993" fmla="*/ 1475606 h 10287000"/>
              <a:gd name="connsiteX994" fmla="*/ 2076220 w 9854218"/>
              <a:gd name="connsiteY994" fmla="*/ 1513566 h 10287000"/>
              <a:gd name="connsiteX995" fmla="*/ 2063564 w 9854218"/>
              <a:gd name="connsiteY995" fmla="*/ 1538871 h 10287000"/>
              <a:gd name="connsiteX996" fmla="*/ 2076215 w 9854218"/>
              <a:gd name="connsiteY996" fmla="*/ 1538868 h 10287000"/>
              <a:gd name="connsiteX997" fmla="*/ 2076218 w 9854218"/>
              <a:gd name="connsiteY997" fmla="*/ 1526216 h 10287000"/>
              <a:gd name="connsiteX998" fmla="*/ 2088868 w 9854218"/>
              <a:gd name="connsiteY998" fmla="*/ 1551525 h 10287000"/>
              <a:gd name="connsiteX999" fmla="*/ 1734570 w 9854218"/>
              <a:gd name="connsiteY999" fmla="*/ 2285429 h 10287000"/>
              <a:gd name="connsiteX1000" fmla="*/ 1683956 w 9854218"/>
              <a:gd name="connsiteY1000" fmla="*/ 2386655 h 10287000"/>
              <a:gd name="connsiteX1001" fmla="*/ 1645996 w 9854218"/>
              <a:gd name="connsiteY1001" fmla="*/ 2449923 h 10287000"/>
              <a:gd name="connsiteX1002" fmla="*/ 1620689 w 9854218"/>
              <a:gd name="connsiteY1002" fmla="*/ 2551154 h 10287000"/>
              <a:gd name="connsiteX1003" fmla="*/ 1506806 w 9854218"/>
              <a:gd name="connsiteY1003" fmla="*/ 2905451 h 10287000"/>
              <a:gd name="connsiteX1004" fmla="*/ 1494152 w 9854218"/>
              <a:gd name="connsiteY1004" fmla="*/ 2918102 h 10287000"/>
              <a:gd name="connsiteX1005" fmla="*/ 1494154 w 9854218"/>
              <a:gd name="connsiteY1005" fmla="*/ 2930757 h 10287000"/>
              <a:gd name="connsiteX1006" fmla="*/ 1506806 w 9854218"/>
              <a:gd name="connsiteY1006" fmla="*/ 2930756 h 10287000"/>
              <a:gd name="connsiteX1007" fmla="*/ 1506806 w 9854218"/>
              <a:gd name="connsiteY1007" fmla="*/ 2943410 h 10287000"/>
              <a:gd name="connsiteX1008" fmla="*/ 1494152 w 9854218"/>
              <a:gd name="connsiteY1008" fmla="*/ 2943410 h 10287000"/>
              <a:gd name="connsiteX1009" fmla="*/ 1456192 w 9854218"/>
              <a:gd name="connsiteY1009" fmla="*/ 3057288 h 10287000"/>
              <a:gd name="connsiteX1010" fmla="*/ 1443541 w 9854218"/>
              <a:gd name="connsiteY1010" fmla="*/ 3057291 h 10287000"/>
              <a:gd name="connsiteX1011" fmla="*/ 1443536 w 9854218"/>
              <a:gd name="connsiteY1011" fmla="*/ 3082601 h 10287000"/>
              <a:gd name="connsiteX1012" fmla="*/ 1405579 w 9854218"/>
              <a:gd name="connsiteY1012" fmla="*/ 3209135 h 10287000"/>
              <a:gd name="connsiteX1013" fmla="*/ 1392929 w 9854218"/>
              <a:gd name="connsiteY1013" fmla="*/ 3221789 h 10287000"/>
              <a:gd name="connsiteX1014" fmla="*/ 1380271 w 9854218"/>
              <a:gd name="connsiteY1014" fmla="*/ 3272402 h 10287000"/>
              <a:gd name="connsiteX1015" fmla="*/ 1380272 w 9854218"/>
              <a:gd name="connsiteY1015" fmla="*/ 3285053 h 10287000"/>
              <a:gd name="connsiteX1016" fmla="*/ 1380271 w 9854218"/>
              <a:gd name="connsiteY1016" fmla="*/ 3297705 h 10287000"/>
              <a:gd name="connsiteX1017" fmla="*/ 1380271 w 9854218"/>
              <a:gd name="connsiteY1017" fmla="*/ 3310362 h 10287000"/>
              <a:gd name="connsiteX1018" fmla="*/ 1367617 w 9854218"/>
              <a:gd name="connsiteY1018" fmla="*/ 3348326 h 10287000"/>
              <a:gd name="connsiteX1019" fmla="*/ 1392925 w 9854218"/>
              <a:gd name="connsiteY1019" fmla="*/ 3335669 h 10287000"/>
              <a:gd name="connsiteX1020" fmla="*/ 1392928 w 9854218"/>
              <a:gd name="connsiteY1020" fmla="*/ 3360977 h 10287000"/>
              <a:gd name="connsiteX1021" fmla="*/ 1380272 w 9854218"/>
              <a:gd name="connsiteY1021" fmla="*/ 3360974 h 10287000"/>
              <a:gd name="connsiteX1022" fmla="*/ 1380271 w 9854218"/>
              <a:gd name="connsiteY1022" fmla="*/ 3373631 h 10287000"/>
              <a:gd name="connsiteX1023" fmla="*/ 1380271 w 9854218"/>
              <a:gd name="connsiteY1023" fmla="*/ 3386286 h 10287000"/>
              <a:gd name="connsiteX1024" fmla="*/ 1380271 w 9854218"/>
              <a:gd name="connsiteY1024" fmla="*/ 3411591 h 10287000"/>
              <a:gd name="connsiteX1025" fmla="*/ 1329658 w 9854218"/>
              <a:gd name="connsiteY1025" fmla="*/ 3512819 h 10287000"/>
              <a:gd name="connsiteX1026" fmla="*/ 1342310 w 9854218"/>
              <a:gd name="connsiteY1026" fmla="*/ 3512817 h 10287000"/>
              <a:gd name="connsiteX1027" fmla="*/ 1329658 w 9854218"/>
              <a:gd name="connsiteY1027" fmla="*/ 3550775 h 10287000"/>
              <a:gd name="connsiteX1028" fmla="*/ 1354964 w 9854218"/>
              <a:gd name="connsiteY1028" fmla="*/ 3550778 h 10287000"/>
              <a:gd name="connsiteX1029" fmla="*/ 1367618 w 9854218"/>
              <a:gd name="connsiteY1029" fmla="*/ 3500165 h 10287000"/>
              <a:gd name="connsiteX1030" fmla="*/ 1367618 w 9854218"/>
              <a:gd name="connsiteY1030" fmla="*/ 3512819 h 10287000"/>
              <a:gd name="connsiteX1031" fmla="*/ 1380271 w 9854218"/>
              <a:gd name="connsiteY1031" fmla="*/ 3512817 h 10287000"/>
              <a:gd name="connsiteX1032" fmla="*/ 1380271 w 9854218"/>
              <a:gd name="connsiteY1032" fmla="*/ 3500166 h 10287000"/>
              <a:gd name="connsiteX1033" fmla="*/ 1380271 w 9854218"/>
              <a:gd name="connsiteY1033" fmla="*/ 3487512 h 10287000"/>
              <a:gd name="connsiteX1034" fmla="*/ 1418236 w 9854218"/>
              <a:gd name="connsiteY1034" fmla="*/ 3348324 h 10287000"/>
              <a:gd name="connsiteX1035" fmla="*/ 1430885 w 9854218"/>
              <a:gd name="connsiteY1035" fmla="*/ 3335669 h 10287000"/>
              <a:gd name="connsiteX1036" fmla="*/ 1430887 w 9854218"/>
              <a:gd name="connsiteY1036" fmla="*/ 3323013 h 10287000"/>
              <a:gd name="connsiteX1037" fmla="*/ 1418234 w 9854218"/>
              <a:gd name="connsiteY1037" fmla="*/ 3323015 h 10287000"/>
              <a:gd name="connsiteX1038" fmla="*/ 1544766 w 9854218"/>
              <a:gd name="connsiteY1038" fmla="*/ 2918102 h 10287000"/>
              <a:gd name="connsiteX1039" fmla="*/ 1544766 w 9854218"/>
              <a:gd name="connsiteY1039" fmla="*/ 2880141 h 10287000"/>
              <a:gd name="connsiteX1040" fmla="*/ 1595382 w 9854218"/>
              <a:gd name="connsiteY1040" fmla="*/ 2740952 h 10287000"/>
              <a:gd name="connsiteX1041" fmla="*/ 1582726 w 9854218"/>
              <a:gd name="connsiteY1041" fmla="*/ 2753607 h 10287000"/>
              <a:gd name="connsiteX1042" fmla="*/ 1633342 w 9854218"/>
              <a:gd name="connsiteY1042" fmla="*/ 2652380 h 10287000"/>
              <a:gd name="connsiteX1043" fmla="*/ 1785186 w 9854218"/>
              <a:gd name="connsiteY1043" fmla="*/ 2285430 h 10287000"/>
              <a:gd name="connsiteX1044" fmla="*/ 1886414 w 9854218"/>
              <a:gd name="connsiteY1044" fmla="*/ 2007050 h 10287000"/>
              <a:gd name="connsiteX1045" fmla="*/ 1937028 w 9854218"/>
              <a:gd name="connsiteY1045" fmla="*/ 1943783 h 10287000"/>
              <a:gd name="connsiteX1046" fmla="*/ 1987643 w 9854218"/>
              <a:gd name="connsiteY1046" fmla="*/ 1829903 h 10287000"/>
              <a:gd name="connsiteX1047" fmla="*/ 2012950 w 9854218"/>
              <a:gd name="connsiteY1047" fmla="*/ 1804596 h 10287000"/>
              <a:gd name="connsiteX1048" fmla="*/ 2139486 w 9854218"/>
              <a:gd name="connsiteY1048" fmla="*/ 1576833 h 10287000"/>
              <a:gd name="connsiteX1049" fmla="*/ 2139485 w 9854218"/>
              <a:gd name="connsiteY1049" fmla="*/ 1551525 h 10287000"/>
              <a:gd name="connsiteX1050" fmla="*/ 2266022 w 9854218"/>
              <a:gd name="connsiteY1050" fmla="*/ 1349070 h 10287000"/>
              <a:gd name="connsiteX1051" fmla="*/ 2367250 w 9854218"/>
              <a:gd name="connsiteY1051" fmla="*/ 1197225 h 10287000"/>
              <a:gd name="connsiteX1052" fmla="*/ 2430518 w 9854218"/>
              <a:gd name="connsiteY1052" fmla="*/ 1108653 h 10287000"/>
              <a:gd name="connsiteX1053" fmla="*/ 2519094 w 9854218"/>
              <a:gd name="connsiteY1053" fmla="*/ 969464 h 10287000"/>
              <a:gd name="connsiteX1054" fmla="*/ 2531748 w 9854218"/>
              <a:gd name="connsiteY1054" fmla="*/ 982118 h 10287000"/>
              <a:gd name="connsiteX1055" fmla="*/ 2544401 w 9854218"/>
              <a:gd name="connsiteY1055" fmla="*/ 944157 h 10287000"/>
              <a:gd name="connsiteX1056" fmla="*/ 2721552 w 9854218"/>
              <a:gd name="connsiteY1056" fmla="*/ 716393 h 10287000"/>
              <a:gd name="connsiteX1057" fmla="*/ 2898701 w 9854218"/>
              <a:gd name="connsiteY1057" fmla="*/ 501282 h 10287000"/>
              <a:gd name="connsiteX1058" fmla="*/ 2924008 w 9854218"/>
              <a:gd name="connsiteY1058" fmla="*/ 488633 h 10287000"/>
              <a:gd name="connsiteX1059" fmla="*/ 2936662 w 9854218"/>
              <a:gd name="connsiteY1059" fmla="*/ 450671 h 10287000"/>
              <a:gd name="connsiteX1060" fmla="*/ 3177078 w 9854218"/>
              <a:gd name="connsiteY1060" fmla="*/ 210252 h 10287000"/>
              <a:gd name="connsiteX1061" fmla="*/ 3189732 w 9854218"/>
              <a:gd name="connsiteY1061" fmla="*/ 210252 h 10287000"/>
              <a:gd name="connsiteX1062" fmla="*/ 3202388 w 9854218"/>
              <a:gd name="connsiteY1062" fmla="*/ 197600 h 10287000"/>
              <a:gd name="connsiteX1063" fmla="*/ 3278308 w 9854218"/>
              <a:gd name="connsiteY1063" fmla="*/ 121680 h 10287000"/>
              <a:gd name="connsiteX1064" fmla="*/ 3290962 w 9854218"/>
              <a:gd name="connsiteY1064" fmla="*/ 134334 h 10287000"/>
              <a:gd name="connsiteX1065" fmla="*/ 3303617 w 9854218"/>
              <a:gd name="connsiteY1065" fmla="*/ 121682 h 10287000"/>
              <a:gd name="connsiteX1066" fmla="*/ 3316272 w 9854218"/>
              <a:gd name="connsiteY1066" fmla="*/ 96371 h 10287000"/>
              <a:gd name="connsiteX1067" fmla="*/ 3379536 w 9854218"/>
              <a:gd name="connsiteY1067" fmla="*/ 58410 h 10287000"/>
              <a:gd name="connsiteX1068" fmla="*/ 3341576 w 9854218"/>
              <a:gd name="connsiteY1068" fmla="*/ 71066 h 10287000"/>
              <a:gd name="connsiteX1069" fmla="*/ 3354233 w 9854218"/>
              <a:gd name="connsiteY1069" fmla="*/ 58410 h 10287000"/>
              <a:gd name="connsiteX1070" fmla="*/ 3341576 w 9854218"/>
              <a:gd name="connsiteY1070" fmla="*/ 58410 h 10287000"/>
              <a:gd name="connsiteX1071" fmla="*/ 3374990 w 9854218"/>
              <a:gd name="connsiteY1071" fmla="*/ 21242 h 10287000"/>
              <a:gd name="connsiteX1072" fmla="*/ 3398246 w 9854218"/>
              <a:gd name="connsiteY1072" fmla="*/ 0 h 10287000"/>
              <a:gd name="connsiteX1073" fmla="*/ 3467874 w 9854218"/>
              <a:gd name="connsiteY1073" fmla="*/ 0 h 10287000"/>
              <a:gd name="connsiteX1074" fmla="*/ 3444386 w 9854218"/>
              <a:gd name="connsiteY1074" fmla="*/ 25196 h 10287000"/>
              <a:gd name="connsiteX1075" fmla="*/ 3366882 w 9854218"/>
              <a:gd name="connsiteY1075" fmla="*/ 109025 h 10287000"/>
              <a:gd name="connsiteX1076" fmla="*/ 2987278 w 9854218"/>
              <a:gd name="connsiteY1076" fmla="*/ 513935 h 10287000"/>
              <a:gd name="connsiteX1077" fmla="*/ 2961968 w 9854218"/>
              <a:gd name="connsiteY1077" fmla="*/ 564552 h 10287000"/>
              <a:gd name="connsiteX1078" fmla="*/ 2911354 w 9854218"/>
              <a:gd name="connsiteY1078" fmla="*/ 589857 h 10287000"/>
              <a:gd name="connsiteX1079" fmla="*/ 2784818 w 9854218"/>
              <a:gd name="connsiteY1079" fmla="*/ 767007 h 10287000"/>
              <a:gd name="connsiteX1080" fmla="*/ 2759512 w 9854218"/>
              <a:gd name="connsiteY1080" fmla="*/ 779661 h 10287000"/>
              <a:gd name="connsiteX1081" fmla="*/ 2696243 w 9854218"/>
              <a:gd name="connsiteY1081" fmla="*/ 893543 h 10287000"/>
              <a:gd name="connsiteX1082" fmla="*/ 2632974 w 9854218"/>
              <a:gd name="connsiteY1082" fmla="*/ 956810 h 10287000"/>
              <a:gd name="connsiteX1083" fmla="*/ 2392558 w 9854218"/>
              <a:gd name="connsiteY1083" fmla="*/ 1323761 h 10287000"/>
              <a:gd name="connsiteX1084" fmla="*/ 2253366 w 9854218"/>
              <a:gd name="connsiteY1084" fmla="*/ 1538871 h 10287000"/>
              <a:gd name="connsiteX1085" fmla="*/ 2190100 w 9854218"/>
              <a:gd name="connsiteY1085" fmla="*/ 1640100 h 10287000"/>
              <a:gd name="connsiteX1086" fmla="*/ 2038253 w 9854218"/>
              <a:gd name="connsiteY1086" fmla="*/ 1956437 h 10287000"/>
              <a:gd name="connsiteX1087" fmla="*/ 2000296 w 9854218"/>
              <a:gd name="connsiteY1087" fmla="*/ 2019705 h 10287000"/>
              <a:gd name="connsiteX1088" fmla="*/ 1810492 w 9854218"/>
              <a:gd name="connsiteY1088" fmla="*/ 2462576 h 10287000"/>
              <a:gd name="connsiteX1089" fmla="*/ 1633343 w 9854218"/>
              <a:gd name="connsiteY1089" fmla="*/ 2930756 h 10287000"/>
              <a:gd name="connsiteX1090" fmla="*/ 1570074 w 9854218"/>
              <a:gd name="connsiteY1090" fmla="*/ 3133212 h 10287000"/>
              <a:gd name="connsiteX1091" fmla="*/ 1557420 w 9854218"/>
              <a:gd name="connsiteY1091" fmla="*/ 3145868 h 10287000"/>
              <a:gd name="connsiteX1092" fmla="*/ 1557422 w 9854218"/>
              <a:gd name="connsiteY1092" fmla="*/ 3171176 h 10287000"/>
              <a:gd name="connsiteX1093" fmla="*/ 1494154 w 9854218"/>
              <a:gd name="connsiteY1093" fmla="*/ 3323016 h 10287000"/>
              <a:gd name="connsiteX1094" fmla="*/ 1519463 w 9854218"/>
              <a:gd name="connsiteY1094" fmla="*/ 3297708 h 10287000"/>
              <a:gd name="connsiteX1095" fmla="*/ 1544768 w 9854218"/>
              <a:gd name="connsiteY1095" fmla="*/ 3209136 h 10287000"/>
              <a:gd name="connsiteX1096" fmla="*/ 1570074 w 9854218"/>
              <a:gd name="connsiteY1096" fmla="*/ 3196481 h 10287000"/>
              <a:gd name="connsiteX1097" fmla="*/ 1582726 w 9854218"/>
              <a:gd name="connsiteY1097" fmla="*/ 3196481 h 10287000"/>
              <a:gd name="connsiteX1098" fmla="*/ 1582727 w 9854218"/>
              <a:gd name="connsiteY1098" fmla="*/ 3183827 h 10287000"/>
              <a:gd name="connsiteX1099" fmla="*/ 1582726 w 9854218"/>
              <a:gd name="connsiteY1099" fmla="*/ 3171176 h 10287000"/>
              <a:gd name="connsiteX1100" fmla="*/ 1582726 w 9854218"/>
              <a:gd name="connsiteY1100" fmla="*/ 3158520 h 10287000"/>
              <a:gd name="connsiteX1101" fmla="*/ 1633342 w 9854218"/>
              <a:gd name="connsiteY1101" fmla="*/ 3019331 h 10287000"/>
              <a:gd name="connsiteX1102" fmla="*/ 1734570 w 9854218"/>
              <a:gd name="connsiteY1102" fmla="*/ 2766260 h 10287000"/>
              <a:gd name="connsiteX1103" fmla="*/ 1823146 w 9854218"/>
              <a:gd name="connsiteY1103" fmla="*/ 2576459 h 10287000"/>
              <a:gd name="connsiteX1104" fmla="*/ 1835800 w 9854218"/>
              <a:gd name="connsiteY1104" fmla="*/ 2576456 h 10287000"/>
              <a:gd name="connsiteX1105" fmla="*/ 1835800 w 9854218"/>
              <a:gd name="connsiteY1105" fmla="*/ 2551151 h 10287000"/>
              <a:gd name="connsiteX1106" fmla="*/ 1835796 w 9854218"/>
              <a:gd name="connsiteY1106" fmla="*/ 2538498 h 10287000"/>
              <a:gd name="connsiteX1107" fmla="*/ 1899068 w 9854218"/>
              <a:gd name="connsiteY1107" fmla="*/ 2361350 h 10287000"/>
              <a:gd name="connsiteX1108" fmla="*/ 1911720 w 9854218"/>
              <a:gd name="connsiteY1108" fmla="*/ 2336043 h 10287000"/>
              <a:gd name="connsiteX1109" fmla="*/ 1937026 w 9854218"/>
              <a:gd name="connsiteY1109" fmla="*/ 2336043 h 10287000"/>
              <a:gd name="connsiteX1110" fmla="*/ 1937028 w 9854218"/>
              <a:gd name="connsiteY1110" fmla="*/ 2298083 h 10287000"/>
              <a:gd name="connsiteX1111" fmla="*/ 1962336 w 9854218"/>
              <a:gd name="connsiteY1111" fmla="*/ 2260122 h 10287000"/>
              <a:gd name="connsiteX1112" fmla="*/ 2126832 w 9854218"/>
              <a:gd name="connsiteY1112" fmla="*/ 1905822 h 10287000"/>
              <a:gd name="connsiteX1113" fmla="*/ 2126832 w 9854218"/>
              <a:gd name="connsiteY1113" fmla="*/ 1893168 h 10287000"/>
              <a:gd name="connsiteX1114" fmla="*/ 2139485 w 9854218"/>
              <a:gd name="connsiteY1114" fmla="*/ 1880514 h 10287000"/>
              <a:gd name="connsiteX1115" fmla="*/ 2202754 w 9854218"/>
              <a:gd name="connsiteY1115" fmla="*/ 1791941 h 10287000"/>
              <a:gd name="connsiteX1116" fmla="*/ 2202755 w 9854218"/>
              <a:gd name="connsiteY1116" fmla="*/ 1753982 h 10287000"/>
              <a:gd name="connsiteX1117" fmla="*/ 2215408 w 9854218"/>
              <a:gd name="connsiteY1117" fmla="*/ 1741328 h 10287000"/>
              <a:gd name="connsiteX1118" fmla="*/ 2278674 w 9854218"/>
              <a:gd name="connsiteY1118" fmla="*/ 1652753 h 10287000"/>
              <a:gd name="connsiteX1119" fmla="*/ 2291330 w 9854218"/>
              <a:gd name="connsiteY1119" fmla="*/ 1640102 h 10287000"/>
              <a:gd name="connsiteX1120" fmla="*/ 2303982 w 9854218"/>
              <a:gd name="connsiteY1120" fmla="*/ 1602140 h 10287000"/>
              <a:gd name="connsiteX1121" fmla="*/ 2354598 w 9854218"/>
              <a:gd name="connsiteY1121" fmla="*/ 1526214 h 10287000"/>
              <a:gd name="connsiteX1122" fmla="*/ 2367250 w 9854218"/>
              <a:gd name="connsiteY1122" fmla="*/ 1513565 h 10287000"/>
              <a:gd name="connsiteX1123" fmla="*/ 2367251 w 9854218"/>
              <a:gd name="connsiteY1123" fmla="*/ 1500911 h 10287000"/>
              <a:gd name="connsiteX1124" fmla="*/ 2620324 w 9854218"/>
              <a:gd name="connsiteY1124" fmla="*/ 1095999 h 10287000"/>
              <a:gd name="connsiteX1125" fmla="*/ 2632978 w 9854218"/>
              <a:gd name="connsiteY1125" fmla="*/ 1083344 h 10287000"/>
              <a:gd name="connsiteX1126" fmla="*/ 2645628 w 9854218"/>
              <a:gd name="connsiteY1126" fmla="*/ 1070693 h 10287000"/>
              <a:gd name="connsiteX1127" fmla="*/ 2645626 w 9854218"/>
              <a:gd name="connsiteY1127" fmla="*/ 1058039 h 10287000"/>
              <a:gd name="connsiteX1128" fmla="*/ 2658282 w 9854218"/>
              <a:gd name="connsiteY1128" fmla="*/ 1045385 h 10287000"/>
              <a:gd name="connsiteX1129" fmla="*/ 2670936 w 9854218"/>
              <a:gd name="connsiteY1129" fmla="*/ 1045385 h 10287000"/>
              <a:gd name="connsiteX1130" fmla="*/ 2658280 w 9854218"/>
              <a:gd name="connsiteY1130" fmla="*/ 1070693 h 10287000"/>
              <a:gd name="connsiteX1131" fmla="*/ 2670938 w 9854218"/>
              <a:gd name="connsiteY1131" fmla="*/ 1070693 h 10287000"/>
              <a:gd name="connsiteX1132" fmla="*/ 2683589 w 9854218"/>
              <a:gd name="connsiteY1132" fmla="*/ 1070693 h 10287000"/>
              <a:gd name="connsiteX1133" fmla="*/ 2696244 w 9854218"/>
              <a:gd name="connsiteY1133" fmla="*/ 1058040 h 10287000"/>
              <a:gd name="connsiteX1134" fmla="*/ 2632978 w 9854218"/>
              <a:gd name="connsiteY1134" fmla="*/ 1159265 h 10287000"/>
              <a:gd name="connsiteX1135" fmla="*/ 2557054 w 9854218"/>
              <a:gd name="connsiteY1135" fmla="*/ 1235189 h 10287000"/>
              <a:gd name="connsiteX1136" fmla="*/ 2595012 w 9854218"/>
              <a:gd name="connsiteY1136" fmla="*/ 1222535 h 10287000"/>
              <a:gd name="connsiteX1137" fmla="*/ 2531747 w 9854218"/>
              <a:gd name="connsiteY1137" fmla="*/ 1323761 h 10287000"/>
              <a:gd name="connsiteX1138" fmla="*/ 2531747 w 9854218"/>
              <a:gd name="connsiteY1138" fmla="*/ 1311110 h 10287000"/>
              <a:gd name="connsiteX1139" fmla="*/ 2531748 w 9854218"/>
              <a:gd name="connsiteY1139" fmla="*/ 1298457 h 10287000"/>
              <a:gd name="connsiteX1140" fmla="*/ 2519093 w 9854218"/>
              <a:gd name="connsiteY1140" fmla="*/ 1311110 h 10287000"/>
              <a:gd name="connsiteX1141" fmla="*/ 2506440 w 9854218"/>
              <a:gd name="connsiteY1141" fmla="*/ 1336415 h 10287000"/>
              <a:gd name="connsiteX1142" fmla="*/ 2468480 w 9854218"/>
              <a:gd name="connsiteY1142" fmla="*/ 1374375 h 10287000"/>
              <a:gd name="connsiteX1143" fmla="*/ 2455824 w 9854218"/>
              <a:gd name="connsiteY1143" fmla="*/ 1387029 h 10287000"/>
              <a:gd name="connsiteX1144" fmla="*/ 2455826 w 9854218"/>
              <a:gd name="connsiteY1144" fmla="*/ 1399683 h 10287000"/>
              <a:gd name="connsiteX1145" fmla="*/ 2468480 w 9854218"/>
              <a:gd name="connsiteY1145" fmla="*/ 1399685 h 10287000"/>
              <a:gd name="connsiteX1146" fmla="*/ 2417864 w 9854218"/>
              <a:gd name="connsiteY1146" fmla="*/ 1450296 h 10287000"/>
              <a:gd name="connsiteX1147" fmla="*/ 2455824 w 9854218"/>
              <a:gd name="connsiteY1147" fmla="*/ 1450296 h 10287000"/>
              <a:gd name="connsiteX1148" fmla="*/ 2417861 w 9854218"/>
              <a:gd name="connsiteY1148" fmla="*/ 1513565 h 10287000"/>
              <a:gd name="connsiteX1149" fmla="*/ 2379904 w 9854218"/>
              <a:gd name="connsiteY1149" fmla="*/ 1551524 h 10287000"/>
              <a:gd name="connsiteX1150" fmla="*/ 2405212 w 9854218"/>
              <a:gd name="connsiteY1150" fmla="*/ 1538868 h 10287000"/>
              <a:gd name="connsiteX1151" fmla="*/ 2379904 w 9854218"/>
              <a:gd name="connsiteY1151" fmla="*/ 1564179 h 10287000"/>
              <a:gd name="connsiteX1152" fmla="*/ 2367250 w 9854218"/>
              <a:gd name="connsiteY1152" fmla="*/ 1602137 h 10287000"/>
              <a:gd name="connsiteX1153" fmla="*/ 2354598 w 9854218"/>
              <a:gd name="connsiteY1153" fmla="*/ 1614791 h 10287000"/>
              <a:gd name="connsiteX1154" fmla="*/ 2341944 w 9854218"/>
              <a:gd name="connsiteY1154" fmla="*/ 1627446 h 10287000"/>
              <a:gd name="connsiteX1155" fmla="*/ 2341943 w 9854218"/>
              <a:gd name="connsiteY1155" fmla="*/ 1640100 h 10287000"/>
              <a:gd name="connsiteX1156" fmla="*/ 2347962 w 9854218"/>
              <a:gd name="connsiteY1156" fmla="*/ 1639239 h 10287000"/>
              <a:gd name="connsiteX1157" fmla="*/ 2340360 w 9854218"/>
              <a:gd name="connsiteY1157" fmla="*/ 1652750 h 10287000"/>
              <a:gd name="connsiteX1158" fmla="*/ 2316635 w 9854218"/>
              <a:gd name="connsiteY1158" fmla="*/ 1678061 h 10287000"/>
              <a:gd name="connsiteX1159" fmla="*/ 2316636 w 9854218"/>
              <a:gd name="connsiteY1159" fmla="*/ 1690712 h 10287000"/>
              <a:gd name="connsiteX1160" fmla="*/ 2316635 w 9854218"/>
              <a:gd name="connsiteY1160" fmla="*/ 1703367 h 10287000"/>
              <a:gd name="connsiteX1161" fmla="*/ 2278674 w 9854218"/>
              <a:gd name="connsiteY1161" fmla="*/ 1779284 h 10287000"/>
              <a:gd name="connsiteX1162" fmla="*/ 2240716 w 9854218"/>
              <a:gd name="connsiteY1162" fmla="*/ 1829903 h 10287000"/>
              <a:gd name="connsiteX1163" fmla="*/ 2228057 w 9854218"/>
              <a:gd name="connsiteY1163" fmla="*/ 1829903 h 10287000"/>
              <a:gd name="connsiteX1164" fmla="*/ 2215409 w 9854218"/>
              <a:gd name="connsiteY1164" fmla="*/ 1829900 h 10287000"/>
              <a:gd name="connsiteX1165" fmla="*/ 2215409 w 9854218"/>
              <a:gd name="connsiteY1165" fmla="*/ 1855205 h 10287000"/>
              <a:gd name="connsiteX1166" fmla="*/ 2215408 w 9854218"/>
              <a:gd name="connsiteY1166" fmla="*/ 1867862 h 10287000"/>
              <a:gd name="connsiteX1167" fmla="*/ 2215409 w 9854218"/>
              <a:gd name="connsiteY1167" fmla="*/ 1893168 h 10287000"/>
              <a:gd name="connsiteX1168" fmla="*/ 2152139 w 9854218"/>
              <a:gd name="connsiteY1168" fmla="*/ 1994397 h 10287000"/>
              <a:gd name="connsiteX1169" fmla="*/ 2139485 w 9854218"/>
              <a:gd name="connsiteY1169" fmla="*/ 2019704 h 10287000"/>
              <a:gd name="connsiteX1170" fmla="*/ 2139486 w 9854218"/>
              <a:gd name="connsiteY1170" fmla="*/ 2032355 h 10287000"/>
              <a:gd name="connsiteX1171" fmla="*/ 2139485 w 9854218"/>
              <a:gd name="connsiteY1171" fmla="*/ 2045012 h 10287000"/>
              <a:gd name="connsiteX1172" fmla="*/ 2101526 w 9854218"/>
              <a:gd name="connsiteY1172" fmla="*/ 2095623 h 10287000"/>
              <a:gd name="connsiteX1173" fmla="*/ 2083730 w 9854218"/>
              <a:gd name="connsiteY1173" fmla="*/ 2134771 h 10287000"/>
              <a:gd name="connsiteX1174" fmla="*/ 2088130 w 9854218"/>
              <a:gd name="connsiteY1174" fmla="*/ 2144585 h 10287000"/>
              <a:gd name="connsiteX1175" fmla="*/ 2087437 w 9854218"/>
              <a:gd name="connsiteY1175" fmla="*/ 2146015 h 10287000"/>
              <a:gd name="connsiteX1176" fmla="*/ 2088870 w 9854218"/>
              <a:gd name="connsiteY1176" fmla="*/ 2146236 h 10287000"/>
              <a:gd name="connsiteX1177" fmla="*/ 2088130 w 9854218"/>
              <a:gd name="connsiteY1177" fmla="*/ 2144585 h 10287000"/>
              <a:gd name="connsiteX1178" fmla="*/ 2091639 w 9854218"/>
              <a:gd name="connsiteY1178" fmla="*/ 2137342 h 10287000"/>
              <a:gd name="connsiteX1179" fmla="*/ 2152139 w 9854218"/>
              <a:gd name="connsiteY1179" fmla="*/ 2032358 h 10287000"/>
              <a:gd name="connsiteX1180" fmla="*/ 2164793 w 9854218"/>
              <a:gd name="connsiteY1180" fmla="*/ 2019704 h 10287000"/>
              <a:gd name="connsiteX1181" fmla="*/ 2177447 w 9854218"/>
              <a:gd name="connsiteY1181" fmla="*/ 2007050 h 10287000"/>
              <a:gd name="connsiteX1182" fmla="*/ 2164794 w 9854218"/>
              <a:gd name="connsiteY1182" fmla="*/ 1994397 h 10287000"/>
              <a:gd name="connsiteX1183" fmla="*/ 2177447 w 9854218"/>
              <a:gd name="connsiteY1183" fmla="*/ 1969089 h 10287000"/>
              <a:gd name="connsiteX1184" fmla="*/ 2202754 w 9854218"/>
              <a:gd name="connsiteY1184" fmla="*/ 1956437 h 10287000"/>
              <a:gd name="connsiteX1185" fmla="*/ 2228057 w 9854218"/>
              <a:gd name="connsiteY1185" fmla="*/ 1880516 h 10287000"/>
              <a:gd name="connsiteX1186" fmla="*/ 2228060 w 9854218"/>
              <a:gd name="connsiteY1186" fmla="*/ 1867862 h 10287000"/>
              <a:gd name="connsiteX1187" fmla="*/ 2240714 w 9854218"/>
              <a:gd name="connsiteY1187" fmla="*/ 1867862 h 10287000"/>
              <a:gd name="connsiteX1188" fmla="*/ 2253370 w 9854218"/>
              <a:gd name="connsiteY1188" fmla="*/ 1855208 h 10287000"/>
              <a:gd name="connsiteX1189" fmla="*/ 2253370 w 9854218"/>
              <a:gd name="connsiteY1189" fmla="*/ 1842557 h 10287000"/>
              <a:gd name="connsiteX1190" fmla="*/ 2240712 w 9854218"/>
              <a:gd name="connsiteY1190" fmla="*/ 1842554 h 10287000"/>
              <a:gd name="connsiteX1191" fmla="*/ 2329289 w 9854218"/>
              <a:gd name="connsiteY1191" fmla="*/ 1703364 h 10287000"/>
              <a:gd name="connsiteX1192" fmla="*/ 2329290 w 9854218"/>
              <a:gd name="connsiteY1192" fmla="*/ 1716023 h 10287000"/>
              <a:gd name="connsiteX1193" fmla="*/ 2341943 w 9854218"/>
              <a:gd name="connsiteY1193" fmla="*/ 1703366 h 10287000"/>
              <a:gd name="connsiteX1194" fmla="*/ 2341943 w 9854218"/>
              <a:gd name="connsiteY1194" fmla="*/ 1690709 h 10287000"/>
              <a:gd name="connsiteX1195" fmla="*/ 2367250 w 9854218"/>
              <a:gd name="connsiteY1195" fmla="*/ 1627446 h 10287000"/>
              <a:gd name="connsiteX1196" fmla="*/ 2379904 w 9854218"/>
              <a:gd name="connsiteY1196" fmla="*/ 1627443 h 10287000"/>
              <a:gd name="connsiteX1197" fmla="*/ 2379904 w 9854218"/>
              <a:gd name="connsiteY1197" fmla="*/ 1614791 h 10287000"/>
              <a:gd name="connsiteX1198" fmla="*/ 2379900 w 9854218"/>
              <a:gd name="connsiteY1198" fmla="*/ 1602140 h 10287000"/>
              <a:gd name="connsiteX1199" fmla="*/ 2465318 w 9854218"/>
              <a:gd name="connsiteY1199" fmla="*/ 1468683 h 10287000"/>
              <a:gd name="connsiteX1200" fmla="*/ 2481902 w 9854218"/>
              <a:gd name="connsiteY1200" fmla="*/ 1450599 h 10287000"/>
              <a:gd name="connsiteX1201" fmla="*/ 2579830 w 9854218"/>
              <a:gd name="connsiteY1201" fmla="*/ 1265063 h 10287000"/>
              <a:gd name="connsiteX1202" fmla="*/ 3038504 w 9854218"/>
              <a:gd name="connsiteY1202" fmla="*/ 556154 h 10287000"/>
              <a:gd name="connsiteX1203" fmla="*/ 3295808 w 9854218"/>
              <a:gd name="connsiteY1203" fmla="*/ 235523 h 10287000"/>
              <a:gd name="connsiteX1204" fmla="*/ 3509334 w 9854218"/>
              <a:gd name="connsiteY1204" fmla="*/ 0 h 10287000"/>
              <a:gd name="connsiteX1205" fmla="*/ 9854218 w 9854218"/>
              <a:gd name="connsiteY1205" fmla="*/ 0 h 10287000"/>
              <a:gd name="connsiteX1206" fmla="*/ 9854218 w 9854218"/>
              <a:gd name="connsiteY1206" fmla="*/ 10287000 h 10287000"/>
              <a:gd name="connsiteX1207" fmla="*/ 4569194 w 9854218"/>
              <a:gd name="connsiteY1207" fmla="*/ 10287000 h 10287000"/>
              <a:gd name="connsiteX1208" fmla="*/ 4512034 w 9854218"/>
              <a:gd name="connsiteY1208" fmla="*/ 10239735 h 10287000"/>
              <a:gd name="connsiteX1209" fmla="*/ 4429784 w 9854218"/>
              <a:gd name="connsiteY1209" fmla="*/ 10181214 h 10287000"/>
              <a:gd name="connsiteX1210" fmla="*/ 4404479 w 9854218"/>
              <a:gd name="connsiteY1210" fmla="*/ 10143254 h 10287000"/>
              <a:gd name="connsiteX1211" fmla="*/ 4404479 w 9854218"/>
              <a:gd name="connsiteY1211" fmla="*/ 10130601 h 10287000"/>
              <a:gd name="connsiteX1212" fmla="*/ 4366518 w 9854218"/>
              <a:gd name="connsiteY1212" fmla="*/ 10092639 h 10287000"/>
              <a:gd name="connsiteX1213" fmla="*/ 4353864 w 9854218"/>
              <a:gd name="connsiteY1213" fmla="*/ 10079984 h 10287000"/>
              <a:gd name="connsiteX1214" fmla="*/ 4341210 w 9854218"/>
              <a:gd name="connsiteY1214" fmla="*/ 10079986 h 10287000"/>
              <a:gd name="connsiteX1215" fmla="*/ 4366518 w 9854218"/>
              <a:gd name="connsiteY1215" fmla="*/ 10105293 h 10287000"/>
              <a:gd name="connsiteX1216" fmla="*/ 4379172 w 9854218"/>
              <a:gd name="connsiteY1216" fmla="*/ 10130601 h 10287000"/>
              <a:gd name="connsiteX1217" fmla="*/ 4379170 w 9854218"/>
              <a:gd name="connsiteY1217" fmla="*/ 10143254 h 10287000"/>
              <a:gd name="connsiteX1218" fmla="*/ 4366518 w 9854218"/>
              <a:gd name="connsiteY1218" fmla="*/ 10143254 h 10287000"/>
              <a:gd name="connsiteX1219" fmla="*/ 4366518 w 9854218"/>
              <a:gd name="connsiteY1219" fmla="*/ 10130601 h 10287000"/>
              <a:gd name="connsiteX1220" fmla="*/ 4353864 w 9854218"/>
              <a:gd name="connsiteY1220" fmla="*/ 10130602 h 10287000"/>
              <a:gd name="connsiteX1221" fmla="*/ 4341210 w 9854218"/>
              <a:gd name="connsiteY1221" fmla="*/ 10117947 h 10287000"/>
              <a:gd name="connsiteX1222" fmla="*/ 4328555 w 9854218"/>
              <a:gd name="connsiteY1222" fmla="*/ 10105293 h 10287000"/>
              <a:gd name="connsiteX1223" fmla="*/ 4328555 w 9854218"/>
              <a:gd name="connsiteY1223" fmla="*/ 10092639 h 10287000"/>
              <a:gd name="connsiteX1224" fmla="*/ 4315904 w 9854218"/>
              <a:gd name="connsiteY1224" fmla="*/ 10079986 h 10287000"/>
              <a:gd name="connsiteX1225" fmla="*/ 4303250 w 9854218"/>
              <a:gd name="connsiteY1225" fmla="*/ 10079985 h 10287000"/>
              <a:gd name="connsiteX1226" fmla="*/ 4303250 w 9854218"/>
              <a:gd name="connsiteY1226" fmla="*/ 10092639 h 10287000"/>
              <a:gd name="connsiteX1227" fmla="*/ 4315901 w 9854218"/>
              <a:gd name="connsiteY1227" fmla="*/ 10105293 h 10287000"/>
              <a:gd name="connsiteX1228" fmla="*/ 4303250 w 9854218"/>
              <a:gd name="connsiteY1228" fmla="*/ 10117946 h 10287000"/>
              <a:gd name="connsiteX1229" fmla="*/ 4252632 w 9854218"/>
              <a:gd name="connsiteY1229" fmla="*/ 10067332 h 10287000"/>
              <a:gd name="connsiteX1230" fmla="*/ 4252636 w 9854218"/>
              <a:gd name="connsiteY1230" fmla="*/ 10092639 h 10287000"/>
              <a:gd name="connsiteX1231" fmla="*/ 4227329 w 9854218"/>
              <a:gd name="connsiteY1231" fmla="*/ 10079986 h 10287000"/>
              <a:gd name="connsiteX1232" fmla="*/ 4189368 w 9854218"/>
              <a:gd name="connsiteY1232" fmla="*/ 10042026 h 10287000"/>
              <a:gd name="connsiteX1233" fmla="*/ 4138756 w 9854218"/>
              <a:gd name="connsiteY1233" fmla="*/ 10004066 h 10287000"/>
              <a:gd name="connsiteX1234" fmla="*/ 4189368 w 9854218"/>
              <a:gd name="connsiteY1234" fmla="*/ 10016718 h 10287000"/>
              <a:gd name="connsiteX1235" fmla="*/ 4126100 w 9854218"/>
              <a:gd name="connsiteY1235" fmla="*/ 9940797 h 10287000"/>
              <a:gd name="connsiteX1236" fmla="*/ 4113446 w 9854218"/>
              <a:gd name="connsiteY1236" fmla="*/ 9928143 h 10287000"/>
              <a:gd name="connsiteX1237" fmla="*/ 4138754 w 9854218"/>
              <a:gd name="connsiteY1237" fmla="*/ 9928143 h 10287000"/>
              <a:gd name="connsiteX1238" fmla="*/ 4126100 w 9854218"/>
              <a:gd name="connsiteY1238" fmla="*/ 9902836 h 10287000"/>
              <a:gd name="connsiteX1239" fmla="*/ 4113446 w 9854218"/>
              <a:gd name="connsiteY1239" fmla="*/ 9890182 h 10287000"/>
              <a:gd name="connsiteX1240" fmla="*/ 4100792 w 9854218"/>
              <a:gd name="connsiteY1240" fmla="*/ 9877532 h 10287000"/>
              <a:gd name="connsiteX1241" fmla="*/ 4100790 w 9854218"/>
              <a:gd name="connsiteY1241" fmla="*/ 9890182 h 10287000"/>
              <a:gd name="connsiteX1242" fmla="*/ 4113444 w 9854218"/>
              <a:gd name="connsiteY1242" fmla="*/ 9902836 h 10287000"/>
              <a:gd name="connsiteX1243" fmla="*/ 4113446 w 9854218"/>
              <a:gd name="connsiteY1243" fmla="*/ 9915490 h 10287000"/>
              <a:gd name="connsiteX1244" fmla="*/ 4062832 w 9854218"/>
              <a:gd name="connsiteY1244" fmla="*/ 9877532 h 10287000"/>
              <a:gd name="connsiteX1245" fmla="*/ 4062832 w 9854218"/>
              <a:gd name="connsiteY1245" fmla="*/ 9902836 h 10287000"/>
              <a:gd name="connsiteX1246" fmla="*/ 4012217 w 9854218"/>
              <a:gd name="connsiteY1246" fmla="*/ 9877532 h 10287000"/>
              <a:gd name="connsiteX1247" fmla="*/ 4012217 w 9854218"/>
              <a:gd name="connsiteY1247" fmla="*/ 9890182 h 10287000"/>
              <a:gd name="connsiteX1248" fmla="*/ 3999564 w 9854218"/>
              <a:gd name="connsiteY1248" fmla="*/ 9864876 h 10287000"/>
              <a:gd name="connsiteX1249" fmla="*/ 3986910 w 9854218"/>
              <a:gd name="connsiteY1249" fmla="*/ 9852222 h 10287000"/>
              <a:gd name="connsiteX1250" fmla="*/ 3974254 w 9854218"/>
              <a:gd name="connsiteY1250" fmla="*/ 9839571 h 10287000"/>
              <a:gd name="connsiteX1251" fmla="*/ 3974256 w 9854218"/>
              <a:gd name="connsiteY1251" fmla="*/ 9852222 h 10287000"/>
              <a:gd name="connsiteX1252" fmla="*/ 3936298 w 9854218"/>
              <a:gd name="connsiteY1252" fmla="*/ 9826916 h 10287000"/>
              <a:gd name="connsiteX1253" fmla="*/ 3936296 w 9854218"/>
              <a:gd name="connsiteY1253" fmla="*/ 9814262 h 10287000"/>
              <a:gd name="connsiteX1254" fmla="*/ 3936298 w 9854218"/>
              <a:gd name="connsiteY1254" fmla="*/ 9801610 h 10287000"/>
              <a:gd name="connsiteX1255" fmla="*/ 3923640 w 9854218"/>
              <a:gd name="connsiteY1255" fmla="*/ 9801610 h 10287000"/>
              <a:gd name="connsiteX1256" fmla="*/ 3910988 w 9854218"/>
              <a:gd name="connsiteY1256" fmla="*/ 9801610 h 10287000"/>
              <a:gd name="connsiteX1257" fmla="*/ 3898332 w 9854218"/>
              <a:gd name="connsiteY1257" fmla="*/ 9788956 h 10287000"/>
              <a:gd name="connsiteX1258" fmla="*/ 3898336 w 9854218"/>
              <a:gd name="connsiteY1258" fmla="*/ 9776301 h 10287000"/>
              <a:gd name="connsiteX1259" fmla="*/ 3898336 w 9854218"/>
              <a:gd name="connsiteY1259" fmla="*/ 9750996 h 10287000"/>
              <a:gd name="connsiteX1260" fmla="*/ 3885682 w 9854218"/>
              <a:gd name="connsiteY1260" fmla="*/ 9750996 h 10287000"/>
              <a:gd name="connsiteX1261" fmla="*/ 3885680 w 9854218"/>
              <a:gd name="connsiteY1261" fmla="*/ 9763644 h 10287000"/>
              <a:gd name="connsiteX1262" fmla="*/ 3885682 w 9854218"/>
              <a:gd name="connsiteY1262" fmla="*/ 9776301 h 10287000"/>
              <a:gd name="connsiteX1263" fmla="*/ 3847722 w 9854218"/>
              <a:gd name="connsiteY1263" fmla="*/ 9738340 h 10287000"/>
              <a:gd name="connsiteX1264" fmla="*/ 3847722 w 9854218"/>
              <a:gd name="connsiteY1264" fmla="*/ 9763647 h 10287000"/>
              <a:gd name="connsiteX1265" fmla="*/ 3835066 w 9854218"/>
              <a:gd name="connsiteY1265" fmla="*/ 9738340 h 10287000"/>
              <a:gd name="connsiteX1266" fmla="*/ 3835067 w 9854218"/>
              <a:gd name="connsiteY1266" fmla="*/ 9725686 h 10287000"/>
              <a:gd name="connsiteX1267" fmla="*/ 3759146 w 9854218"/>
              <a:gd name="connsiteY1267" fmla="*/ 9649764 h 10287000"/>
              <a:gd name="connsiteX1268" fmla="*/ 3759146 w 9854218"/>
              <a:gd name="connsiteY1268" fmla="*/ 9662421 h 10287000"/>
              <a:gd name="connsiteX1269" fmla="*/ 3746490 w 9854218"/>
              <a:gd name="connsiteY1269" fmla="*/ 9637114 h 10287000"/>
              <a:gd name="connsiteX1270" fmla="*/ 3733836 w 9854218"/>
              <a:gd name="connsiteY1270" fmla="*/ 9624460 h 10287000"/>
              <a:gd name="connsiteX1271" fmla="*/ 3733836 w 9854218"/>
              <a:gd name="connsiteY1271" fmla="*/ 9636734 h 10287000"/>
              <a:gd name="connsiteX1272" fmla="*/ 3640518 w 9854218"/>
              <a:gd name="connsiteY1272" fmla="*/ 9540630 h 10287000"/>
              <a:gd name="connsiteX1273" fmla="*/ 3544034 w 9854218"/>
              <a:gd name="connsiteY1273" fmla="*/ 9459962 h 10287000"/>
              <a:gd name="connsiteX1274" fmla="*/ 3379536 w 9854218"/>
              <a:gd name="connsiteY1274" fmla="*/ 9270158 h 10287000"/>
              <a:gd name="connsiteX1275" fmla="*/ 3240347 w 9854218"/>
              <a:gd name="connsiteY1275" fmla="*/ 9118320 h 10287000"/>
              <a:gd name="connsiteX1276" fmla="*/ 3227696 w 9854218"/>
              <a:gd name="connsiteY1276" fmla="*/ 9118320 h 10287000"/>
              <a:gd name="connsiteX1277" fmla="*/ 3075851 w 9854218"/>
              <a:gd name="connsiteY1277" fmla="*/ 8903210 h 10287000"/>
              <a:gd name="connsiteX1278" fmla="*/ 3063197 w 9854218"/>
              <a:gd name="connsiteY1278" fmla="*/ 8915864 h 10287000"/>
              <a:gd name="connsiteX1279" fmla="*/ 3025236 w 9854218"/>
              <a:gd name="connsiteY1279" fmla="*/ 8827288 h 10287000"/>
              <a:gd name="connsiteX1280" fmla="*/ 3025238 w 9854218"/>
              <a:gd name="connsiteY1280" fmla="*/ 8865246 h 10287000"/>
              <a:gd name="connsiteX1281" fmla="*/ 2924008 w 9854218"/>
              <a:gd name="connsiteY1281" fmla="*/ 8688099 h 10287000"/>
              <a:gd name="connsiteX1282" fmla="*/ 2873393 w 9854218"/>
              <a:gd name="connsiteY1282" fmla="*/ 8650138 h 10287000"/>
              <a:gd name="connsiteX1283" fmla="*/ 2873393 w 9854218"/>
              <a:gd name="connsiteY1283" fmla="*/ 8637488 h 10287000"/>
              <a:gd name="connsiteX1284" fmla="*/ 2873392 w 9854218"/>
              <a:gd name="connsiteY1284" fmla="*/ 8624834 h 10287000"/>
              <a:gd name="connsiteX1285" fmla="*/ 2860744 w 9854218"/>
              <a:gd name="connsiteY1285" fmla="*/ 8624834 h 10287000"/>
              <a:gd name="connsiteX1286" fmla="*/ 2506439 w 9854218"/>
              <a:gd name="connsiteY1286" fmla="*/ 8042772 h 10287000"/>
              <a:gd name="connsiteX1287" fmla="*/ 2503470 w 9854218"/>
              <a:gd name="connsiteY1287" fmla="*/ 8056143 h 10287000"/>
              <a:gd name="connsiteX1288" fmla="*/ 2422608 w 9854218"/>
              <a:gd name="connsiteY1288" fmla="*/ 7928891 h 10287000"/>
              <a:gd name="connsiteX1289" fmla="*/ 2354598 w 9854218"/>
              <a:gd name="connsiteY1289" fmla="*/ 7777047 h 10287000"/>
              <a:gd name="connsiteX1290" fmla="*/ 2316635 w 9854218"/>
              <a:gd name="connsiteY1290" fmla="*/ 7701123 h 10287000"/>
              <a:gd name="connsiteX1291" fmla="*/ 2266022 w 9854218"/>
              <a:gd name="connsiteY1291" fmla="*/ 7637859 h 10287000"/>
              <a:gd name="connsiteX1292" fmla="*/ 2266022 w 9854218"/>
              <a:gd name="connsiteY1292" fmla="*/ 7625202 h 10287000"/>
              <a:gd name="connsiteX1293" fmla="*/ 2164794 w 9854218"/>
              <a:gd name="connsiteY1293" fmla="*/ 7397444 h 10287000"/>
              <a:gd name="connsiteX1294" fmla="*/ 2164793 w 9854218"/>
              <a:gd name="connsiteY1294" fmla="*/ 7384790 h 10287000"/>
              <a:gd name="connsiteX1295" fmla="*/ 2126832 w 9854218"/>
              <a:gd name="connsiteY1295" fmla="*/ 7334175 h 10287000"/>
              <a:gd name="connsiteX1296" fmla="*/ 2114180 w 9854218"/>
              <a:gd name="connsiteY1296" fmla="*/ 7346829 h 10287000"/>
              <a:gd name="connsiteX1297" fmla="*/ 2126832 w 9854218"/>
              <a:gd name="connsiteY1297" fmla="*/ 7372134 h 10287000"/>
              <a:gd name="connsiteX1298" fmla="*/ 2139485 w 9854218"/>
              <a:gd name="connsiteY1298" fmla="*/ 7397444 h 10287000"/>
              <a:gd name="connsiteX1299" fmla="*/ 2202752 w 9854218"/>
              <a:gd name="connsiteY1299" fmla="*/ 7549284 h 10287000"/>
              <a:gd name="connsiteX1300" fmla="*/ 2240714 w 9854218"/>
              <a:gd name="connsiteY1300" fmla="*/ 7637859 h 10287000"/>
              <a:gd name="connsiteX1301" fmla="*/ 2253368 w 9854218"/>
              <a:gd name="connsiteY1301" fmla="*/ 7663166 h 10287000"/>
              <a:gd name="connsiteX1302" fmla="*/ 2267009 w 9854218"/>
              <a:gd name="connsiteY1302" fmla="*/ 7702709 h 10287000"/>
              <a:gd name="connsiteX1303" fmla="*/ 2268472 w 9854218"/>
              <a:gd name="connsiteY1303" fmla="*/ 7706363 h 10287000"/>
              <a:gd name="connsiteX1304" fmla="*/ 2183772 w 9854218"/>
              <a:gd name="connsiteY1304" fmla="*/ 7539792 h 10287000"/>
              <a:gd name="connsiteX1305" fmla="*/ 2088870 w 9854218"/>
              <a:gd name="connsiteY1305" fmla="*/ 7372134 h 10287000"/>
              <a:gd name="connsiteX1306" fmla="*/ 2076218 w 9854218"/>
              <a:gd name="connsiteY1306" fmla="*/ 7359483 h 10287000"/>
              <a:gd name="connsiteX1307" fmla="*/ 2076220 w 9854218"/>
              <a:gd name="connsiteY1307" fmla="*/ 7346829 h 10287000"/>
              <a:gd name="connsiteX1308" fmla="*/ 1911722 w 9854218"/>
              <a:gd name="connsiteY1308" fmla="*/ 6815382 h 10287000"/>
              <a:gd name="connsiteX1309" fmla="*/ 1861103 w 9854218"/>
              <a:gd name="connsiteY1309" fmla="*/ 6676193 h 10287000"/>
              <a:gd name="connsiteX1310" fmla="*/ 1861103 w 9854218"/>
              <a:gd name="connsiteY1310" fmla="*/ 6625580 h 10287000"/>
              <a:gd name="connsiteX1311" fmla="*/ 1861106 w 9854218"/>
              <a:gd name="connsiteY1311" fmla="*/ 6612926 h 10287000"/>
              <a:gd name="connsiteX1312" fmla="*/ 1861106 w 9854218"/>
              <a:gd name="connsiteY1312" fmla="*/ 6574965 h 10287000"/>
              <a:gd name="connsiteX1313" fmla="*/ 1810492 w 9854218"/>
              <a:gd name="connsiteY1313" fmla="*/ 6359856 h 10287000"/>
              <a:gd name="connsiteX1314" fmla="*/ 1810492 w 9854218"/>
              <a:gd name="connsiteY1314" fmla="*/ 6347198 h 10287000"/>
              <a:gd name="connsiteX1315" fmla="*/ 1810493 w 9854218"/>
              <a:gd name="connsiteY1315" fmla="*/ 6334550 h 10287000"/>
              <a:gd name="connsiteX1316" fmla="*/ 1797844 w 9854218"/>
              <a:gd name="connsiteY1316" fmla="*/ 6296589 h 10287000"/>
              <a:gd name="connsiteX1317" fmla="*/ 1797840 w 9854218"/>
              <a:gd name="connsiteY1317" fmla="*/ 6283932 h 10287000"/>
              <a:gd name="connsiteX1318" fmla="*/ 1785185 w 9854218"/>
              <a:gd name="connsiteY1318" fmla="*/ 6208014 h 10287000"/>
              <a:gd name="connsiteX1319" fmla="*/ 1797839 w 9854218"/>
              <a:gd name="connsiteY1319" fmla="*/ 6182706 h 10287000"/>
              <a:gd name="connsiteX1320" fmla="*/ 1785185 w 9854218"/>
              <a:gd name="connsiteY1320" fmla="*/ 6170054 h 10287000"/>
              <a:gd name="connsiteX1321" fmla="*/ 1772531 w 9854218"/>
              <a:gd name="connsiteY1321" fmla="*/ 6106785 h 10287000"/>
              <a:gd name="connsiteX1322" fmla="*/ 1785185 w 9854218"/>
              <a:gd name="connsiteY1322" fmla="*/ 6094131 h 10287000"/>
              <a:gd name="connsiteX1323" fmla="*/ 1759878 w 9854218"/>
              <a:gd name="connsiteY1323" fmla="*/ 5841063 h 10287000"/>
              <a:gd name="connsiteX1324" fmla="*/ 1772531 w 9854218"/>
              <a:gd name="connsiteY1324" fmla="*/ 5853713 h 10287000"/>
              <a:gd name="connsiteX1325" fmla="*/ 1747224 w 9854218"/>
              <a:gd name="connsiteY1325" fmla="*/ 5714525 h 10287000"/>
              <a:gd name="connsiteX1326" fmla="*/ 1747224 w 9854218"/>
              <a:gd name="connsiteY1326" fmla="*/ 5410842 h 10287000"/>
              <a:gd name="connsiteX1327" fmla="*/ 1759878 w 9854218"/>
              <a:gd name="connsiteY1327" fmla="*/ 5398188 h 10287000"/>
              <a:gd name="connsiteX1328" fmla="*/ 1759878 w 9854218"/>
              <a:gd name="connsiteY1328" fmla="*/ 5372882 h 10287000"/>
              <a:gd name="connsiteX1329" fmla="*/ 1747224 w 9854218"/>
              <a:gd name="connsiteY1329" fmla="*/ 5360225 h 10287000"/>
              <a:gd name="connsiteX1330" fmla="*/ 1747224 w 9854218"/>
              <a:gd name="connsiteY1330" fmla="*/ 5347577 h 10287000"/>
              <a:gd name="connsiteX1331" fmla="*/ 1747224 w 9854218"/>
              <a:gd name="connsiteY1331" fmla="*/ 5309616 h 10287000"/>
              <a:gd name="connsiteX1332" fmla="*/ 1747224 w 9854218"/>
              <a:gd name="connsiteY1332" fmla="*/ 5284304 h 10287000"/>
              <a:gd name="connsiteX1333" fmla="*/ 1734570 w 9854218"/>
              <a:gd name="connsiteY1333" fmla="*/ 5221037 h 10287000"/>
              <a:gd name="connsiteX1334" fmla="*/ 1747226 w 9854218"/>
              <a:gd name="connsiteY1334" fmla="*/ 5221038 h 10287000"/>
              <a:gd name="connsiteX1335" fmla="*/ 1747224 w 9854218"/>
              <a:gd name="connsiteY1335" fmla="*/ 5208387 h 10287000"/>
              <a:gd name="connsiteX1336" fmla="*/ 1747224 w 9854218"/>
              <a:gd name="connsiteY1336" fmla="*/ 5195732 h 10287000"/>
              <a:gd name="connsiteX1337" fmla="*/ 1734570 w 9854218"/>
              <a:gd name="connsiteY1337" fmla="*/ 5195730 h 10287000"/>
              <a:gd name="connsiteX1338" fmla="*/ 1734570 w 9854218"/>
              <a:gd name="connsiteY1338" fmla="*/ 5157770 h 10287000"/>
              <a:gd name="connsiteX1339" fmla="*/ 1759878 w 9854218"/>
              <a:gd name="connsiteY1339" fmla="*/ 5183081 h 10287000"/>
              <a:gd name="connsiteX1340" fmla="*/ 1759878 w 9854218"/>
              <a:gd name="connsiteY1340" fmla="*/ 5170424 h 10287000"/>
              <a:gd name="connsiteX1341" fmla="*/ 1861106 w 9854218"/>
              <a:gd name="connsiteY1341" fmla="*/ 5663910 h 10287000"/>
              <a:gd name="connsiteX1342" fmla="*/ 1873760 w 9854218"/>
              <a:gd name="connsiteY1342" fmla="*/ 5676567 h 10287000"/>
              <a:gd name="connsiteX1343" fmla="*/ 1873760 w 9854218"/>
              <a:gd name="connsiteY1343" fmla="*/ 5663913 h 10287000"/>
              <a:gd name="connsiteX1344" fmla="*/ 1873762 w 9854218"/>
              <a:gd name="connsiteY1344" fmla="*/ 5651256 h 10287000"/>
              <a:gd name="connsiteX1345" fmla="*/ 1772531 w 9854218"/>
              <a:gd name="connsiteY1345" fmla="*/ 5145120 h 10287000"/>
              <a:gd name="connsiteX1346" fmla="*/ 1747226 w 9854218"/>
              <a:gd name="connsiteY1346" fmla="*/ 5005928 h 10287000"/>
              <a:gd name="connsiteX1347" fmla="*/ 1709264 w 9854218"/>
              <a:gd name="connsiteY1347" fmla="*/ 4980624 h 10287000"/>
              <a:gd name="connsiteX1348" fmla="*/ 1721916 w 9854218"/>
              <a:gd name="connsiteY1348" fmla="*/ 4828781 h 10287000"/>
              <a:gd name="connsiteX1349" fmla="*/ 1709264 w 9854218"/>
              <a:gd name="connsiteY1349" fmla="*/ 4816124 h 10287000"/>
              <a:gd name="connsiteX1350" fmla="*/ 1709266 w 9854218"/>
              <a:gd name="connsiteY1350" fmla="*/ 4828781 h 10287000"/>
              <a:gd name="connsiteX1351" fmla="*/ 1696613 w 9854218"/>
              <a:gd name="connsiteY1351" fmla="*/ 4980624 h 10287000"/>
              <a:gd name="connsiteX1352" fmla="*/ 1683956 w 9854218"/>
              <a:gd name="connsiteY1352" fmla="*/ 4993277 h 10287000"/>
              <a:gd name="connsiteX1353" fmla="*/ 1671304 w 9854218"/>
              <a:gd name="connsiteY1353" fmla="*/ 4980624 h 10287000"/>
              <a:gd name="connsiteX1354" fmla="*/ 1671304 w 9854218"/>
              <a:gd name="connsiteY1354" fmla="*/ 4917353 h 10287000"/>
              <a:gd name="connsiteX1355" fmla="*/ 1683956 w 9854218"/>
              <a:gd name="connsiteY1355" fmla="*/ 4866741 h 10287000"/>
              <a:gd name="connsiteX1356" fmla="*/ 1683958 w 9854218"/>
              <a:gd name="connsiteY1356" fmla="*/ 4854090 h 10287000"/>
              <a:gd name="connsiteX1357" fmla="*/ 1683956 w 9854218"/>
              <a:gd name="connsiteY1357" fmla="*/ 4841432 h 10287000"/>
              <a:gd name="connsiteX1358" fmla="*/ 1696610 w 9854218"/>
              <a:gd name="connsiteY1358" fmla="*/ 4828776 h 10287000"/>
              <a:gd name="connsiteX1359" fmla="*/ 1696610 w 9854218"/>
              <a:gd name="connsiteY1359" fmla="*/ 4816127 h 10287000"/>
              <a:gd name="connsiteX1360" fmla="*/ 1696610 w 9854218"/>
              <a:gd name="connsiteY1360" fmla="*/ 4803474 h 10287000"/>
              <a:gd name="connsiteX1361" fmla="*/ 1683956 w 9854218"/>
              <a:gd name="connsiteY1361" fmla="*/ 4803471 h 10287000"/>
              <a:gd name="connsiteX1362" fmla="*/ 1671308 w 9854218"/>
              <a:gd name="connsiteY1362" fmla="*/ 4816127 h 10287000"/>
              <a:gd name="connsiteX1363" fmla="*/ 1671304 w 9854218"/>
              <a:gd name="connsiteY1363" fmla="*/ 4752860 h 10287000"/>
              <a:gd name="connsiteX1364" fmla="*/ 1671304 w 9854218"/>
              <a:gd name="connsiteY1364" fmla="*/ 4727555 h 10287000"/>
              <a:gd name="connsiteX1365" fmla="*/ 1658650 w 9854218"/>
              <a:gd name="connsiteY1365" fmla="*/ 4702250 h 10287000"/>
              <a:gd name="connsiteX1366" fmla="*/ 1671304 w 9854218"/>
              <a:gd name="connsiteY1366" fmla="*/ 4626324 h 10287000"/>
              <a:gd name="connsiteX1367" fmla="*/ 1683956 w 9854218"/>
              <a:gd name="connsiteY1367" fmla="*/ 4563062 h 10287000"/>
              <a:gd name="connsiteX1368" fmla="*/ 1683958 w 9854218"/>
              <a:gd name="connsiteY1368" fmla="*/ 4588368 h 10287000"/>
              <a:gd name="connsiteX1369" fmla="*/ 1683960 w 9854218"/>
              <a:gd name="connsiteY1369" fmla="*/ 4638981 h 10287000"/>
              <a:gd name="connsiteX1370" fmla="*/ 1683958 w 9854218"/>
              <a:gd name="connsiteY1370" fmla="*/ 4651632 h 10287000"/>
              <a:gd name="connsiteX1371" fmla="*/ 1696612 w 9854218"/>
              <a:gd name="connsiteY1371" fmla="*/ 4714899 h 10287000"/>
              <a:gd name="connsiteX1372" fmla="*/ 1709264 w 9854218"/>
              <a:gd name="connsiteY1372" fmla="*/ 4714898 h 10287000"/>
              <a:gd name="connsiteX1373" fmla="*/ 1721918 w 9854218"/>
              <a:gd name="connsiteY1373" fmla="*/ 4702250 h 10287000"/>
              <a:gd name="connsiteX1374" fmla="*/ 1734570 w 9854218"/>
              <a:gd name="connsiteY1374" fmla="*/ 4689593 h 10287000"/>
              <a:gd name="connsiteX1375" fmla="*/ 1734570 w 9854218"/>
              <a:gd name="connsiteY1375" fmla="*/ 4676942 h 10287000"/>
              <a:gd name="connsiteX1376" fmla="*/ 1734574 w 9854218"/>
              <a:gd name="connsiteY1376" fmla="*/ 4664288 h 10287000"/>
              <a:gd name="connsiteX1377" fmla="*/ 1721916 w 9854218"/>
              <a:gd name="connsiteY1377" fmla="*/ 4676942 h 10287000"/>
              <a:gd name="connsiteX1378" fmla="*/ 1709264 w 9854218"/>
              <a:gd name="connsiteY1378" fmla="*/ 4689597 h 10287000"/>
              <a:gd name="connsiteX1379" fmla="*/ 1696610 w 9854218"/>
              <a:gd name="connsiteY1379" fmla="*/ 4651632 h 10287000"/>
              <a:gd name="connsiteX1380" fmla="*/ 1696610 w 9854218"/>
              <a:gd name="connsiteY1380" fmla="*/ 4575714 h 10287000"/>
              <a:gd name="connsiteX1381" fmla="*/ 1696610 w 9854218"/>
              <a:gd name="connsiteY1381" fmla="*/ 4537751 h 10287000"/>
              <a:gd name="connsiteX1382" fmla="*/ 1696610 w 9854218"/>
              <a:gd name="connsiteY1382" fmla="*/ 4487138 h 10287000"/>
              <a:gd name="connsiteX1383" fmla="*/ 1709267 w 9854218"/>
              <a:gd name="connsiteY1383" fmla="*/ 4436526 h 10287000"/>
              <a:gd name="connsiteX1384" fmla="*/ 1709264 w 9854218"/>
              <a:gd name="connsiteY1384" fmla="*/ 4423871 h 10287000"/>
              <a:gd name="connsiteX1385" fmla="*/ 1709264 w 9854218"/>
              <a:gd name="connsiteY1385" fmla="*/ 4385910 h 10287000"/>
              <a:gd name="connsiteX1386" fmla="*/ 1721916 w 9854218"/>
              <a:gd name="connsiteY1386" fmla="*/ 4398566 h 10287000"/>
              <a:gd name="connsiteX1387" fmla="*/ 1734570 w 9854218"/>
              <a:gd name="connsiteY1387" fmla="*/ 4373259 h 10287000"/>
              <a:gd name="connsiteX1388" fmla="*/ 1721916 w 9854218"/>
              <a:gd name="connsiteY1388" fmla="*/ 4347947 h 10287000"/>
              <a:gd name="connsiteX1389" fmla="*/ 1734570 w 9854218"/>
              <a:gd name="connsiteY1389" fmla="*/ 4335296 h 10287000"/>
              <a:gd name="connsiteX1390" fmla="*/ 1721916 w 9854218"/>
              <a:gd name="connsiteY1390" fmla="*/ 4322646 h 10287000"/>
              <a:gd name="connsiteX1391" fmla="*/ 1721918 w 9854218"/>
              <a:gd name="connsiteY1391" fmla="*/ 4297335 h 10287000"/>
              <a:gd name="connsiteX1392" fmla="*/ 1734570 w 9854218"/>
              <a:gd name="connsiteY1392" fmla="*/ 4259375 h 10287000"/>
              <a:gd name="connsiteX1393" fmla="*/ 1747226 w 9854218"/>
              <a:gd name="connsiteY1393" fmla="*/ 4246719 h 10287000"/>
              <a:gd name="connsiteX1394" fmla="*/ 1747224 w 9854218"/>
              <a:gd name="connsiteY1394" fmla="*/ 4221419 h 10287000"/>
              <a:gd name="connsiteX1395" fmla="*/ 1759880 w 9854218"/>
              <a:gd name="connsiteY1395" fmla="*/ 4183454 h 10287000"/>
              <a:gd name="connsiteX1396" fmla="*/ 1759880 w 9854218"/>
              <a:gd name="connsiteY1396" fmla="*/ 4158146 h 10287000"/>
              <a:gd name="connsiteX1397" fmla="*/ 1759882 w 9854218"/>
              <a:gd name="connsiteY1397" fmla="*/ 4132838 h 10287000"/>
              <a:gd name="connsiteX1398" fmla="*/ 1747226 w 9854218"/>
              <a:gd name="connsiteY1398" fmla="*/ 4145492 h 10287000"/>
              <a:gd name="connsiteX1399" fmla="*/ 1747224 w 9854218"/>
              <a:gd name="connsiteY1399" fmla="*/ 4094879 h 10287000"/>
              <a:gd name="connsiteX1400" fmla="*/ 1759878 w 9854218"/>
              <a:gd name="connsiteY1400" fmla="*/ 4056920 h 10287000"/>
              <a:gd name="connsiteX1401" fmla="*/ 1759880 w 9854218"/>
              <a:gd name="connsiteY1401" fmla="*/ 4044264 h 10287000"/>
              <a:gd name="connsiteX1402" fmla="*/ 1759878 w 9854218"/>
              <a:gd name="connsiteY1402" fmla="*/ 4018959 h 10287000"/>
              <a:gd name="connsiteX1403" fmla="*/ 1772531 w 9854218"/>
              <a:gd name="connsiteY1403" fmla="*/ 4018959 h 10287000"/>
              <a:gd name="connsiteX1404" fmla="*/ 1759878 w 9854218"/>
              <a:gd name="connsiteY1404" fmla="*/ 4082226 h 10287000"/>
              <a:gd name="connsiteX1405" fmla="*/ 1759878 w 9854218"/>
              <a:gd name="connsiteY1405" fmla="*/ 4094879 h 10287000"/>
              <a:gd name="connsiteX1406" fmla="*/ 1772532 w 9854218"/>
              <a:gd name="connsiteY1406" fmla="*/ 4082226 h 10287000"/>
              <a:gd name="connsiteX1407" fmla="*/ 1772531 w 9854218"/>
              <a:gd name="connsiteY1407" fmla="*/ 4018959 h 10287000"/>
              <a:gd name="connsiteX1408" fmla="*/ 1785185 w 9854218"/>
              <a:gd name="connsiteY1408" fmla="*/ 4018956 h 10287000"/>
              <a:gd name="connsiteX1409" fmla="*/ 1797839 w 9854218"/>
              <a:gd name="connsiteY1409" fmla="*/ 3993647 h 10287000"/>
              <a:gd name="connsiteX1410" fmla="*/ 1797839 w 9854218"/>
              <a:gd name="connsiteY1410" fmla="*/ 3980997 h 10287000"/>
              <a:gd name="connsiteX1411" fmla="*/ 1785185 w 9854218"/>
              <a:gd name="connsiteY1411" fmla="*/ 3943038 h 10287000"/>
              <a:gd name="connsiteX1412" fmla="*/ 1785188 w 9854218"/>
              <a:gd name="connsiteY1412" fmla="*/ 3930384 h 10287000"/>
              <a:gd name="connsiteX1413" fmla="*/ 1797839 w 9854218"/>
              <a:gd name="connsiteY1413" fmla="*/ 3892421 h 10287000"/>
              <a:gd name="connsiteX1414" fmla="*/ 1823146 w 9854218"/>
              <a:gd name="connsiteY1414" fmla="*/ 3803846 h 10287000"/>
              <a:gd name="connsiteX1415" fmla="*/ 1848454 w 9854218"/>
              <a:gd name="connsiteY1415" fmla="*/ 3702623 h 10287000"/>
              <a:gd name="connsiteX1416" fmla="*/ 1848454 w 9854218"/>
              <a:gd name="connsiteY1416" fmla="*/ 3689967 h 10287000"/>
              <a:gd name="connsiteX1417" fmla="*/ 1873760 w 9854218"/>
              <a:gd name="connsiteY1417" fmla="*/ 3614048 h 10287000"/>
              <a:gd name="connsiteX1418" fmla="*/ 1899068 w 9854218"/>
              <a:gd name="connsiteY1418" fmla="*/ 3487509 h 10287000"/>
              <a:gd name="connsiteX1419" fmla="*/ 1924374 w 9854218"/>
              <a:gd name="connsiteY1419" fmla="*/ 3398939 h 10287000"/>
              <a:gd name="connsiteX1420" fmla="*/ 1937030 w 9854218"/>
              <a:gd name="connsiteY1420" fmla="*/ 3323013 h 10287000"/>
              <a:gd name="connsiteX1421" fmla="*/ 1962335 w 9854218"/>
              <a:gd name="connsiteY1421" fmla="*/ 3259749 h 10287000"/>
              <a:gd name="connsiteX1422" fmla="*/ 1991070 w 9854218"/>
              <a:gd name="connsiteY1422" fmla="*/ 3218426 h 10287000"/>
              <a:gd name="connsiteX1423" fmla="*/ 2009375 w 9854218"/>
              <a:gd name="connsiteY1423" fmla="*/ 3131484 h 10287000"/>
              <a:gd name="connsiteX1424" fmla="*/ 2101524 w 9854218"/>
              <a:gd name="connsiteY1424" fmla="*/ 2813634 h 10287000"/>
              <a:gd name="connsiteX1425" fmla="*/ 2101523 w 9854218"/>
              <a:gd name="connsiteY1425" fmla="*/ 2804220 h 10287000"/>
              <a:gd name="connsiteX1426" fmla="*/ 2101522 w 9854218"/>
              <a:gd name="connsiteY1426" fmla="*/ 2791569 h 10287000"/>
              <a:gd name="connsiteX1427" fmla="*/ 2088870 w 9854218"/>
              <a:gd name="connsiteY1427" fmla="*/ 2791569 h 10287000"/>
              <a:gd name="connsiteX1428" fmla="*/ 2088870 w 9854218"/>
              <a:gd name="connsiteY1428" fmla="*/ 2766260 h 10287000"/>
              <a:gd name="connsiteX1429" fmla="*/ 2103107 w 9854218"/>
              <a:gd name="connsiteY1429" fmla="*/ 2764679 h 10287000"/>
              <a:gd name="connsiteX1430" fmla="*/ 2117687 w 9854218"/>
              <a:gd name="connsiteY1430" fmla="*/ 2757873 h 10287000"/>
              <a:gd name="connsiteX1431" fmla="*/ 2150044 w 9854218"/>
              <a:gd name="connsiteY1431" fmla="*/ 2646270 h 10287000"/>
              <a:gd name="connsiteX1432" fmla="*/ 2170826 w 9854218"/>
              <a:gd name="connsiteY1432" fmla="*/ 2589693 h 10287000"/>
              <a:gd name="connsiteX1433" fmla="*/ 2152136 w 9854218"/>
              <a:gd name="connsiteY1433" fmla="*/ 2627073 h 10287000"/>
              <a:gd name="connsiteX1434" fmla="*/ 2139486 w 9854218"/>
              <a:gd name="connsiteY1434" fmla="*/ 2677683 h 10287000"/>
              <a:gd name="connsiteX1435" fmla="*/ 2126832 w 9854218"/>
              <a:gd name="connsiteY1435" fmla="*/ 2677683 h 10287000"/>
              <a:gd name="connsiteX1436" fmla="*/ 2190101 w 9854218"/>
              <a:gd name="connsiteY1436" fmla="*/ 2525843 h 10287000"/>
              <a:gd name="connsiteX1437" fmla="*/ 2193160 w 9854218"/>
              <a:gd name="connsiteY1437" fmla="*/ 2528904 h 10287000"/>
              <a:gd name="connsiteX1438" fmla="*/ 2326253 w 9854218"/>
              <a:gd name="connsiteY1438" fmla="*/ 2166623 h 10287000"/>
              <a:gd name="connsiteX1439" fmla="*/ 2536276 w 9854218"/>
              <a:gd name="connsiteY1439" fmla="*/ 1692287 h 10287000"/>
              <a:gd name="connsiteX1440" fmla="*/ 2779430 w 9854218"/>
              <a:gd name="connsiteY1440" fmla="*/ 1247916 h 10287000"/>
              <a:gd name="connsiteX1441" fmla="*/ 2770664 w 9854218"/>
              <a:gd name="connsiteY1441" fmla="*/ 1177716 h 10287000"/>
              <a:gd name="connsiteX1442" fmla="*/ 2749036 w 9854218"/>
              <a:gd name="connsiteY1442" fmla="*/ 1173831 h 10287000"/>
              <a:gd name="connsiteX1443" fmla="*/ 2722301 w 9854218"/>
              <a:gd name="connsiteY1443" fmla="*/ 1216800 h 10287000"/>
              <a:gd name="connsiteX1444" fmla="*/ 2664288 w 9854218"/>
              <a:gd name="connsiteY1444" fmla="*/ 1332978 h 10287000"/>
              <a:gd name="connsiteX1445" fmla="*/ 2203618 w 9854218"/>
              <a:gd name="connsiteY1445" fmla="*/ 2299605 h 10287000"/>
              <a:gd name="connsiteX1446" fmla="*/ 1707262 w 9854218"/>
              <a:gd name="connsiteY1446" fmla="*/ 4283838 h 10287000"/>
              <a:gd name="connsiteX1447" fmla="*/ 1681160 w 9854218"/>
              <a:gd name="connsiteY1447" fmla="*/ 4307601 h 10287000"/>
              <a:gd name="connsiteX1448" fmla="*/ 1666626 w 9854218"/>
              <a:gd name="connsiteY1448" fmla="*/ 4250051 h 10287000"/>
              <a:gd name="connsiteX1449" fmla="*/ 1755719 w 9854218"/>
              <a:gd name="connsiteY1449" fmla="*/ 3618369 h 10287000"/>
              <a:gd name="connsiteX1450" fmla="*/ 2213906 w 9854218"/>
              <a:gd name="connsiteY1450" fmla="*/ 2011451 h 10287000"/>
              <a:gd name="connsiteX1451" fmla="*/ 2291730 w 9854218"/>
              <a:gd name="connsiteY1451" fmla="*/ 1839899 h 10287000"/>
              <a:gd name="connsiteX1452" fmla="*/ 2270768 w 9854218"/>
              <a:gd name="connsiteY1452" fmla="*/ 1875771 h 10287000"/>
              <a:gd name="connsiteX1453" fmla="*/ 2228062 w 9854218"/>
              <a:gd name="connsiteY1453" fmla="*/ 1969091 h 10287000"/>
              <a:gd name="connsiteX1454" fmla="*/ 2088868 w 9854218"/>
              <a:gd name="connsiteY1454" fmla="*/ 2209505 h 10287000"/>
              <a:gd name="connsiteX1455" fmla="*/ 1987640 w 9854218"/>
              <a:gd name="connsiteY1455" fmla="*/ 2449925 h 10287000"/>
              <a:gd name="connsiteX1456" fmla="*/ 1974989 w 9854218"/>
              <a:gd name="connsiteY1456" fmla="*/ 2462577 h 10287000"/>
              <a:gd name="connsiteX1457" fmla="*/ 1974990 w 9854218"/>
              <a:gd name="connsiteY1457" fmla="*/ 2475228 h 10287000"/>
              <a:gd name="connsiteX1458" fmla="*/ 1987643 w 9854218"/>
              <a:gd name="connsiteY1458" fmla="*/ 2475230 h 10287000"/>
              <a:gd name="connsiteX1459" fmla="*/ 1974989 w 9854218"/>
              <a:gd name="connsiteY1459" fmla="*/ 2538498 h 10287000"/>
              <a:gd name="connsiteX1460" fmla="*/ 1974989 w 9854218"/>
              <a:gd name="connsiteY1460" fmla="*/ 2551151 h 10287000"/>
              <a:gd name="connsiteX1461" fmla="*/ 1987643 w 9854218"/>
              <a:gd name="connsiteY1461" fmla="*/ 2551154 h 10287000"/>
              <a:gd name="connsiteX1462" fmla="*/ 2000297 w 9854218"/>
              <a:gd name="connsiteY1462" fmla="*/ 2551154 h 10287000"/>
              <a:gd name="connsiteX1463" fmla="*/ 2000296 w 9854218"/>
              <a:gd name="connsiteY1463" fmla="*/ 2563802 h 10287000"/>
              <a:gd name="connsiteX1464" fmla="*/ 1962335 w 9854218"/>
              <a:gd name="connsiteY1464" fmla="*/ 2652381 h 10287000"/>
              <a:gd name="connsiteX1465" fmla="*/ 1924374 w 9854218"/>
              <a:gd name="connsiteY1465" fmla="*/ 2690342 h 10287000"/>
              <a:gd name="connsiteX1466" fmla="*/ 1949678 w 9854218"/>
              <a:gd name="connsiteY1466" fmla="*/ 2690340 h 10287000"/>
              <a:gd name="connsiteX1467" fmla="*/ 1873757 w 9854218"/>
              <a:gd name="connsiteY1467" fmla="*/ 2867490 h 10287000"/>
              <a:gd name="connsiteX1468" fmla="*/ 1886414 w 9854218"/>
              <a:gd name="connsiteY1468" fmla="*/ 2880144 h 10287000"/>
              <a:gd name="connsiteX1469" fmla="*/ 1861106 w 9854218"/>
              <a:gd name="connsiteY1469" fmla="*/ 2905451 h 10287000"/>
              <a:gd name="connsiteX1470" fmla="*/ 1861108 w 9854218"/>
              <a:gd name="connsiteY1470" fmla="*/ 2943410 h 10287000"/>
              <a:gd name="connsiteX1471" fmla="*/ 1772531 w 9854218"/>
              <a:gd name="connsiteY1471" fmla="*/ 3196478 h 10287000"/>
              <a:gd name="connsiteX1472" fmla="*/ 1747226 w 9854218"/>
              <a:gd name="connsiteY1472" fmla="*/ 3272402 h 10287000"/>
              <a:gd name="connsiteX1473" fmla="*/ 1645997 w 9854218"/>
              <a:gd name="connsiteY1473" fmla="*/ 3576087 h 10287000"/>
              <a:gd name="connsiteX1474" fmla="*/ 1633342 w 9854218"/>
              <a:gd name="connsiteY1474" fmla="*/ 3689967 h 10287000"/>
              <a:gd name="connsiteX1475" fmla="*/ 1608035 w 9854218"/>
              <a:gd name="connsiteY1475" fmla="*/ 3715275 h 10287000"/>
              <a:gd name="connsiteX1476" fmla="*/ 1595384 w 9854218"/>
              <a:gd name="connsiteY1476" fmla="*/ 3677315 h 10287000"/>
              <a:gd name="connsiteX1477" fmla="*/ 1570074 w 9854218"/>
              <a:gd name="connsiteY1477" fmla="*/ 3727928 h 10287000"/>
              <a:gd name="connsiteX1478" fmla="*/ 1570076 w 9854218"/>
              <a:gd name="connsiteY1478" fmla="*/ 3740582 h 10287000"/>
              <a:gd name="connsiteX1479" fmla="*/ 1557420 w 9854218"/>
              <a:gd name="connsiteY1479" fmla="*/ 3740582 h 10287000"/>
              <a:gd name="connsiteX1480" fmla="*/ 1557422 w 9854218"/>
              <a:gd name="connsiteY1480" fmla="*/ 3753236 h 10287000"/>
              <a:gd name="connsiteX1481" fmla="*/ 1544766 w 9854218"/>
              <a:gd name="connsiteY1481" fmla="*/ 3765888 h 10287000"/>
              <a:gd name="connsiteX1482" fmla="*/ 1532116 w 9854218"/>
              <a:gd name="connsiteY1482" fmla="*/ 3816503 h 10287000"/>
              <a:gd name="connsiteX1483" fmla="*/ 1494154 w 9854218"/>
              <a:gd name="connsiteY1483" fmla="*/ 3955688 h 10287000"/>
              <a:gd name="connsiteX1484" fmla="*/ 1481500 w 9854218"/>
              <a:gd name="connsiteY1484" fmla="*/ 3968345 h 10287000"/>
              <a:gd name="connsiteX1485" fmla="*/ 1481500 w 9854218"/>
              <a:gd name="connsiteY1485" fmla="*/ 3993647 h 10287000"/>
              <a:gd name="connsiteX1486" fmla="*/ 1481501 w 9854218"/>
              <a:gd name="connsiteY1486" fmla="*/ 4006304 h 10287000"/>
              <a:gd name="connsiteX1487" fmla="*/ 1381853 w 9854218"/>
              <a:gd name="connsiteY1487" fmla="*/ 4214495 h 10287000"/>
              <a:gd name="connsiteX1488" fmla="*/ 1368499 w 9854218"/>
              <a:gd name="connsiteY1488" fmla="*/ 4261914 h 10287000"/>
              <a:gd name="connsiteX1489" fmla="*/ 1368140 w 9854218"/>
              <a:gd name="connsiteY1489" fmla="*/ 4265309 h 10287000"/>
              <a:gd name="connsiteX1490" fmla="*/ 1388314 w 9854218"/>
              <a:gd name="connsiteY1490" fmla="*/ 4280324 h 10287000"/>
              <a:gd name="connsiteX1491" fmla="*/ 1371136 w 9854218"/>
              <a:gd name="connsiteY1491" fmla="*/ 4408659 h 10287000"/>
              <a:gd name="connsiteX1492" fmla="*/ 1369580 w 9854218"/>
              <a:gd name="connsiteY1492" fmla="*/ 4545485 h 10287000"/>
              <a:gd name="connsiteX1493" fmla="*/ 1344680 w 9854218"/>
              <a:gd name="connsiteY1493" fmla="*/ 4621031 h 10287000"/>
              <a:gd name="connsiteX1494" fmla="*/ 1361503 w 9854218"/>
              <a:gd name="connsiteY1494" fmla="*/ 4686864 h 10287000"/>
              <a:gd name="connsiteX1495" fmla="*/ 1354621 w 9854218"/>
              <a:gd name="connsiteY1495" fmla="*/ 4885583 h 10287000"/>
              <a:gd name="connsiteX1496" fmla="*/ 1348517 w 9854218"/>
              <a:gd name="connsiteY1496" fmla="*/ 5015886 h 10287000"/>
              <a:gd name="connsiteX1497" fmla="*/ 1350493 w 9854218"/>
              <a:gd name="connsiteY1497" fmla="*/ 5004813 h 10287000"/>
              <a:gd name="connsiteX1498" fmla="*/ 1358993 w 9854218"/>
              <a:gd name="connsiteY1498" fmla="*/ 4989188 h 10287000"/>
              <a:gd name="connsiteX1499" fmla="*/ 1361566 w 9854218"/>
              <a:gd name="connsiteY1499" fmla="*/ 5006784 h 10287000"/>
              <a:gd name="connsiteX1500" fmla="*/ 1372642 w 9854218"/>
              <a:gd name="connsiteY1500" fmla="*/ 5008755 h 10287000"/>
              <a:gd name="connsiteX1501" fmla="*/ 1362166 w 9854218"/>
              <a:gd name="connsiteY1501" fmla="*/ 5035454 h 10287000"/>
              <a:gd name="connsiteX1502" fmla="*/ 1360192 w 9854218"/>
              <a:gd name="connsiteY1502" fmla="*/ 5046527 h 10287000"/>
              <a:gd name="connsiteX1503" fmla="*/ 1351691 w 9854218"/>
              <a:gd name="connsiteY1503" fmla="*/ 5062152 h 10287000"/>
              <a:gd name="connsiteX1504" fmla="*/ 1344566 w 9854218"/>
              <a:gd name="connsiteY1504" fmla="*/ 5038034 h 10287000"/>
              <a:gd name="connsiteX1505" fmla="*/ 1315892 w 9854218"/>
              <a:gd name="connsiteY1505" fmla="*/ 5038644 h 10287000"/>
              <a:gd name="connsiteX1506" fmla="*/ 1322174 w 9854218"/>
              <a:gd name="connsiteY1506" fmla="*/ 4811256 h 10287000"/>
              <a:gd name="connsiteX1507" fmla="*/ 1335581 w 9854218"/>
              <a:gd name="connsiteY1507" fmla="*/ 4607987 h 10287000"/>
              <a:gd name="connsiteX1508" fmla="*/ 1316006 w 9854218"/>
              <a:gd name="connsiteY1508" fmla="*/ 4621641 h 10287000"/>
              <a:gd name="connsiteX1509" fmla="*/ 1309060 w 9854218"/>
              <a:gd name="connsiteY1509" fmla="*/ 4500440 h 10287000"/>
              <a:gd name="connsiteX1510" fmla="*/ 1321690 w 9854218"/>
              <a:gd name="connsiteY1510" fmla="*/ 4365584 h 10287000"/>
              <a:gd name="connsiteX1511" fmla="*/ 1333078 w 9854218"/>
              <a:gd name="connsiteY1511" fmla="*/ 4329764 h 10287000"/>
              <a:gd name="connsiteX1512" fmla="*/ 1339778 w 9854218"/>
              <a:gd name="connsiteY1512" fmla="*/ 4294655 h 10287000"/>
              <a:gd name="connsiteX1513" fmla="*/ 1334128 w 9854218"/>
              <a:gd name="connsiteY1513" fmla="*/ 4283789 h 10287000"/>
              <a:gd name="connsiteX1514" fmla="*/ 1333241 w 9854218"/>
              <a:gd name="connsiteY1514" fmla="*/ 4284804 h 10287000"/>
              <a:gd name="connsiteX1515" fmla="*/ 1329890 w 9854218"/>
              <a:gd name="connsiteY1515" fmla="*/ 4279569 h 10287000"/>
              <a:gd name="connsiteX1516" fmla="*/ 1329440 w 9854218"/>
              <a:gd name="connsiteY1516" fmla="*/ 4274876 h 10287000"/>
              <a:gd name="connsiteX1517" fmla="*/ 1319377 w 9854218"/>
              <a:gd name="connsiteY1517" fmla="*/ 4260165 h 10287000"/>
              <a:gd name="connsiteX1518" fmla="*/ 1304350 w 9854218"/>
              <a:gd name="connsiteY1518" fmla="*/ 4259375 h 10287000"/>
              <a:gd name="connsiteX1519" fmla="*/ 1291700 w 9854218"/>
              <a:gd name="connsiteY1519" fmla="*/ 4411218 h 10287000"/>
              <a:gd name="connsiteX1520" fmla="*/ 1228430 w 9854218"/>
              <a:gd name="connsiteY1520" fmla="*/ 4309989 h 10287000"/>
              <a:gd name="connsiteX1521" fmla="*/ 1228429 w 9854218"/>
              <a:gd name="connsiteY1521" fmla="*/ 4297332 h 10287000"/>
              <a:gd name="connsiteX1522" fmla="*/ 1228429 w 9854218"/>
              <a:gd name="connsiteY1522" fmla="*/ 4259375 h 10287000"/>
              <a:gd name="connsiteX1523" fmla="*/ 1241081 w 9854218"/>
              <a:gd name="connsiteY1523" fmla="*/ 4272029 h 10287000"/>
              <a:gd name="connsiteX1524" fmla="*/ 1241083 w 9854218"/>
              <a:gd name="connsiteY1524" fmla="*/ 4284678 h 10287000"/>
              <a:gd name="connsiteX1525" fmla="*/ 1253735 w 9854218"/>
              <a:gd name="connsiteY1525" fmla="*/ 4272029 h 10287000"/>
              <a:gd name="connsiteX1526" fmla="*/ 1241083 w 9854218"/>
              <a:gd name="connsiteY1526" fmla="*/ 4234070 h 10287000"/>
              <a:gd name="connsiteX1527" fmla="*/ 1241081 w 9854218"/>
              <a:gd name="connsiteY1527" fmla="*/ 4221419 h 10287000"/>
              <a:gd name="connsiteX1528" fmla="*/ 1241081 w 9854218"/>
              <a:gd name="connsiteY1528" fmla="*/ 4208763 h 10287000"/>
              <a:gd name="connsiteX1529" fmla="*/ 1239502 w 9854218"/>
              <a:gd name="connsiteY1529" fmla="*/ 4197690 h 10287000"/>
              <a:gd name="connsiteX1530" fmla="*/ 1232377 w 9854218"/>
              <a:gd name="connsiteY1530" fmla="*/ 4196673 h 10287000"/>
              <a:gd name="connsiteX1531" fmla="*/ 1229462 w 9854218"/>
              <a:gd name="connsiteY1531" fmla="*/ 4233180 h 10287000"/>
              <a:gd name="connsiteX1532" fmla="*/ 1228429 w 9854218"/>
              <a:gd name="connsiteY1532" fmla="*/ 4233416 h 10287000"/>
              <a:gd name="connsiteX1533" fmla="*/ 1228429 w 9854218"/>
              <a:gd name="connsiteY1533" fmla="*/ 4234070 h 10287000"/>
              <a:gd name="connsiteX1534" fmla="*/ 1228429 w 9854218"/>
              <a:gd name="connsiteY1534" fmla="*/ 4246722 h 10287000"/>
              <a:gd name="connsiteX1535" fmla="*/ 1215775 w 9854218"/>
              <a:gd name="connsiteY1535" fmla="*/ 4259375 h 10287000"/>
              <a:gd name="connsiteX1536" fmla="*/ 1214402 w 9854218"/>
              <a:gd name="connsiteY1536" fmla="*/ 4223664 h 10287000"/>
              <a:gd name="connsiteX1537" fmla="*/ 1207888 w 9854218"/>
              <a:gd name="connsiteY1537" fmla="*/ 4209806 h 10287000"/>
              <a:gd name="connsiteX1538" fmla="*/ 1187569 w 9854218"/>
              <a:gd name="connsiteY1538" fmla="*/ 4574865 h 10287000"/>
              <a:gd name="connsiteX1539" fmla="*/ 1209595 w 9854218"/>
              <a:gd name="connsiteY1539" fmla="*/ 4587000 h 10287000"/>
              <a:gd name="connsiteX1540" fmla="*/ 1210015 w 9854218"/>
              <a:gd name="connsiteY1540" fmla="*/ 4716479 h 10287000"/>
              <a:gd name="connsiteX1541" fmla="*/ 1227065 w 9854218"/>
              <a:gd name="connsiteY1541" fmla="*/ 4852247 h 10287000"/>
              <a:gd name="connsiteX1542" fmla="*/ 1212661 w 9854218"/>
              <a:gd name="connsiteY1542" fmla="*/ 4930475 h 10287000"/>
              <a:gd name="connsiteX1543" fmla="*/ 1238272 w 9854218"/>
              <a:gd name="connsiteY1543" fmla="*/ 4993412 h 10287000"/>
              <a:gd name="connsiteX1544" fmla="*/ 1258454 w 9854218"/>
              <a:gd name="connsiteY1544" fmla="*/ 5191223 h 10287000"/>
              <a:gd name="connsiteX1545" fmla="*/ 1253197 w 9854218"/>
              <a:gd name="connsiteY1545" fmla="*/ 5210450 h 10287000"/>
              <a:gd name="connsiteX1546" fmla="*/ 1254044 w 9854218"/>
              <a:gd name="connsiteY1546" fmla="*/ 5240709 h 10287000"/>
              <a:gd name="connsiteX1547" fmla="*/ 1254724 w 9854218"/>
              <a:gd name="connsiteY1547" fmla="*/ 5240415 h 10287000"/>
              <a:gd name="connsiteX1548" fmla="*/ 1317005 w 9854218"/>
              <a:gd name="connsiteY1548" fmla="*/ 5398188 h 10287000"/>
              <a:gd name="connsiteX1549" fmla="*/ 1329656 w 9854218"/>
              <a:gd name="connsiteY1549" fmla="*/ 5372882 h 10287000"/>
              <a:gd name="connsiteX1550" fmla="*/ 1380271 w 9854218"/>
              <a:gd name="connsiteY1550" fmla="*/ 5613296 h 10287000"/>
              <a:gd name="connsiteX1551" fmla="*/ 1380271 w 9854218"/>
              <a:gd name="connsiteY1551" fmla="*/ 5651258 h 10287000"/>
              <a:gd name="connsiteX1552" fmla="*/ 1392926 w 9854218"/>
              <a:gd name="connsiteY1552" fmla="*/ 5638607 h 10287000"/>
              <a:gd name="connsiteX1553" fmla="*/ 1405579 w 9854218"/>
              <a:gd name="connsiteY1553" fmla="*/ 5651259 h 10287000"/>
              <a:gd name="connsiteX1554" fmla="*/ 1418234 w 9854218"/>
              <a:gd name="connsiteY1554" fmla="*/ 5663912 h 10287000"/>
              <a:gd name="connsiteX1555" fmla="*/ 1496526 w 9854218"/>
              <a:gd name="connsiteY1555" fmla="*/ 5884557 h 10287000"/>
              <a:gd name="connsiteX1556" fmla="*/ 1509760 w 9854218"/>
              <a:gd name="connsiteY1556" fmla="*/ 5906024 h 10287000"/>
              <a:gd name="connsiteX1557" fmla="*/ 1508820 w 9854218"/>
              <a:gd name="connsiteY1557" fmla="*/ 5901420 h 10287000"/>
              <a:gd name="connsiteX1558" fmla="*/ 1490338 w 9854218"/>
              <a:gd name="connsiteY1558" fmla="*/ 5825213 h 10287000"/>
              <a:gd name="connsiteX1559" fmla="*/ 1482641 w 9854218"/>
              <a:gd name="connsiteY1559" fmla="*/ 5729742 h 10287000"/>
              <a:gd name="connsiteX1560" fmla="*/ 1465153 w 9854218"/>
              <a:gd name="connsiteY1560" fmla="*/ 5726520 h 10287000"/>
              <a:gd name="connsiteX1561" fmla="*/ 1441958 w 9854218"/>
              <a:gd name="connsiteY1561" fmla="*/ 5479880 h 10287000"/>
              <a:gd name="connsiteX1562" fmla="*/ 1409186 w 9854218"/>
              <a:gd name="connsiteY1562" fmla="*/ 5245944 h 10287000"/>
              <a:gd name="connsiteX1563" fmla="*/ 1402835 w 9854218"/>
              <a:gd name="connsiteY1563" fmla="*/ 5241156 h 10287000"/>
              <a:gd name="connsiteX1564" fmla="*/ 1407625 w 9854218"/>
              <a:gd name="connsiteY1564" fmla="*/ 5234805 h 10287000"/>
              <a:gd name="connsiteX1565" fmla="*/ 1404505 w 9854218"/>
              <a:gd name="connsiteY1565" fmla="*/ 5212524 h 10287000"/>
              <a:gd name="connsiteX1566" fmla="*/ 1410854 w 9854218"/>
              <a:gd name="connsiteY1566" fmla="*/ 5217312 h 10287000"/>
              <a:gd name="connsiteX1567" fmla="*/ 1412483 w 9854218"/>
              <a:gd name="connsiteY1567" fmla="*/ 5218949 h 10287000"/>
              <a:gd name="connsiteX1568" fmla="*/ 1412413 w 9854218"/>
              <a:gd name="connsiteY1568" fmla="*/ 5228451 h 10287000"/>
              <a:gd name="connsiteX1569" fmla="*/ 1415812 w 9854218"/>
              <a:gd name="connsiteY1569" fmla="*/ 5222296 h 10287000"/>
              <a:gd name="connsiteX1570" fmla="*/ 1412483 w 9854218"/>
              <a:gd name="connsiteY1570" fmla="*/ 5218949 h 10287000"/>
              <a:gd name="connsiteX1571" fmla="*/ 1412731 w 9854218"/>
              <a:gd name="connsiteY1571" fmla="*/ 5185101 h 10287000"/>
              <a:gd name="connsiteX1572" fmla="*/ 1418980 w 9854218"/>
              <a:gd name="connsiteY1572" fmla="*/ 5153696 h 10287000"/>
              <a:gd name="connsiteX1573" fmla="*/ 1483608 w 9854218"/>
              <a:gd name="connsiteY1573" fmla="*/ 5371797 h 10287000"/>
              <a:gd name="connsiteX1574" fmla="*/ 1458209 w 9854218"/>
              <a:gd name="connsiteY1574" fmla="*/ 5352647 h 10287000"/>
              <a:gd name="connsiteX1575" fmla="*/ 1503359 w 9854218"/>
              <a:gd name="connsiteY1575" fmla="*/ 5715473 h 10287000"/>
              <a:gd name="connsiteX1576" fmla="*/ 1527197 w 9854218"/>
              <a:gd name="connsiteY1576" fmla="*/ 5723481 h 10287000"/>
              <a:gd name="connsiteX1577" fmla="*/ 1550714 w 9854218"/>
              <a:gd name="connsiteY1577" fmla="*/ 5850807 h 10287000"/>
              <a:gd name="connsiteX1578" fmla="*/ 1591721 w 9854218"/>
              <a:gd name="connsiteY1578" fmla="*/ 5981355 h 10287000"/>
              <a:gd name="connsiteX1579" fmla="*/ 1591505 w 9854218"/>
              <a:gd name="connsiteY1579" fmla="*/ 6060899 h 10287000"/>
              <a:gd name="connsiteX1580" fmla="*/ 1619156 w 9854218"/>
              <a:gd name="connsiteY1580" fmla="*/ 6092955 h 10287000"/>
              <a:gd name="connsiteX1581" fmla="*/ 1620138 w 9854218"/>
              <a:gd name="connsiteY1581" fmla="*/ 6095787 h 10287000"/>
              <a:gd name="connsiteX1582" fmla="*/ 1620689 w 9854218"/>
              <a:gd name="connsiteY1582" fmla="*/ 6081479 h 10287000"/>
              <a:gd name="connsiteX1583" fmla="*/ 1620694 w 9854218"/>
              <a:gd name="connsiteY1583" fmla="*/ 6068825 h 10287000"/>
              <a:gd name="connsiteX1584" fmla="*/ 1608040 w 9854218"/>
              <a:gd name="connsiteY1584" fmla="*/ 6056171 h 10287000"/>
              <a:gd name="connsiteX1585" fmla="*/ 1613374 w 9854218"/>
              <a:gd name="connsiteY1585" fmla="*/ 5872893 h 10287000"/>
              <a:gd name="connsiteX1586" fmla="*/ 1608806 w 9854218"/>
              <a:gd name="connsiteY1586" fmla="*/ 5802330 h 10287000"/>
              <a:gd name="connsiteX1587" fmla="*/ 1620689 w 9854218"/>
              <a:gd name="connsiteY1587" fmla="*/ 5790449 h 10287000"/>
              <a:gd name="connsiteX1588" fmla="*/ 1645996 w 9854218"/>
              <a:gd name="connsiteY1588" fmla="*/ 5790447 h 10287000"/>
              <a:gd name="connsiteX1589" fmla="*/ 1633342 w 9854218"/>
              <a:gd name="connsiteY1589" fmla="*/ 5841060 h 10287000"/>
              <a:gd name="connsiteX1590" fmla="*/ 1633343 w 9854218"/>
              <a:gd name="connsiteY1590" fmla="*/ 5828409 h 10287000"/>
              <a:gd name="connsiteX1591" fmla="*/ 1620689 w 9854218"/>
              <a:gd name="connsiteY1591" fmla="*/ 5828409 h 10287000"/>
              <a:gd name="connsiteX1592" fmla="*/ 1620689 w 9854218"/>
              <a:gd name="connsiteY1592" fmla="*/ 5841063 h 10287000"/>
              <a:gd name="connsiteX1593" fmla="*/ 1633344 w 9854218"/>
              <a:gd name="connsiteY1593" fmla="*/ 5853714 h 10287000"/>
              <a:gd name="connsiteX1594" fmla="*/ 1658651 w 9854218"/>
              <a:gd name="connsiteY1594" fmla="*/ 5904329 h 10287000"/>
              <a:gd name="connsiteX1595" fmla="*/ 1658650 w 9854218"/>
              <a:gd name="connsiteY1595" fmla="*/ 5992904 h 10287000"/>
              <a:gd name="connsiteX1596" fmla="*/ 1658650 w 9854218"/>
              <a:gd name="connsiteY1596" fmla="*/ 6005558 h 10287000"/>
              <a:gd name="connsiteX1597" fmla="*/ 1658650 w 9854218"/>
              <a:gd name="connsiteY1597" fmla="*/ 6030861 h 10287000"/>
              <a:gd name="connsiteX1598" fmla="*/ 1658651 w 9854218"/>
              <a:gd name="connsiteY1598" fmla="*/ 6043518 h 10287000"/>
              <a:gd name="connsiteX1599" fmla="*/ 1658652 w 9854218"/>
              <a:gd name="connsiteY1599" fmla="*/ 6119439 h 10287000"/>
              <a:gd name="connsiteX1600" fmla="*/ 1658650 w 9854218"/>
              <a:gd name="connsiteY1600" fmla="*/ 6132093 h 10287000"/>
              <a:gd name="connsiteX1601" fmla="*/ 1671304 w 9854218"/>
              <a:gd name="connsiteY1601" fmla="*/ 6144746 h 10287000"/>
              <a:gd name="connsiteX1602" fmla="*/ 1671304 w 9854218"/>
              <a:gd name="connsiteY1602" fmla="*/ 6157400 h 10287000"/>
              <a:gd name="connsiteX1603" fmla="*/ 1671304 w 9854218"/>
              <a:gd name="connsiteY1603" fmla="*/ 6182706 h 10287000"/>
              <a:gd name="connsiteX1604" fmla="*/ 1671304 w 9854218"/>
              <a:gd name="connsiteY1604" fmla="*/ 6195360 h 10287000"/>
              <a:gd name="connsiteX1605" fmla="*/ 1696612 w 9854218"/>
              <a:gd name="connsiteY1605" fmla="*/ 6271281 h 10287000"/>
              <a:gd name="connsiteX1606" fmla="*/ 1683956 w 9854218"/>
              <a:gd name="connsiteY1606" fmla="*/ 6271278 h 10287000"/>
              <a:gd name="connsiteX1607" fmla="*/ 1683956 w 9854218"/>
              <a:gd name="connsiteY1607" fmla="*/ 6283935 h 10287000"/>
              <a:gd name="connsiteX1608" fmla="*/ 1696610 w 9854218"/>
              <a:gd name="connsiteY1608" fmla="*/ 6309240 h 10287000"/>
              <a:gd name="connsiteX1609" fmla="*/ 1695425 w 9854218"/>
              <a:gd name="connsiteY1609" fmla="*/ 6372311 h 10287000"/>
              <a:gd name="connsiteX1610" fmla="*/ 1699331 w 9854218"/>
              <a:gd name="connsiteY1610" fmla="*/ 6394962 h 10287000"/>
              <a:gd name="connsiteX1611" fmla="*/ 1701635 w 9854218"/>
              <a:gd name="connsiteY1611" fmla="*/ 6401727 h 10287000"/>
              <a:gd name="connsiteX1612" fmla="*/ 1717750 w 9854218"/>
              <a:gd name="connsiteY1612" fmla="*/ 6435048 h 10287000"/>
              <a:gd name="connsiteX1613" fmla="*/ 1716190 w 9854218"/>
              <a:gd name="connsiteY1613" fmla="*/ 6423909 h 10287000"/>
              <a:gd name="connsiteX1614" fmla="*/ 1719419 w 9854218"/>
              <a:gd name="connsiteY1614" fmla="*/ 6406416 h 10287000"/>
              <a:gd name="connsiteX1615" fmla="*/ 1727328 w 9854218"/>
              <a:gd name="connsiteY1615" fmla="*/ 6422343 h 10287000"/>
              <a:gd name="connsiteX1616" fmla="*/ 1738468 w 9854218"/>
              <a:gd name="connsiteY1616" fmla="*/ 6420779 h 10287000"/>
              <a:gd name="connsiteX1617" fmla="*/ 1736798 w 9854218"/>
              <a:gd name="connsiteY1617" fmla="*/ 6449411 h 10287000"/>
              <a:gd name="connsiteX1618" fmla="*/ 1738361 w 9854218"/>
              <a:gd name="connsiteY1618" fmla="*/ 6460550 h 10287000"/>
              <a:gd name="connsiteX1619" fmla="*/ 1735132 w 9854218"/>
              <a:gd name="connsiteY1619" fmla="*/ 6478043 h 10287000"/>
              <a:gd name="connsiteX1620" fmla="*/ 1720871 w 9854218"/>
              <a:gd name="connsiteY1620" fmla="*/ 6457328 h 10287000"/>
              <a:gd name="connsiteX1621" fmla="*/ 1709114 w 9854218"/>
              <a:gd name="connsiteY1621" fmla="*/ 6447681 h 10287000"/>
              <a:gd name="connsiteX1622" fmla="*/ 1721522 w 9854218"/>
              <a:gd name="connsiteY1622" fmla="*/ 6503195 h 10287000"/>
              <a:gd name="connsiteX1623" fmla="*/ 1734572 w 9854218"/>
              <a:gd name="connsiteY1623" fmla="*/ 6587615 h 10287000"/>
              <a:gd name="connsiteX1624" fmla="*/ 1721918 w 9854218"/>
              <a:gd name="connsiteY1624" fmla="*/ 6600269 h 10287000"/>
              <a:gd name="connsiteX1625" fmla="*/ 1734570 w 9854218"/>
              <a:gd name="connsiteY1625" fmla="*/ 6625580 h 10287000"/>
              <a:gd name="connsiteX1626" fmla="*/ 1747224 w 9854218"/>
              <a:gd name="connsiteY1626" fmla="*/ 6638229 h 10287000"/>
              <a:gd name="connsiteX1627" fmla="*/ 1734570 w 9854218"/>
              <a:gd name="connsiteY1627" fmla="*/ 6638232 h 10287000"/>
              <a:gd name="connsiteX1628" fmla="*/ 1759880 w 9854218"/>
              <a:gd name="connsiteY1628" fmla="*/ 6714153 h 10287000"/>
              <a:gd name="connsiteX1629" fmla="*/ 1759882 w 9854218"/>
              <a:gd name="connsiteY1629" fmla="*/ 6726807 h 10287000"/>
              <a:gd name="connsiteX1630" fmla="*/ 1759880 w 9854218"/>
              <a:gd name="connsiteY1630" fmla="*/ 6739458 h 10287000"/>
              <a:gd name="connsiteX1631" fmla="*/ 1772531 w 9854218"/>
              <a:gd name="connsiteY1631" fmla="*/ 6752112 h 10287000"/>
              <a:gd name="connsiteX1632" fmla="*/ 1810493 w 9854218"/>
              <a:gd name="connsiteY1632" fmla="*/ 6929262 h 10287000"/>
              <a:gd name="connsiteX1633" fmla="*/ 1797839 w 9854218"/>
              <a:gd name="connsiteY1633" fmla="*/ 6929262 h 10287000"/>
              <a:gd name="connsiteX1634" fmla="*/ 1797839 w 9854218"/>
              <a:gd name="connsiteY1634" fmla="*/ 6941918 h 10287000"/>
              <a:gd name="connsiteX1635" fmla="*/ 1810493 w 9854218"/>
              <a:gd name="connsiteY1635" fmla="*/ 6967223 h 10287000"/>
              <a:gd name="connsiteX1636" fmla="*/ 1823147 w 9854218"/>
              <a:gd name="connsiteY1636" fmla="*/ 6979875 h 10287000"/>
              <a:gd name="connsiteX1637" fmla="*/ 1835800 w 9854218"/>
              <a:gd name="connsiteY1637" fmla="*/ 6967220 h 10287000"/>
              <a:gd name="connsiteX1638" fmla="*/ 1835801 w 9854218"/>
              <a:gd name="connsiteY1638" fmla="*/ 6954573 h 10287000"/>
              <a:gd name="connsiteX1639" fmla="*/ 1823147 w 9854218"/>
              <a:gd name="connsiteY1639" fmla="*/ 6941916 h 10287000"/>
              <a:gd name="connsiteX1640" fmla="*/ 1810493 w 9854218"/>
              <a:gd name="connsiteY1640" fmla="*/ 6878645 h 10287000"/>
              <a:gd name="connsiteX1641" fmla="*/ 1835800 w 9854218"/>
              <a:gd name="connsiteY1641" fmla="*/ 6916608 h 10287000"/>
              <a:gd name="connsiteX1642" fmla="*/ 1823146 w 9854218"/>
              <a:gd name="connsiteY1642" fmla="*/ 6865997 h 10287000"/>
              <a:gd name="connsiteX1643" fmla="*/ 1810492 w 9854218"/>
              <a:gd name="connsiteY1643" fmla="*/ 6865997 h 10287000"/>
              <a:gd name="connsiteX1644" fmla="*/ 1785185 w 9854218"/>
              <a:gd name="connsiteY1644" fmla="*/ 6752111 h 10287000"/>
              <a:gd name="connsiteX1645" fmla="*/ 1797840 w 9854218"/>
              <a:gd name="connsiteY1645" fmla="*/ 6739461 h 10287000"/>
              <a:gd name="connsiteX1646" fmla="*/ 1810492 w 9854218"/>
              <a:gd name="connsiteY1646" fmla="*/ 6739458 h 10287000"/>
              <a:gd name="connsiteX1647" fmla="*/ 1810492 w 9854218"/>
              <a:gd name="connsiteY1647" fmla="*/ 6752112 h 10287000"/>
              <a:gd name="connsiteX1648" fmla="*/ 1823146 w 9854218"/>
              <a:gd name="connsiteY1648" fmla="*/ 6739461 h 10287000"/>
              <a:gd name="connsiteX1649" fmla="*/ 1848454 w 9854218"/>
              <a:gd name="connsiteY1649" fmla="*/ 6815379 h 10287000"/>
              <a:gd name="connsiteX1650" fmla="*/ 1848455 w 9854218"/>
              <a:gd name="connsiteY1650" fmla="*/ 6790076 h 10287000"/>
              <a:gd name="connsiteX1651" fmla="*/ 1848455 w 9854218"/>
              <a:gd name="connsiteY1651" fmla="*/ 6865997 h 10287000"/>
              <a:gd name="connsiteX1652" fmla="*/ 1873762 w 9854218"/>
              <a:gd name="connsiteY1652" fmla="*/ 6891303 h 10287000"/>
              <a:gd name="connsiteX1653" fmla="*/ 1861106 w 9854218"/>
              <a:gd name="connsiteY1653" fmla="*/ 6891303 h 10287000"/>
              <a:gd name="connsiteX1654" fmla="*/ 1861106 w 9854218"/>
              <a:gd name="connsiteY1654" fmla="*/ 6903956 h 10287000"/>
              <a:gd name="connsiteX1655" fmla="*/ 1861103 w 9854218"/>
              <a:gd name="connsiteY1655" fmla="*/ 6916605 h 10287000"/>
              <a:gd name="connsiteX1656" fmla="*/ 1873760 w 9854218"/>
              <a:gd name="connsiteY1656" fmla="*/ 6916608 h 10287000"/>
              <a:gd name="connsiteX1657" fmla="*/ 1899070 w 9854218"/>
              <a:gd name="connsiteY1657" fmla="*/ 6967224 h 10287000"/>
              <a:gd name="connsiteX1658" fmla="*/ 1899070 w 9854218"/>
              <a:gd name="connsiteY1658" fmla="*/ 6929262 h 10287000"/>
              <a:gd name="connsiteX1659" fmla="*/ 1911720 w 9854218"/>
              <a:gd name="connsiteY1659" fmla="*/ 6992532 h 10287000"/>
              <a:gd name="connsiteX1660" fmla="*/ 1899068 w 9854218"/>
              <a:gd name="connsiteY1660" fmla="*/ 6979878 h 10287000"/>
              <a:gd name="connsiteX1661" fmla="*/ 1886411 w 9854218"/>
              <a:gd name="connsiteY1661" fmla="*/ 6992532 h 10287000"/>
              <a:gd name="connsiteX1662" fmla="*/ 1861108 w 9854218"/>
              <a:gd name="connsiteY1662" fmla="*/ 7017836 h 10287000"/>
              <a:gd name="connsiteX1663" fmla="*/ 1861108 w 9854218"/>
              <a:gd name="connsiteY1663" fmla="*/ 7043144 h 10287000"/>
              <a:gd name="connsiteX1664" fmla="*/ 1873757 w 9854218"/>
              <a:gd name="connsiteY1664" fmla="*/ 7068452 h 10287000"/>
              <a:gd name="connsiteX1665" fmla="*/ 1886414 w 9854218"/>
              <a:gd name="connsiteY1665" fmla="*/ 7068449 h 10287000"/>
              <a:gd name="connsiteX1666" fmla="*/ 1886414 w 9854218"/>
              <a:gd name="connsiteY1666" fmla="*/ 7043144 h 10287000"/>
              <a:gd name="connsiteX1667" fmla="*/ 1911718 w 9854218"/>
              <a:gd name="connsiteY1667" fmla="*/ 7068452 h 10287000"/>
              <a:gd name="connsiteX1668" fmla="*/ 1911719 w 9854218"/>
              <a:gd name="connsiteY1668" fmla="*/ 7081104 h 10287000"/>
              <a:gd name="connsiteX1669" fmla="*/ 1911720 w 9854218"/>
              <a:gd name="connsiteY1669" fmla="*/ 7106412 h 10287000"/>
              <a:gd name="connsiteX1670" fmla="*/ 1924376 w 9854218"/>
              <a:gd name="connsiteY1670" fmla="*/ 7106412 h 10287000"/>
              <a:gd name="connsiteX1671" fmla="*/ 1937026 w 9854218"/>
              <a:gd name="connsiteY1671" fmla="*/ 7106411 h 10287000"/>
              <a:gd name="connsiteX1672" fmla="*/ 1949682 w 9854218"/>
              <a:gd name="connsiteY1672" fmla="*/ 7093755 h 10287000"/>
              <a:gd name="connsiteX1673" fmla="*/ 1911722 w 9854218"/>
              <a:gd name="connsiteY1673" fmla="*/ 7131719 h 10287000"/>
              <a:gd name="connsiteX1674" fmla="*/ 1933865 w 9854218"/>
              <a:gd name="connsiteY1674" fmla="*/ 7193405 h 10287000"/>
              <a:gd name="connsiteX1675" fmla="*/ 1935281 w 9854218"/>
              <a:gd name="connsiteY1675" fmla="*/ 7216802 h 10287000"/>
              <a:gd name="connsiteX1676" fmla="*/ 1924374 w 9854218"/>
              <a:gd name="connsiteY1676" fmla="*/ 7194987 h 10287000"/>
              <a:gd name="connsiteX1677" fmla="*/ 1911720 w 9854218"/>
              <a:gd name="connsiteY1677" fmla="*/ 7220294 h 10287000"/>
              <a:gd name="connsiteX1678" fmla="*/ 1911720 w 9854218"/>
              <a:gd name="connsiteY1678" fmla="*/ 7232945 h 10287000"/>
              <a:gd name="connsiteX1679" fmla="*/ 1886416 w 9854218"/>
              <a:gd name="connsiteY1679" fmla="*/ 7169676 h 10287000"/>
              <a:gd name="connsiteX1680" fmla="*/ 1873760 w 9854218"/>
              <a:gd name="connsiteY1680" fmla="*/ 7182333 h 10287000"/>
              <a:gd name="connsiteX1681" fmla="*/ 1873760 w 9854218"/>
              <a:gd name="connsiteY1681" fmla="*/ 7220291 h 10287000"/>
              <a:gd name="connsiteX1682" fmla="*/ 1861106 w 9854218"/>
              <a:gd name="connsiteY1682" fmla="*/ 7207640 h 10287000"/>
              <a:gd name="connsiteX1683" fmla="*/ 1861106 w 9854218"/>
              <a:gd name="connsiteY1683" fmla="*/ 7220295 h 10287000"/>
              <a:gd name="connsiteX1684" fmla="*/ 1861106 w 9854218"/>
              <a:gd name="connsiteY1684" fmla="*/ 7232945 h 10287000"/>
              <a:gd name="connsiteX1685" fmla="*/ 1873762 w 9854218"/>
              <a:gd name="connsiteY1685" fmla="*/ 7245600 h 10287000"/>
              <a:gd name="connsiteX1686" fmla="*/ 1911720 w 9854218"/>
              <a:gd name="connsiteY1686" fmla="*/ 7334175 h 10287000"/>
              <a:gd name="connsiteX1687" fmla="*/ 1937030 w 9854218"/>
              <a:gd name="connsiteY1687" fmla="*/ 7321523 h 10287000"/>
              <a:gd name="connsiteX1688" fmla="*/ 1924374 w 9854218"/>
              <a:gd name="connsiteY1688" fmla="*/ 7270908 h 10287000"/>
              <a:gd name="connsiteX1689" fmla="*/ 1937028 w 9854218"/>
              <a:gd name="connsiteY1689" fmla="*/ 7283561 h 10287000"/>
              <a:gd name="connsiteX1690" fmla="*/ 1949678 w 9854218"/>
              <a:gd name="connsiteY1690" fmla="*/ 7308869 h 10287000"/>
              <a:gd name="connsiteX1691" fmla="*/ 1949681 w 9854218"/>
              <a:gd name="connsiteY1691" fmla="*/ 7270908 h 10287000"/>
              <a:gd name="connsiteX1692" fmla="*/ 1949681 w 9854218"/>
              <a:gd name="connsiteY1692" fmla="*/ 7258254 h 10287000"/>
              <a:gd name="connsiteX1693" fmla="*/ 1974986 w 9854218"/>
              <a:gd name="connsiteY1693" fmla="*/ 7346829 h 10287000"/>
              <a:gd name="connsiteX1694" fmla="*/ 1974989 w 9854218"/>
              <a:gd name="connsiteY1694" fmla="*/ 7359480 h 10287000"/>
              <a:gd name="connsiteX1695" fmla="*/ 1987643 w 9854218"/>
              <a:gd name="connsiteY1695" fmla="*/ 7372134 h 10287000"/>
              <a:gd name="connsiteX1696" fmla="*/ 2025602 w 9854218"/>
              <a:gd name="connsiteY1696" fmla="*/ 7460709 h 10287000"/>
              <a:gd name="connsiteX1697" fmla="*/ 2012950 w 9854218"/>
              <a:gd name="connsiteY1697" fmla="*/ 7448058 h 10287000"/>
              <a:gd name="connsiteX1698" fmla="*/ 2012951 w 9854218"/>
              <a:gd name="connsiteY1698" fmla="*/ 7460709 h 10287000"/>
              <a:gd name="connsiteX1699" fmla="*/ 2012946 w 9854218"/>
              <a:gd name="connsiteY1699" fmla="*/ 7486019 h 10287000"/>
              <a:gd name="connsiteX1700" fmla="*/ 2025604 w 9854218"/>
              <a:gd name="connsiteY1700" fmla="*/ 7486019 h 10287000"/>
              <a:gd name="connsiteX1701" fmla="*/ 2076218 w 9854218"/>
              <a:gd name="connsiteY1701" fmla="*/ 7574594 h 10287000"/>
              <a:gd name="connsiteX1702" fmla="*/ 2088870 w 9854218"/>
              <a:gd name="connsiteY1702" fmla="*/ 7625205 h 10287000"/>
              <a:gd name="connsiteX1703" fmla="*/ 2114180 w 9854218"/>
              <a:gd name="connsiteY1703" fmla="*/ 7688474 h 10287000"/>
              <a:gd name="connsiteX1704" fmla="*/ 2114180 w 9854218"/>
              <a:gd name="connsiteY1704" fmla="*/ 7701126 h 10287000"/>
              <a:gd name="connsiteX1705" fmla="*/ 2126834 w 9854218"/>
              <a:gd name="connsiteY1705" fmla="*/ 7713780 h 10287000"/>
              <a:gd name="connsiteX1706" fmla="*/ 2190100 w 9854218"/>
              <a:gd name="connsiteY1706" fmla="*/ 7852970 h 10287000"/>
              <a:gd name="connsiteX1707" fmla="*/ 2228060 w 9854218"/>
              <a:gd name="connsiteY1707" fmla="*/ 7928891 h 10287000"/>
              <a:gd name="connsiteX1708" fmla="*/ 2228060 w 9854218"/>
              <a:gd name="connsiteY1708" fmla="*/ 7954194 h 10287000"/>
              <a:gd name="connsiteX1709" fmla="*/ 2215406 w 9854218"/>
              <a:gd name="connsiteY1709" fmla="*/ 7941545 h 10287000"/>
              <a:gd name="connsiteX1710" fmla="*/ 2202750 w 9854218"/>
              <a:gd name="connsiteY1710" fmla="*/ 7928891 h 10287000"/>
              <a:gd name="connsiteX1711" fmla="*/ 2215406 w 9854218"/>
              <a:gd name="connsiteY1711" fmla="*/ 7954197 h 10287000"/>
              <a:gd name="connsiteX1712" fmla="*/ 2215406 w 9854218"/>
              <a:gd name="connsiteY1712" fmla="*/ 7992155 h 10287000"/>
              <a:gd name="connsiteX1713" fmla="*/ 2228060 w 9854218"/>
              <a:gd name="connsiteY1713" fmla="*/ 8004812 h 10287000"/>
              <a:gd name="connsiteX1714" fmla="*/ 2228060 w 9854218"/>
              <a:gd name="connsiteY1714" fmla="*/ 8030117 h 10287000"/>
              <a:gd name="connsiteX1715" fmla="*/ 2240711 w 9854218"/>
              <a:gd name="connsiteY1715" fmla="*/ 8030117 h 10287000"/>
              <a:gd name="connsiteX1716" fmla="*/ 2240714 w 9854218"/>
              <a:gd name="connsiteY1716" fmla="*/ 8017464 h 10287000"/>
              <a:gd name="connsiteX1717" fmla="*/ 2253366 w 9854218"/>
              <a:gd name="connsiteY1717" fmla="*/ 8042772 h 10287000"/>
              <a:gd name="connsiteX1718" fmla="*/ 2240714 w 9854218"/>
              <a:gd name="connsiteY1718" fmla="*/ 8042772 h 10287000"/>
              <a:gd name="connsiteX1719" fmla="*/ 2240714 w 9854218"/>
              <a:gd name="connsiteY1719" fmla="*/ 8055425 h 10287000"/>
              <a:gd name="connsiteX1720" fmla="*/ 2253370 w 9854218"/>
              <a:gd name="connsiteY1720" fmla="*/ 8068077 h 10287000"/>
              <a:gd name="connsiteX1721" fmla="*/ 2354597 w 9854218"/>
              <a:gd name="connsiteY1721" fmla="*/ 8232576 h 10287000"/>
              <a:gd name="connsiteX1722" fmla="*/ 2341944 w 9854218"/>
              <a:gd name="connsiteY1722" fmla="*/ 8283185 h 10287000"/>
              <a:gd name="connsiteX1723" fmla="*/ 2341943 w 9854218"/>
              <a:gd name="connsiteY1723" fmla="*/ 8245227 h 10287000"/>
              <a:gd name="connsiteX1724" fmla="*/ 2417861 w 9854218"/>
              <a:gd name="connsiteY1724" fmla="*/ 8397070 h 10287000"/>
              <a:gd name="connsiteX1725" fmla="*/ 2430518 w 9854218"/>
              <a:gd name="connsiteY1725" fmla="*/ 8397069 h 10287000"/>
              <a:gd name="connsiteX1726" fmla="*/ 2544400 w 9854218"/>
              <a:gd name="connsiteY1726" fmla="*/ 8624834 h 10287000"/>
              <a:gd name="connsiteX1727" fmla="*/ 2696243 w 9854218"/>
              <a:gd name="connsiteY1727" fmla="*/ 8903206 h 10287000"/>
              <a:gd name="connsiteX1728" fmla="*/ 2679262 w 9854218"/>
              <a:gd name="connsiteY1728" fmla="*/ 8912472 h 10287000"/>
              <a:gd name="connsiteX1729" fmla="*/ 2670938 w 9854218"/>
              <a:gd name="connsiteY1729" fmla="*/ 8903210 h 10287000"/>
              <a:gd name="connsiteX1730" fmla="*/ 2678846 w 9854218"/>
              <a:gd name="connsiteY1730" fmla="*/ 8912698 h 10287000"/>
              <a:gd name="connsiteX1731" fmla="*/ 2679262 w 9854218"/>
              <a:gd name="connsiteY1731" fmla="*/ 8912472 h 10287000"/>
              <a:gd name="connsiteX1732" fmla="*/ 2699010 w 9854218"/>
              <a:gd name="connsiteY1732" fmla="*/ 8934448 h 10287000"/>
              <a:gd name="connsiteX1733" fmla="*/ 2759512 w 9854218"/>
              <a:gd name="connsiteY1733" fmla="*/ 9080360 h 10287000"/>
              <a:gd name="connsiteX1734" fmla="*/ 2784818 w 9854218"/>
              <a:gd name="connsiteY1734" fmla="*/ 9105666 h 10287000"/>
              <a:gd name="connsiteX1735" fmla="*/ 2797472 w 9854218"/>
              <a:gd name="connsiteY1735" fmla="*/ 9105666 h 10287000"/>
              <a:gd name="connsiteX1736" fmla="*/ 2797474 w 9854218"/>
              <a:gd name="connsiteY1736" fmla="*/ 9130974 h 10287000"/>
              <a:gd name="connsiteX1737" fmla="*/ 2822778 w 9854218"/>
              <a:gd name="connsiteY1737" fmla="*/ 9156278 h 10287000"/>
              <a:gd name="connsiteX1738" fmla="*/ 2810126 w 9854218"/>
              <a:gd name="connsiteY1738" fmla="*/ 9156279 h 10287000"/>
              <a:gd name="connsiteX1739" fmla="*/ 2911354 w 9854218"/>
              <a:gd name="connsiteY1739" fmla="*/ 9308124 h 10287000"/>
              <a:gd name="connsiteX1740" fmla="*/ 2949317 w 9854218"/>
              <a:gd name="connsiteY1740" fmla="*/ 9396696 h 10287000"/>
              <a:gd name="connsiteX1741" fmla="*/ 2974622 w 9854218"/>
              <a:gd name="connsiteY1741" fmla="*/ 9396696 h 10287000"/>
              <a:gd name="connsiteX1742" fmla="*/ 2974622 w 9854218"/>
              <a:gd name="connsiteY1742" fmla="*/ 9422004 h 10287000"/>
              <a:gd name="connsiteX1743" fmla="*/ 2999928 w 9854218"/>
              <a:gd name="connsiteY1743" fmla="*/ 9459962 h 10287000"/>
              <a:gd name="connsiteX1744" fmla="*/ 3012582 w 9854218"/>
              <a:gd name="connsiteY1744" fmla="*/ 9472618 h 10287000"/>
              <a:gd name="connsiteX1745" fmla="*/ 3012584 w 9854218"/>
              <a:gd name="connsiteY1745" fmla="*/ 9485268 h 10287000"/>
              <a:gd name="connsiteX1746" fmla="*/ 3025238 w 9854218"/>
              <a:gd name="connsiteY1746" fmla="*/ 9497925 h 10287000"/>
              <a:gd name="connsiteX1747" fmla="*/ 3025235 w 9854218"/>
              <a:gd name="connsiteY1747" fmla="*/ 9485271 h 10287000"/>
              <a:gd name="connsiteX1748" fmla="*/ 3037894 w 9854218"/>
              <a:gd name="connsiteY1748" fmla="*/ 9485271 h 10287000"/>
              <a:gd name="connsiteX1749" fmla="*/ 3063194 w 9854218"/>
              <a:gd name="connsiteY1749" fmla="*/ 9535886 h 10287000"/>
              <a:gd name="connsiteX1750" fmla="*/ 3063197 w 9854218"/>
              <a:gd name="connsiteY1750" fmla="*/ 9510576 h 10287000"/>
              <a:gd name="connsiteX1751" fmla="*/ 3037892 w 9854218"/>
              <a:gd name="connsiteY1751" fmla="*/ 9472620 h 10287000"/>
              <a:gd name="connsiteX1752" fmla="*/ 3025238 w 9854218"/>
              <a:gd name="connsiteY1752" fmla="*/ 9459964 h 10287000"/>
              <a:gd name="connsiteX1753" fmla="*/ 3025236 w 9854218"/>
              <a:gd name="connsiteY1753" fmla="*/ 9447310 h 10287000"/>
              <a:gd name="connsiteX1754" fmla="*/ 3012584 w 9854218"/>
              <a:gd name="connsiteY1754" fmla="*/ 9447308 h 10287000"/>
              <a:gd name="connsiteX1755" fmla="*/ 3012582 w 9854218"/>
              <a:gd name="connsiteY1755" fmla="*/ 9434656 h 10287000"/>
              <a:gd name="connsiteX1756" fmla="*/ 2873393 w 9854218"/>
              <a:gd name="connsiteY1756" fmla="*/ 9219549 h 10287000"/>
              <a:gd name="connsiteX1757" fmla="*/ 2746858 w 9854218"/>
              <a:gd name="connsiteY1757" fmla="*/ 8991784 h 10287000"/>
              <a:gd name="connsiteX1758" fmla="*/ 2759512 w 9854218"/>
              <a:gd name="connsiteY1758" fmla="*/ 8991784 h 10287000"/>
              <a:gd name="connsiteX1759" fmla="*/ 2772164 w 9854218"/>
              <a:gd name="connsiteY1759" fmla="*/ 9004438 h 10287000"/>
              <a:gd name="connsiteX1760" fmla="*/ 2772166 w 9854218"/>
              <a:gd name="connsiteY1760" fmla="*/ 8991782 h 10287000"/>
              <a:gd name="connsiteX1761" fmla="*/ 2734200 w 9854218"/>
              <a:gd name="connsiteY1761" fmla="*/ 8915860 h 10287000"/>
              <a:gd name="connsiteX1762" fmla="*/ 2734204 w 9854218"/>
              <a:gd name="connsiteY1762" fmla="*/ 8903210 h 10287000"/>
              <a:gd name="connsiteX1763" fmla="*/ 2721550 w 9854218"/>
              <a:gd name="connsiteY1763" fmla="*/ 8890558 h 10287000"/>
              <a:gd name="connsiteX1764" fmla="*/ 2721552 w 9854218"/>
              <a:gd name="connsiteY1764" fmla="*/ 8877904 h 10287000"/>
              <a:gd name="connsiteX1765" fmla="*/ 2746858 w 9854218"/>
              <a:gd name="connsiteY1765" fmla="*/ 8890558 h 10287000"/>
              <a:gd name="connsiteX1766" fmla="*/ 2746858 w 9854218"/>
              <a:gd name="connsiteY1766" fmla="*/ 8865246 h 10287000"/>
              <a:gd name="connsiteX1767" fmla="*/ 2759512 w 9854218"/>
              <a:gd name="connsiteY1767" fmla="*/ 8890556 h 10287000"/>
              <a:gd name="connsiteX1768" fmla="*/ 2708897 w 9854218"/>
              <a:gd name="connsiteY1768" fmla="*/ 8776674 h 10287000"/>
              <a:gd name="connsiteX1769" fmla="*/ 2708898 w 9854218"/>
              <a:gd name="connsiteY1769" fmla="*/ 8772040 h 10287000"/>
              <a:gd name="connsiteX1770" fmla="*/ 2698295 w 9854218"/>
              <a:gd name="connsiteY1770" fmla="*/ 8751880 h 10287000"/>
              <a:gd name="connsiteX1771" fmla="*/ 2696243 w 9854218"/>
              <a:gd name="connsiteY1771" fmla="*/ 8751368 h 10287000"/>
              <a:gd name="connsiteX1772" fmla="*/ 2695566 w 9854218"/>
              <a:gd name="connsiteY1772" fmla="*/ 8746690 h 10287000"/>
              <a:gd name="connsiteX1773" fmla="*/ 2671432 w 9854218"/>
              <a:gd name="connsiteY1773" fmla="*/ 8700795 h 10287000"/>
              <a:gd name="connsiteX1774" fmla="*/ 2670936 w 9854218"/>
              <a:gd name="connsiteY1774" fmla="*/ 8700753 h 10287000"/>
              <a:gd name="connsiteX1775" fmla="*/ 2663276 w 9854218"/>
              <a:gd name="connsiteY1775" fmla="*/ 8686708 h 10287000"/>
              <a:gd name="connsiteX1776" fmla="*/ 2658886 w 9854218"/>
              <a:gd name="connsiteY1776" fmla="*/ 8696884 h 10287000"/>
              <a:gd name="connsiteX1777" fmla="*/ 2654159 w 9854218"/>
              <a:gd name="connsiteY1777" fmla="*/ 8707842 h 10287000"/>
              <a:gd name="connsiteX1778" fmla="*/ 2584451 w 9854218"/>
              <a:gd name="connsiteY1778" fmla="*/ 8608449 h 10287000"/>
              <a:gd name="connsiteX1779" fmla="*/ 2524196 w 9854218"/>
              <a:gd name="connsiteY1779" fmla="*/ 8487142 h 10287000"/>
              <a:gd name="connsiteX1780" fmla="*/ 2494148 w 9854218"/>
              <a:gd name="connsiteY1780" fmla="*/ 8396198 h 10287000"/>
              <a:gd name="connsiteX1781" fmla="*/ 2476394 w 9854218"/>
              <a:gd name="connsiteY1781" fmla="*/ 8397201 h 10287000"/>
              <a:gd name="connsiteX1782" fmla="*/ 2395548 w 9854218"/>
              <a:gd name="connsiteY1782" fmla="*/ 8163036 h 10287000"/>
              <a:gd name="connsiteX1783" fmla="*/ 2308400 w 9854218"/>
              <a:gd name="connsiteY1783" fmla="*/ 7943480 h 10287000"/>
              <a:gd name="connsiteX1784" fmla="*/ 2301098 w 9854218"/>
              <a:gd name="connsiteY1784" fmla="*/ 7940328 h 10287000"/>
              <a:gd name="connsiteX1785" fmla="*/ 2304250 w 9854218"/>
              <a:gd name="connsiteY1785" fmla="*/ 7933025 h 10287000"/>
              <a:gd name="connsiteX1786" fmla="*/ 2295948 w 9854218"/>
              <a:gd name="connsiteY1786" fmla="*/ 7912115 h 10287000"/>
              <a:gd name="connsiteX1787" fmla="*/ 2303249 w 9854218"/>
              <a:gd name="connsiteY1787" fmla="*/ 7915265 h 10287000"/>
              <a:gd name="connsiteX1788" fmla="*/ 2305222 w 9854218"/>
              <a:gd name="connsiteY1788" fmla="*/ 7916473 h 10287000"/>
              <a:gd name="connsiteX1789" fmla="*/ 2307401 w 9854218"/>
              <a:gd name="connsiteY1789" fmla="*/ 7925720 h 10287000"/>
              <a:gd name="connsiteX1790" fmla="*/ 2309245 w 9854218"/>
              <a:gd name="connsiteY1790" fmla="*/ 7918935 h 10287000"/>
              <a:gd name="connsiteX1791" fmla="*/ 2305222 w 9854218"/>
              <a:gd name="connsiteY1791" fmla="*/ 7916473 h 10287000"/>
              <a:gd name="connsiteX1792" fmla="*/ 2297459 w 9854218"/>
              <a:gd name="connsiteY1792" fmla="*/ 7883523 h 10287000"/>
              <a:gd name="connsiteX1793" fmla="*/ 2296104 w 9854218"/>
              <a:gd name="connsiteY1793" fmla="*/ 7851531 h 10287000"/>
              <a:gd name="connsiteX1794" fmla="*/ 2410464 w 9854218"/>
              <a:gd name="connsiteY1794" fmla="*/ 8048171 h 10287000"/>
              <a:gd name="connsiteX1795" fmla="*/ 2381258 w 9854218"/>
              <a:gd name="connsiteY1795" fmla="*/ 8035568 h 10287000"/>
              <a:gd name="connsiteX1796" fmla="*/ 2510906 w 9854218"/>
              <a:gd name="connsiteY1796" fmla="*/ 8377434 h 10287000"/>
              <a:gd name="connsiteX1797" fmla="*/ 2535962 w 9854218"/>
              <a:gd name="connsiteY1797" fmla="*/ 8379581 h 10287000"/>
              <a:gd name="connsiteX1798" fmla="*/ 2588914 w 9854218"/>
              <a:gd name="connsiteY1798" fmla="*/ 8497738 h 10287000"/>
              <a:gd name="connsiteX1799" fmla="*/ 2659620 w 9854218"/>
              <a:gd name="connsiteY1799" fmla="*/ 8614888 h 10287000"/>
              <a:gd name="connsiteX1800" fmla="*/ 2664623 w 9854218"/>
              <a:gd name="connsiteY1800" fmla="*/ 8648457 h 10287000"/>
              <a:gd name="connsiteX1801" fmla="*/ 2666112 w 9854218"/>
              <a:gd name="connsiteY1801" fmla="*/ 8659284 h 10287000"/>
              <a:gd name="connsiteX1802" fmla="*/ 2670938 w 9854218"/>
              <a:gd name="connsiteY1802" fmla="*/ 8662794 h 10287000"/>
              <a:gd name="connsiteX1803" fmla="*/ 2702213 w 9854218"/>
              <a:gd name="connsiteY1803" fmla="*/ 8709080 h 10287000"/>
              <a:gd name="connsiteX1804" fmla="*/ 2702321 w 9854218"/>
              <a:gd name="connsiteY1804" fmla="*/ 8709128 h 10287000"/>
              <a:gd name="connsiteX1805" fmla="*/ 2727173 w 9854218"/>
              <a:gd name="connsiteY1805" fmla="*/ 8739346 h 10287000"/>
              <a:gd name="connsiteX1806" fmla="*/ 2731750 w 9854218"/>
              <a:gd name="connsiteY1806" fmla="*/ 8752797 h 10287000"/>
              <a:gd name="connsiteX1807" fmla="*/ 2829106 w 9854218"/>
              <a:gd name="connsiteY1807" fmla="*/ 8896884 h 10287000"/>
              <a:gd name="connsiteX1808" fmla="*/ 2987276 w 9854218"/>
              <a:gd name="connsiteY1808" fmla="*/ 9093014 h 10287000"/>
              <a:gd name="connsiteX1809" fmla="*/ 2999928 w 9854218"/>
              <a:gd name="connsiteY1809" fmla="*/ 9105663 h 10287000"/>
              <a:gd name="connsiteX1810" fmla="*/ 3037892 w 9854218"/>
              <a:gd name="connsiteY1810" fmla="*/ 9156280 h 10287000"/>
              <a:gd name="connsiteX1811" fmla="*/ 3430151 w 9854218"/>
              <a:gd name="connsiteY1811" fmla="*/ 9561192 h 10287000"/>
              <a:gd name="connsiteX1812" fmla="*/ 3379538 w 9854218"/>
              <a:gd name="connsiteY1812" fmla="*/ 9497925 h 10287000"/>
              <a:gd name="connsiteX1813" fmla="*/ 3392189 w 9854218"/>
              <a:gd name="connsiteY1813" fmla="*/ 9497925 h 10287000"/>
              <a:gd name="connsiteX1814" fmla="*/ 3417497 w 9854218"/>
              <a:gd name="connsiteY1814" fmla="*/ 9510579 h 10287000"/>
              <a:gd name="connsiteX1815" fmla="*/ 3404846 w 9854218"/>
              <a:gd name="connsiteY1815" fmla="*/ 9485271 h 10287000"/>
              <a:gd name="connsiteX1816" fmla="*/ 3392190 w 9854218"/>
              <a:gd name="connsiteY1816" fmla="*/ 9472617 h 10287000"/>
              <a:gd name="connsiteX1817" fmla="*/ 3430151 w 9854218"/>
              <a:gd name="connsiteY1817" fmla="*/ 9485271 h 10287000"/>
              <a:gd name="connsiteX1818" fmla="*/ 3430150 w 9854218"/>
              <a:gd name="connsiteY1818" fmla="*/ 9497925 h 10287000"/>
              <a:gd name="connsiteX1819" fmla="*/ 3430152 w 9854218"/>
              <a:gd name="connsiteY1819" fmla="*/ 9510579 h 10287000"/>
              <a:gd name="connsiteX1820" fmla="*/ 3442805 w 9854218"/>
              <a:gd name="connsiteY1820" fmla="*/ 9510579 h 10287000"/>
              <a:gd name="connsiteX1821" fmla="*/ 3487091 w 9854218"/>
              <a:gd name="connsiteY1821" fmla="*/ 9562774 h 10287000"/>
              <a:gd name="connsiteX1822" fmla="*/ 3531150 w 9854218"/>
              <a:gd name="connsiteY1822" fmla="*/ 9586378 h 10287000"/>
              <a:gd name="connsiteX1823" fmla="*/ 3531419 w 9854218"/>
              <a:gd name="connsiteY1823" fmla="*/ 9586632 h 10287000"/>
              <a:gd name="connsiteX1824" fmla="*/ 3542453 w 9854218"/>
              <a:gd name="connsiteY1824" fmla="*/ 9624460 h 10287000"/>
              <a:gd name="connsiteX1825" fmla="*/ 3568812 w 9854218"/>
              <a:gd name="connsiteY1825" fmla="*/ 9649767 h 10287000"/>
              <a:gd name="connsiteX1826" fmla="*/ 3544032 w 9854218"/>
              <a:gd name="connsiteY1826" fmla="*/ 9649767 h 10287000"/>
              <a:gd name="connsiteX1827" fmla="*/ 3556686 w 9854218"/>
              <a:gd name="connsiteY1827" fmla="*/ 9675075 h 10287000"/>
              <a:gd name="connsiteX1828" fmla="*/ 3569339 w 9854218"/>
              <a:gd name="connsiteY1828" fmla="*/ 9687726 h 10287000"/>
              <a:gd name="connsiteX1829" fmla="*/ 3657916 w 9854218"/>
              <a:gd name="connsiteY1829" fmla="*/ 9788956 h 10287000"/>
              <a:gd name="connsiteX1830" fmla="*/ 3657914 w 9854218"/>
              <a:gd name="connsiteY1830" fmla="*/ 9801610 h 10287000"/>
              <a:gd name="connsiteX1831" fmla="*/ 3670571 w 9854218"/>
              <a:gd name="connsiteY1831" fmla="*/ 9814262 h 10287000"/>
              <a:gd name="connsiteX1832" fmla="*/ 3683225 w 9854218"/>
              <a:gd name="connsiteY1832" fmla="*/ 9814262 h 10287000"/>
              <a:gd name="connsiteX1833" fmla="*/ 3708532 w 9854218"/>
              <a:gd name="connsiteY1833" fmla="*/ 9826916 h 10287000"/>
              <a:gd name="connsiteX1834" fmla="*/ 3948950 w 9854218"/>
              <a:gd name="connsiteY1834" fmla="*/ 10042026 h 10287000"/>
              <a:gd name="connsiteX1835" fmla="*/ 3961601 w 9854218"/>
              <a:gd name="connsiteY1835" fmla="*/ 10042026 h 10287000"/>
              <a:gd name="connsiteX1836" fmla="*/ 3961601 w 9854218"/>
              <a:gd name="connsiteY1836" fmla="*/ 10054677 h 10287000"/>
              <a:gd name="connsiteX1837" fmla="*/ 3974255 w 9854218"/>
              <a:gd name="connsiteY1837" fmla="*/ 10067332 h 10287000"/>
              <a:gd name="connsiteX1838" fmla="*/ 3986910 w 9854218"/>
              <a:gd name="connsiteY1838" fmla="*/ 10067332 h 10287000"/>
              <a:gd name="connsiteX1839" fmla="*/ 4050180 w 9854218"/>
              <a:gd name="connsiteY1839" fmla="*/ 10117947 h 10287000"/>
              <a:gd name="connsiteX1840" fmla="*/ 4202020 w 9854218"/>
              <a:gd name="connsiteY1840" fmla="*/ 10231826 h 10287000"/>
              <a:gd name="connsiteX1841" fmla="*/ 4252636 w 9854218"/>
              <a:gd name="connsiteY1841" fmla="*/ 10269788 h 10287000"/>
              <a:gd name="connsiteX1842" fmla="*/ 4273434 w 9854218"/>
              <a:gd name="connsiteY1842" fmla="*/ 10287000 h 10287000"/>
              <a:gd name="connsiteX1843" fmla="*/ 4192550 w 9854218"/>
              <a:gd name="connsiteY1843" fmla="*/ 10287000 h 10287000"/>
              <a:gd name="connsiteX1844" fmla="*/ 4138751 w 9854218"/>
              <a:gd name="connsiteY1844" fmla="*/ 10244482 h 10287000"/>
              <a:gd name="connsiteX1845" fmla="*/ 3822414 w 9854218"/>
              <a:gd name="connsiteY1845" fmla="*/ 9991412 h 10287000"/>
              <a:gd name="connsiteX1846" fmla="*/ 3784452 w 9854218"/>
              <a:gd name="connsiteY1846" fmla="*/ 9978758 h 10287000"/>
              <a:gd name="connsiteX1847" fmla="*/ 3645262 w 9854218"/>
              <a:gd name="connsiteY1847" fmla="*/ 9864876 h 10287000"/>
              <a:gd name="connsiteX1848" fmla="*/ 4100792 w 9854218"/>
              <a:gd name="connsiteY1848" fmla="*/ 10257134 h 10287000"/>
              <a:gd name="connsiteX1849" fmla="*/ 4139230 w 9854218"/>
              <a:gd name="connsiteY1849" fmla="*/ 10287000 h 10287000"/>
              <a:gd name="connsiteX1850" fmla="*/ 4042092 w 9854218"/>
              <a:gd name="connsiteY1850" fmla="*/ 10287000 h 10287000"/>
              <a:gd name="connsiteX1851" fmla="*/ 3979991 w 9854218"/>
              <a:gd name="connsiteY1851" fmla="*/ 10235188 h 10287000"/>
              <a:gd name="connsiteX1852" fmla="*/ 3885682 w 9854218"/>
              <a:gd name="connsiteY1852" fmla="*/ 10143254 h 10287000"/>
              <a:gd name="connsiteX1853" fmla="*/ 3771802 w 9854218"/>
              <a:gd name="connsiteY1853" fmla="*/ 10029369 h 10287000"/>
              <a:gd name="connsiteX1854" fmla="*/ 3657916 w 9854218"/>
              <a:gd name="connsiteY1854" fmla="*/ 9902836 h 10287000"/>
              <a:gd name="connsiteX1855" fmla="*/ 3594650 w 9854218"/>
              <a:gd name="connsiteY1855" fmla="*/ 9852222 h 10287000"/>
              <a:gd name="connsiteX1856" fmla="*/ 3569340 w 9854218"/>
              <a:gd name="connsiteY1856" fmla="*/ 9814263 h 10287000"/>
              <a:gd name="connsiteX1857" fmla="*/ 3493422 w 9854218"/>
              <a:gd name="connsiteY1857" fmla="*/ 9738340 h 10287000"/>
              <a:gd name="connsiteX1858" fmla="*/ 3303617 w 9854218"/>
              <a:gd name="connsiteY1858" fmla="*/ 9535884 h 10287000"/>
              <a:gd name="connsiteX1859" fmla="*/ 3278308 w 9854218"/>
              <a:gd name="connsiteY1859" fmla="*/ 9535886 h 10287000"/>
              <a:gd name="connsiteX1860" fmla="*/ 3101159 w 9854218"/>
              <a:gd name="connsiteY1860" fmla="*/ 9282814 h 10287000"/>
              <a:gd name="connsiteX1861" fmla="*/ 2924009 w 9854218"/>
              <a:gd name="connsiteY1861" fmla="*/ 9055050 h 10287000"/>
              <a:gd name="connsiteX1862" fmla="*/ 2949317 w 9854218"/>
              <a:gd name="connsiteY1862" fmla="*/ 9093010 h 10287000"/>
              <a:gd name="connsiteX1863" fmla="*/ 2916180 w 9854218"/>
              <a:gd name="connsiteY1863" fmla="*/ 9059880 h 10287000"/>
              <a:gd name="connsiteX1864" fmla="*/ 2916390 w 9854218"/>
              <a:gd name="connsiteY1864" fmla="*/ 9063592 h 10287000"/>
              <a:gd name="connsiteX1865" fmla="*/ 2897638 w 9854218"/>
              <a:gd name="connsiteY1865" fmla="*/ 9046838 h 10287000"/>
              <a:gd name="connsiteX1866" fmla="*/ 2868431 w 9854218"/>
              <a:gd name="connsiteY1866" fmla="*/ 9034234 h 10287000"/>
              <a:gd name="connsiteX1867" fmla="*/ 2866349 w 9854218"/>
              <a:gd name="connsiteY1867" fmla="*/ 9036910 h 10287000"/>
              <a:gd name="connsiteX1868" fmla="*/ 2886048 w 9854218"/>
              <a:gd name="connsiteY1868" fmla="*/ 9074034 h 10287000"/>
              <a:gd name="connsiteX1869" fmla="*/ 2936662 w 9854218"/>
              <a:gd name="connsiteY1869" fmla="*/ 9156279 h 10287000"/>
              <a:gd name="connsiteX1870" fmla="*/ 2924008 w 9854218"/>
              <a:gd name="connsiteY1870" fmla="*/ 9156278 h 10287000"/>
              <a:gd name="connsiteX1871" fmla="*/ 2924009 w 9854218"/>
              <a:gd name="connsiteY1871" fmla="*/ 9168934 h 10287000"/>
              <a:gd name="connsiteX1872" fmla="*/ 2949317 w 9854218"/>
              <a:gd name="connsiteY1872" fmla="*/ 9194240 h 10287000"/>
              <a:gd name="connsiteX1873" fmla="*/ 2974624 w 9854218"/>
              <a:gd name="connsiteY1873" fmla="*/ 9257506 h 10287000"/>
              <a:gd name="connsiteX1874" fmla="*/ 2987276 w 9854218"/>
              <a:gd name="connsiteY1874" fmla="*/ 9257510 h 10287000"/>
              <a:gd name="connsiteX1875" fmla="*/ 3012584 w 9854218"/>
              <a:gd name="connsiteY1875" fmla="*/ 9270158 h 10287000"/>
              <a:gd name="connsiteX1876" fmla="*/ 3019736 w 9854218"/>
              <a:gd name="connsiteY1876" fmla="*/ 9268968 h 10287000"/>
              <a:gd name="connsiteX1877" fmla="*/ 3063198 w 9854218"/>
              <a:gd name="connsiteY1877" fmla="*/ 9338571 h 10287000"/>
              <a:gd name="connsiteX1878" fmla="*/ 3177082 w 9854218"/>
              <a:gd name="connsiteY1878" fmla="*/ 9548540 h 10287000"/>
              <a:gd name="connsiteX1879" fmla="*/ 3328922 w 9854218"/>
              <a:gd name="connsiteY1879" fmla="*/ 9826916 h 10287000"/>
              <a:gd name="connsiteX1880" fmla="*/ 3354232 w 9854218"/>
              <a:gd name="connsiteY1880" fmla="*/ 9788956 h 10287000"/>
              <a:gd name="connsiteX1881" fmla="*/ 3619955 w 9854218"/>
              <a:gd name="connsiteY1881" fmla="*/ 10181214 h 10287000"/>
              <a:gd name="connsiteX1882" fmla="*/ 3700596 w 9854218"/>
              <a:gd name="connsiteY1882" fmla="*/ 10287000 h 10287000"/>
              <a:gd name="connsiteX1883" fmla="*/ 3149945 w 9854218"/>
              <a:gd name="connsiteY1883" fmla="*/ 10287000 h 10287000"/>
              <a:gd name="connsiteX1884" fmla="*/ 2970956 w 9854218"/>
              <a:gd name="connsiteY1884" fmla="*/ 10113828 h 10287000"/>
              <a:gd name="connsiteX1885" fmla="*/ 1838543 w 9854218"/>
              <a:gd name="connsiteY1885" fmla="*/ 8560522 h 10287000"/>
              <a:gd name="connsiteX1886" fmla="*/ 1724466 w 9854218"/>
              <a:gd name="connsiteY1886" fmla="*/ 8334921 h 10287000"/>
              <a:gd name="connsiteX1887" fmla="*/ 1746474 w 9854218"/>
              <a:gd name="connsiteY1887" fmla="*/ 8411187 h 10287000"/>
              <a:gd name="connsiteX1888" fmla="*/ 1814813 w 9854218"/>
              <a:gd name="connsiteY1888" fmla="*/ 8585349 h 10287000"/>
              <a:gd name="connsiteX1889" fmla="*/ 1839782 w 9854218"/>
              <a:gd name="connsiteY1889" fmla="*/ 8588348 h 10287000"/>
              <a:gd name="connsiteX1890" fmla="*/ 1888685 w 9854218"/>
              <a:gd name="connsiteY1890" fmla="*/ 8708235 h 10287000"/>
              <a:gd name="connsiteX1891" fmla="*/ 1955369 w 9854218"/>
              <a:gd name="connsiteY1891" fmla="*/ 8827724 h 10287000"/>
              <a:gd name="connsiteX1892" fmla="*/ 1971324 w 9854218"/>
              <a:gd name="connsiteY1892" fmla="*/ 8905650 h 10287000"/>
              <a:gd name="connsiteX1893" fmla="*/ 2018652 w 9854218"/>
              <a:gd name="connsiteY1893" fmla="*/ 8954406 h 10287000"/>
              <a:gd name="connsiteX1894" fmla="*/ 2111486 w 9854218"/>
              <a:gd name="connsiteY1894" fmla="*/ 9130240 h 10287000"/>
              <a:gd name="connsiteX1895" fmla="*/ 2170978 w 9854218"/>
              <a:gd name="connsiteY1895" fmla="*/ 9246333 h 10287000"/>
              <a:gd name="connsiteX1896" fmla="*/ 2167184 w 9854218"/>
              <a:gd name="connsiteY1896" fmla="*/ 9235743 h 10287000"/>
              <a:gd name="connsiteX1897" fmla="*/ 2166791 w 9854218"/>
              <a:gd name="connsiteY1897" fmla="*/ 9217959 h 10287000"/>
              <a:gd name="connsiteX1898" fmla="*/ 2177772 w 9854218"/>
              <a:gd name="connsiteY1898" fmla="*/ 9231946 h 10287000"/>
              <a:gd name="connsiteX1899" fmla="*/ 2188362 w 9854218"/>
              <a:gd name="connsiteY1899" fmla="*/ 9228152 h 10287000"/>
              <a:gd name="connsiteX1900" fmla="*/ 2192548 w 9854218"/>
              <a:gd name="connsiteY1900" fmla="*/ 9256526 h 10287000"/>
              <a:gd name="connsiteX1901" fmla="*/ 2196340 w 9854218"/>
              <a:gd name="connsiteY1901" fmla="*/ 9267114 h 10287000"/>
              <a:gd name="connsiteX1902" fmla="*/ 2196734 w 9854218"/>
              <a:gd name="connsiteY1902" fmla="*/ 9284898 h 10287000"/>
              <a:gd name="connsiteX1903" fmla="*/ 2178560 w 9854218"/>
              <a:gd name="connsiteY1903" fmla="*/ 9267513 h 10287000"/>
              <a:gd name="connsiteX1904" fmla="*/ 2153986 w 9854218"/>
              <a:gd name="connsiteY1904" fmla="*/ 9282300 h 10287000"/>
              <a:gd name="connsiteX1905" fmla="*/ 2046378 w 9854218"/>
              <a:gd name="connsiteY1905" fmla="*/ 9081886 h 10287000"/>
              <a:gd name="connsiteX1906" fmla="*/ 1956944 w 9854218"/>
              <a:gd name="connsiteY1906" fmla="*/ 8898856 h 10287000"/>
              <a:gd name="connsiteX1907" fmla="*/ 1946748 w 9854218"/>
              <a:gd name="connsiteY1907" fmla="*/ 8920437 h 10287000"/>
              <a:gd name="connsiteX1908" fmla="*/ 1880460 w 9854218"/>
              <a:gd name="connsiteY1908" fmla="*/ 8818731 h 10287000"/>
              <a:gd name="connsiteX1909" fmla="*/ 1824366 w 9854218"/>
              <a:gd name="connsiteY1909" fmla="*/ 8695446 h 10287000"/>
              <a:gd name="connsiteX1910" fmla="*/ 1797428 w 9854218"/>
              <a:gd name="connsiteY1910" fmla="*/ 8603534 h 10287000"/>
              <a:gd name="connsiteX1911" fmla="*/ 1779650 w 9854218"/>
              <a:gd name="connsiteY1911" fmla="*/ 8603931 h 10287000"/>
              <a:gd name="connsiteX1912" fmla="*/ 1706812 w 9854218"/>
              <a:gd name="connsiteY1912" fmla="*/ 8367155 h 10287000"/>
              <a:gd name="connsiteX1913" fmla="*/ 1627178 w 9854218"/>
              <a:gd name="connsiteY1913" fmla="*/ 8144760 h 10287000"/>
              <a:gd name="connsiteX1914" fmla="*/ 1619988 w 9854218"/>
              <a:gd name="connsiteY1914" fmla="*/ 8141364 h 10287000"/>
              <a:gd name="connsiteX1915" fmla="*/ 1623386 w 9854218"/>
              <a:gd name="connsiteY1915" fmla="*/ 8134170 h 10287000"/>
              <a:gd name="connsiteX1916" fmla="*/ 1616897 w 9854218"/>
              <a:gd name="connsiteY1916" fmla="*/ 8122308 h 10287000"/>
              <a:gd name="connsiteX1917" fmla="*/ 1616332 w 9854218"/>
              <a:gd name="connsiteY1917" fmla="*/ 8117499 h 10287000"/>
              <a:gd name="connsiteX1918" fmla="*/ 1440302 w 9854218"/>
              <a:gd name="connsiteY1918" fmla="*/ 7705850 h 10287000"/>
              <a:gd name="connsiteX1919" fmla="*/ 1051280 w 9854218"/>
              <a:gd name="connsiteY1919" fmla="*/ 6321893 h 10287000"/>
              <a:gd name="connsiteX1920" fmla="*/ 1038625 w 9854218"/>
              <a:gd name="connsiteY1920" fmla="*/ 6258624 h 10287000"/>
              <a:gd name="connsiteX1921" fmla="*/ 989593 w 9854218"/>
              <a:gd name="connsiteY1921" fmla="*/ 5935962 h 10287000"/>
              <a:gd name="connsiteX1922" fmla="*/ 958919 w 9854218"/>
              <a:gd name="connsiteY1922" fmla="*/ 5685665 h 10287000"/>
              <a:gd name="connsiteX1923" fmla="*/ 957805 w 9854218"/>
              <a:gd name="connsiteY1923" fmla="*/ 5679020 h 10287000"/>
              <a:gd name="connsiteX1924" fmla="*/ 957656 w 9854218"/>
              <a:gd name="connsiteY1924" fmla="*/ 5675358 h 10287000"/>
              <a:gd name="connsiteX1925" fmla="*/ 950050 w 9854218"/>
              <a:gd name="connsiteY1925" fmla="*/ 5613296 h 10287000"/>
              <a:gd name="connsiteX1926" fmla="*/ 955616 w 9854218"/>
              <a:gd name="connsiteY1926" fmla="*/ 5625239 h 10287000"/>
              <a:gd name="connsiteX1927" fmla="*/ 954181 w 9854218"/>
              <a:gd name="connsiteY1927" fmla="*/ 5589986 h 10287000"/>
              <a:gd name="connsiteX1928" fmla="*/ 941941 w 9854218"/>
              <a:gd name="connsiteY1928" fmla="*/ 5416520 h 10287000"/>
              <a:gd name="connsiteX1929" fmla="*/ 926971 w 9854218"/>
              <a:gd name="connsiteY1929" fmla="*/ 5430338 h 10287000"/>
              <a:gd name="connsiteX1930" fmla="*/ 907037 w 9854218"/>
              <a:gd name="connsiteY1930" fmla="*/ 5328639 h 10287000"/>
              <a:gd name="connsiteX1931" fmla="*/ 902077 w 9854218"/>
              <a:gd name="connsiteY1931" fmla="*/ 5213123 h 10287000"/>
              <a:gd name="connsiteX1932" fmla="*/ 910154 w 9854218"/>
              <a:gd name="connsiteY1932" fmla="*/ 5131760 h 10287000"/>
              <a:gd name="connsiteX1933" fmla="*/ 895957 w 9854218"/>
              <a:gd name="connsiteY1933" fmla="*/ 5126390 h 10287000"/>
              <a:gd name="connsiteX1934" fmla="*/ 914044 w 9854218"/>
              <a:gd name="connsiteY1934" fmla="*/ 4915692 h 10287000"/>
              <a:gd name="connsiteX1935" fmla="*/ 922153 w 9854218"/>
              <a:gd name="connsiteY1935" fmla="*/ 4714206 h 10287000"/>
              <a:gd name="connsiteX1936" fmla="*/ 917549 w 9854218"/>
              <a:gd name="connsiteY1936" fmla="*/ 4709220 h 10287000"/>
              <a:gd name="connsiteX1937" fmla="*/ 922538 w 9854218"/>
              <a:gd name="connsiteY1937" fmla="*/ 4704612 h 10287000"/>
              <a:gd name="connsiteX1938" fmla="*/ 923311 w 9854218"/>
              <a:gd name="connsiteY1938" fmla="*/ 4685424 h 10287000"/>
              <a:gd name="connsiteX1939" fmla="*/ 927916 w 9854218"/>
              <a:gd name="connsiteY1939" fmla="*/ 4690412 h 10287000"/>
              <a:gd name="connsiteX1940" fmla="*/ 927530 w 9854218"/>
              <a:gd name="connsiteY1940" fmla="*/ 4700007 h 10287000"/>
              <a:gd name="connsiteX1941" fmla="*/ 933338 w 9854218"/>
              <a:gd name="connsiteY1941" fmla="*/ 4669263 h 10287000"/>
              <a:gd name="connsiteX1942" fmla="*/ 946591 w 9854218"/>
              <a:gd name="connsiteY1942" fmla="*/ 4403777 h 10287000"/>
              <a:gd name="connsiteX1943" fmla="*/ 1747224 w 9854218"/>
              <a:gd name="connsiteY1943" fmla="*/ 1576832 h 10287000"/>
              <a:gd name="connsiteX1944" fmla="*/ 2805480 w 9854218"/>
              <a:gd name="connsiteY1944" fmla="*/ 94493 h 10287000"/>
              <a:gd name="connsiteX1945" fmla="*/ 1640016 w 9854218"/>
              <a:gd name="connsiteY1945" fmla="*/ 0 h 10287000"/>
              <a:gd name="connsiteX1946" fmla="*/ 1735528 w 9854218"/>
              <a:gd name="connsiteY1946" fmla="*/ 0 h 10287000"/>
              <a:gd name="connsiteX1947" fmla="*/ 1681926 w 9854218"/>
              <a:gd name="connsiteY1947" fmla="*/ 81093 h 10287000"/>
              <a:gd name="connsiteX1948" fmla="*/ 1551839 w 9854218"/>
              <a:gd name="connsiteY1948" fmla="*/ 267993 h 10287000"/>
              <a:gd name="connsiteX1949" fmla="*/ 1604135 w 9854218"/>
              <a:gd name="connsiteY1949" fmla="*/ 214406 h 10287000"/>
              <a:gd name="connsiteX1950" fmla="*/ 1604198 w 9854218"/>
              <a:gd name="connsiteY1950" fmla="*/ 219425 h 10287000"/>
              <a:gd name="connsiteX1951" fmla="*/ 1636301 w 9854218"/>
              <a:gd name="connsiteY1951" fmla="*/ 176219 h 10287000"/>
              <a:gd name="connsiteX1952" fmla="*/ 1783350 w 9854218"/>
              <a:gd name="connsiteY1952" fmla="*/ 0 h 10287000"/>
              <a:gd name="connsiteX1953" fmla="*/ 2826772 w 9854218"/>
              <a:gd name="connsiteY1953" fmla="*/ 0 h 10287000"/>
              <a:gd name="connsiteX1954" fmla="*/ 2746859 w 9854218"/>
              <a:gd name="connsiteY1954" fmla="*/ 83717 h 10287000"/>
              <a:gd name="connsiteX1955" fmla="*/ 2658284 w 9854218"/>
              <a:gd name="connsiteY1955" fmla="*/ 172292 h 10287000"/>
              <a:gd name="connsiteX1956" fmla="*/ 2519093 w 9854218"/>
              <a:gd name="connsiteY1956" fmla="*/ 349442 h 10287000"/>
              <a:gd name="connsiteX1957" fmla="*/ 2544401 w 9854218"/>
              <a:gd name="connsiteY1957" fmla="*/ 336788 h 10287000"/>
              <a:gd name="connsiteX1958" fmla="*/ 1747224 w 9854218"/>
              <a:gd name="connsiteY1958" fmla="*/ 1576832 h 10287000"/>
              <a:gd name="connsiteX1959" fmla="*/ 924742 w 9854218"/>
              <a:gd name="connsiteY1959" fmla="*/ 4082226 h 10287000"/>
              <a:gd name="connsiteX1960" fmla="*/ 848822 w 9854218"/>
              <a:gd name="connsiteY1960" fmla="*/ 4904699 h 10287000"/>
              <a:gd name="connsiteX1961" fmla="*/ 848822 w 9854218"/>
              <a:gd name="connsiteY1961" fmla="*/ 5259002 h 10287000"/>
              <a:gd name="connsiteX1962" fmla="*/ 836168 w 9854218"/>
              <a:gd name="connsiteY1962" fmla="*/ 5271650 h 10287000"/>
              <a:gd name="connsiteX1963" fmla="*/ 836167 w 9854218"/>
              <a:gd name="connsiteY1963" fmla="*/ 5309613 h 10287000"/>
              <a:gd name="connsiteX1964" fmla="*/ 848822 w 9854218"/>
              <a:gd name="connsiteY1964" fmla="*/ 5322267 h 10287000"/>
              <a:gd name="connsiteX1965" fmla="*/ 874127 w 9854218"/>
              <a:gd name="connsiteY1965" fmla="*/ 5803103 h 10287000"/>
              <a:gd name="connsiteX1966" fmla="*/ 2714376 w 9854218"/>
              <a:gd name="connsiteY1966" fmla="*/ 10074994 h 10287000"/>
              <a:gd name="connsiteX1967" fmla="*/ 2912543 w 9854218"/>
              <a:gd name="connsiteY1967" fmla="*/ 10287000 h 10287000"/>
              <a:gd name="connsiteX1968" fmla="*/ 2242091 w 9854218"/>
              <a:gd name="connsiteY1968" fmla="*/ 10287000 h 10287000"/>
              <a:gd name="connsiteX1969" fmla="*/ 2206586 w 9854218"/>
              <a:gd name="connsiteY1969" fmla="*/ 10246742 h 10287000"/>
              <a:gd name="connsiteX1970" fmla="*/ 2073134 w 9854218"/>
              <a:gd name="connsiteY1970" fmla="*/ 10110816 h 10287000"/>
              <a:gd name="connsiteX1971" fmla="*/ 2072944 w 9854218"/>
              <a:gd name="connsiteY1971" fmla="*/ 10110432 h 10287000"/>
              <a:gd name="connsiteX1972" fmla="*/ 2062562 w 9854218"/>
              <a:gd name="connsiteY1972" fmla="*/ 10100046 h 10287000"/>
              <a:gd name="connsiteX1973" fmla="*/ 2073134 w 9854218"/>
              <a:gd name="connsiteY1973" fmla="*/ 10110816 h 10287000"/>
              <a:gd name="connsiteX1974" fmla="*/ 2083324 w 9854218"/>
              <a:gd name="connsiteY1974" fmla="*/ 10131204 h 10287000"/>
              <a:gd name="connsiteX1975" fmla="*/ 2052182 w 9854218"/>
              <a:gd name="connsiteY1975" fmla="*/ 10110432 h 10287000"/>
              <a:gd name="connsiteX1976" fmla="*/ 2041802 w 9854218"/>
              <a:gd name="connsiteY1976" fmla="*/ 10100046 h 10287000"/>
              <a:gd name="connsiteX1977" fmla="*/ 2041802 w 9854218"/>
              <a:gd name="connsiteY1977" fmla="*/ 10110432 h 10287000"/>
              <a:gd name="connsiteX1978" fmla="*/ 2162470 w 9854218"/>
              <a:gd name="connsiteY1978" fmla="*/ 10248039 h 10287000"/>
              <a:gd name="connsiteX1979" fmla="*/ 2195141 w 9854218"/>
              <a:gd name="connsiteY1979" fmla="*/ 10287000 h 10287000"/>
              <a:gd name="connsiteX1980" fmla="*/ 2149260 w 9854218"/>
              <a:gd name="connsiteY1980" fmla="*/ 10287000 h 10287000"/>
              <a:gd name="connsiteX1981" fmla="*/ 2124520 w 9854218"/>
              <a:gd name="connsiteY1981" fmla="*/ 10248201 h 10287000"/>
              <a:gd name="connsiteX1982" fmla="*/ 2093704 w 9854218"/>
              <a:gd name="connsiteY1982" fmla="*/ 10203902 h 10287000"/>
              <a:gd name="connsiteX1983" fmla="*/ 1740782 w 9854218"/>
              <a:gd name="connsiteY1983" fmla="*/ 9778100 h 10287000"/>
              <a:gd name="connsiteX1984" fmla="*/ 1720022 w 9854218"/>
              <a:gd name="connsiteY1984" fmla="*/ 9726174 h 10287000"/>
              <a:gd name="connsiteX1985" fmla="*/ 1595462 w 9854218"/>
              <a:gd name="connsiteY1985" fmla="*/ 9539236 h 10287000"/>
              <a:gd name="connsiteX1986" fmla="*/ 1564320 w 9854218"/>
              <a:gd name="connsiteY1986" fmla="*/ 9518468 h 10287000"/>
              <a:gd name="connsiteX1987" fmla="*/ 1512419 w 9854218"/>
              <a:gd name="connsiteY1987" fmla="*/ 9425000 h 10287000"/>
              <a:gd name="connsiteX1988" fmla="*/ 1512419 w 9854218"/>
              <a:gd name="connsiteY1988" fmla="*/ 9445772 h 10287000"/>
              <a:gd name="connsiteX1989" fmla="*/ 1496198 w 9854218"/>
              <a:gd name="connsiteY1989" fmla="*/ 9418281 h 10287000"/>
              <a:gd name="connsiteX1990" fmla="*/ 1485197 w 9854218"/>
              <a:gd name="connsiteY1990" fmla="*/ 9418202 h 10287000"/>
              <a:gd name="connsiteX1991" fmla="*/ 1469904 w 9854218"/>
              <a:gd name="connsiteY1991" fmla="*/ 9414448 h 10287000"/>
              <a:gd name="connsiteX1992" fmla="*/ 1457402 w 9854218"/>
              <a:gd name="connsiteY1992" fmla="*/ 9430466 h 10287000"/>
              <a:gd name="connsiteX1993" fmla="*/ 1583290 w 9854218"/>
              <a:gd name="connsiteY1993" fmla="*/ 9593630 h 10287000"/>
              <a:gd name="connsiteX1994" fmla="*/ 1713180 w 9854218"/>
              <a:gd name="connsiteY1994" fmla="*/ 9789388 h 10287000"/>
              <a:gd name="connsiteX1995" fmla="*/ 1709069 w 9854218"/>
              <a:gd name="connsiteY1995" fmla="*/ 9809750 h 10287000"/>
              <a:gd name="connsiteX1996" fmla="*/ 1804538 w 9854218"/>
              <a:gd name="connsiteY1996" fmla="*/ 9913796 h 10287000"/>
              <a:gd name="connsiteX1997" fmla="*/ 1861366 w 9854218"/>
              <a:gd name="connsiteY1997" fmla="*/ 9999440 h 10287000"/>
              <a:gd name="connsiteX1998" fmla="*/ 2041901 w 9854218"/>
              <a:gd name="connsiteY1998" fmla="*/ 10193510 h 10287000"/>
              <a:gd name="connsiteX1999" fmla="*/ 2117966 w 9854218"/>
              <a:gd name="connsiteY1999" fmla="*/ 10287000 h 10287000"/>
              <a:gd name="connsiteX2000" fmla="*/ 2016236 w 9854218"/>
              <a:gd name="connsiteY2000" fmla="*/ 10287000 h 10287000"/>
              <a:gd name="connsiteX2001" fmla="*/ 1972859 w 9854218"/>
              <a:gd name="connsiteY2001" fmla="*/ 10233862 h 10287000"/>
              <a:gd name="connsiteX2002" fmla="*/ 1940588 w 9854218"/>
              <a:gd name="connsiteY2002" fmla="*/ 10210128 h 10287000"/>
              <a:gd name="connsiteX2003" fmla="*/ 1917792 w 9854218"/>
              <a:gd name="connsiteY2003" fmla="*/ 10186852 h 10287000"/>
              <a:gd name="connsiteX2004" fmla="*/ 1917737 w 9854218"/>
              <a:gd name="connsiteY2004" fmla="*/ 10185646 h 10287000"/>
              <a:gd name="connsiteX2005" fmla="*/ 1909860 w 9854218"/>
              <a:gd name="connsiteY2005" fmla="*/ 10178757 h 10287000"/>
              <a:gd name="connsiteX2006" fmla="*/ 1917792 w 9854218"/>
              <a:gd name="connsiteY2006" fmla="*/ 10186852 h 10287000"/>
              <a:gd name="connsiteX2007" fmla="*/ 1917978 w 9854218"/>
              <a:gd name="connsiteY2007" fmla="*/ 10190992 h 10287000"/>
              <a:gd name="connsiteX2008" fmla="*/ 1924584 w 9854218"/>
              <a:gd name="connsiteY2008" fmla="*/ 10197622 h 10287000"/>
              <a:gd name="connsiteX2009" fmla="*/ 1920834 w 9854218"/>
              <a:gd name="connsiteY2009" fmla="*/ 10199162 h 10287000"/>
              <a:gd name="connsiteX2010" fmla="*/ 1651610 w 9854218"/>
              <a:gd name="connsiteY2010" fmla="*/ 9866038 h 10287000"/>
              <a:gd name="connsiteX2011" fmla="*/ 1658088 w 9854218"/>
              <a:gd name="connsiteY2011" fmla="*/ 9852428 h 10287000"/>
              <a:gd name="connsiteX2012" fmla="*/ 1467258 w 9854218"/>
              <a:gd name="connsiteY2012" fmla="*/ 9591382 h 10287000"/>
              <a:gd name="connsiteX2013" fmla="*/ 1430779 w 9854218"/>
              <a:gd name="connsiteY2013" fmla="*/ 9509848 h 10287000"/>
              <a:gd name="connsiteX2014" fmla="*/ 1197406 w 9854218"/>
              <a:gd name="connsiteY2014" fmla="*/ 9144856 h 10287000"/>
              <a:gd name="connsiteX2015" fmla="*/ 1094453 w 9854218"/>
              <a:gd name="connsiteY2015" fmla="*/ 8966456 h 10287000"/>
              <a:gd name="connsiteX2016" fmla="*/ 990553 w 9854218"/>
              <a:gd name="connsiteY2016" fmla="*/ 8806798 h 10287000"/>
              <a:gd name="connsiteX2017" fmla="*/ 990442 w 9854218"/>
              <a:gd name="connsiteY2017" fmla="*/ 8806383 h 10287000"/>
              <a:gd name="connsiteX2018" fmla="*/ 982324 w 9854218"/>
              <a:gd name="connsiteY2018" fmla="*/ 8794148 h 10287000"/>
              <a:gd name="connsiteX2019" fmla="*/ 990553 w 9854218"/>
              <a:gd name="connsiteY2019" fmla="*/ 8806798 h 10287000"/>
              <a:gd name="connsiteX2020" fmla="*/ 996503 w 9854218"/>
              <a:gd name="connsiteY2020" fmla="*/ 8828799 h 10287000"/>
              <a:gd name="connsiteX2021" fmla="*/ 970094 w 9854218"/>
              <a:gd name="connsiteY2021" fmla="*/ 8802273 h 10287000"/>
              <a:gd name="connsiteX2022" fmla="*/ 961973 w 9854218"/>
              <a:gd name="connsiteY2022" fmla="*/ 8790038 h 10287000"/>
              <a:gd name="connsiteX2023" fmla="*/ 959918 w 9854218"/>
              <a:gd name="connsiteY2023" fmla="*/ 8800218 h 10287000"/>
              <a:gd name="connsiteX2024" fmla="*/ 1146532 w 9854218"/>
              <a:gd name="connsiteY2024" fmla="*/ 9134578 h 10287000"/>
              <a:gd name="connsiteX2025" fmla="*/ 1113953 w 9854218"/>
              <a:gd name="connsiteY2025" fmla="*/ 9138590 h 10287000"/>
              <a:gd name="connsiteX2026" fmla="*/ 1069355 w 9854218"/>
              <a:gd name="connsiteY2026" fmla="*/ 9044823 h 10287000"/>
              <a:gd name="connsiteX2027" fmla="*/ 992285 w 9854218"/>
              <a:gd name="connsiteY2027" fmla="*/ 8902113 h 10287000"/>
              <a:gd name="connsiteX2028" fmla="*/ 730658 w 9854218"/>
              <a:gd name="connsiteY2028" fmla="*/ 8414864 h 10287000"/>
              <a:gd name="connsiteX2029" fmla="*/ 720590 w 9854218"/>
              <a:gd name="connsiteY2029" fmla="*/ 8359856 h 10287000"/>
              <a:gd name="connsiteX2030" fmla="*/ 635510 w 9854218"/>
              <a:gd name="connsiteY2030" fmla="*/ 8151957 h 10287000"/>
              <a:gd name="connsiteX2031" fmla="*/ 609097 w 9854218"/>
              <a:gd name="connsiteY2031" fmla="*/ 8125434 h 10287000"/>
              <a:gd name="connsiteX2032" fmla="*/ 576730 w 9854218"/>
              <a:gd name="connsiteY2032" fmla="*/ 8023539 h 10287000"/>
              <a:gd name="connsiteX2033" fmla="*/ 572618 w 9854218"/>
              <a:gd name="connsiteY2033" fmla="*/ 8043899 h 10287000"/>
              <a:gd name="connsiteX2034" fmla="*/ 503882 w 9854218"/>
              <a:gd name="connsiteY2034" fmla="*/ 7807515 h 10287000"/>
              <a:gd name="connsiteX2035" fmla="*/ 584957 w 9854218"/>
              <a:gd name="connsiteY2035" fmla="*/ 7982819 h 10287000"/>
              <a:gd name="connsiteX2036" fmla="*/ 666584 w 9854218"/>
              <a:gd name="connsiteY2036" fmla="*/ 8135721 h 10287000"/>
              <a:gd name="connsiteX2037" fmla="*/ 737858 w 9854218"/>
              <a:gd name="connsiteY2037" fmla="*/ 8285064 h 10287000"/>
              <a:gd name="connsiteX2038" fmla="*/ 741046 w 9854218"/>
              <a:gd name="connsiteY2038" fmla="*/ 8311013 h 10287000"/>
              <a:gd name="connsiteX2039" fmla="*/ 751222 w 9854218"/>
              <a:gd name="connsiteY2039" fmla="*/ 8313069 h 10287000"/>
              <a:gd name="connsiteX2040" fmla="*/ 737858 w 9854218"/>
              <a:gd name="connsiteY2040" fmla="*/ 8285064 h 10287000"/>
              <a:gd name="connsiteX2041" fmla="*/ 737039 w 9854218"/>
              <a:gd name="connsiteY2041" fmla="*/ 8278418 h 10287000"/>
              <a:gd name="connsiteX2042" fmla="*/ 755335 w 9854218"/>
              <a:gd name="connsiteY2042" fmla="*/ 8292708 h 10287000"/>
              <a:gd name="connsiteX2043" fmla="*/ 765508 w 9854218"/>
              <a:gd name="connsiteY2043" fmla="*/ 8294763 h 10287000"/>
              <a:gd name="connsiteX2044" fmla="*/ 619700 w 9854218"/>
              <a:gd name="connsiteY2044" fmla="*/ 7915673 h 10287000"/>
              <a:gd name="connsiteX2045" fmla="*/ 595768 w 9854218"/>
              <a:gd name="connsiteY2045" fmla="*/ 7799183 h 10287000"/>
              <a:gd name="connsiteX2046" fmla="*/ 566957 w 9854218"/>
              <a:gd name="connsiteY2046" fmla="*/ 7711010 h 10287000"/>
              <a:gd name="connsiteX2047" fmla="*/ 544270 w 9854218"/>
              <a:gd name="connsiteY2047" fmla="*/ 7665315 h 10287000"/>
              <a:gd name="connsiteX2048" fmla="*/ 490513 w 9854218"/>
              <a:gd name="connsiteY2048" fmla="*/ 7517186 h 10287000"/>
              <a:gd name="connsiteX2049" fmla="*/ 368836 w 9854218"/>
              <a:gd name="connsiteY2049" fmla="*/ 7144805 h 10287000"/>
              <a:gd name="connsiteX2050" fmla="*/ 329147 w 9854218"/>
              <a:gd name="connsiteY2050" fmla="*/ 7030430 h 10287000"/>
              <a:gd name="connsiteX2051" fmla="*/ 240769 w 9854218"/>
              <a:gd name="connsiteY2051" fmla="*/ 6618203 h 10287000"/>
              <a:gd name="connsiteX2052" fmla="*/ 223714 w 9854218"/>
              <a:gd name="connsiteY2052" fmla="*/ 6581958 h 10287000"/>
              <a:gd name="connsiteX2053" fmla="*/ 214768 w 9854218"/>
              <a:gd name="connsiteY2053" fmla="*/ 6550631 h 10287000"/>
              <a:gd name="connsiteX2054" fmla="*/ 215294 w 9854218"/>
              <a:gd name="connsiteY2054" fmla="*/ 6549543 h 10287000"/>
              <a:gd name="connsiteX2055" fmla="*/ 211654 w 9854218"/>
              <a:gd name="connsiteY2055" fmla="*/ 6539733 h 10287000"/>
              <a:gd name="connsiteX2056" fmla="*/ 214768 w 9854218"/>
              <a:gd name="connsiteY2056" fmla="*/ 6550631 h 10287000"/>
              <a:gd name="connsiteX2057" fmla="*/ 212959 w 9854218"/>
              <a:gd name="connsiteY2057" fmla="*/ 6554360 h 10287000"/>
              <a:gd name="connsiteX2058" fmla="*/ 215606 w 9854218"/>
              <a:gd name="connsiteY2058" fmla="*/ 6563334 h 10287000"/>
              <a:gd name="connsiteX2059" fmla="*/ 211577 w 9854218"/>
              <a:gd name="connsiteY2059" fmla="*/ 6562901 h 10287000"/>
              <a:gd name="connsiteX2060" fmla="*/ 133682 w 9854218"/>
              <a:gd name="connsiteY2060" fmla="*/ 6141731 h 10287000"/>
              <a:gd name="connsiteX2061" fmla="*/ 145867 w 9854218"/>
              <a:gd name="connsiteY2061" fmla="*/ 6132851 h 10287000"/>
              <a:gd name="connsiteX2062" fmla="*/ 102532 w 9854218"/>
              <a:gd name="connsiteY2062" fmla="*/ 5812410 h 10287000"/>
              <a:gd name="connsiteX2063" fmla="*/ 109325 w 9854218"/>
              <a:gd name="connsiteY2063" fmla="*/ 5723345 h 10287000"/>
              <a:gd name="connsiteX2064" fmla="*/ 78142 w 9854218"/>
              <a:gd name="connsiteY2064" fmla="*/ 5291246 h 10287000"/>
              <a:gd name="connsiteX2065" fmla="*/ 72668 w 9854218"/>
              <a:gd name="connsiteY2065" fmla="*/ 5085344 h 10287000"/>
              <a:gd name="connsiteX2066" fmla="*/ 57433 w 9854218"/>
              <a:gd name="connsiteY2066" fmla="*/ 4895465 h 10287000"/>
              <a:gd name="connsiteX2067" fmla="*/ 57532 w 9854218"/>
              <a:gd name="connsiteY2067" fmla="*/ 4895049 h 10287000"/>
              <a:gd name="connsiteX2068" fmla="*/ 56227 w 9854218"/>
              <a:gd name="connsiteY2068" fmla="*/ 4880423 h 10287000"/>
              <a:gd name="connsiteX2069" fmla="*/ 57433 w 9854218"/>
              <a:gd name="connsiteY2069" fmla="*/ 4895465 h 10287000"/>
              <a:gd name="connsiteX2070" fmla="*/ 52177 w 9854218"/>
              <a:gd name="connsiteY2070" fmla="*/ 4917644 h 10287000"/>
              <a:gd name="connsiteX2071" fmla="*/ 41602 w 9854218"/>
              <a:gd name="connsiteY2071" fmla="*/ 4881735 h 10287000"/>
              <a:gd name="connsiteX2072" fmla="*/ 40297 w 9854218"/>
              <a:gd name="connsiteY2072" fmla="*/ 4867110 h 10287000"/>
              <a:gd name="connsiteX2073" fmla="*/ 33638 w 9854218"/>
              <a:gd name="connsiteY2073" fmla="*/ 4875080 h 10287000"/>
              <a:gd name="connsiteX2074" fmla="*/ 38317 w 9854218"/>
              <a:gd name="connsiteY2074" fmla="*/ 5257962 h 10287000"/>
              <a:gd name="connsiteX2075" fmla="*/ 7763 w 9854218"/>
              <a:gd name="connsiteY2075" fmla="*/ 5245961 h 10287000"/>
              <a:gd name="connsiteX2076" fmla="*/ 13253 w 9854218"/>
              <a:gd name="connsiteY2076" fmla="*/ 5142273 h 10287000"/>
              <a:gd name="connsiteX2077" fmla="*/ 13523 w 9854218"/>
              <a:gd name="connsiteY2077" fmla="*/ 4980081 h 10287000"/>
              <a:gd name="connsiteX2078" fmla="*/ 15772 w 9854218"/>
              <a:gd name="connsiteY2078" fmla="*/ 4427040 h 10287000"/>
              <a:gd name="connsiteX2079" fmla="*/ 33140 w 9854218"/>
              <a:gd name="connsiteY2079" fmla="*/ 4373885 h 10287000"/>
              <a:gd name="connsiteX2080" fmla="*/ 57440 w 9854218"/>
              <a:gd name="connsiteY2080" fmla="*/ 4150566 h 10287000"/>
              <a:gd name="connsiteX2081" fmla="*/ 46864 w 9854218"/>
              <a:gd name="connsiteY2081" fmla="*/ 4114664 h 10287000"/>
              <a:gd name="connsiteX2082" fmla="*/ 67012 w 9854218"/>
              <a:gd name="connsiteY2082" fmla="*/ 4026818 h 10287000"/>
              <a:gd name="connsiteX2083" fmla="*/ 67000 w 9854218"/>
              <a:gd name="connsiteY2083" fmla="*/ 4020699 h 10287000"/>
              <a:gd name="connsiteX2084" fmla="*/ 65014 w 9854218"/>
              <a:gd name="connsiteY2084" fmla="*/ 4025822 h 10287000"/>
              <a:gd name="connsiteX2085" fmla="*/ 64348 w 9854218"/>
              <a:gd name="connsiteY2085" fmla="*/ 4027533 h 10287000"/>
              <a:gd name="connsiteX2086" fmla="*/ 61525 w 9854218"/>
              <a:gd name="connsiteY2086" fmla="*/ 4021134 h 10287000"/>
              <a:gd name="connsiteX2087" fmla="*/ 53659 w 9854218"/>
              <a:gd name="connsiteY2087" fmla="*/ 4025597 h 10287000"/>
              <a:gd name="connsiteX2088" fmla="*/ 56329 w 9854218"/>
              <a:gd name="connsiteY2088" fmla="*/ 4009362 h 10287000"/>
              <a:gd name="connsiteX2089" fmla="*/ 51775 w 9854218"/>
              <a:gd name="connsiteY2089" fmla="*/ 3999042 h 10287000"/>
              <a:gd name="connsiteX2090" fmla="*/ 57086 w 9854218"/>
              <a:gd name="connsiteY2090" fmla="*/ 3985355 h 10287000"/>
              <a:gd name="connsiteX2091" fmla="*/ 58274 w 9854218"/>
              <a:gd name="connsiteY2091" fmla="*/ 3984828 h 10287000"/>
              <a:gd name="connsiteX2092" fmla="*/ 60529 w 9854218"/>
              <a:gd name="connsiteY2092" fmla="*/ 3983834 h 10287000"/>
              <a:gd name="connsiteX2093" fmla="*/ 62828 w 9854218"/>
              <a:gd name="connsiteY2093" fmla="*/ 3969863 h 10287000"/>
              <a:gd name="connsiteX2094" fmla="*/ 56248 w 9854218"/>
              <a:gd name="connsiteY2094" fmla="*/ 3950091 h 10287000"/>
              <a:gd name="connsiteX2095" fmla="*/ 73595 w 9854218"/>
              <a:gd name="connsiteY2095" fmla="*/ 3739805 h 10287000"/>
              <a:gd name="connsiteX2096" fmla="*/ 129517 w 9854218"/>
              <a:gd name="connsiteY2096" fmla="*/ 3352061 h 10287000"/>
              <a:gd name="connsiteX2097" fmla="*/ 144617 w 9854218"/>
              <a:gd name="connsiteY2097" fmla="*/ 3231939 h 10287000"/>
              <a:gd name="connsiteX2098" fmla="*/ 248047 w 9854218"/>
              <a:gd name="connsiteY2098" fmla="*/ 2823230 h 10287000"/>
              <a:gd name="connsiteX2099" fmla="*/ 248816 w 9854218"/>
              <a:gd name="connsiteY2099" fmla="*/ 2783181 h 10287000"/>
              <a:gd name="connsiteX2100" fmla="*/ 254678 w 9854218"/>
              <a:gd name="connsiteY2100" fmla="*/ 2751132 h 10287000"/>
              <a:gd name="connsiteX2101" fmla="*/ 255632 w 9854218"/>
              <a:gd name="connsiteY2101" fmla="*/ 2750391 h 10287000"/>
              <a:gd name="connsiteX2102" fmla="*/ 256715 w 9854218"/>
              <a:gd name="connsiteY2102" fmla="*/ 2739984 h 10287000"/>
              <a:gd name="connsiteX2103" fmla="*/ 254678 w 9854218"/>
              <a:gd name="connsiteY2103" fmla="*/ 2751132 h 10287000"/>
              <a:gd name="connsiteX2104" fmla="*/ 251404 w 9854218"/>
              <a:gd name="connsiteY2104" fmla="*/ 2753673 h 10287000"/>
              <a:gd name="connsiteX2105" fmla="*/ 249802 w 9854218"/>
              <a:gd name="connsiteY2105" fmla="*/ 2762892 h 10287000"/>
              <a:gd name="connsiteX2106" fmla="*/ 246382 w 9854218"/>
              <a:gd name="connsiteY2106" fmla="*/ 2760717 h 10287000"/>
              <a:gd name="connsiteX2107" fmla="*/ 363172 w 9854218"/>
              <a:gd name="connsiteY2107" fmla="*/ 2348637 h 10287000"/>
              <a:gd name="connsiteX2108" fmla="*/ 378028 w 9854218"/>
              <a:gd name="connsiteY2108" fmla="*/ 2346074 h 10287000"/>
              <a:gd name="connsiteX2109" fmla="*/ 481169 w 9854218"/>
              <a:gd name="connsiteY2109" fmla="*/ 2039606 h 10287000"/>
              <a:gd name="connsiteX2110" fmla="*/ 526723 w 9854218"/>
              <a:gd name="connsiteY2110" fmla="*/ 1962774 h 10287000"/>
              <a:gd name="connsiteX2111" fmla="*/ 690233 w 9854218"/>
              <a:gd name="connsiteY2111" fmla="*/ 1561589 h 10287000"/>
              <a:gd name="connsiteX2112" fmla="*/ 776561 w 9854218"/>
              <a:gd name="connsiteY2112" fmla="*/ 1374578 h 10287000"/>
              <a:gd name="connsiteX2113" fmla="*/ 847036 w 9854218"/>
              <a:gd name="connsiteY2113" fmla="*/ 1197606 h 10287000"/>
              <a:gd name="connsiteX2114" fmla="*/ 847310 w 9854218"/>
              <a:gd name="connsiteY2114" fmla="*/ 1197278 h 10287000"/>
              <a:gd name="connsiteX2115" fmla="*/ 852622 w 9854218"/>
              <a:gd name="connsiteY2115" fmla="*/ 1183587 h 10287000"/>
              <a:gd name="connsiteX2116" fmla="*/ 847036 w 9854218"/>
              <a:gd name="connsiteY2116" fmla="*/ 1197606 h 10287000"/>
              <a:gd name="connsiteX2117" fmla="*/ 832498 w 9854218"/>
              <a:gd name="connsiteY2117" fmla="*/ 1215161 h 10287000"/>
              <a:gd name="connsiteX2118" fmla="*/ 838928 w 9854218"/>
              <a:gd name="connsiteY2118" fmla="*/ 1178285 h 10287000"/>
              <a:gd name="connsiteX2119" fmla="*/ 844240 w 9854218"/>
              <a:gd name="connsiteY2119" fmla="*/ 1164594 h 10287000"/>
              <a:gd name="connsiteX2120" fmla="*/ 834739 w 9854218"/>
              <a:gd name="connsiteY2120" fmla="*/ 1168788 h 10287000"/>
              <a:gd name="connsiteX2121" fmla="*/ 669278 w 9854218"/>
              <a:gd name="connsiteY2121" fmla="*/ 1514108 h 10287000"/>
              <a:gd name="connsiteX2122" fmla="*/ 647206 w 9854218"/>
              <a:gd name="connsiteY2122" fmla="*/ 1489808 h 10287000"/>
              <a:gd name="connsiteX2123" fmla="*/ 698071 w 9854218"/>
              <a:gd name="connsiteY2123" fmla="*/ 1399286 h 10287000"/>
              <a:gd name="connsiteX2124" fmla="*/ 770180 w 9854218"/>
              <a:gd name="connsiteY2124" fmla="*/ 1254008 h 10287000"/>
              <a:gd name="connsiteX2125" fmla="*/ 1017248 w 9854218"/>
              <a:gd name="connsiteY2125" fmla="*/ 759218 h 10287000"/>
              <a:gd name="connsiteX2126" fmla="*/ 1056373 w 9854218"/>
              <a:gd name="connsiteY2126" fmla="*/ 719261 h 10287000"/>
              <a:gd name="connsiteX2127" fmla="*/ 1177109 w 9854218"/>
              <a:gd name="connsiteY2127" fmla="*/ 529832 h 10287000"/>
              <a:gd name="connsiteX2128" fmla="*/ 1183537 w 9854218"/>
              <a:gd name="connsiteY2128" fmla="*/ 492956 h 10287000"/>
              <a:gd name="connsiteX2129" fmla="*/ 1248095 w 9854218"/>
              <a:gd name="connsiteY2129" fmla="*/ 407736 h 10287000"/>
              <a:gd name="connsiteX2130" fmla="*/ 1229092 w 9854218"/>
              <a:gd name="connsiteY2130" fmla="*/ 416123 h 10287000"/>
              <a:gd name="connsiteX2131" fmla="*/ 1382525 w 9854218"/>
              <a:gd name="connsiteY2131" fmla="*/ 223613 h 10287000"/>
              <a:gd name="connsiteX2132" fmla="*/ 1286102 w 9854218"/>
              <a:gd name="connsiteY2132" fmla="*/ 390965 h 10287000"/>
              <a:gd name="connsiteX2133" fmla="*/ 1208299 w 9854218"/>
              <a:gd name="connsiteY2133" fmla="*/ 545849 h 10287000"/>
              <a:gd name="connsiteX2134" fmla="*/ 1127428 w 9854218"/>
              <a:gd name="connsiteY2134" fmla="*/ 690221 h 10287000"/>
              <a:gd name="connsiteX2135" fmla="*/ 1108069 w 9854218"/>
              <a:gd name="connsiteY2135" fmla="*/ 707793 h 10287000"/>
              <a:gd name="connsiteX2136" fmla="*/ 1112260 w 9854218"/>
              <a:gd name="connsiteY2136" fmla="*/ 717290 h 10287000"/>
              <a:gd name="connsiteX2137" fmla="*/ 1127428 w 9854218"/>
              <a:gd name="connsiteY2137" fmla="*/ 690221 h 10287000"/>
              <a:gd name="connsiteX2138" fmla="*/ 1132385 w 9854218"/>
              <a:gd name="connsiteY2138" fmla="*/ 685718 h 10287000"/>
              <a:gd name="connsiteX2139" fmla="*/ 1131265 w 9854218"/>
              <a:gd name="connsiteY2139" fmla="*/ 708903 h 10287000"/>
              <a:gd name="connsiteX2140" fmla="*/ 1135454 w 9854218"/>
              <a:gd name="connsiteY2140" fmla="*/ 718400 h 10287000"/>
              <a:gd name="connsiteX2141" fmla="*/ 1256921 w 9854218"/>
              <a:gd name="connsiteY2141" fmla="*/ 549921 h 10287000"/>
              <a:gd name="connsiteX2142" fmla="*/ 1309982 w 9854218"/>
              <a:gd name="connsiteY2142" fmla="*/ 467855 h 10287000"/>
              <a:gd name="connsiteX2143" fmla="*/ 1323848 w 9854218"/>
              <a:gd name="connsiteY2143" fmla="*/ 443909 h 10287000"/>
              <a:gd name="connsiteX2144" fmla="*/ 1324727 w 9854218"/>
              <a:gd name="connsiteY2144" fmla="*/ 443033 h 10287000"/>
              <a:gd name="connsiteX2145" fmla="*/ 1360994 w 9854218"/>
              <a:gd name="connsiteY2145" fmla="*/ 380607 h 10287000"/>
              <a:gd name="connsiteX2146" fmla="*/ 1424365 w 9854218"/>
              <a:gd name="connsiteY2146" fmla="*/ 313029 h 10287000"/>
              <a:gd name="connsiteX2147" fmla="*/ 1496720 w 9854218"/>
              <a:gd name="connsiteY2147" fmla="*/ 196157 h 10287000"/>
              <a:gd name="connsiteX2148" fmla="*/ 1626158 w 9854218"/>
              <a:gd name="connsiteY2148" fmla="*/ 18683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</a:cxnLst>
            <a:rect l="l" t="t" r="r" b="b"/>
            <a:pathLst>
              <a:path w="9854218" h="10287000">
                <a:moveTo>
                  <a:pt x="3702233" y="10176083"/>
                </a:moveTo>
                <a:cubicBezTo>
                  <a:pt x="3728380" y="10185165"/>
                  <a:pt x="3760481" y="10220492"/>
                  <a:pt x="3789992" y="10255622"/>
                </a:cubicBezTo>
                <a:lnTo>
                  <a:pt x="3816186" y="10287000"/>
                </a:lnTo>
                <a:lnTo>
                  <a:pt x="3772988" y="10287000"/>
                </a:lnTo>
                <a:lnTo>
                  <a:pt x="3756533" y="10269543"/>
                </a:lnTo>
                <a:cubicBezTo>
                  <a:pt x="3731954" y="10240912"/>
                  <a:pt x="3708635" y="10211966"/>
                  <a:pt x="3678386" y="10176729"/>
                </a:cubicBezTo>
                <a:cubicBezTo>
                  <a:pt x="3685463" y="10172945"/>
                  <a:pt x="3693517" y="10173056"/>
                  <a:pt x="3702233" y="10176083"/>
                </a:cubicBezTo>
                <a:close/>
                <a:moveTo>
                  <a:pt x="3705923" y="10030618"/>
                </a:moveTo>
                <a:cubicBezTo>
                  <a:pt x="3756330" y="10082211"/>
                  <a:pt x="3803273" y="10130656"/>
                  <a:pt x="3847970" y="10176154"/>
                </a:cubicBezTo>
                <a:lnTo>
                  <a:pt x="3959456" y="10287000"/>
                </a:lnTo>
                <a:lnTo>
                  <a:pt x="3904190" y="10287000"/>
                </a:lnTo>
                <a:lnTo>
                  <a:pt x="3902490" y="10285437"/>
                </a:lnTo>
                <a:cubicBezTo>
                  <a:pt x="3877370" y="10263302"/>
                  <a:pt x="3852800" y="10242700"/>
                  <a:pt x="3829493" y="10224459"/>
                </a:cubicBezTo>
                <a:cubicBezTo>
                  <a:pt x="3781590" y="10161530"/>
                  <a:pt x="3721092" y="10091055"/>
                  <a:pt x="3705923" y="10030618"/>
                </a:cubicBezTo>
                <a:close/>
                <a:moveTo>
                  <a:pt x="1244332" y="9732028"/>
                </a:moveTo>
                <a:lnTo>
                  <a:pt x="1244333" y="9742350"/>
                </a:lnTo>
                <a:lnTo>
                  <a:pt x="1244333" y="9752674"/>
                </a:lnTo>
                <a:lnTo>
                  <a:pt x="1234499" y="9744334"/>
                </a:lnTo>
                <a:cubicBezTo>
                  <a:pt x="1234333" y="9743673"/>
                  <a:pt x="1234166" y="9743012"/>
                  <a:pt x="1234001" y="9742350"/>
                </a:cubicBezTo>
                <a:cubicBezTo>
                  <a:pt x="1234001" y="9732026"/>
                  <a:pt x="1234001" y="9732026"/>
                  <a:pt x="1244332" y="9732028"/>
                </a:cubicBezTo>
                <a:close/>
                <a:moveTo>
                  <a:pt x="3569508" y="9650436"/>
                </a:moveTo>
                <a:lnTo>
                  <a:pt x="3581998" y="9662421"/>
                </a:lnTo>
                <a:cubicBezTo>
                  <a:pt x="3575669" y="9662421"/>
                  <a:pt x="3572504" y="9659258"/>
                  <a:pt x="3570923" y="9656094"/>
                </a:cubicBezTo>
                <a:close/>
                <a:moveTo>
                  <a:pt x="3568812" y="9649767"/>
                </a:moveTo>
                <a:lnTo>
                  <a:pt x="3569340" y="9649768"/>
                </a:lnTo>
                <a:lnTo>
                  <a:pt x="3569508" y="9650436"/>
                </a:lnTo>
                <a:close/>
                <a:moveTo>
                  <a:pt x="3733836" y="9636734"/>
                </a:moveTo>
                <a:lnTo>
                  <a:pt x="3746490" y="9649767"/>
                </a:lnTo>
                <a:lnTo>
                  <a:pt x="3733838" y="9637113"/>
                </a:lnTo>
                <a:close/>
                <a:moveTo>
                  <a:pt x="3494952" y="9551220"/>
                </a:moveTo>
                <a:lnTo>
                  <a:pt x="3496187" y="9552490"/>
                </a:lnTo>
                <a:lnTo>
                  <a:pt x="3504850" y="9560888"/>
                </a:lnTo>
                <a:lnTo>
                  <a:pt x="3499745" y="9559612"/>
                </a:lnTo>
                <a:close/>
                <a:moveTo>
                  <a:pt x="3455460" y="9510579"/>
                </a:moveTo>
                <a:cubicBezTo>
                  <a:pt x="3468112" y="9523228"/>
                  <a:pt x="3480766" y="9523232"/>
                  <a:pt x="3480766" y="9535886"/>
                </a:cubicBezTo>
                <a:lnTo>
                  <a:pt x="3493421" y="9548540"/>
                </a:lnTo>
                <a:lnTo>
                  <a:pt x="3494952" y="9551220"/>
                </a:lnTo>
                <a:close/>
                <a:moveTo>
                  <a:pt x="3392190" y="9409350"/>
                </a:moveTo>
                <a:lnTo>
                  <a:pt x="3404846" y="9409350"/>
                </a:lnTo>
                <a:lnTo>
                  <a:pt x="3417497" y="9409350"/>
                </a:lnTo>
                <a:cubicBezTo>
                  <a:pt x="3518728" y="9510580"/>
                  <a:pt x="3670571" y="9649764"/>
                  <a:pt x="3797105" y="9738340"/>
                </a:cubicBezTo>
                <a:lnTo>
                  <a:pt x="3809762" y="9738340"/>
                </a:lnTo>
                <a:cubicBezTo>
                  <a:pt x="3809762" y="9750993"/>
                  <a:pt x="3822416" y="9763647"/>
                  <a:pt x="3835066" y="9776301"/>
                </a:cubicBezTo>
                <a:cubicBezTo>
                  <a:pt x="3835066" y="9776301"/>
                  <a:pt x="3873026" y="9814262"/>
                  <a:pt x="3873026" y="9801610"/>
                </a:cubicBezTo>
                <a:lnTo>
                  <a:pt x="3910990" y="9839571"/>
                </a:lnTo>
                <a:cubicBezTo>
                  <a:pt x="3923640" y="9852224"/>
                  <a:pt x="3923640" y="9852224"/>
                  <a:pt x="3936296" y="9852222"/>
                </a:cubicBezTo>
                <a:cubicBezTo>
                  <a:pt x="3936298" y="9864876"/>
                  <a:pt x="3948950" y="9864876"/>
                  <a:pt x="3961601" y="9877532"/>
                </a:cubicBezTo>
                <a:cubicBezTo>
                  <a:pt x="3961601" y="9877532"/>
                  <a:pt x="3986910" y="9890182"/>
                  <a:pt x="3999564" y="9902836"/>
                </a:cubicBezTo>
                <a:cubicBezTo>
                  <a:pt x="4037526" y="9953451"/>
                  <a:pt x="4075487" y="9966108"/>
                  <a:pt x="4113444" y="10004066"/>
                </a:cubicBezTo>
                <a:cubicBezTo>
                  <a:pt x="4138752" y="10016718"/>
                  <a:pt x="4164058" y="10042026"/>
                  <a:pt x="4176716" y="10054680"/>
                </a:cubicBezTo>
                <a:cubicBezTo>
                  <a:pt x="4202021" y="10067332"/>
                  <a:pt x="4227329" y="10092639"/>
                  <a:pt x="4239982" y="10105293"/>
                </a:cubicBezTo>
                <a:cubicBezTo>
                  <a:pt x="4277945" y="10143254"/>
                  <a:pt x="4328554" y="10168562"/>
                  <a:pt x="4341209" y="10181214"/>
                </a:cubicBezTo>
                <a:cubicBezTo>
                  <a:pt x="4353864" y="10168563"/>
                  <a:pt x="4290594" y="10155908"/>
                  <a:pt x="4328555" y="10143254"/>
                </a:cubicBezTo>
                <a:lnTo>
                  <a:pt x="4328555" y="10155908"/>
                </a:lnTo>
                <a:cubicBezTo>
                  <a:pt x="4353864" y="10168563"/>
                  <a:pt x="4366518" y="10181214"/>
                  <a:pt x="4391824" y="10181214"/>
                </a:cubicBezTo>
                <a:lnTo>
                  <a:pt x="4391824" y="10168562"/>
                </a:lnTo>
                <a:lnTo>
                  <a:pt x="4404478" y="10168562"/>
                </a:lnTo>
                <a:lnTo>
                  <a:pt x="4404476" y="10181214"/>
                </a:lnTo>
                <a:lnTo>
                  <a:pt x="4417134" y="10193868"/>
                </a:lnTo>
                <a:cubicBezTo>
                  <a:pt x="4448766" y="10206520"/>
                  <a:pt x="4477236" y="10225500"/>
                  <a:pt x="4504126" y="10246062"/>
                </a:cubicBezTo>
                <a:lnTo>
                  <a:pt x="4555560" y="10287000"/>
                </a:lnTo>
                <a:lnTo>
                  <a:pt x="4347497" y="10287000"/>
                </a:lnTo>
                <a:lnTo>
                  <a:pt x="4341209" y="10282443"/>
                </a:lnTo>
                <a:cubicBezTo>
                  <a:pt x="4252636" y="10231826"/>
                  <a:pt x="4176714" y="10168562"/>
                  <a:pt x="4088141" y="10105290"/>
                </a:cubicBezTo>
                <a:cubicBezTo>
                  <a:pt x="4088138" y="10101074"/>
                  <a:pt x="4088140" y="10096856"/>
                  <a:pt x="4088136" y="10092639"/>
                </a:cubicBezTo>
                <a:cubicBezTo>
                  <a:pt x="4050179" y="10067332"/>
                  <a:pt x="4012217" y="10029374"/>
                  <a:pt x="3974256" y="10004066"/>
                </a:cubicBezTo>
                <a:lnTo>
                  <a:pt x="3974255" y="9991412"/>
                </a:lnTo>
                <a:lnTo>
                  <a:pt x="3974255" y="9978758"/>
                </a:lnTo>
                <a:lnTo>
                  <a:pt x="3961601" y="9966108"/>
                </a:lnTo>
                <a:lnTo>
                  <a:pt x="3948950" y="9953451"/>
                </a:lnTo>
                <a:lnTo>
                  <a:pt x="3936296" y="9953451"/>
                </a:lnTo>
                <a:cubicBezTo>
                  <a:pt x="3936296" y="9953451"/>
                  <a:pt x="3936296" y="9966106"/>
                  <a:pt x="3948952" y="9966104"/>
                </a:cubicBezTo>
                <a:lnTo>
                  <a:pt x="3961601" y="9978758"/>
                </a:lnTo>
                <a:lnTo>
                  <a:pt x="3948950" y="9991412"/>
                </a:lnTo>
                <a:cubicBezTo>
                  <a:pt x="3910990" y="9953451"/>
                  <a:pt x="3873028" y="9915490"/>
                  <a:pt x="3835066" y="9890182"/>
                </a:cubicBezTo>
                <a:cubicBezTo>
                  <a:pt x="3835067" y="9877528"/>
                  <a:pt x="3822413" y="9877532"/>
                  <a:pt x="3822413" y="9877532"/>
                </a:cubicBezTo>
                <a:cubicBezTo>
                  <a:pt x="3822414" y="9873314"/>
                  <a:pt x="3822414" y="9869094"/>
                  <a:pt x="3822416" y="9864876"/>
                </a:cubicBezTo>
                <a:lnTo>
                  <a:pt x="3784448" y="9826916"/>
                </a:lnTo>
                <a:cubicBezTo>
                  <a:pt x="3784448" y="9826916"/>
                  <a:pt x="3784451" y="9814262"/>
                  <a:pt x="3771798" y="9814262"/>
                </a:cubicBezTo>
                <a:cubicBezTo>
                  <a:pt x="3771802" y="9801610"/>
                  <a:pt x="3759146" y="9801610"/>
                  <a:pt x="3759143" y="9788956"/>
                </a:cubicBezTo>
                <a:cubicBezTo>
                  <a:pt x="3746490" y="9788956"/>
                  <a:pt x="3746489" y="9776301"/>
                  <a:pt x="3733834" y="9763647"/>
                </a:cubicBezTo>
                <a:lnTo>
                  <a:pt x="3721186" y="9763647"/>
                </a:lnTo>
                <a:lnTo>
                  <a:pt x="3721187" y="9750996"/>
                </a:lnTo>
                <a:lnTo>
                  <a:pt x="3708530" y="9750996"/>
                </a:lnTo>
                <a:lnTo>
                  <a:pt x="3670571" y="9713032"/>
                </a:lnTo>
                <a:lnTo>
                  <a:pt x="3683226" y="9713036"/>
                </a:lnTo>
                <a:cubicBezTo>
                  <a:pt x="3632610" y="9662421"/>
                  <a:pt x="3607301" y="9649768"/>
                  <a:pt x="3556684" y="9573846"/>
                </a:cubicBezTo>
                <a:cubicBezTo>
                  <a:pt x="3569340" y="9611808"/>
                  <a:pt x="3556688" y="9608644"/>
                  <a:pt x="3534545" y="9589662"/>
                </a:cubicBezTo>
                <a:lnTo>
                  <a:pt x="3531419" y="9586632"/>
                </a:lnTo>
                <a:cubicBezTo>
                  <a:pt x="3531408" y="9586588"/>
                  <a:pt x="3531394" y="9586545"/>
                  <a:pt x="3531382" y="9586500"/>
                </a:cubicBezTo>
                <a:lnTo>
                  <a:pt x="3531150" y="9586378"/>
                </a:lnTo>
                <a:lnTo>
                  <a:pt x="3504850" y="9560888"/>
                </a:lnTo>
                <a:lnTo>
                  <a:pt x="3506069" y="9561192"/>
                </a:lnTo>
                <a:lnTo>
                  <a:pt x="3518723" y="9573846"/>
                </a:lnTo>
                <a:cubicBezTo>
                  <a:pt x="3518723" y="9573846"/>
                  <a:pt x="3531382" y="9586500"/>
                  <a:pt x="3531383" y="9573843"/>
                </a:cubicBezTo>
                <a:lnTo>
                  <a:pt x="3531382" y="9561192"/>
                </a:lnTo>
                <a:cubicBezTo>
                  <a:pt x="3506072" y="9535886"/>
                  <a:pt x="3493421" y="9510579"/>
                  <a:pt x="3468112" y="9497925"/>
                </a:cubicBezTo>
                <a:lnTo>
                  <a:pt x="3468112" y="9485268"/>
                </a:lnTo>
                <a:lnTo>
                  <a:pt x="3442808" y="9459964"/>
                </a:lnTo>
                <a:lnTo>
                  <a:pt x="3417497" y="9434658"/>
                </a:lnTo>
                <a:close/>
                <a:moveTo>
                  <a:pt x="3012584" y="9257510"/>
                </a:moveTo>
                <a:cubicBezTo>
                  <a:pt x="3018910" y="9263835"/>
                  <a:pt x="3022073" y="9267000"/>
                  <a:pt x="3022073" y="9268580"/>
                </a:cubicBezTo>
                <a:lnTo>
                  <a:pt x="3019736" y="9268968"/>
                </a:lnTo>
                <a:close/>
                <a:moveTo>
                  <a:pt x="2847455" y="8968533"/>
                </a:moveTo>
                <a:lnTo>
                  <a:pt x="2865802" y="8997360"/>
                </a:lnTo>
                <a:lnTo>
                  <a:pt x="2872247" y="9005182"/>
                </a:lnTo>
                <a:lnTo>
                  <a:pt x="2871814" y="9000681"/>
                </a:lnTo>
                <a:cubicBezTo>
                  <a:pt x="2873394" y="8998506"/>
                  <a:pt x="2876558" y="8998902"/>
                  <a:pt x="2879723" y="8999692"/>
                </a:cubicBezTo>
                <a:lnTo>
                  <a:pt x="2882327" y="9000148"/>
                </a:lnTo>
                <a:lnTo>
                  <a:pt x="2884188" y="8997712"/>
                </a:lnTo>
                <a:lnTo>
                  <a:pt x="2885808" y="9000758"/>
                </a:lnTo>
                <a:lnTo>
                  <a:pt x="2887631" y="9001077"/>
                </a:lnTo>
                <a:cubicBezTo>
                  <a:pt x="2889212" y="9000483"/>
                  <a:pt x="2889210" y="8998112"/>
                  <a:pt x="2886047" y="8991786"/>
                </a:cubicBezTo>
                <a:cubicBezTo>
                  <a:pt x="2867069" y="8972806"/>
                  <a:pt x="2862323" y="8982292"/>
                  <a:pt x="2850458" y="8972210"/>
                </a:cubicBezTo>
                <a:close/>
                <a:moveTo>
                  <a:pt x="1261949" y="8958783"/>
                </a:moveTo>
                <a:lnTo>
                  <a:pt x="1262372" y="8959339"/>
                </a:lnTo>
                <a:cubicBezTo>
                  <a:pt x="1264021" y="8962171"/>
                  <a:pt x="1265987" y="8966141"/>
                  <a:pt x="1268305" y="8971461"/>
                </a:cubicBezTo>
                <a:close/>
                <a:moveTo>
                  <a:pt x="1119280" y="8584360"/>
                </a:moveTo>
                <a:lnTo>
                  <a:pt x="1121074" y="8598870"/>
                </a:lnTo>
                <a:cubicBezTo>
                  <a:pt x="1122452" y="8605311"/>
                  <a:pt x="1124435" y="8612043"/>
                  <a:pt x="1126753" y="8617364"/>
                </a:cubicBezTo>
                <a:cubicBezTo>
                  <a:pt x="1132726" y="8622356"/>
                  <a:pt x="1138447" y="8629674"/>
                  <a:pt x="1143751" y="8637490"/>
                </a:cubicBezTo>
                <a:lnTo>
                  <a:pt x="1153022" y="8652268"/>
                </a:lnTo>
                <a:close/>
                <a:moveTo>
                  <a:pt x="993608" y="8563178"/>
                </a:moveTo>
                <a:lnTo>
                  <a:pt x="1001044" y="8596624"/>
                </a:lnTo>
                <a:cubicBezTo>
                  <a:pt x="1023343" y="8643507"/>
                  <a:pt x="968572" y="8547682"/>
                  <a:pt x="978638" y="8602694"/>
                </a:cubicBezTo>
                <a:cubicBezTo>
                  <a:pt x="1037416" y="8731112"/>
                  <a:pt x="1104418" y="8818810"/>
                  <a:pt x="1150966" y="8955356"/>
                </a:cubicBezTo>
                <a:cubicBezTo>
                  <a:pt x="1197725" y="8985993"/>
                  <a:pt x="1236260" y="9057346"/>
                  <a:pt x="1276850" y="9118520"/>
                </a:cubicBezTo>
                <a:cubicBezTo>
                  <a:pt x="1315387" y="9189874"/>
                  <a:pt x="1353923" y="9261231"/>
                  <a:pt x="1396570" y="9312225"/>
                </a:cubicBezTo>
                <a:cubicBezTo>
                  <a:pt x="1364095" y="9263283"/>
                  <a:pt x="1376327" y="9255160"/>
                  <a:pt x="1368209" y="9242926"/>
                </a:cubicBezTo>
                <a:cubicBezTo>
                  <a:pt x="1386500" y="9257217"/>
                  <a:pt x="1388557" y="9247036"/>
                  <a:pt x="1398731" y="9249092"/>
                </a:cubicBezTo>
                <a:cubicBezTo>
                  <a:pt x="1408364" y="9266931"/>
                  <a:pt x="1416862" y="9280566"/>
                  <a:pt x="1424824" y="9291942"/>
                </a:cubicBezTo>
                <a:lnTo>
                  <a:pt x="1437577" y="9308271"/>
                </a:lnTo>
                <a:lnTo>
                  <a:pt x="1426300" y="9285122"/>
                </a:lnTo>
                <a:cubicBezTo>
                  <a:pt x="1417705" y="9267270"/>
                  <a:pt x="1408622" y="9248446"/>
                  <a:pt x="1398241" y="9227676"/>
                </a:cubicBezTo>
                <a:lnTo>
                  <a:pt x="1399595" y="9228166"/>
                </a:lnTo>
                <a:lnTo>
                  <a:pt x="1358393" y="9155026"/>
                </a:lnTo>
                <a:cubicBezTo>
                  <a:pt x="1350428" y="9148370"/>
                  <a:pt x="1333193" y="9120430"/>
                  <a:pt x="1318568" y="9121743"/>
                </a:cubicBezTo>
                <a:cubicBezTo>
                  <a:pt x="1253680" y="8972774"/>
                  <a:pt x="1175336" y="8920834"/>
                  <a:pt x="1090468" y="8795770"/>
                </a:cubicBezTo>
                <a:cubicBezTo>
                  <a:pt x="1081232" y="8754218"/>
                  <a:pt x="1067092" y="8714482"/>
                  <a:pt x="1049606" y="8674704"/>
                </a:cubicBezTo>
                <a:close/>
                <a:moveTo>
                  <a:pt x="978416" y="8451138"/>
                </a:moveTo>
                <a:lnTo>
                  <a:pt x="1037843" y="8567380"/>
                </a:lnTo>
                <a:cubicBezTo>
                  <a:pt x="1065181" y="8615604"/>
                  <a:pt x="1093349" y="8662830"/>
                  <a:pt x="1119851" y="8712051"/>
                </a:cubicBezTo>
                <a:cubicBezTo>
                  <a:pt x="1149687" y="8757285"/>
                  <a:pt x="1179522" y="8802521"/>
                  <a:pt x="1205537" y="8846256"/>
                </a:cubicBezTo>
                <a:lnTo>
                  <a:pt x="1261949" y="8958783"/>
                </a:lnTo>
                <a:lnTo>
                  <a:pt x="1258343" y="8954042"/>
                </a:lnTo>
                <a:cubicBezTo>
                  <a:pt x="1252057" y="8949424"/>
                  <a:pt x="1255998" y="8978095"/>
                  <a:pt x="1262950" y="8994056"/>
                </a:cubicBezTo>
                <a:cubicBezTo>
                  <a:pt x="1286843" y="9014024"/>
                  <a:pt x="1306687" y="9071212"/>
                  <a:pt x="1312042" y="9048618"/>
                </a:cubicBezTo>
                <a:cubicBezTo>
                  <a:pt x="1344847" y="9106488"/>
                  <a:pt x="1362742" y="9136668"/>
                  <a:pt x="1391452" y="9183502"/>
                </a:cubicBezTo>
                <a:lnTo>
                  <a:pt x="1424497" y="9237166"/>
                </a:lnTo>
                <a:lnTo>
                  <a:pt x="1429220" y="9238874"/>
                </a:lnTo>
                <a:lnTo>
                  <a:pt x="1434265" y="9245505"/>
                </a:lnTo>
                <a:lnTo>
                  <a:pt x="1456580" y="9264154"/>
                </a:lnTo>
                <a:cubicBezTo>
                  <a:pt x="1466537" y="9272475"/>
                  <a:pt x="1476492" y="9280796"/>
                  <a:pt x="1488438" y="9290780"/>
                </a:cubicBezTo>
                <a:cubicBezTo>
                  <a:pt x="1499014" y="9326686"/>
                  <a:pt x="1532177" y="9367938"/>
                  <a:pt x="1565340" y="9409190"/>
                </a:cubicBezTo>
                <a:cubicBezTo>
                  <a:pt x="1605166" y="9442467"/>
                  <a:pt x="1630366" y="9477063"/>
                  <a:pt x="1632974" y="9506312"/>
                </a:cubicBezTo>
                <a:cubicBezTo>
                  <a:pt x="1632974" y="9506312"/>
                  <a:pt x="1632974" y="9506312"/>
                  <a:pt x="1626314" y="9514282"/>
                </a:cubicBezTo>
                <a:lnTo>
                  <a:pt x="1611659" y="9502036"/>
                </a:lnTo>
                <a:lnTo>
                  <a:pt x="1622706" y="9517170"/>
                </a:lnTo>
                <a:lnTo>
                  <a:pt x="1722140" y="9649444"/>
                </a:lnTo>
                <a:lnTo>
                  <a:pt x="1730402" y="9674248"/>
                </a:lnTo>
                <a:cubicBezTo>
                  <a:pt x="1730402" y="9674248"/>
                  <a:pt x="1730402" y="9674248"/>
                  <a:pt x="1740784" y="9674248"/>
                </a:cubicBezTo>
                <a:lnTo>
                  <a:pt x="1722140" y="9649444"/>
                </a:lnTo>
                <a:lnTo>
                  <a:pt x="1720020" y="9643092"/>
                </a:lnTo>
                <a:cubicBezTo>
                  <a:pt x="1730402" y="9632706"/>
                  <a:pt x="1740782" y="9643092"/>
                  <a:pt x="1740782" y="9653476"/>
                </a:cubicBezTo>
                <a:cubicBezTo>
                  <a:pt x="1751162" y="9653476"/>
                  <a:pt x="1751162" y="9653476"/>
                  <a:pt x="1751162" y="9653476"/>
                </a:cubicBezTo>
                <a:lnTo>
                  <a:pt x="1657852" y="9494422"/>
                </a:lnTo>
                <a:lnTo>
                  <a:pt x="1559534" y="9346986"/>
                </a:lnTo>
                <a:lnTo>
                  <a:pt x="1533182" y="9310760"/>
                </a:lnTo>
                <a:lnTo>
                  <a:pt x="1529318" y="9301674"/>
                </a:lnTo>
                <a:lnTo>
                  <a:pt x="1470966" y="9214168"/>
                </a:lnTo>
                <a:lnTo>
                  <a:pt x="1207861" y="8762176"/>
                </a:lnTo>
                <a:lnTo>
                  <a:pt x="1204783" y="8758706"/>
                </a:lnTo>
                <a:cubicBezTo>
                  <a:pt x="1197649" y="8751052"/>
                  <a:pt x="1189684" y="8744396"/>
                  <a:pt x="1182371" y="8745052"/>
                </a:cubicBezTo>
                <a:cubicBezTo>
                  <a:pt x="1133705" y="8633324"/>
                  <a:pt x="1077472" y="8576176"/>
                  <a:pt x="1016593" y="8501824"/>
                </a:cubicBezTo>
                <a:close/>
                <a:moveTo>
                  <a:pt x="490171" y="8276537"/>
                </a:moveTo>
                <a:cubicBezTo>
                  <a:pt x="531494" y="8338470"/>
                  <a:pt x="562486" y="8452023"/>
                  <a:pt x="583148" y="8524276"/>
                </a:cubicBezTo>
                <a:cubicBezTo>
                  <a:pt x="614143" y="8513955"/>
                  <a:pt x="676127" y="8637828"/>
                  <a:pt x="676129" y="8689440"/>
                </a:cubicBezTo>
                <a:cubicBezTo>
                  <a:pt x="676130" y="8692881"/>
                  <a:pt x="676129" y="8696324"/>
                  <a:pt x="676130" y="8699764"/>
                </a:cubicBezTo>
                <a:lnTo>
                  <a:pt x="686459" y="8710083"/>
                </a:lnTo>
                <a:cubicBezTo>
                  <a:pt x="686459" y="8720408"/>
                  <a:pt x="676129" y="8720408"/>
                  <a:pt x="676129" y="8720408"/>
                </a:cubicBezTo>
                <a:lnTo>
                  <a:pt x="670654" y="8717283"/>
                </a:lnTo>
                <a:lnTo>
                  <a:pt x="665797" y="8710086"/>
                </a:lnTo>
                <a:cubicBezTo>
                  <a:pt x="665797" y="8710086"/>
                  <a:pt x="665798" y="8712666"/>
                  <a:pt x="667090" y="8715248"/>
                </a:cubicBezTo>
                <a:lnTo>
                  <a:pt x="670654" y="8717283"/>
                </a:lnTo>
                <a:lnTo>
                  <a:pt x="689203" y="8744763"/>
                </a:lnTo>
                <a:cubicBezTo>
                  <a:pt x="712933" y="8777182"/>
                  <a:pt x="738116" y="8808152"/>
                  <a:pt x="769109" y="8885571"/>
                </a:cubicBezTo>
                <a:cubicBezTo>
                  <a:pt x="769103" y="8895892"/>
                  <a:pt x="779438" y="8895892"/>
                  <a:pt x="779438" y="8906216"/>
                </a:cubicBezTo>
                <a:cubicBezTo>
                  <a:pt x="779438" y="8916540"/>
                  <a:pt x="789766" y="8916537"/>
                  <a:pt x="789766" y="8916537"/>
                </a:cubicBezTo>
                <a:cubicBezTo>
                  <a:pt x="789769" y="8937183"/>
                  <a:pt x="789769" y="8937183"/>
                  <a:pt x="779437" y="8937183"/>
                </a:cubicBezTo>
                <a:cubicBezTo>
                  <a:pt x="789769" y="8947508"/>
                  <a:pt x="810430" y="8988798"/>
                  <a:pt x="820763" y="8988798"/>
                </a:cubicBezTo>
                <a:cubicBezTo>
                  <a:pt x="872417" y="9122992"/>
                  <a:pt x="986057" y="9267507"/>
                  <a:pt x="1027381" y="9401702"/>
                </a:cubicBezTo>
                <a:lnTo>
                  <a:pt x="1017050" y="9387624"/>
                </a:lnTo>
                <a:lnTo>
                  <a:pt x="1017052" y="9381058"/>
                </a:lnTo>
                <a:lnTo>
                  <a:pt x="1006720" y="9370732"/>
                </a:lnTo>
                <a:cubicBezTo>
                  <a:pt x="1006720" y="9375896"/>
                  <a:pt x="1009303" y="9378476"/>
                  <a:pt x="1013176" y="9382348"/>
                </a:cubicBezTo>
                <a:lnTo>
                  <a:pt x="1017050" y="9387624"/>
                </a:lnTo>
                <a:lnTo>
                  <a:pt x="1017052" y="9391383"/>
                </a:lnTo>
                <a:cubicBezTo>
                  <a:pt x="1027381" y="9401702"/>
                  <a:pt x="1027381" y="9401702"/>
                  <a:pt x="1027381" y="9412026"/>
                </a:cubicBezTo>
                <a:lnTo>
                  <a:pt x="1017050" y="9412023"/>
                </a:lnTo>
                <a:lnTo>
                  <a:pt x="1008526" y="9402288"/>
                </a:lnTo>
                <a:lnTo>
                  <a:pt x="1006721" y="9391380"/>
                </a:lnTo>
                <a:cubicBezTo>
                  <a:pt x="1006721" y="9396542"/>
                  <a:pt x="1006720" y="9399122"/>
                  <a:pt x="1008011" y="9401702"/>
                </a:cubicBezTo>
                <a:lnTo>
                  <a:pt x="1008526" y="9402288"/>
                </a:lnTo>
                <a:lnTo>
                  <a:pt x="1010108" y="9411862"/>
                </a:lnTo>
                <a:cubicBezTo>
                  <a:pt x="1016405" y="9436542"/>
                  <a:pt x="1029964" y="9471380"/>
                  <a:pt x="1037713" y="9494604"/>
                </a:cubicBezTo>
                <a:lnTo>
                  <a:pt x="1037713" y="9484281"/>
                </a:lnTo>
                <a:cubicBezTo>
                  <a:pt x="1037713" y="9484281"/>
                  <a:pt x="1048043" y="9494606"/>
                  <a:pt x="1048045" y="9504932"/>
                </a:cubicBezTo>
                <a:lnTo>
                  <a:pt x="1058374" y="9515253"/>
                </a:lnTo>
                <a:cubicBezTo>
                  <a:pt x="1097114" y="9592671"/>
                  <a:pt x="1141667" y="9658476"/>
                  <a:pt x="1192031" y="9708318"/>
                </a:cubicBezTo>
                <a:lnTo>
                  <a:pt x="1234499" y="9744334"/>
                </a:lnTo>
                <a:lnTo>
                  <a:pt x="1235294" y="9747512"/>
                </a:lnTo>
                <a:cubicBezTo>
                  <a:pt x="1236584" y="9750092"/>
                  <a:pt x="1239166" y="9752673"/>
                  <a:pt x="1244333" y="9752674"/>
                </a:cubicBezTo>
                <a:lnTo>
                  <a:pt x="1254664" y="9762996"/>
                </a:lnTo>
                <a:cubicBezTo>
                  <a:pt x="1264996" y="9752672"/>
                  <a:pt x="1285657" y="9783639"/>
                  <a:pt x="1306319" y="9814608"/>
                </a:cubicBezTo>
                <a:cubicBezTo>
                  <a:pt x="1295989" y="9824932"/>
                  <a:pt x="1285657" y="9804284"/>
                  <a:pt x="1285657" y="9804284"/>
                </a:cubicBezTo>
                <a:lnTo>
                  <a:pt x="1285658" y="9814605"/>
                </a:lnTo>
                <a:lnTo>
                  <a:pt x="1285658" y="9824930"/>
                </a:lnTo>
                <a:lnTo>
                  <a:pt x="1275326" y="9814608"/>
                </a:lnTo>
                <a:cubicBezTo>
                  <a:pt x="1295987" y="9845578"/>
                  <a:pt x="1285658" y="9845577"/>
                  <a:pt x="1316651" y="9886866"/>
                </a:cubicBezTo>
                <a:lnTo>
                  <a:pt x="1316650" y="9876544"/>
                </a:lnTo>
                <a:lnTo>
                  <a:pt x="1306318" y="9866220"/>
                </a:lnTo>
                <a:lnTo>
                  <a:pt x="1306319" y="9855898"/>
                </a:lnTo>
                <a:cubicBezTo>
                  <a:pt x="1316650" y="9855898"/>
                  <a:pt x="1326980" y="9866220"/>
                  <a:pt x="1326982" y="9876542"/>
                </a:cubicBezTo>
                <a:lnTo>
                  <a:pt x="1337312" y="9886866"/>
                </a:lnTo>
                <a:cubicBezTo>
                  <a:pt x="1357973" y="9886864"/>
                  <a:pt x="1388966" y="9917835"/>
                  <a:pt x="1430291" y="9959126"/>
                </a:cubicBezTo>
                <a:cubicBezTo>
                  <a:pt x="1461284" y="10000414"/>
                  <a:pt x="1492277" y="10052030"/>
                  <a:pt x="1502608" y="10082998"/>
                </a:cubicBezTo>
                <a:lnTo>
                  <a:pt x="1512938" y="10082996"/>
                </a:lnTo>
                <a:cubicBezTo>
                  <a:pt x="1512938" y="10082996"/>
                  <a:pt x="1523270" y="10093316"/>
                  <a:pt x="1523272" y="10103638"/>
                </a:cubicBezTo>
                <a:lnTo>
                  <a:pt x="1533602" y="10103642"/>
                </a:lnTo>
                <a:lnTo>
                  <a:pt x="1533600" y="10113968"/>
                </a:lnTo>
                <a:cubicBezTo>
                  <a:pt x="1554262" y="10144932"/>
                  <a:pt x="1564594" y="10134608"/>
                  <a:pt x="1585256" y="10175902"/>
                </a:cubicBezTo>
                <a:cubicBezTo>
                  <a:pt x="1585256" y="10196548"/>
                  <a:pt x="1564594" y="10165578"/>
                  <a:pt x="1554262" y="10165578"/>
                </a:cubicBezTo>
                <a:lnTo>
                  <a:pt x="1554263" y="10175902"/>
                </a:lnTo>
                <a:cubicBezTo>
                  <a:pt x="1554262" y="10186224"/>
                  <a:pt x="1543931" y="10175902"/>
                  <a:pt x="1543931" y="10165578"/>
                </a:cubicBezTo>
                <a:lnTo>
                  <a:pt x="1533600" y="10165576"/>
                </a:lnTo>
                <a:cubicBezTo>
                  <a:pt x="1554263" y="10196548"/>
                  <a:pt x="1585254" y="10227514"/>
                  <a:pt x="1605917" y="10248159"/>
                </a:cubicBezTo>
                <a:lnTo>
                  <a:pt x="1626580" y="10227514"/>
                </a:lnTo>
                <a:lnTo>
                  <a:pt x="1705960" y="10287000"/>
                </a:lnTo>
                <a:lnTo>
                  <a:pt x="1582592" y="10287000"/>
                </a:lnTo>
                <a:lnTo>
                  <a:pt x="1543931" y="10237834"/>
                </a:lnTo>
                <a:cubicBezTo>
                  <a:pt x="1505190" y="10188802"/>
                  <a:pt x="1466448" y="10139770"/>
                  <a:pt x="1430290" y="10093320"/>
                </a:cubicBezTo>
                <a:cubicBezTo>
                  <a:pt x="1388968" y="10052031"/>
                  <a:pt x="1326980" y="9979772"/>
                  <a:pt x="1275326" y="9897192"/>
                </a:cubicBezTo>
                <a:cubicBezTo>
                  <a:pt x="1213340" y="9824930"/>
                  <a:pt x="1172015" y="9742350"/>
                  <a:pt x="1151353" y="9690735"/>
                </a:cubicBezTo>
                <a:cubicBezTo>
                  <a:pt x="1110031" y="9639123"/>
                  <a:pt x="1068707" y="9577190"/>
                  <a:pt x="1048043" y="9525574"/>
                </a:cubicBezTo>
                <a:lnTo>
                  <a:pt x="1037713" y="9515253"/>
                </a:lnTo>
                <a:cubicBezTo>
                  <a:pt x="1027381" y="9504928"/>
                  <a:pt x="1027381" y="9504928"/>
                  <a:pt x="1027381" y="9494606"/>
                </a:cubicBezTo>
                <a:cubicBezTo>
                  <a:pt x="924071" y="9350090"/>
                  <a:pt x="872417" y="9226216"/>
                  <a:pt x="800101" y="9071380"/>
                </a:cubicBezTo>
                <a:lnTo>
                  <a:pt x="769108" y="9102346"/>
                </a:lnTo>
                <a:cubicBezTo>
                  <a:pt x="748444" y="9092025"/>
                  <a:pt x="738113" y="9071378"/>
                  <a:pt x="717451" y="9050732"/>
                </a:cubicBezTo>
                <a:cubicBezTo>
                  <a:pt x="727783" y="9061056"/>
                  <a:pt x="727783" y="9071378"/>
                  <a:pt x="727783" y="9071378"/>
                </a:cubicBezTo>
                <a:cubicBezTo>
                  <a:pt x="738113" y="9081700"/>
                  <a:pt x="738113" y="9081700"/>
                  <a:pt x="738113" y="9092025"/>
                </a:cubicBezTo>
                <a:lnTo>
                  <a:pt x="727783" y="9081700"/>
                </a:lnTo>
                <a:cubicBezTo>
                  <a:pt x="717451" y="9071380"/>
                  <a:pt x="717451" y="9061056"/>
                  <a:pt x="717451" y="9061056"/>
                </a:cubicBezTo>
                <a:lnTo>
                  <a:pt x="707120" y="9050734"/>
                </a:lnTo>
                <a:cubicBezTo>
                  <a:pt x="696790" y="9030088"/>
                  <a:pt x="686458" y="9009442"/>
                  <a:pt x="676127" y="8999120"/>
                </a:cubicBezTo>
                <a:lnTo>
                  <a:pt x="676127" y="8988798"/>
                </a:lnTo>
                <a:lnTo>
                  <a:pt x="676127" y="8978474"/>
                </a:lnTo>
                <a:lnTo>
                  <a:pt x="683875" y="8978474"/>
                </a:lnTo>
                <a:lnTo>
                  <a:pt x="686458" y="8988795"/>
                </a:lnTo>
                <a:lnTo>
                  <a:pt x="686458" y="8978476"/>
                </a:lnTo>
                <a:lnTo>
                  <a:pt x="683875" y="8978474"/>
                </a:lnTo>
                <a:lnTo>
                  <a:pt x="681293" y="8968152"/>
                </a:lnTo>
                <a:cubicBezTo>
                  <a:pt x="681292" y="8962992"/>
                  <a:pt x="681292" y="8957829"/>
                  <a:pt x="676127" y="8947508"/>
                </a:cubicBezTo>
                <a:cubicBezTo>
                  <a:pt x="686458" y="8916540"/>
                  <a:pt x="707120" y="8978474"/>
                  <a:pt x="727783" y="8978476"/>
                </a:cubicBezTo>
                <a:cubicBezTo>
                  <a:pt x="707122" y="8926862"/>
                  <a:pt x="717451" y="8916540"/>
                  <a:pt x="707120" y="8895896"/>
                </a:cubicBezTo>
                <a:lnTo>
                  <a:pt x="717451" y="8885571"/>
                </a:lnTo>
                <a:lnTo>
                  <a:pt x="707120" y="8885571"/>
                </a:lnTo>
                <a:lnTo>
                  <a:pt x="707120" y="8875250"/>
                </a:lnTo>
                <a:cubicBezTo>
                  <a:pt x="696791" y="8864928"/>
                  <a:pt x="696791" y="8864928"/>
                  <a:pt x="707122" y="8864925"/>
                </a:cubicBezTo>
                <a:cubicBezTo>
                  <a:pt x="707122" y="8861484"/>
                  <a:pt x="707122" y="8858044"/>
                  <a:pt x="707123" y="8854604"/>
                </a:cubicBezTo>
                <a:cubicBezTo>
                  <a:pt x="665801" y="8782344"/>
                  <a:pt x="624473" y="8720408"/>
                  <a:pt x="645137" y="8699764"/>
                </a:cubicBezTo>
                <a:lnTo>
                  <a:pt x="655465" y="8699762"/>
                </a:lnTo>
                <a:cubicBezTo>
                  <a:pt x="645137" y="8699764"/>
                  <a:pt x="645136" y="8689440"/>
                  <a:pt x="645136" y="8689440"/>
                </a:cubicBezTo>
                <a:cubicBezTo>
                  <a:pt x="634807" y="8689443"/>
                  <a:pt x="634804" y="8668796"/>
                  <a:pt x="624473" y="8658474"/>
                </a:cubicBezTo>
                <a:cubicBezTo>
                  <a:pt x="624472" y="8648150"/>
                  <a:pt x="624472" y="8648150"/>
                  <a:pt x="634804" y="8648150"/>
                </a:cubicBezTo>
                <a:cubicBezTo>
                  <a:pt x="603811" y="8637828"/>
                  <a:pt x="572818" y="8575892"/>
                  <a:pt x="541826" y="8493312"/>
                </a:cubicBezTo>
                <a:cubicBezTo>
                  <a:pt x="510832" y="8410731"/>
                  <a:pt x="500500" y="8328149"/>
                  <a:pt x="490171" y="8276537"/>
                </a:cubicBezTo>
                <a:close/>
                <a:moveTo>
                  <a:pt x="806632" y="8255612"/>
                </a:moveTo>
                <a:lnTo>
                  <a:pt x="850907" y="8343801"/>
                </a:lnTo>
                <a:cubicBezTo>
                  <a:pt x="869095" y="8411044"/>
                  <a:pt x="903518" y="8502760"/>
                  <a:pt x="935992" y="8551696"/>
                </a:cubicBezTo>
                <a:cubicBezTo>
                  <a:pt x="936073" y="8511982"/>
                  <a:pt x="954359" y="8529584"/>
                  <a:pt x="969526" y="8533143"/>
                </a:cubicBezTo>
                <a:lnTo>
                  <a:pt x="976687" y="8531121"/>
                </a:lnTo>
                <a:lnTo>
                  <a:pt x="917057" y="8420546"/>
                </a:lnTo>
                <a:cubicBezTo>
                  <a:pt x="892441" y="8373114"/>
                  <a:pt x="867602" y="8321903"/>
                  <a:pt x="844099" y="8265042"/>
                </a:cubicBezTo>
                <a:cubicBezTo>
                  <a:pt x="840083" y="8281989"/>
                  <a:pt x="820424" y="8263022"/>
                  <a:pt x="808037" y="8255841"/>
                </a:cubicBezTo>
                <a:close/>
                <a:moveTo>
                  <a:pt x="2503470" y="8056143"/>
                </a:moveTo>
                <a:lnTo>
                  <a:pt x="2519093" y="8080730"/>
                </a:lnTo>
                <a:cubicBezTo>
                  <a:pt x="2512766" y="8074404"/>
                  <a:pt x="2506439" y="8064915"/>
                  <a:pt x="2503277" y="8057009"/>
                </a:cubicBezTo>
                <a:cubicBezTo>
                  <a:pt x="2503342" y="8056721"/>
                  <a:pt x="2503406" y="8056431"/>
                  <a:pt x="2503470" y="8056143"/>
                </a:cubicBezTo>
                <a:close/>
                <a:moveTo>
                  <a:pt x="764668" y="8009342"/>
                </a:moveTo>
                <a:lnTo>
                  <a:pt x="763417" y="8021661"/>
                </a:lnTo>
                <a:cubicBezTo>
                  <a:pt x="796582" y="8062913"/>
                  <a:pt x="800495" y="8106791"/>
                  <a:pt x="834965" y="8162667"/>
                </a:cubicBezTo>
                <a:cubicBezTo>
                  <a:pt x="834830" y="8243760"/>
                  <a:pt x="875959" y="8291669"/>
                  <a:pt x="931577" y="8419358"/>
                </a:cubicBezTo>
                <a:cubicBezTo>
                  <a:pt x="938237" y="8411388"/>
                  <a:pt x="943885" y="8412724"/>
                  <a:pt x="948700" y="8415056"/>
                </a:cubicBezTo>
                <a:lnTo>
                  <a:pt x="953120" y="8415668"/>
                </a:lnTo>
                <a:lnTo>
                  <a:pt x="913409" y="8298012"/>
                </a:lnTo>
                <a:cubicBezTo>
                  <a:pt x="878441" y="8218455"/>
                  <a:pt x="830095" y="8138715"/>
                  <a:pt x="780862" y="8043854"/>
                </a:cubicBezTo>
                <a:close/>
                <a:moveTo>
                  <a:pt x="2215406" y="7954197"/>
                </a:moveTo>
                <a:cubicBezTo>
                  <a:pt x="2215409" y="7966851"/>
                  <a:pt x="2215409" y="7966851"/>
                  <a:pt x="2228060" y="7966851"/>
                </a:cubicBezTo>
                <a:cubicBezTo>
                  <a:pt x="2215408" y="7979505"/>
                  <a:pt x="2202754" y="7966848"/>
                  <a:pt x="2215406" y="7954197"/>
                </a:cubicBezTo>
                <a:close/>
                <a:moveTo>
                  <a:pt x="3442472" y="7922889"/>
                </a:moveTo>
                <a:lnTo>
                  <a:pt x="3452306" y="7931229"/>
                </a:lnTo>
                <a:cubicBezTo>
                  <a:pt x="3447140" y="7931228"/>
                  <a:pt x="3444560" y="7928648"/>
                  <a:pt x="3443267" y="7926066"/>
                </a:cubicBezTo>
                <a:close/>
                <a:moveTo>
                  <a:pt x="633680" y="7810980"/>
                </a:moveTo>
                <a:lnTo>
                  <a:pt x="657178" y="7880034"/>
                </a:lnTo>
                <a:lnTo>
                  <a:pt x="662339" y="7894485"/>
                </a:lnTo>
                <a:lnTo>
                  <a:pt x="663355" y="7877766"/>
                </a:lnTo>
                <a:lnTo>
                  <a:pt x="662722" y="7877663"/>
                </a:lnTo>
                <a:close/>
                <a:moveTo>
                  <a:pt x="2312033" y="7793150"/>
                </a:moveTo>
                <a:lnTo>
                  <a:pt x="2329289" y="7802352"/>
                </a:lnTo>
                <a:cubicBezTo>
                  <a:pt x="2316636" y="7802355"/>
                  <a:pt x="2329290" y="7815009"/>
                  <a:pt x="2329290" y="7827662"/>
                </a:cubicBezTo>
                <a:lnTo>
                  <a:pt x="2316635" y="7815006"/>
                </a:lnTo>
                <a:lnTo>
                  <a:pt x="2316636" y="7802355"/>
                </a:lnTo>
                <a:close/>
                <a:moveTo>
                  <a:pt x="2296450" y="7769516"/>
                </a:moveTo>
                <a:lnTo>
                  <a:pt x="2303980" y="7777047"/>
                </a:lnTo>
                <a:lnTo>
                  <a:pt x="2312033" y="7793150"/>
                </a:lnTo>
                <a:lnTo>
                  <a:pt x="2308530" y="7791284"/>
                </a:lnTo>
                <a:close/>
                <a:moveTo>
                  <a:pt x="2276478" y="7726433"/>
                </a:moveTo>
                <a:lnTo>
                  <a:pt x="2286584" y="7751738"/>
                </a:lnTo>
                <a:lnTo>
                  <a:pt x="2296450" y="7769516"/>
                </a:lnTo>
                <a:lnTo>
                  <a:pt x="2291328" y="7764395"/>
                </a:lnTo>
                <a:cubicBezTo>
                  <a:pt x="2291328" y="7751738"/>
                  <a:pt x="2278673" y="7739090"/>
                  <a:pt x="2266022" y="7726434"/>
                </a:cubicBezTo>
                <a:close/>
                <a:moveTo>
                  <a:pt x="2268472" y="7706363"/>
                </a:moveTo>
                <a:lnTo>
                  <a:pt x="2278674" y="7726434"/>
                </a:lnTo>
                <a:lnTo>
                  <a:pt x="2276478" y="7726433"/>
                </a:lnTo>
                <a:close/>
                <a:moveTo>
                  <a:pt x="3206446" y="7625214"/>
                </a:moveTo>
                <a:lnTo>
                  <a:pt x="3235355" y="7673157"/>
                </a:lnTo>
                <a:cubicBezTo>
                  <a:pt x="3235355" y="7683482"/>
                  <a:pt x="3235355" y="7683482"/>
                  <a:pt x="3245688" y="7693805"/>
                </a:cubicBezTo>
                <a:cubicBezTo>
                  <a:pt x="3245688" y="7704126"/>
                  <a:pt x="3256018" y="7704129"/>
                  <a:pt x="3256018" y="7704129"/>
                </a:cubicBezTo>
                <a:cubicBezTo>
                  <a:pt x="3276682" y="7755744"/>
                  <a:pt x="3318005" y="7817678"/>
                  <a:pt x="3359327" y="7869293"/>
                </a:cubicBezTo>
                <a:cubicBezTo>
                  <a:pt x="3379990" y="7920902"/>
                  <a:pt x="3421314" y="8003487"/>
                  <a:pt x="3483299" y="8075745"/>
                </a:cubicBezTo>
                <a:cubicBezTo>
                  <a:pt x="3534956" y="8158326"/>
                  <a:pt x="3596940" y="8230581"/>
                  <a:pt x="3638266" y="8271875"/>
                </a:cubicBezTo>
                <a:lnTo>
                  <a:pt x="3778586" y="8450318"/>
                </a:lnTo>
                <a:lnTo>
                  <a:pt x="3799856" y="8410686"/>
                </a:lnTo>
                <a:lnTo>
                  <a:pt x="3796932" y="8407347"/>
                </a:lnTo>
                <a:lnTo>
                  <a:pt x="3739514" y="8350320"/>
                </a:lnTo>
                <a:cubicBezTo>
                  <a:pt x="3718596" y="8331752"/>
                  <a:pt x="3703464" y="8307914"/>
                  <a:pt x="3695316" y="8279910"/>
                </a:cubicBezTo>
                <a:cubicBezTo>
                  <a:pt x="3694896" y="8262531"/>
                  <a:pt x="3694476" y="8245152"/>
                  <a:pt x="3694056" y="8227773"/>
                </a:cubicBezTo>
                <a:lnTo>
                  <a:pt x="3682170" y="8203487"/>
                </a:lnTo>
                <a:cubicBezTo>
                  <a:pt x="3669258" y="8181552"/>
                  <a:pt x="3653760" y="8158323"/>
                  <a:pt x="3638266" y="8137679"/>
                </a:cubicBezTo>
                <a:cubicBezTo>
                  <a:pt x="3596942" y="8096387"/>
                  <a:pt x="3565948" y="8065419"/>
                  <a:pt x="3545285" y="8065419"/>
                </a:cubicBezTo>
                <a:cubicBezTo>
                  <a:pt x="3545285" y="8055099"/>
                  <a:pt x="3534954" y="8055099"/>
                  <a:pt x="3534954" y="8055099"/>
                </a:cubicBezTo>
                <a:cubicBezTo>
                  <a:pt x="3534956" y="8044778"/>
                  <a:pt x="3524626" y="8034453"/>
                  <a:pt x="3514292" y="8034456"/>
                </a:cubicBezTo>
                <a:lnTo>
                  <a:pt x="3514294" y="8044778"/>
                </a:lnTo>
                <a:lnTo>
                  <a:pt x="3524627" y="8055099"/>
                </a:lnTo>
                <a:lnTo>
                  <a:pt x="3524626" y="8065421"/>
                </a:lnTo>
                <a:cubicBezTo>
                  <a:pt x="3493634" y="8024127"/>
                  <a:pt x="3503962" y="8024130"/>
                  <a:pt x="3483299" y="7993160"/>
                </a:cubicBezTo>
                <a:lnTo>
                  <a:pt x="3493632" y="8003487"/>
                </a:lnTo>
                <a:lnTo>
                  <a:pt x="3493634" y="7993163"/>
                </a:lnTo>
                <a:lnTo>
                  <a:pt x="3493632" y="7982841"/>
                </a:lnTo>
                <a:cubicBezTo>
                  <a:pt x="3493632" y="7982841"/>
                  <a:pt x="3503962" y="8003487"/>
                  <a:pt x="3514292" y="7993163"/>
                </a:cubicBezTo>
                <a:cubicBezTo>
                  <a:pt x="3493632" y="7962194"/>
                  <a:pt x="3472968" y="7931226"/>
                  <a:pt x="3462640" y="7941551"/>
                </a:cubicBezTo>
                <a:cubicBezTo>
                  <a:pt x="3462640" y="7941551"/>
                  <a:pt x="3462640" y="7931229"/>
                  <a:pt x="3452306" y="7931229"/>
                </a:cubicBezTo>
                <a:lnTo>
                  <a:pt x="3452306" y="7920905"/>
                </a:lnTo>
                <a:lnTo>
                  <a:pt x="3452306" y="7910582"/>
                </a:lnTo>
                <a:lnTo>
                  <a:pt x="3441976" y="7920905"/>
                </a:lnTo>
                <a:cubicBezTo>
                  <a:pt x="3442140" y="7921568"/>
                  <a:pt x="3442308" y="7922228"/>
                  <a:pt x="3442472" y="7922889"/>
                </a:cubicBezTo>
                <a:lnTo>
                  <a:pt x="3400006" y="7886874"/>
                </a:lnTo>
                <a:cubicBezTo>
                  <a:pt x="3349642" y="7837032"/>
                  <a:pt x="3305090" y="7771226"/>
                  <a:pt x="3266348" y="7693805"/>
                </a:cubicBezTo>
                <a:cubicBezTo>
                  <a:pt x="3266348" y="7693805"/>
                  <a:pt x="3266348" y="7683482"/>
                  <a:pt x="3256018" y="7683485"/>
                </a:cubicBezTo>
                <a:cubicBezTo>
                  <a:pt x="3256018" y="7673160"/>
                  <a:pt x="3245690" y="7662839"/>
                  <a:pt x="3245690" y="7662839"/>
                </a:cubicBezTo>
                <a:lnTo>
                  <a:pt x="3245688" y="7673162"/>
                </a:lnTo>
                <a:lnTo>
                  <a:pt x="3233204" y="7637403"/>
                </a:lnTo>
                <a:close/>
                <a:moveTo>
                  <a:pt x="3217256" y="7536666"/>
                </a:moveTo>
                <a:lnTo>
                  <a:pt x="3221402" y="7555992"/>
                </a:lnTo>
                <a:lnTo>
                  <a:pt x="3225024" y="7559613"/>
                </a:lnTo>
                <a:lnTo>
                  <a:pt x="3225026" y="7566182"/>
                </a:lnTo>
                <a:lnTo>
                  <a:pt x="3222992" y="7563411"/>
                </a:lnTo>
                <a:lnTo>
                  <a:pt x="3228820" y="7590581"/>
                </a:lnTo>
                <a:lnTo>
                  <a:pt x="3235356" y="7590581"/>
                </a:lnTo>
                <a:cubicBezTo>
                  <a:pt x="3235356" y="7580259"/>
                  <a:pt x="3235356" y="7580259"/>
                  <a:pt x="3225026" y="7569936"/>
                </a:cubicBezTo>
                <a:lnTo>
                  <a:pt x="3225026" y="7566182"/>
                </a:lnTo>
                <a:lnTo>
                  <a:pt x="3235356" y="7580259"/>
                </a:lnTo>
                <a:close/>
                <a:moveTo>
                  <a:pt x="576853" y="7500311"/>
                </a:moveTo>
                <a:lnTo>
                  <a:pt x="576661" y="7505700"/>
                </a:lnTo>
                <a:lnTo>
                  <a:pt x="577664" y="7506488"/>
                </a:lnTo>
                <a:lnTo>
                  <a:pt x="580756" y="7503573"/>
                </a:lnTo>
                <a:close/>
                <a:moveTo>
                  <a:pt x="3058964" y="7357428"/>
                </a:moveTo>
                <a:lnTo>
                  <a:pt x="3110093" y="7465419"/>
                </a:lnTo>
                <a:lnTo>
                  <a:pt x="3147628" y="7527669"/>
                </a:lnTo>
                <a:close/>
                <a:moveTo>
                  <a:pt x="1935281" y="7216802"/>
                </a:moveTo>
                <a:lnTo>
                  <a:pt x="1937030" y="7220294"/>
                </a:lnTo>
                <a:lnTo>
                  <a:pt x="1937028" y="7232948"/>
                </a:lnTo>
                <a:lnTo>
                  <a:pt x="1937028" y="7245597"/>
                </a:lnTo>
                <a:cubicBezTo>
                  <a:pt x="1936446" y="7235999"/>
                  <a:pt x="1935863" y="7226400"/>
                  <a:pt x="1935281" y="7216802"/>
                </a:cubicBezTo>
                <a:close/>
                <a:moveTo>
                  <a:pt x="2891850" y="7157030"/>
                </a:moveTo>
                <a:lnTo>
                  <a:pt x="2894432" y="7157030"/>
                </a:lnTo>
                <a:cubicBezTo>
                  <a:pt x="2894430" y="7160471"/>
                  <a:pt x="2894430" y="7163912"/>
                  <a:pt x="2894429" y="7167353"/>
                </a:cubicBezTo>
                <a:close/>
                <a:moveTo>
                  <a:pt x="404158" y="7137999"/>
                </a:moveTo>
                <a:lnTo>
                  <a:pt x="401374" y="7139007"/>
                </a:lnTo>
                <a:cubicBezTo>
                  <a:pt x="401072" y="7144677"/>
                  <a:pt x="403046" y="7156478"/>
                  <a:pt x="408661" y="7178088"/>
                </a:cubicBezTo>
                <a:lnTo>
                  <a:pt x="412363" y="7181183"/>
                </a:lnTo>
                <a:close/>
                <a:moveTo>
                  <a:pt x="2918046" y="7071500"/>
                </a:moveTo>
                <a:lnTo>
                  <a:pt x="2915096" y="7074452"/>
                </a:lnTo>
                <a:cubicBezTo>
                  <a:pt x="2925426" y="7095093"/>
                  <a:pt x="2915093" y="7105416"/>
                  <a:pt x="2935756" y="7157030"/>
                </a:cubicBezTo>
                <a:cubicBezTo>
                  <a:pt x="2915093" y="7157027"/>
                  <a:pt x="2894432" y="7095093"/>
                  <a:pt x="2884102" y="7126059"/>
                </a:cubicBezTo>
                <a:cubicBezTo>
                  <a:pt x="2889268" y="7136382"/>
                  <a:pt x="2889268" y="7141548"/>
                  <a:pt x="2889268" y="7146705"/>
                </a:cubicBezTo>
                <a:lnTo>
                  <a:pt x="2891850" y="7157030"/>
                </a:lnTo>
                <a:lnTo>
                  <a:pt x="2884104" y="7157030"/>
                </a:lnTo>
                <a:lnTo>
                  <a:pt x="2884104" y="7167354"/>
                </a:lnTo>
                <a:lnTo>
                  <a:pt x="2884104" y="7177674"/>
                </a:lnTo>
                <a:cubicBezTo>
                  <a:pt x="2894432" y="7187996"/>
                  <a:pt x="2904764" y="7208642"/>
                  <a:pt x="2915096" y="7229289"/>
                </a:cubicBezTo>
                <a:lnTo>
                  <a:pt x="2925425" y="7239612"/>
                </a:lnTo>
                <a:cubicBezTo>
                  <a:pt x="2925425" y="7239612"/>
                  <a:pt x="2925425" y="7249932"/>
                  <a:pt x="2935756" y="7260254"/>
                </a:cubicBezTo>
                <a:cubicBezTo>
                  <a:pt x="2935756" y="7260254"/>
                  <a:pt x="2935757" y="7270577"/>
                  <a:pt x="2946089" y="7270578"/>
                </a:cubicBezTo>
                <a:cubicBezTo>
                  <a:pt x="2946089" y="7260257"/>
                  <a:pt x="2946089" y="7260257"/>
                  <a:pt x="2935752" y="7249928"/>
                </a:cubicBezTo>
                <a:cubicBezTo>
                  <a:pt x="2935752" y="7249928"/>
                  <a:pt x="2935756" y="7239608"/>
                  <a:pt x="2925425" y="7229289"/>
                </a:cubicBezTo>
                <a:cubicBezTo>
                  <a:pt x="2946086" y="7249932"/>
                  <a:pt x="2956418" y="7270577"/>
                  <a:pt x="2977079" y="7280901"/>
                </a:cubicBezTo>
                <a:cubicBezTo>
                  <a:pt x="2982244" y="7275741"/>
                  <a:pt x="2982248" y="7265417"/>
                  <a:pt x="2984831" y="7257674"/>
                </a:cubicBezTo>
                <a:lnTo>
                  <a:pt x="3003734" y="7251377"/>
                </a:lnTo>
                <a:lnTo>
                  <a:pt x="2942093" y="7133019"/>
                </a:lnTo>
                <a:close/>
                <a:moveTo>
                  <a:pt x="2915093" y="7063944"/>
                </a:moveTo>
                <a:lnTo>
                  <a:pt x="2915093" y="7064126"/>
                </a:lnTo>
                <a:lnTo>
                  <a:pt x="2915164" y="7064126"/>
                </a:lnTo>
                <a:cubicBezTo>
                  <a:pt x="2915140" y="7064067"/>
                  <a:pt x="2915117" y="7064004"/>
                  <a:pt x="2915093" y="7063944"/>
                </a:cubicBezTo>
                <a:close/>
                <a:moveTo>
                  <a:pt x="2849382" y="6895821"/>
                </a:moveTo>
                <a:lnTo>
                  <a:pt x="2848265" y="6901058"/>
                </a:lnTo>
                <a:cubicBezTo>
                  <a:pt x="2849880" y="6910896"/>
                  <a:pt x="2854398" y="6922835"/>
                  <a:pt x="2860859" y="6936381"/>
                </a:cubicBezTo>
                <a:lnTo>
                  <a:pt x="2875322" y="6962196"/>
                </a:lnTo>
                <a:close/>
                <a:moveTo>
                  <a:pt x="385241" y="6674598"/>
                </a:moveTo>
                <a:lnTo>
                  <a:pt x="385633" y="6679001"/>
                </a:lnTo>
                <a:cubicBezTo>
                  <a:pt x="387103" y="6695453"/>
                  <a:pt x="388735" y="6713736"/>
                  <a:pt x="390691" y="6735674"/>
                </a:cubicBezTo>
                <a:cubicBezTo>
                  <a:pt x="456884" y="6899270"/>
                  <a:pt x="457918" y="7076084"/>
                  <a:pt x="520061" y="7276901"/>
                </a:cubicBezTo>
                <a:cubicBezTo>
                  <a:pt x="513403" y="7284867"/>
                  <a:pt x="523978" y="7320776"/>
                  <a:pt x="526588" y="7350027"/>
                </a:cubicBezTo>
                <a:cubicBezTo>
                  <a:pt x="541213" y="7348715"/>
                  <a:pt x="546431" y="7407216"/>
                  <a:pt x="553093" y="7399248"/>
                </a:cubicBezTo>
                <a:cubicBezTo>
                  <a:pt x="557144" y="7362027"/>
                  <a:pt x="537298" y="7304837"/>
                  <a:pt x="566546" y="7302215"/>
                </a:cubicBezTo>
                <a:cubicBezTo>
                  <a:pt x="606235" y="7416590"/>
                  <a:pt x="611455" y="7475093"/>
                  <a:pt x="616675" y="7533593"/>
                </a:cubicBezTo>
                <a:cubicBezTo>
                  <a:pt x="617654" y="7544562"/>
                  <a:pt x="616568" y="7547885"/>
                  <a:pt x="614161" y="7546719"/>
                </a:cubicBezTo>
                <a:lnTo>
                  <a:pt x="609307" y="7540304"/>
                </a:lnTo>
                <a:lnTo>
                  <a:pt x="620531" y="7570017"/>
                </a:lnTo>
                <a:cubicBezTo>
                  <a:pt x="629965" y="7593128"/>
                  <a:pt x="639236" y="7614408"/>
                  <a:pt x="648503" y="7635690"/>
                </a:cubicBezTo>
                <a:cubicBezTo>
                  <a:pt x="641845" y="7643657"/>
                  <a:pt x="624608" y="7615721"/>
                  <a:pt x="627220" y="7644969"/>
                </a:cubicBezTo>
                <a:cubicBezTo>
                  <a:pt x="660385" y="7686221"/>
                  <a:pt x="664298" y="7730099"/>
                  <a:pt x="698768" y="7785975"/>
                </a:cubicBezTo>
                <a:cubicBezTo>
                  <a:pt x="698737" y="7806249"/>
                  <a:pt x="701281" y="7824449"/>
                  <a:pt x="705985" y="7842338"/>
                </a:cubicBezTo>
                <a:lnTo>
                  <a:pt x="719231" y="7878117"/>
                </a:lnTo>
                <a:lnTo>
                  <a:pt x="727777" y="7870068"/>
                </a:lnTo>
                <a:cubicBezTo>
                  <a:pt x="747623" y="7927256"/>
                  <a:pt x="766162" y="7969820"/>
                  <a:pt x="784700" y="8012382"/>
                </a:cubicBezTo>
                <a:lnTo>
                  <a:pt x="781397" y="8012736"/>
                </a:lnTo>
                <a:lnTo>
                  <a:pt x="795380" y="8042666"/>
                </a:lnTo>
                <a:cubicBezTo>
                  <a:pt x="808700" y="8026727"/>
                  <a:pt x="817970" y="8048009"/>
                  <a:pt x="824632" y="8040041"/>
                </a:cubicBezTo>
                <a:cubicBezTo>
                  <a:pt x="870980" y="8146451"/>
                  <a:pt x="930647" y="8236919"/>
                  <a:pt x="983654" y="8335359"/>
                </a:cubicBezTo>
                <a:lnTo>
                  <a:pt x="1037300" y="8419382"/>
                </a:lnTo>
                <a:lnTo>
                  <a:pt x="972338" y="8288648"/>
                </a:lnTo>
                <a:cubicBezTo>
                  <a:pt x="825709" y="7969799"/>
                  <a:pt x="696904" y="7641530"/>
                  <a:pt x="580660" y="7306610"/>
                </a:cubicBezTo>
                <a:cubicBezTo>
                  <a:pt x="536000" y="7176582"/>
                  <a:pt x="492655" y="7046556"/>
                  <a:pt x="452429" y="6916037"/>
                </a:cubicBezTo>
                <a:close/>
                <a:moveTo>
                  <a:pt x="2698146" y="6455090"/>
                </a:moveTo>
                <a:cubicBezTo>
                  <a:pt x="2708474" y="6506702"/>
                  <a:pt x="2718806" y="6589286"/>
                  <a:pt x="2749798" y="6671862"/>
                </a:cubicBezTo>
                <a:cubicBezTo>
                  <a:pt x="2765296" y="6713156"/>
                  <a:pt x="2780790" y="6749286"/>
                  <a:pt x="2796288" y="6776381"/>
                </a:cubicBezTo>
                <a:lnTo>
                  <a:pt x="2807396" y="6788406"/>
                </a:lnTo>
                <a:lnTo>
                  <a:pt x="2758038" y="6662120"/>
                </a:lnTo>
                <a:lnTo>
                  <a:pt x="2702070" y="6463778"/>
                </a:lnTo>
                <a:close/>
                <a:moveTo>
                  <a:pt x="1578806" y="6051324"/>
                </a:moveTo>
                <a:lnTo>
                  <a:pt x="1578095" y="6052265"/>
                </a:lnTo>
                <a:lnTo>
                  <a:pt x="1579340" y="6053457"/>
                </a:lnTo>
                <a:close/>
                <a:moveTo>
                  <a:pt x="3157676" y="5831444"/>
                </a:moveTo>
                <a:lnTo>
                  <a:pt x="3167154" y="5897463"/>
                </a:lnTo>
                <a:lnTo>
                  <a:pt x="3179536" y="5918415"/>
                </a:lnTo>
                <a:lnTo>
                  <a:pt x="3183389" y="5926548"/>
                </a:lnTo>
                <a:close/>
                <a:moveTo>
                  <a:pt x="1608035" y="5790446"/>
                </a:moveTo>
                <a:lnTo>
                  <a:pt x="1608806" y="5802330"/>
                </a:lnTo>
                <a:lnTo>
                  <a:pt x="1608036" y="5803103"/>
                </a:lnTo>
                <a:close/>
                <a:moveTo>
                  <a:pt x="1620094" y="5777793"/>
                </a:moveTo>
                <a:lnTo>
                  <a:pt x="1620690" y="5777793"/>
                </a:lnTo>
                <a:lnTo>
                  <a:pt x="1620689" y="5790449"/>
                </a:lnTo>
                <a:cubicBezTo>
                  <a:pt x="1620491" y="5786231"/>
                  <a:pt x="1620293" y="5782011"/>
                  <a:pt x="1620094" y="5777793"/>
                </a:cubicBezTo>
                <a:close/>
                <a:moveTo>
                  <a:pt x="987599" y="5658741"/>
                </a:moveTo>
                <a:lnTo>
                  <a:pt x="986690" y="5662070"/>
                </a:lnTo>
                <a:lnTo>
                  <a:pt x="988007" y="5663910"/>
                </a:lnTo>
                <a:close/>
                <a:moveTo>
                  <a:pt x="179521" y="5654276"/>
                </a:moveTo>
                <a:cubicBezTo>
                  <a:pt x="176486" y="5655123"/>
                  <a:pt x="173573" y="5658609"/>
                  <a:pt x="170569" y="5666250"/>
                </a:cubicBezTo>
                <a:cubicBezTo>
                  <a:pt x="185059" y="5746032"/>
                  <a:pt x="196937" y="5796564"/>
                  <a:pt x="203464" y="5869691"/>
                </a:cubicBezTo>
                <a:cubicBezTo>
                  <a:pt x="208685" y="5928194"/>
                  <a:pt x="221867" y="5993349"/>
                  <a:pt x="224344" y="6103695"/>
                </a:cubicBezTo>
                <a:cubicBezTo>
                  <a:pt x="224344" y="6103695"/>
                  <a:pt x="209719" y="6105008"/>
                  <a:pt x="211024" y="6119633"/>
                </a:cubicBezTo>
                <a:cubicBezTo>
                  <a:pt x="233477" y="6206070"/>
                  <a:pt x="224212" y="6184790"/>
                  <a:pt x="245357" y="6256604"/>
                </a:cubicBezTo>
                <a:cubicBezTo>
                  <a:pt x="247969" y="6285855"/>
                  <a:pt x="250579" y="6315104"/>
                  <a:pt x="254494" y="6358982"/>
                </a:cubicBezTo>
                <a:lnTo>
                  <a:pt x="266614" y="6397541"/>
                </a:lnTo>
                <a:lnTo>
                  <a:pt x="260396" y="6349323"/>
                </a:lnTo>
                <a:cubicBezTo>
                  <a:pt x="254164" y="6300128"/>
                  <a:pt x="247931" y="6250931"/>
                  <a:pt x="238729" y="6189101"/>
                </a:cubicBezTo>
                <a:cubicBezTo>
                  <a:pt x="242779" y="6151881"/>
                  <a:pt x="248135" y="6129287"/>
                  <a:pt x="245522" y="6100037"/>
                </a:cubicBezTo>
                <a:cubicBezTo>
                  <a:pt x="235667" y="6030894"/>
                  <a:pt x="227479" y="5959761"/>
                  <a:pt x="221948" y="5887466"/>
                </a:cubicBezTo>
                <a:lnTo>
                  <a:pt x="214630" y="5676320"/>
                </a:lnTo>
                <a:lnTo>
                  <a:pt x="200849" y="5668716"/>
                </a:lnTo>
                <a:cubicBezTo>
                  <a:pt x="192137" y="5661435"/>
                  <a:pt x="185588" y="5652579"/>
                  <a:pt x="179521" y="5654276"/>
                </a:cubicBezTo>
                <a:close/>
                <a:moveTo>
                  <a:pt x="207314" y="5516166"/>
                </a:moveTo>
                <a:lnTo>
                  <a:pt x="207958" y="5528946"/>
                </a:lnTo>
                <a:lnTo>
                  <a:pt x="211150" y="5547980"/>
                </a:lnTo>
                <a:lnTo>
                  <a:pt x="210569" y="5526123"/>
                </a:lnTo>
                <a:close/>
                <a:moveTo>
                  <a:pt x="192424" y="5257115"/>
                </a:moveTo>
                <a:lnTo>
                  <a:pt x="193628" y="5272157"/>
                </a:lnTo>
                <a:lnTo>
                  <a:pt x="191896" y="5279469"/>
                </a:lnTo>
                <a:lnTo>
                  <a:pt x="193616" y="5297948"/>
                </a:lnTo>
                <a:lnTo>
                  <a:pt x="196162" y="5303711"/>
                </a:lnTo>
                <a:lnTo>
                  <a:pt x="193628" y="5272157"/>
                </a:lnTo>
                <a:lnTo>
                  <a:pt x="193729" y="5271741"/>
                </a:lnTo>
                <a:cubicBezTo>
                  <a:pt x="193729" y="5271741"/>
                  <a:pt x="193729" y="5271741"/>
                  <a:pt x="192424" y="5257115"/>
                </a:cubicBezTo>
                <a:close/>
                <a:moveTo>
                  <a:pt x="167189" y="5242794"/>
                </a:moveTo>
                <a:cubicBezTo>
                  <a:pt x="165524" y="5244786"/>
                  <a:pt x="165853" y="5248443"/>
                  <a:pt x="169834" y="5251772"/>
                </a:cubicBezTo>
                <a:cubicBezTo>
                  <a:pt x="167089" y="5303616"/>
                  <a:pt x="170969" y="5367765"/>
                  <a:pt x="174181" y="5434740"/>
                </a:cubicBezTo>
                <a:lnTo>
                  <a:pt x="175744" y="5481300"/>
                </a:lnTo>
                <a:lnTo>
                  <a:pt x="176030" y="5479637"/>
                </a:lnTo>
                <a:cubicBezTo>
                  <a:pt x="178870" y="5470169"/>
                  <a:pt x="182201" y="5466183"/>
                  <a:pt x="181550" y="5458872"/>
                </a:cubicBezTo>
                <a:cubicBezTo>
                  <a:pt x="186184" y="5469513"/>
                  <a:pt x="190166" y="5472840"/>
                  <a:pt x="193984" y="5474340"/>
                </a:cubicBezTo>
                <a:lnTo>
                  <a:pt x="201959" y="5477472"/>
                </a:lnTo>
                <a:lnTo>
                  <a:pt x="196402" y="5432868"/>
                </a:lnTo>
                <a:cubicBezTo>
                  <a:pt x="189137" y="5390691"/>
                  <a:pt x="181877" y="5348513"/>
                  <a:pt x="176849" y="5308184"/>
                </a:cubicBezTo>
                <a:lnTo>
                  <a:pt x="173353" y="5243462"/>
                </a:lnTo>
                <a:close/>
                <a:moveTo>
                  <a:pt x="1645996" y="5183081"/>
                </a:moveTo>
                <a:lnTo>
                  <a:pt x="1645996" y="5195732"/>
                </a:lnTo>
                <a:lnTo>
                  <a:pt x="1633342" y="5195732"/>
                </a:lnTo>
                <a:close/>
                <a:moveTo>
                  <a:pt x="1620689" y="5043891"/>
                </a:moveTo>
                <a:cubicBezTo>
                  <a:pt x="1620690" y="5069196"/>
                  <a:pt x="1620690" y="5107157"/>
                  <a:pt x="1633343" y="5119812"/>
                </a:cubicBezTo>
                <a:cubicBezTo>
                  <a:pt x="1633342" y="5132463"/>
                  <a:pt x="1633343" y="5145120"/>
                  <a:pt x="1620690" y="5145120"/>
                </a:cubicBezTo>
                <a:cubicBezTo>
                  <a:pt x="1620689" y="5157771"/>
                  <a:pt x="1620689" y="5170424"/>
                  <a:pt x="1633342" y="5170424"/>
                </a:cubicBezTo>
                <a:cubicBezTo>
                  <a:pt x="1633343" y="5174643"/>
                  <a:pt x="1633344" y="5178861"/>
                  <a:pt x="1633343" y="5183081"/>
                </a:cubicBezTo>
                <a:cubicBezTo>
                  <a:pt x="1633343" y="5187296"/>
                  <a:pt x="1633342" y="5191514"/>
                  <a:pt x="1633342" y="5195732"/>
                </a:cubicBezTo>
                <a:lnTo>
                  <a:pt x="1633342" y="5208387"/>
                </a:lnTo>
                <a:lnTo>
                  <a:pt x="1633343" y="5221041"/>
                </a:lnTo>
                <a:lnTo>
                  <a:pt x="1645996" y="5221038"/>
                </a:lnTo>
                <a:cubicBezTo>
                  <a:pt x="1645996" y="5284307"/>
                  <a:pt x="1633343" y="5221041"/>
                  <a:pt x="1620689" y="5233692"/>
                </a:cubicBezTo>
                <a:cubicBezTo>
                  <a:pt x="1608036" y="5246345"/>
                  <a:pt x="1620690" y="5259002"/>
                  <a:pt x="1633343" y="5246346"/>
                </a:cubicBezTo>
                <a:cubicBezTo>
                  <a:pt x="1633342" y="5309613"/>
                  <a:pt x="1620689" y="5246345"/>
                  <a:pt x="1620689" y="5284307"/>
                </a:cubicBezTo>
                <a:cubicBezTo>
                  <a:pt x="1620689" y="5284307"/>
                  <a:pt x="1620689" y="5322267"/>
                  <a:pt x="1620694" y="5360228"/>
                </a:cubicBezTo>
                <a:lnTo>
                  <a:pt x="1608036" y="5372882"/>
                </a:lnTo>
                <a:cubicBezTo>
                  <a:pt x="1608036" y="5372882"/>
                  <a:pt x="1608035" y="5385537"/>
                  <a:pt x="1620689" y="5385533"/>
                </a:cubicBezTo>
                <a:lnTo>
                  <a:pt x="1608035" y="5385537"/>
                </a:lnTo>
                <a:cubicBezTo>
                  <a:pt x="1633343" y="5436149"/>
                  <a:pt x="1595381" y="5474111"/>
                  <a:pt x="1620689" y="5512071"/>
                </a:cubicBezTo>
                <a:lnTo>
                  <a:pt x="1620690" y="5524721"/>
                </a:lnTo>
                <a:lnTo>
                  <a:pt x="1620689" y="5550032"/>
                </a:lnTo>
                <a:cubicBezTo>
                  <a:pt x="1620690" y="5562681"/>
                  <a:pt x="1620690" y="5562681"/>
                  <a:pt x="1633342" y="5550032"/>
                </a:cubicBezTo>
                <a:cubicBezTo>
                  <a:pt x="1608035" y="5575335"/>
                  <a:pt x="1620690" y="5613299"/>
                  <a:pt x="1620689" y="5651259"/>
                </a:cubicBezTo>
                <a:cubicBezTo>
                  <a:pt x="1620689" y="5663913"/>
                  <a:pt x="1620689" y="5651259"/>
                  <a:pt x="1608035" y="5651259"/>
                </a:cubicBezTo>
                <a:lnTo>
                  <a:pt x="1608035" y="5663913"/>
                </a:lnTo>
                <a:cubicBezTo>
                  <a:pt x="1608035" y="5676567"/>
                  <a:pt x="1608035" y="5676567"/>
                  <a:pt x="1620689" y="5676567"/>
                </a:cubicBezTo>
                <a:lnTo>
                  <a:pt x="1620689" y="5689218"/>
                </a:lnTo>
                <a:cubicBezTo>
                  <a:pt x="1620690" y="5701871"/>
                  <a:pt x="1620690" y="5701871"/>
                  <a:pt x="1633342" y="5701869"/>
                </a:cubicBezTo>
                <a:cubicBezTo>
                  <a:pt x="1642835" y="5739831"/>
                  <a:pt x="1623851" y="5735088"/>
                  <a:pt x="1619108" y="5757035"/>
                </a:cubicBezTo>
                <a:cubicBezTo>
                  <a:pt x="1619435" y="5763954"/>
                  <a:pt x="1619766" y="5770875"/>
                  <a:pt x="1620094" y="5777793"/>
                </a:cubicBezTo>
                <a:lnTo>
                  <a:pt x="1608035" y="5777793"/>
                </a:lnTo>
                <a:lnTo>
                  <a:pt x="1608036" y="5765139"/>
                </a:lnTo>
                <a:lnTo>
                  <a:pt x="1595382" y="5714528"/>
                </a:lnTo>
                <a:cubicBezTo>
                  <a:pt x="1595382" y="5710310"/>
                  <a:pt x="1595382" y="5706092"/>
                  <a:pt x="1595386" y="5701874"/>
                </a:cubicBezTo>
                <a:lnTo>
                  <a:pt x="1582726" y="5714528"/>
                </a:lnTo>
                <a:cubicBezTo>
                  <a:pt x="1570074" y="5651259"/>
                  <a:pt x="1544766" y="5562684"/>
                  <a:pt x="1557422" y="5499417"/>
                </a:cubicBezTo>
                <a:cubicBezTo>
                  <a:pt x="1570074" y="5499414"/>
                  <a:pt x="1570078" y="5436149"/>
                  <a:pt x="1570076" y="5372882"/>
                </a:cubicBezTo>
                <a:cubicBezTo>
                  <a:pt x="1570076" y="5309618"/>
                  <a:pt x="1582726" y="5259002"/>
                  <a:pt x="1608035" y="5271653"/>
                </a:cubicBezTo>
                <a:cubicBezTo>
                  <a:pt x="1620690" y="5183081"/>
                  <a:pt x="1620690" y="5145120"/>
                  <a:pt x="1620689" y="5043891"/>
                </a:cubicBezTo>
                <a:close/>
                <a:moveTo>
                  <a:pt x="139210" y="4996022"/>
                </a:moveTo>
                <a:lnTo>
                  <a:pt x="139087" y="5001062"/>
                </a:lnTo>
                <a:cubicBezTo>
                  <a:pt x="137144" y="5033484"/>
                  <a:pt x="133681" y="5066966"/>
                  <a:pt x="127640" y="5102522"/>
                </a:cubicBezTo>
                <a:cubicBezTo>
                  <a:pt x="134267" y="5114828"/>
                  <a:pt x="139226" y="5129124"/>
                  <a:pt x="143042" y="5144790"/>
                </a:cubicBezTo>
                <a:lnTo>
                  <a:pt x="144632" y="5154192"/>
                </a:lnTo>
                <a:lnTo>
                  <a:pt x="142862" y="5083734"/>
                </a:lnTo>
                <a:lnTo>
                  <a:pt x="142894" y="5017103"/>
                </a:lnTo>
                <a:close/>
                <a:moveTo>
                  <a:pt x="2966222" y="4796178"/>
                </a:moveTo>
                <a:cubicBezTo>
                  <a:pt x="2943960" y="4811502"/>
                  <a:pt x="2946632" y="4827998"/>
                  <a:pt x="2947385" y="4848713"/>
                </a:cubicBezTo>
                <a:cubicBezTo>
                  <a:pt x="2955606" y="5132568"/>
                  <a:pt x="2968048" y="5418345"/>
                  <a:pt x="3017699" y="5700701"/>
                </a:cubicBezTo>
                <a:cubicBezTo>
                  <a:pt x="3023795" y="5754405"/>
                  <a:pt x="3046768" y="5815799"/>
                  <a:pt x="3017195" y="5858349"/>
                </a:cubicBezTo>
                <a:cubicBezTo>
                  <a:pt x="2968038" y="5932724"/>
                  <a:pt x="2999442" y="5997959"/>
                  <a:pt x="3016649" y="6072003"/>
                </a:cubicBezTo>
                <a:cubicBezTo>
                  <a:pt x="3039366" y="6212220"/>
                  <a:pt x="3071866" y="6350528"/>
                  <a:pt x="3109499" y="6487352"/>
                </a:cubicBezTo>
                <a:lnTo>
                  <a:pt x="3193523" y="6763580"/>
                </a:lnTo>
                <a:lnTo>
                  <a:pt x="3215621" y="6797463"/>
                </a:lnTo>
                <a:cubicBezTo>
                  <a:pt x="3249426" y="6839049"/>
                  <a:pt x="3282842" y="6860072"/>
                  <a:pt x="3303474" y="6938549"/>
                </a:cubicBezTo>
                <a:cubicBezTo>
                  <a:pt x="3297698" y="6953375"/>
                  <a:pt x="3281246" y="6929888"/>
                  <a:pt x="3273834" y="6927000"/>
                </a:cubicBezTo>
                <a:cubicBezTo>
                  <a:pt x="3320687" y="7047710"/>
                  <a:pt x="3343676" y="7142046"/>
                  <a:pt x="3415644" y="7264004"/>
                </a:cubicBezTo>
                <a:cubicBezTo>
                  <a:pt x="3414011" y="7246292"/>
                  <a:pt x="3425944" y="7259478"/>
                  <a:pt x="3440762" y="7265252"/>
                </a:cubicBezTo>
                <a:cubicBezTo>
                  <a:pt x="3473669" y="7312224"/>
                  <a:pt x="3484348" y="7350537"/>
                  <a:pt x="3497912" y="7381436"/>
                </a:cubicBezTo>
                <a:cubicBezTo>
                  <a:pt x="3511478" y="7412334"/>
                  <a:pt x="3529565" y="7453533"/>
                  <a:pt x="3572770" y="7495980"/>
                </a:cubicBezTo>
                <a:cubicBezTo>
                  <a:pt x="3586336" y="7526879"/>
                  <a:pt x="3568628" y="7528518"/>
                  <a:pt x="3594125" y="7572603"/>
                </a:cubicBezTo>
                <a:cubicBezTo>
                  <a:pt x="3617988" y="7598976"/>
                  <a:pt x="3619242" y="7573851"/>
                  <a:pt x="3644740" y="7617936"/>
                </a:cubicBezTo>
                <a:cubicBezTo>
                  <a:pt x="3652529" y="7663661"/>
                  <a:pt x="3707664" y="7719294"/>
                  <a:pt x="3749616" y="7786866"/>
                </a:cubicBezTo>
                <a:cubicBezTo>
                  <a:pt x="3743840" y="7801694"/>
                  <a:pt x="3785789" y="7869264"/>
                  <a:pt x="3817064" y="7898523"/>
                </a:cubicBezTo>
                <a:cubicBezTo>
                  <a:pt x="3812542" y="7888224"/>
                  <a:pt x="3812542" y="7888224"/>
                  <a:pt x="3812542" y="7888224"/>
                </a:cubicBezTo>
                <a:cubicBezTo>
                  <a:pt x="3808019" y="7877925"/>
                  <a:pt x="3800610" y="7875038"/>
                  <a:pt x="3810908" y="7870512"/>
                </a:cubicBezTo>
                <a:cubicBezTo>
                  <a:pt x="3810908" y="7870512"/>
                  <a:pt x="3815429" y="7880811"/>
                  <a:pt x="3822840" y="7883699"/>
                </a:cubicBezTo>
                <a:cubicBezTo>
                  <a:pt x="3833136" y="7879172"/>
                  <a:pt x="3833136" y="7879172"/>
                  <a:pt x="3833136" y="7879172"/>
                </a:cubicBezTo>
                <a:cubicBezTo>
                  <a:pt x="3857000" y="7905546"/>
                  <a:pt x="3848336" y="7927785"/>
                  <a:pt x="3839292" y="7907186"/>
                </a:cubicBezTo>
                <a:cubicBezTo>
                  <a:pt x="3843814" y="7917485"/>
                  <a:pt x="3843814" y="7917485"/>
                  <a:pt x="3843814" y="7917485"/>
                </a:cubicBezTo>
                <a:cubicBezTo>
                  <a:pt x="3848336" y="7927785"/>
                  <a:pt x="3845448" y="7935197"/>
                  <a:pt x="3845448" y="7935197"/>
                </a:cubicBezTo>
                <a:cubicBezTo>
                  <a:pt x="3838038" y="7932311"/>
                  <a:pt x="3833518" y="7922010"/>
                  <a:pt x="3826106" y="7919123"/>
                </a:cubicBezTo>
                <a:lnTo>
                  <a:pt x="3821928" y="7917495"/>
                </a:lnTo>
                <a:lnTo>
                  <a:pt x="4217118" y="8397302"/>
                </a:lnTo>
                <a:lnTo>
                  <a:pt x="4226942" y="8401994"/>
                </a:lnTo>
                <a:cubicBezTo>
                  <a:pt x="4241414" y="8414948"/>
                  <a:pt x="4252336" y="8430108"/>
                  <a:pt x="4264216" y="8443161"/>
                </a:cubicBezTo>
                <a:lnTo>
                  <a:pt x="4315950" y="8494650"/>
                </a:lnTo>
                <a:lnTo>
                  <a:pt x="4779590" y="8921636"/>
                </a:lnTo>
                <a:lnTo>
                  <a:pt x="5003136" y="9083376"/>
                </a:lnTo>
                <a:lnTo>
                  <a:pt x="5015632" y="9083552"/>
                </a:lnTo>
                <a:cubicBezTo>
                  <a:pt x="5024545" y="9085068"/>
                  <a:pt x="5033383" y="9086128"/>
                  <a:pt x="5042230" y="9085005"/>
                </a:cubicBezTo>
                <a:lnTo>
                  <a:pt x="5052194" y="9080643"/>
                </a:lnTo>
                <a:lnTo>
                  <a:pt x="4898326" y="8953278"/>
                </a:lnTo>
                <a:lnTo>
                  <a:pt x="4893268" y="8949717"/>
                </a:lnTo>
                <a:lnTo>
                  <a:pt x="4882082" y="8939832"/>
                </a:lnTo>
                <a:lnTo>
                  <a:pt x="4873380" y="8932628"/>
                </a:lnTo>
                <a:lnTo>
                  <a:pt x="4870010" y="8929164"/>
                </a:lnTo>
                <a:lnTo>
                  <a:pt x="4733957" y="8808936"/>
                </a:lnTo>
                <a:cubicBezTo>
                  <a:pt x="4631488" y="8711421"/>
                  <a:pt x="4534811" y="8608635"/>
                  <a:pt x="4433788" y="8512905"/>
                </a:cubicBezTo>
                <a:cubicBezTo>
                  <a:pt x="4415758" y="8497914"/>
                  <a:pt x="4399007" y="8480116"/>
                  <a:pt x="4384469" y="8459937"/>
                </a:cubicBezTo>
                <a:lnTo>
                  <a:pt x="4349390" y="8394454"/>
                </a:lnTo>
                <a:lnTo>
                  <a:pt x="4290320" y="8320214"/>
                </a:lnTo>
                <a:cubicBezTo>
                  <a:pt x="4270846" y="8294244"/>
                  <a:pt x="4250630" y="8267079"/>
                  <a:pt x="4225055" y="8236626"/>
                </a:cubicBezTo>
                <a:cubicBezTo>
                  <a:pt x="4215508" y="8242574"/>
                  <a:pt x="4229195" y="8253926"/>
                  <a:pt x="4219649" y="8259875"/>
                </a:cubicBezTo>
                <a:cubicBezTo>
                  <a:pt x="4178580" y="8225817"/>
                  <a:pt x="4158950" y="8204915"/>
                  <a:pt x="4133375" y="8174462"/>
                </a:cubicBezTo>
                <a:cubicBezTo>
                  <a:pt x="4115544" y="8145812"/>
                  <a:pt x="4089970" y="8115359"/>
                  <a:pt x="4052508" y="8065806"/>
                </a:cubicBezTo>
                <a:cubicBezTo>
                  <a:pt x="4056113" y="8050307"/>
                  <a:pt x="4022792" y="8018054"/>
                  <a:pt x="4006766" y="7981653"/>
                </a:cubicBezTo>
                <a:cubicBezTo>
                  <a:pt x="4010906" y="7998953"/>
                  <a:pt x="4009104" y="8006702"/>
                  <a:pt x="3989472" y="7985799"/>
                </a:cubicBezTo>
                <a:cubicBezTo>
                  <a:pt x="3955616" y="7920747"/>
                  <a:pt x="3871145" y="7827588"/>
                  <a:pt x="3868270" y="7769745"/>
                </a:cubicBezTo>
                <a:cubicBezTo>
                  <a:pt x="3813515" y="7724337"/>
                  <a:pt x="3773716" y="7649735"/>
                  <a:pt x="3743464" y="7569188"/>
                </a:cubicBezTo>
                <a:cubicBezTo>
                  <a:pt x="3735718" y="7567386"/>
                  <a:pt x="3735718" y="7567386"/>
                  <a:pt x="3735718" y="7567386"/>
                </a:cubicBezTo>
                <a:cubicBezTo>
                  <a:pt x="3735718" y="7567386"/>
                  <a:pt x="3737522" y="7559636"/>
                  <a:pt x="3737522" y="7559636"/>
                </a:cubicBezTo>
                <a:cubicBezTo>
                  <a:pt x="3729776" y="7557836"/>
                  <a:pt x="3725634" y="7540536"/>
                  <a:pt x="3725634" y="7540536"/>
                </a:cubicBezTo>
                <a:cubicBezTo>
                  <a:pt x="3719692" y="7530986"/>
                  <a:pt x="3727436" y="7532787"/>
                  <a:pt x="3733379" y="7542338"/>
                </a:cubicBezTo>
                <a:lnTo>
                  <a:pt x="3736644" y="7543607"/>
                </a:lnTo>
                <a:lnTo>
                  <a:pt x="3739324" y="7551888"/>
                </a:lnTo>
                <a:cubicBezTo>
                  <a:pt x="3740224" y="7548014"/>
                  <a:pt x="3740675" y="7546076"/>
                  <a:pt x="3739932" y="7544883"/>
                </a:cubicBezTo>
                <a:lnTo>
                  <a:pt x="3736644" y="7543607"/>
                </a:lnTo>
                <a:lnTo>
                  <a:pt x="3732942" y="7532154"/>
                </a:lnTo>
                <a:cubicBezTo>
                  <a:pt x="3723116" y="7511873"/>
                  <a:pt x="3706500" y="7491162"/>
                  <a:pt x="3715014" y="7480890"/>
                </a:cubicBezTo>
                <a:cubicBezTo>
                  <a:pt x="3770304" y="7559094"/>
                  <a:pt x="3820384" y="7554407"/>
                  <a:pt x="3862522" y="7654056"/>
                </a:cubicBezTo>
                <a:cubicBezTo>
                  <a:pt x="3858917" y="7669554"/>
                  <a:pt x="3839284" y="7648652"/>
                  <a:pt x="3831539" y="7646849"/>
                </a:cubicBezTo>
                <a:cubicBezTo>
                  <a:pt x="3895112" y="7759652"/>
                  <a:pt x="3931307" y="7849751"/>
                  <a:pt x="4019918" y="7960209"/>
                </a:cubicBezTo>
                <a:cubicBezTo>
                  <a:pt x="4015778" y="7942910"/>
                  <a:pt x="4029467" y="7954263"/>
                  <a:pt x="4044958" y="7957865"/>
                </a:cubicBezTo>
                <a:cubicBezTo>
                  <a:pt x="4084220" y="7999671"/>
                  <a:pt x="4100249" y="8036070"/>
                  <a:pt x="4118078" y="8064722"/>
                </a:cubicBezTo>
                <a:cubicBezTo>
                  <a:pt x="4135908" y="8093373"/>
                  <a:pt x="4159680" y="8131574"/>
                  <a:pt x="4208492" y="8167431"/>
                </a:cubicBezTo>
                <a:cubicBezTo>
                  <a:pt x="4226321" y="8196083"/>
                  <a:pt x="4209028" y="8200229"/>
                  <a:pt x="4240546" y="8240231"/>
                </a:cubicBezTo>
                <a:cubicBezTo>
                  <a:pt x="4267924" y="8262935"/>
                  <a:pt x="4265585" y="8237888"/>
                  <a:pt x="4297103" y="8277890"/>
                </a:cubicBezTo>
                <a:cubicBezTo>
                  <a:pt x="4304214" y="8299964"/>
                  <a:pt x="4323398" y="8322803"/>
                  <a:pt x="4347194" y="8347739"/>
                </a:cubicBezTo>
                <a:lnTo>
                  <a:pt x="4351784" y="8352600"/>
                </a:lnTo>
                <a:lnTo>
                  <a:pt x="4361840" y="8340473"/>
                </a:lnTo>
                <a:lnTo>
                  <a:pt x="4268230" y="8210715"/>
                </a:lnTo>
                <a:lnTo>
                  <a:pt x="4380947" y="8337401"/>
                </a:lnTo>
                <a:lnTo>
                  <a:pt x="4391542" y="8337747"/>
                </a:lnTo>
                <a:cubicBezTo>
                  <a:pt x="4397750" y="8343965"/>
                  <a:pt x="4402250" y="8353925"/>
                  <a:pt x="4408034" y="8361078"/>
                </a:cubicBezTo>
                <a:cubicBezTo>
                  <a:pt x="4482524" y="8435680"/>
                  <a:pt x="4562459" y="8508246"/>
                  <a:pt x="4635240" y="8586590"/>
                </a:cubicBezTo>
                <a:lnTo>
                  <a:pt x="5039628" y="8963541"/>
                </a:lnTo>
                <a:lnTo>
                  <a:pt x="5454780" y="9255388"/>
                </a:lnTo>
                <a:cubicBezTo>
                  <a:pt x="5602636" y="9352022"/>
                  <a:pt x="5753536" y="9444945"/>
                  <a:pt x="5905180" y="9536937"/>
                </a:cubicBezTo>
                <a:cubicBezTo>
                  <a:pt x="5519662" y="9287486"/>
                  <a:pt x="5171191" y="9001436"/>
                  <a:pt x="4854150" y="8681319"/>
                </a:cubicBezTo>
                <a:lnTo>
                  <a:pt x="4576214" y="8371013"/>
                </a:lnTo>
                <a:lnTo>
                  <a:pt x="4394212" y="8183049"/>
                </a:lnTo>
                <a:lnTo>
                  <a:pt x="4349627" y="8105747"/>
                </a:lnTo>
                <a:lnTo>
                  <a:pt x="4344314" y="8098556"/>
                </a:lnTo>
                <a:lnTo>
                  <a:pt x="4243772" y="7987931"/>
                </a:lnTo>
                <a:cubicBezTo>
                  <a:pt x="3819179" y="7473444"/>
                  <a:pt x="3485410" y="6881225"/>
                  <a:pt x="3267006" y="6235823"/>
                </a:cubicBezTo>
                <a:lnTo>
                  <a:pt x="3211728" y="6031370"/>
                </a:lnTo>
                <a:lnTo>
                  <a:pt x="3206867" y="6033956"/>
                </a:lnTo>
                <a:cubicBezTo>
                  <a:pt x="3204473" y="6033330"/>
                  <a:pt x="3202001" y="6031191"/>
                  <a:pt x="3199584" y="6028499"/>
                </a:cubicBezTo>
                <a:lnTo>
                  <a:pt x="3192322" y="6019941"/>
                </a:lnTo>
                <a:lnTo>
                  <a:pt x="3227930" y="6178428"/>
                </a:lnTo>
                <a:cubicBezTo>
                  <a:pt x="3231658" y="6195404"/>
                  <a:pt x="3236465" y="6210009"/>
                  <a:pt x="3224717" y="6218504"/>
                </a:cubicBezTo>
                <a:lnTo>
                  <a:pt x="3221740" y="6219554"/>
                </a:lnTo>
                <a:lnTo>
                  <a:pt x="3233850" y="6276857"/>
                </a:lnTo>
                <a:cubicBezTo>
                  <a:pt x="3241373" y="6306689"/>
                  <a:pt x="3250618" y="6337751"/>
                  <a:pt x="3262542" y="6371084"/>
                </a:cubicBezTo>
                <a:cubicBezTo>
                  <a:pt x="3264276" y="6353381"/>
                  <a:pt x="3273509" y="6368579"/>
                  <a:pt x="3286976" y="6377040"/>
                </a:cubicBezTo>
                <a:cubicBezTo>
                  <a:pt x="3310442" y="6429372"/>
                  <a:pt x="3313712" y="6469010"/>
                  <a:pt x="3321210" y="6501911"/>
                </a:cubicBezTo>
                <a:cubicBezTo>
                  <a:pt x="3328712" y="6534812"/>
                  <a:pt x="3338714" y="6578682"/>
                  <a:pt x="3373146" y="6628508"/>
                </a:cubicBezTo>
                <a:cubicBezTo>
                  <a:pt x="3380648" y="6661410"/>
                  <a:pt x="3362948" y="6659682"/>
                  <a:pt x="3379682" y="6707784"/>
                </a:cubicBezTo>
                <a:cubicBezTo>
                  <a:pt x="3398150" y="6738179"/>
                  <a:pt x="3404116" y="6713741"/>
                  <a:pt x="3420848" y="6761841"/>
                </a:cubicBezTo>
                <a:cubicBezTo>
                  <a:pt x="3419885" y="6808215"/>
                  <a:pt x="3463552" y="6873239"/>
                  <a:pt x="3492018" y="6947505"/>
                </a:cubicBezTo>
                <a:cubicBezTo>
                  <a:pt x="3483552" y="6960977"/>
                  <a:pt x="3512021" y="7035242"/>
                  <a:pt x="3537221" y="7069871"/>
                </a:cubicBezTo>
                <a:cubicBezTo>
                  <a:pt x="3534720" y="7058904"/>
                  <a:pt x="3534720" y="7058904"/>
                  <a:pt x="3534720" y="7058904"/>
                </a:cubicBezTo>
                <a:cubicBezTo>
                  <a:pt x="3532220" y="7047936"/>
                  <a:pt x="3525488" y="7043706"/>
                  <a:pt x="3536454" y="7041201"/>
                </a:cubicBezTo>
                <a:cubicBezTo>
                  <a:pt x="3536454" y="7041201"/>
                  <a:pt x="3538955" y="7052168"/>
                  <a:pt x="3545687" y="7056398"/>
                </a:cubicBezTo>
                <a:cubicBezTo>
                  <a:pt x="3556652" y="7053894"/>
                  <a:pt x="3556652" y="7053894"/>
                  <a:pt x="3556652" y="7053894"/>
                </a:cubicBezTo>
                <a:cubicBezTo>
                  <a:pt x="3575120" y="7084290"/>
                  <a:pt x="3562421" y="7104500"/>
                  <a:pt x="3557422" y="7082565"/>
                </a:cubicBezTo>
                <a:cubicBezTo>
                  <a:pt x="3559922" y="7093532"/>
                  <a:pt x="3559922" y="7093532"/>
                  <a:pt x="3559922" y="7093532"/>
                </a:cubicBezTo>
                <a:cubicBezTo>
                  <a:pt x="3562421" y="7104500"/>
                  <a:pt x="3558190" y="7111235"/>
                  <a:pt x="3558190" y="7111235"/>
                </a:cubicBezTo>
                <a:cubicBezTo>
                  <a:pt x="3551456" y="7107003"/>
                  <a:pt x="3548956" y="7096035"/>
                  <a:pt x="3542222" y="7091805"/>
                </a:cubicBezTo>
                <a:cubicBezTo>
                  <a:pt x="3522022" y="7079111"/>
                  <a:pt x="3499322" y="7055451"/>
                  <a:pt x="3516058" y="7103550"/>
                </a:cubicBezTo>
                <a:cubicBezTo>
                  <a:pt x="3474122" y="7020822"/>
                  <a:pt x="3448154" y="6957524"/>
                  <a:pt x="3433152" y="6891720"/>
                </a:cubicBezTo>
                <a:cubicBezTo>
                  <a:pt x="3407186" y="6828422"/>
                  <a:pt x="3394684" y="6773586"/>
                  <a:pt x="3366216" y="6699320"/>
                </a:cubicBezTo>
                <a:cubicBezTo>
                  <a:pt x="3355248" y="6701825"/>
                  <a:pt x="3364484" y="6717024"/>
                  <a:pt x="3353518" y="6719529"/>
                </a:cubicBezTo>
                <a:cubicBezTo>
                  <a:pt x="3325817" y="6673934"/>
                  <a:pt x="3314084" y="6647768"/>
                  <a:pt x="3299850" y="6610635"/>
                </a:cubicBezTo>
                <a:cubicBezTo>
                  <a:pt x="3292349" y="6577733"/>
                  <a:pt x="3278114" y="6540600"/>
                  <a:pt x="3258880" y="6481532"/>
                </a:cubicBezTo>
                <a:cubicBezTo>
                  <a:pt x="3267346" y="6468062"/>
                  <a:pt x="3246380" y="6426698"/>
                  <a:pt x="3243110" y="6387060"/>
                </a:cubicBezTo>
                <a:cubicBezTo>
                  <a:pt x="3241379" y="6404762"/>
                  <a:pt x="3237146" y="6411498"/>
                  <a:pt x="3225413" y="6385334"/>
                </a:cubicBezTo>
                <a:cubicBezTo>
                  <a:pt x="3220028" y="6349064"/>
                  <a:pt x="3204977" y="6302021"/>
                  <a:pt x="3193292" y="6257094"/>
                </a:cubicBezTo>
                <a:lnTo>
                  <a:pt x="3186686" y="6225378"/>
                </a:lnTo>
                <a:lnTo>
                  <a:pt x="3176492" y="6225662"/>
                </a:lnTo>
                <a:cubicBezTo>
                  <a:pt x="3169302" y="6220476"/>
                  <a:pt x="3164804" y="6210788"/>
                  <a:pt x="3162320" y="6199470"/>
                </a:cubicBezTo>
                <a:lnTo>
                  <a:pt x="3154300" y="6149984"/>
                </a:lnTo>
                <a:cubicBezTo>
                  <a:pt x="3062178" y="5726052"/>
                  <a:pt x="2996910" y="5299074"/>
                  <a:pt x="2993406" y="4859490"/>
                </a:cubicBezTo>
                <a:cubicBezTo>
                  <a:pt x="2992656" y="4838775"/>
                  <a:pt x="3003808" y="4803111"/>
                  <a:pt x="2966222" y="4796178"/>
                </a:cubicBezTo>
                <a:close/>
                <a:moveTo>
                  <a:pt x="175099" y="4684419"/>
                </a:moveTo>
                <a:lnTo>
                  <a:pt x="171418" y="4693523"/>
                </a:lnTo>
                <a:cubicBezTo>
                  <a:pt x="169517" y="4699338"/>
                  <a:pt x="167845" y="4706399"/>
                  <a:pt x="166832" y="4715702"/>
                </a:cubicBezTo>
                <a:cubicBezTo>
                  <a:pt x="164774" y="4754585"/>
                  <a:pt x="162868" y="4702238"/>
                  <a:pt x="154717" y="4696059"/>
                </a:cubicBezTo>
                <a:lnTo>
                  <a:pt x="153653" y="4696379"/>
                </a:lnTo>
                <a:lnTo>
                  <a:pt x="162041" y="4772906"/>
                </a:lnTo>
                <a:lnTo>
                  <a:pt x="169337" y="4750575"/>
                </a:lnTo>
                <a:cubicBezTo>
                  <a:pt x="171688" y="4735623"/>
                  <a:pt x="173215" y="4716597"/>
                  <a:pt x="174475" y="4695869"/>
                </a:cubicBezTo>
                <a:close/>
                <a:moveTo>
                  <a:pt x="1004585" y="4636356"/>
                </a:moveTo>
                <a:lnTo>
                  <a:pt x="970019" y="4725380"/>
                </a:lnTo>
                <a:lnTo>
                  <a:pt x="965716" y="4750385"/>
                </a:lnTo>
                <a:lnTo>
                  <a:pt x="970034" y="4774376"/>
                </a:lnTo>
                <a:cubicBezTo>
                  <a:pt x="971045" y="4790331"/>
                  <a:pt x="970007" y="4808609"/>
                  <a:pt x="965494" y="4831253"/>
                </a:cubicBezTo>
                <a:cubicBezTo>
                  <a:pt x="960503" y="4835858"/>
                  <a:pt x="957050" y="4832117"/>
                  <a:pt x="954268" y="4826603"/>
                </a:cubicBezTo>
                <a:lnTo>
                  <a:pt x="953048" y="4824008"/>
                </a:lnTo>
                <a:lnTo>
                  <a:pt x="950050" y="4841435"/>
                </a:lnTo>
                <a:lnTo>
                  <a:pt x="943958" y="4841435"/>
                </a:lnTo>
                <a:lnTo>
                  <a:pt x="931352" y="4963230"/>
                </a:lnTo>
                <a:cubicBezTo>
                  <a:pt x="926975" y="5012306"/>
                  <a:pt x="924947" y="5062679"/>
                  <a:pt x="929729" y="5122931"/>
                </a:cubicBezTo>
                <a:cubicBezTo>
                  <a:pt x="935108" y="5108730"/>
                  <a:pt x="939325" y="5123313"/>
                  <a:pt x="948533" y="5133290"/>
                </a:cubicBezTo>
                <a:cubicBezTo>
                  <a:pt x="956198" y="5181645"/>
                  <a:pt x="950050" y="5215034"/>
                  <a:pt x="948890" y="5243817"/>
                </a:cubicBezTo>
                <a:cubicBezTo>
                  <a:pt x="947734" y="5272602"/>
                  <a:pt x="946189" y="5310978"/>
                  <a:pt x="963448" y="5359716"/>
                </a:cubicBezTo>
                <a:cubicBezTo>
                  <a:pt x="962288" y="5388500"/>
                  <a:pt x="948089" y="5383130"/>
                  <a:pt x="951149" y="5426495"/>
                </a:cubicBezTo>
                <a:cubicBezTo>
                  <a:pt x="959587" y="5455662"/>
                  <a:pt x="969953" y="5436855"/>
                  <a:pt x="973013" y="5480220"/>
                </a:cubicBezTo>
                <a:cubicBezTo>
                  <a:pt x="967444" y="5499219"/>
                  <a:pt x="970028" y="5524548"/>
                  <a:pt x="974866" y="5553570"/>
                </a:cubicBezTo>
                <a:lnTo>
                  <a:pt x="983561" y="5607579"/>
                </a:lnTo>
                <a:lnTo>
                  <a:pt x="983264" y="5603807"/>
                </a:lnTo>
                <a:cubicBezTo>
                  <a:pt x="984845" y="5587991"/>
                  <a:pt x="988009" y="5575337"/>
                  <a:pt x="988007" y="5562681"/>
                </a:cubicBezTo>
                <a:cubicBezTo>
                  <a:pt x="988010" y="5613299"/>
                  <a:pt x="1000663" y="5638607"/>
                  <a:pt x="1013318" y="5638604"/>
                </a:cubicBezTo>
                <a:cubicBezTo>
                  <a:pt x="1000663" y="5562684"/>
                  <a:pt x="1013318" y="5537375"/>
                  <a:pt x="1000663" y="5474109"/>
                </a:cubicBezTo>
                <a:cubicBezTo>
                  <a:pt x="1025971" y="5423496"/>
                  <a:pt x="1051279" y="5486763"/>
                  <a:pt x="1051279" y="5423496"/>
                </a:cubicBezTo>
                <a:lnTo>
                  <a:pt x="1051136" y="5420049"/>
                </a:lnTo>
                <a:lnTo>
                  <a:pt x="1044272" y="5328966"/>
                </a:lnTo>
                <a:cubicBezTo>
                  <a:pt x="1042762" y="5296539"/>
                  <a:pt x="1041310" y="5262711"/>
                  <a:pt x="1037272" y="5223147"/>
                </a:cubicBezTo>
                <a:cubicBezTo>
                  <a:pt x="1026034" y="5222699"/>
                  <a:pt x="1030975" y="5239784"/>
                  <a:pt x="1019735" y="5239334"/>
                </a:cubicBezTo>
                <a:cubicBezTo>
                  <a:pt x="1004911" y="5188086"/>
                  <a:pt x="1000423" y="5159763"/>
                  <a:pt x="996383" y="5120201"/>
                </a:cubicBezTo>
                <a:cubicBezTo>
                  <a:pt x="997742" y="5086482"/>
                  <a:pt x="993706" y="5046920"/>
                  <a:pt x="990572" y="4984880"/>
                </a:cubicBezTo>
                <a:cubicBezTo>
                  <a:pt x="1002265" y="4974087"/>
                  <a:pt x="992834" y="4928682"/>
                  <a:pt x="1000037" y="4889568"/>
                </a:cubicBezTo>
                <a:cubicBezTo>
                  <a:pt x="993739" y="4906203"/>
                  <a:pt x="987893" y="4911599"/>
                  <a:pt x="983404" y="4883276"/>
                </a:cubicBezTo>
                <a:cubicBezTo>
                  <a:pt x="991964" y="4810443"/>
                  <a:pt x="974461" y="4685915"/>
                  <a:pt x="1004594" y="4636457"/>
                </a:cubicBezTo>
                <a:close/>
                <a:moveTo>
                  <a:pt x="149099" y="4457675"/>
                </a:moveTo>
                <a:lnTo>
                  <a:pt x="143266" y="4491044"/>
                </a:lnTo>
                <a:lnTo>
                  <a:pt x="143735" y="4525754"/>
                </a:lnTo>
                <a:lnTo>
                  <a:pt x="149555" y="4628400"/>
                </a:lnTo>
                <a:lnTo>
                  <a:pt x="152983" y="4628075"/>
                </a:lnTo>
                <a:cubicBezTo>
                  <a:pt x="158735" y="4631058"/>
                  <a:pt x="163564" y="4639694"/>
                  <a:pt x="169382" y="4644875"/>
                </a:cubicBezTo>
                <a:lnTo>
                  <a:pt x="177158" y="4646628"/>
                </a:lnTo>
                <a:lnTo>
                  <a:pt x="178010" y="4630940"/>
                </a:lnTo>
                <a:cubicBezTo>
                  <a:pt x="180575" y="4587402"/>
                  <a:pt x="184301" y="4546529"/>
                  <a:pt x="193639" y="4527261"/>
                </a:cubicBezTo>
                <a:cubicBezTo>
                  <a:pt x="179014" y="4528574"/>
                  <a:pt x="171049" y="4521917"/>
                  <a:pt x="183061" y="4491354"/>
                </a:cubicBezTo>
                <a:lnTo>
                  <a:pt x="184220" y="4484595"/>
                </a:lnTo>
                <a:lnTo>
                  <a:pt x="164446" y="4477784"/>
                </a:lnTo>
                <a:close/>
                <a:moveTo>
                  <a:pt x="1160026" y="4212987"/>
                </a:moveTo>
                <a:lnTo>
                  <a:pt x="1147762" y="4244943"/>
                </a:lnTo>
                <a:cubicBezTo>
                  <a:pt x="1140644" y="4263330"/>
                  <a:pt x="1133527" y="4281519"/>
                  <a:pt x="1127200" y="4297337"/>
                </a:cubicBezTo>
                <a:cubicBezTo>
                  <a:pt x="1114547" y="4373258"/>
                  <a:pt x="1127201" y="4474485"/>
                  <a:pt x="1101892" y="4525101"/>
                </a:cubicBezTo>
                <a:cubicBezTo>
                  <a:pt x="1101892" y="4499793"/>
                  <a:pt x="1089239" y="4474485"/>
                  <a:pt x="1089239" y="4474485"/>
                </a:cubicBezTo>
                <a:lnTo>
                  <a:pt x="1066336" y="4519083"/>
                </a:lnTo>
                <a:lnTo>
                  <a:pt x="1064863" y="4537541"/>
                </a:lnTo>
                <a:cubicBezTo>
                  <a:pt x="1061941" y="4540236"/>
                  <a:pt x="1059469" y="4540491"/>
                  <a:pt x="1057318" y="4539261"/>
                </a:cubicBezTo>
                <a:lnTo>
                  <a:pt x="1056508" y="4538223"/>
                </a:lnTo>
                <a:lnTo>
                  <a:pt x="1047917" y="4554953"/>
                </a:lnTo>
                <a:lnTo>
                  <a:pt x="1037087" y="4575152"/>
                </a:lnTo>
                <a:lnTo>
                  <a:pt x="1033973" y="4605788"/>
                </a:lnTo>
                <a:cubicBezTo>
                  <a:pt x="1024109" y="4693521"/>
                  <a:pt x="1014565" y="4773350"/>
                  <a:pt x="1022969" y="4879224"/>
                </a:cubicBezTo>
                <a:cubicBezTo>
                  <a:pt x="1029266" y="4862589"/>
                  <a:pt x="1034207" y="4879671"/>
                  <a:pt x="1044995" y="4891359"/>
                </a:cubicBezTo>
                <a:cubicBezTo>
                  <a:pt x="1053974" y="4948004"/>
                  <a:pt x="1046771" y="4987119"/>
                  <a:pt x="1045415" y="5020836"/>
                </a:cubicBezTo>
                <a:cubicBezTo>
                  <a:pt x="1044736" y="5037696"/>
                  <a:pt x="1043945" y="5057364"/>
                  <a:pt x="1045849" y="5079956"/>
                </a:cubicBezTo>
                <a:lnTo>
                  <a:pt x="1053521" y="5115344"/>
                </a:lnTo>
                <a:lnTo>
                  <a:pt x="1054442" y="5115068"/>
                </a:lnTo>
                <a:cubicBezTo>
                  <a:pt x="1057606" y="5110323"/>
                  <a:pt x="1057607" y="5100833"/>
                  <a:pt x="1051282" y="5081852"/>
                </a:cubicBezTo>
                <a:cubicBezTo>
                  <a:pt x="1076582" y="5119812"/>
                  <a:pt x="1089239" y="5107157"/>
                  <a:pt x="1101892" y="5119812"/>
                </a:cubicBezTo>
                <a:cubicBezTo>
                  <a:pt x="1114546" y="5296962"/>
                  <a:pt x="1165160" y="5512071"/>
                  <a:pt x="1228429" y="5448803"/>
                </a:cubicBezTo>
                <a:cubicBezTo>
                  <a:pt x="1228429" y="5410842"/>
                  <a:pt x="1225267" y="5372882"/>
                  <a:pt x="1223684" y="5338083"/>
                </a:cubicBezTo>
                <a:lnTo>
                  <a:pt x="1227343" y="5267367"/>
                </a:lnTo>
                <a:lnTo>
                  <a:pt x="1220456" y="5226296"/>
                </a:lnTo>
                <a:cubicBezTo>
                  <a:pt x="1216307" y="5189543"/>
                  <a:pt x="1214854" y="5155712"/>
                  <a:pt x="1216210" y="5121995"/>
                </a:cubicBezTo>
                <a:cubicBezTo>
                  <a:pt x="1207684" y="5054109"/>
                  <a:pt x="1209946" y="4997912"/>
                  <a:pt x="1201873" y="4918788"/>
                </a:cubicBezTo>
                <a:cubicBezTo>
                  <a:pt x="1190633" y="4918341"/>
                  <a:pt x="1195574" y="4935423"/>
                  <a:pt x="1184335" y="4934976"/>
                </a:cubicBezTo>
                <a:cubicBezTo>
                  <a:pt x="1169510" y="4883726"/>
                  <a:pt x="1165021" y="4855404"/>
                  <a:pt x="1160984" y="4815842"/>
                </a:cubicBezTo>
                <a:cubicBezTo>
                  <a:pt x="1162342" y="4782125"/>
                  <a:pt x="1158305" y="4742561"/>
                  <a:pt x="1155173" y="4680522"/>
                </a:cubicBezTo>
                <a:cubicBezTo>
                  <a:pt x="1166864" y="4669728"/>
                  <a:pt x="1157432" y="4624323"/>
                  <a:pt x="1164637" y="4585209"/>
                </a:cubicBezTo>
                <a:cubicBezTo>
                  <a:pt x="1158337" y="4601846"/>
                  <a:pt x="1152493" y="4607240"/>
                  <a:pt x="1148003" y="4578918"/>
                </a:cubicBezTo>
                <a:cubicBezTo>
                  <a:pt x="1156564" y="4506086"/>
                  <a:pt x="1139060" y="4381556"/>
                  <a:pt x="1169194" y="4332098"/>
                </a:cubicBezTo>
                <a:cubicBezTo>
                  <a:pt x="1159310" y="4297931"/>
                  <a:pt x="1156624" y="4259829"/>
                  <a:pt x="1158937" y="4219817"/>
                </a:cubicBezTo>
                <a:close/>
                <a:moveTo>
                  <a:pt x="91588" y="4168734"/>
                </a:moveTo>
                <a:lnTo>
                  <a:pt x="83972" y="4316366"/>
                </a:lnTo>
                <a:lnTo>
                  <a:pt x="74405" y="4340697"/>
                </a:lnTo>
                <a:cubicBezTo>
                  <a:pt x="74405" y="4340697"/>
                  <a:pt x="74405" y="4340697"/>
                  <a:pt x="82370" y="4347356"/>
                </a:cubicBezTo>
                <a:lnTo>
                  <a:pt x="83972" y="4316366"/>
                </a:lnTo>
                <a:lnTo>
                  <a:pt x="86419" y="4310133"/>
                </a:lnTo>
                <a:cubicBezTo>
                  <a:pt x="101044" y="4308821"/>
                  <a:pt x="102349" y="4323447"/>
                  <a:pt x="95689" y="4331417"/>
                </a:cubicBezTo>
                <a:lnTo>
                  <a:pt x="100619" y="4335539"/>
                </a:lnTo>
                <a:lnTo>
                  <a:pt x="104017" y="4168869"/>
                </a:lnTo>
                <a:cubicBezTo>
                  <a:pt x="100312" y="4173339"/>
                  <a:pt x="96818" y="4173462"/>
                  <a:pt x="93514" y="4171199"/>
                </a:cubicBezTo>
                <a:close/>
                <a:moveTo>
                  <a:pt x="1747226" y="4145492"/>
                </a:moveTo>
                <a:lnTo>
                  <a:pt x="1747224" y="4196109"/>
                </a:lnTo>
                <a:cubicBezTo>
                  <a:pt x="1734570" y="4208762"/>
                  <a:pt x="1734570" y="4221414"/>
                  <a:pt x="1734570" y="4221414"/>
                </a:cubicBezTo>
                <a:lnTo>
                  <a:pt x="1734570" y="4208762"/>
                </a:lnTo>
                <a:lnTo>
                  <a:pt x="1734570" y="4196109"/>
                </a:lnTo>
                <a:lnTo>
                  <a:pt x="1734570" y="4183452"/>
                </a:lnTo>
                <a:cubicBezTo>
                  <a:pt x="1734570" y="4170800"/>
                  <a:pt x="1734570" y="4158146"/>
                  <a:pt x="1747226" y="4145492"/>
                </a:cubicBezTo>
                <a:close/>
                <a:moveTo>
                  <a:pt x="302197" y="4128171"/>
                </a:moveTo>
                <a:cubicBezTo>
                  <a:pt x="286436" y="4154439"/>
                  <a:pt x="275927" y="4180709"/>
                  <a:pt x="270673" y="4206978"/>
                </a:cubicBezTo>
                <a:cubicBezTo>
                  <a:pt x="260167" y="4280525"/>
                  <a:pt x="254914" y="4354077"/>
                  <a:pt x="244402" y="4427628"/>
                </a:cubicBezTo>
                <a:lnTo>
                  <a:pt x="233195" y="4459299"/>
                </a:lnTo>
                <a:lnTo>
                  <a:pt x="228695" y="4527801"/>
                </a:lnTo>
                <a:lnTo>
                  <a:pt x="220168" y="4693059"/>
                </a:lnTo>
                <a:lnTo>
                  <a:pt x="210602" y="4717389"/>
                </a:lnTo>
                <a:cubicBezTo>
                  <a:pt x="210602" y="4717389"/>
                  <a:pt x="210602" y="4717389"/>
                  <a:pt x="218566" y="4724043"/>
                </a:cubicBezTo>
                <a:lnTo>
                  <a:pt x="220168" y="4693059"/>
                </a:lnTo>
                <a:lnTo>
                  <a:pt x="222616" y="4686827"/>
                </a:lnTo>
                <a:cubicBezTo>
                  <a:pt x="237241" y="4685514"/>
                  <a:pt x="238546" y="4700138"/>
                  <a:pt x="231886" y="4708109"/>
                </a:cubicBezTo>
                <a:cubicBezTo>
                  <a:pt x="239851" y="4714763"/>
                  <a:pt x="239851" y="4714763"/>
                  <a:pt x="239851" y="4714763"/>
                </a:cubicBezTo>
                <a:cubicBezTo>
                  <a:pt x="265319" y="4587170"/>
                  <a:pt x="288179" y="4430322"/>
                  <a:pt x="292363" y="4312007"/>
                </a:cubicBezTo>
                <a:lnTo>
                  <a:pt x="323828" y="4208169"/>
                </a:lnTo>
                <a:lnTo>
                  <a:pt x="322393" y="4195155"/>
                </a:lnTo>
                <a:cubicBezTo>
                  <a:pt x="317960" y="4172826"/>
                  <a:pt x="311393" y="4150499"/>
                  <a:pt x="302197" y="4128171"/>
                </a:cubicBezTo>
                <a:close/>
                <a:moveTo>
                  <a:pt x="136856" y="4085625"/>
                </a:moveTo>
                <a:lnTo>
                  <a:pt x="122686" y="4126770"/>
                </a:lnTo>
                <a:cubicBezTo>
                  <a:pt x="115268" y="4163018"/>
                  <a:pt x="116146" y="4201986"/>
                  <a:pt x="116063" y="4254851"/>
                </a:cubicBezTo>
                <a:lnTo>
                  <a:pt x="115835" y="4265180"/>
                </a:lnTo>
                <a:lnTo>
                  <a:pt x="132179" y="4167393"/>
                </a:lnTo>
                <a:lnTo>
                  <a:pt x="132100" y="4159281"/>
                </a:lnTo>
                <a:close/>
                <a:moveTo>
                  <a:pt x="146296" y="3904146"/>
                </a:moveTo>
                <a:cubicBezTo>
                  <a:pt x="144367" y="3904998"/>
                  <a:pt x="142183" y="3908090"/>
                  <a:pt x="139528" y="3914934"/>
                </a:cubicBezTo>
                <a:cubicBezTo>
                  <a:pt x="145255" y="3940773"/>
                  <a:pt x="144134" y="3963960"/>
                  <a:pt x="142351" y="3988856"/>
                </a:cubicBezTo>
                <a:lnTo>
                  <a:pt x="142147" y="4003731"/>
                </a:lnTo>
                <a:lnTo>
                  <a:pt x="148504" y="3905261"/>
                </a:lnTo>
                <a:close/>
                <a:moveTo>
                  <a:pt x="166543" y="3359468"/>
                </a:moveTo>
                <a:cubicBezTo>
                  <a:pt x="165046" y="3357510"/>
                  <a:pt x="163340" y="3357566"/>
                  <a:pt x="161255" y="3361278"/>
                </a:cubicBezTo>
                <a:cubicBezTo>
                  <a:pt x="158473" y="3366230"/>
                  <a:pt x="155014" y="3377684"/>
                  <a:pt x="150472" y="3399543"/>
                </a:cubicBezTo>
                <a:cubicBezTo>
                  <a:pt x="154664" y="3409040"/>
                  <a:pt x="154664" y="3409040"/>
                  <a:pt x="154664" y="3409040"/>
                </a:cubicBezTo>
                <a:cubicBezTo>
                  <a:pt x="159973" y="3395351"/>
                  <a:pt x="159973" y="3395351"/>
                  <a:pt x="159973" y="3395351"/>
                </a:cubicBezTo>
                <a:cubicBezTo>
                  <a:pt x="159973" y="3395351"/>
                  <a:pt x="159973" y="3395351"/>
                  <a:pt x="164165" y="3404847"/>
                </a:cubicBezTo>
                <a:cubicBezTo>
                  <a:pt x="164165" y="3404847"/>
                  <a:pt x="168355" y="3414344"/>
                  <a:pt x="168355" y="3414344"/>
                </a:cubicBezTo>
                <a:cubicBezTo>
                  <a:pt x="158852" y="3418536"/>
                  <a:pt x="163045" y="3428033"/>
                  <a:pt x="163045" y="3428033"/>
                </a:cubicBezTo>
                <a:cubicBezTo>
                  <a:pt x="153542" y="3432227"/>
                  <a:pt x="153542" y="3432227"/>
                  <a:pt x="153542" y="3432227"/>
                </a:cubicBezTo>
                <a:cubicBezTo>
                  <a:pt x="172546" y="3423840"/>
                  <a:pt x="154373" y="3511281"/>
                  <a:pt x="150184" y="3501785"/>
                </a:cubicBezTo>
                <a:cubicBezTo>
                  <a:pt x="145991" y="3492288"/>
                  <a:pt x="145991" y="3492288"/>
                  <a:pt x="145991" y="3492288"/>
                </a:cubicBezTo>
                <a:cubicBezTo>
                  <a:pt x="145991" y="3492288"/>
                  <a:pt x="150184" y="3501785"/>
                  <a:pt x="144872" y="3515475"/>
                </a:cubicBezTo>
                <a:cubicBezTo>
                  <a:pt x="144872" y="3515475"/>
                  <a:pt x="139562" y="3529161"/>
                  <a:pt x="139562" y="3529161"/>
                </a:cubicBezTo>
                <a:cubicBezTo>
                  <a:pt x="139562" y="3529161"/>
                  <a:pt x="130060" y="3533354"/>
                  <a:pt x="135371" y="3519663"/>
                </a:cubicBezTo>
                <a:cubicBezTo>
                  <a:pt x="135371" y="3519663"/>
                  <a:pt x="131180" y="3510168"/>
                  <a:pt x="131180" y="3510168"/>
                </a:cubicBezTo>
                <a:cubicBezTo>
                  <a:pt x="123629" y="3570230"/>
                  <a:pt x="73595" y="3739805"/>
                  <a:pt x="85049" y="3791483"/>
                </a:cubicBezTo>
                <a:cubicBezTo>
                  <a:pt x="110482" y="3746220"/>
                  <a:pt x="126413" y="3705153"/>
                  <a:pt x="153794" y="3715758"/>
                </a:cubicBezTo>
                <a:cubicBezTo>
                  <a:pt x="149813" y="3726026"/>
                  <a:pt x="144571" y="3762377"/>
                  <a:pt x="156463" y="3768831"/>
                </a:cubicBezTo>
                <a:lnTo>
                  <a:pt x="166171" y="3765864"/>
                </a:lnTo>
                <a:lnTo>
                  <a:pt x="197119" y="3566031"/>
                </a:lnTo>
                <a:lnTo>
                  <a:pt x="236113" y="3380820"/>
                </a:lnTo>
                <a:lnTo>
                  <a:pt x="224242" y="3412373"/>
                </a:lnTo>
                <a:cubicBezTo>
                  <a:pt x="208309" y="3453441"/>
                  <a:pt x="216980" y="3370194"/>
                  <a:pt x="203290" y="3364890"/>
                </a:cubicBezTo>
                <a:cubicBezTo>
                  <a:pt x="203290" y="3364890"/>
                  <a:pt x="192667" y="3392270"/>
                  <a:pt x="178976" y="3386964"/>
                </a:cubicBezTo>
                <a:cubicBezTo>
                  <a:pt x="173632" y="3389322"/>
                  <a:pt x="171029" y="3365342"/>
                  <a:pt x="166543" y="3359468"/>
                </a:cubicBezTo>
                <a:close/>
                <a:moveTo>
                  <a:pt x="675232" y="2205345"/>
                </a:moveTo>
                <a:cubicBezTo>
                  <a:pt x="646334" y="2226359"/>
                  <a:pt x="622691" y="2250000"/>
                  <a:pt x="598391" y="2271671"/>
                </a:cubicBezTo>
                <a:lnTo>
                  <a:pt x="595514" y="2273613"/>
                </a:lnTo>
                <a:lnTo>
                  <a:pt x="593956" y="2282829"/>
                </a:lnTo>
                <a:cubicBezTo>
                  <a:pt x="587123" y="2306837"/>
                  <a:pt x="579290" y="2332385"/>
                  <a:pt x="575621" y="2365005"/>
                </a:cubicBezTo>
                <a:cubicBezTo>
                  <a:pt x="538019" y="2412810"/>
                  <a:pt x="530204" y="2460243"/>
                  <a:pt x="513883" y="2537843"/>
                </a:cubicBezTo>
                <a:lnTo>
                  <a:pt x="507934" y="2563505"/>
                </a:lnTo>
                <a:lnTo>
                  <a:pt x="533374" y="2578352"/>
                </a:lnTo>
                <a:cubicBezTo>
                  <a:pt x="554392" y="2594111"/>
                  <a:pt x="570152" y="2583605"/>
                  <a:pt x="580660" y="2562593"/>
                </a:cubicBezTo>
                <a:cubicBezTo>
                  <a:pt x="622693" y="2452268"/>
                  <a:pt x="680485" y="2341938"/>
                  <a:pt x="675232" y="2205345"/>
                </a:cubicBezTo>
                <a:close/>
                <a:moveTo>
                  <a:pt x="523040" y="2200926"/>
                </a:moveTo>
                <a:lnTo>
                  <a:pt x="513322" y="2228223"/>
                </a:lnTo>
                <a:cubicBezTo>
                  <a:pt x="500569" y="2263632"/>
                  <a:pt x="484639" y="2304701"/>
                  <a:pt x="461300" y="2354711"/>
                </a:cubicBezTo>
                <a:cubicBezTo>
                  <a:pt x="461300" y="2354711"/>
                  <a:pt x="447608" y="2349407"/>
                  <a:pt x="442297" y="2363097"/>
                </a:cubicBezTo>
                <a:cubicBezTo>
                  <a:pt x="424126" y="2450534"/>
                  <a:pt x="425249" y="2427350"/>
                  <a:pt x="412385" y="2501100"/>
                </a:cubicBezTo>
                <a:cubicBezTo>
                  <a:pt x="401762" y="2528478"/>
                  <a:pt x="391144" y="2555858"/>
                  <a:pt x="375211" y="2596926"/>
                </a:cubicBezTo>
                <a:cubicBezTo>
                  <a:pt x="362063" y="2772915"/>
                  <a:pt x="284644" y="2931885"/>
                  <a:pt x="251371" y="3139446"/>
                </a:cubicBezTo>
                <a:cubicBezTo>
                  <a:pt x="241871" y="3143637"/>
                  <a:pt x="235441" y="3180515"/>
                  <a:pt x="224819" y="3207893"/>
                </a:cubicBezTo>
                <a:cubicBezTo>
                  <a:pt x="238511" y="3213197"/>
                  <a:pt x="217268" y="3267957"/>
                  <a:pt x="226771" y="3263763"/>
                </a:cubicBezTo>
                <a:cubicBezTo>
                  <a:pt x="241862" y="3240084"/>
                  <a:pt x="249883" y="3200378"/>
                  <a:pt x="264502" y="3186482"/>
                </a:cubicBezTo>
                <a:lnTo>
                  <a:pt x="277628" y="3183644"/>
                </a:lnTo>
                <a:lnTo>
                  <a:pt x="294317" y="3104372"/>
                </a:lnTo>
                <a:cubicBezTo>
                  <a:pt x="329782" y="2951360"/>
                  <a:pt x="367873" y="2799006"/>
                  <a:pt x="407276" y="2646653"/>
                </a:cubicBezTo>
                <a:cubicBezTo>
                  <a:pt x="419101" y="2599368"/>
                  <a:pt x="433879" y="2549130"/>
                  <a:pt x="478208" y="2553563"/>
                </a:cubicBezTo>
                <a:lnTo>
                  <a:pt x="495008" y="2558340"/>
                </a:lnTo>
                <a:lnTo>
                  <a:pt x="519655" y="2451215"/>
                </a:lnTo>
                <a:cubicBezTo>
                  <a:pt x="501502" y="2465693"/>
                  <a:pt x="500848" y="2412767"/>
                  <a:pt x="490688" y="2414930"/>
                </a:cubicBezTo>
                <a:lnTo>
                  <a:pt x="521407" y="2296610"/>
                </a:lnTo>
                <a:lnTo>
                  <a:pt x="522992" y="2284277"/>
                </a:lnTo>
                <a:lnTo>
                  <a:pt x="518692" y="2290899"/>
                </a:lnTo>
                <a:cubicBezTo>
                  <a:pt x="517693" y="2292438"/>
                  <a:pt x="517693" y="2292438"/>
                  <a:pt x="517693" y="2292438"/>
                </a:cubicBezTo>
                <a:cubicBezTo>
                  <a:pt x="509698" y="2304755"/>
                  <a:pt x="509698" y="2304755"/>
                  <a:pt x="509698" y="2304755"/>
                </a:cubicBezTo>
                <a:cubicBezTo>
                  <a:pt x="507535" y="2294601"/>
                  <a:pt x="505373" y="2284451"/>
                  <a:pt x="503212" y="2274299"/>
                </a:cubicBezTo>
                <a:cubicBezTo>
                  <a:pt x="511207" y="2261982"/>
                  <a:pt x="511207" y="2261982"/>
                  <a:pt x="511207" y="2261982"/>
                </a:cubicBezTo>
                <a:cubicBezTo>
                  <a:pt x="511207" y="2261982"/>
                  <a:pt x="511207" y="2261982"/>
                  <a:pt x="521365" y="2259818"/>
                </a:cubicBezTo>
                <a:cubicBezTo>
                  <a:pt x="517202" y="2252744"/>
                  <a:pt x="516173" y="2241687"/>
                  <a:pt x="517589" y="2227290"/>
                </a:cubicBezTo>
                <a:close/>
                <a:moveTo>
                  <a:pt x="609370" y="1937486"/>
                </a:moveTo>
                <a:lnTo>
                  <a:pt x="606925" y="1938728"/>
                </a:lnTo>
                <a:lnTo>
                  <a:pt x="600083" y="1963008"/>
                </a:lnTo>
                <a:close/>
                <a:moveTo>
                  <a:pt x="2354597" y="1627446"/>
                </a:moveTo>
                <a:cubicBezTo>
                  <a:pt x="2354598" y="1633772"/>
                  <a:pt x="2354598" y="1636937"/>
                  <a:pt x="2353016" y="1638516"/>
                </a:cubicBezTo>
                <a:lnTo>
                  <a:pt x="2347962" y="1639239"/>
                </a:lnTo>
                <a:close/>
                <a:moveTo>
                  <a:pt x="2453333" y="1504730"/>
                </a:moveTo>
                <a:lnTo>
                  <a:pt x="2443172" y="1513565"/>
                </a:lnTo>
                <a:lnTo>
                  <a:pt x="2433042" y="1543170"/>
                </a:lnTo>
                <a:close/>
                <a:moveTo>
                  <a:pt x="2455824" y="966746"/>
                </a:moveTo>
                <a:lnTo>
                  <a:pt x="2455824" y="969464"/>
                </a:lnTo>
                <a:lnTo>
                  <a:pt x="2443172" y="982118"/>
                </a:lnTo>
                <a:close/>
                <a:moveTo>
                  <a:pt x="1481994" y="366944"/>
                </a:moveTo>
                <a:cubicBezTo>
                  <a:pt x="1479083" y="365739"/>
                  <a:pt x="1474638" y="366686"/>
                  <a:pt x="1467562" y="370847"/>
                </a:cubicBezTo>
                <a:cubicBezTo>
                  <a:pt x="1429750" y="442577"/>
                  <a:pt x="1407925" y="489677"/>
                  <a:pt x="1367948" y="551256"/>
                </a:cubicBezTo>
                <a:cubicBezTo>
                  <a:pt x="1335968" y="600519"/>
                  <a:pt x="1306151" y="659933"/>
                  <a:pt x="1240025" y="748308"/>
                </a:cubicBezTo>
                <a:cubicBezTo>
                  <a:pt x="1240025" y="748308"/>
                  <a:pt x="1227707" y="740318"/>
                  <a:pt x="1219709" y="752634"/>
                </a:cubicBezTo>
                <a:cubicBezTo>
                  <a:pt x="1184059" y="834516"/>
                  <a:pt x="1189894" y="812051"/>
                  <a:pt x="1162235" y="881616"/>
                </a:cubicBezTo>
                <a:cubicBezTo>
                  <a:pt x="1146244" y="906249"/>
                  <a:pt x="1130255" y="930879"/>
                  <a:pt x="1106269" y="967827"/>
                </a:cubicBezTo>
                <a:cubicBezTo>
                  <a:pt x="1081856" y="1052624"/>
                  <a:pt x="1042583" y="1129971"/>
                  <a:pt x="1000045" y="1210668"/>
                </a:cubicBezTo>
                <a:lnTo>
                  <a:pt x="959045" y="1289678"/>
                </a:lnTo>
                <a:lnTo>
                  <a:pt x="939901" y="1370676"/>
                </a:lnTo>
                <a:cubicBezTo>
                  <a:pt x="926111" y="1442258"/>
                  <a:pt x="919541" y="1509242"/>
                  <a:pt x="927422" y="1538138"/>
                </a:cubicBezTo>
                <a:cubicBezTo>
                  <a:pt x="1058777" y="1285962"/>
                  <a:pt x="1190123" y="1033787"/>
                  <a:pt x="1289950" y="765854"/>
                </a:cubicBezTo>
                <a:cubicBezTo>
                  <a:pt x="1316218" y="694929"/>
                  <a:pt x="1347743" y="626631"/>
                  <a:pt x="1382551" y="560306"/>
                </a:cubicBezTo>
                <a:lnTo>
                  <a:pt x="1487975" y="378446"/>
                </a:lnTo>
                <a:lnTo>
                  <a:pt x="1487231" y="375944"/>
                </a:lnTo>
                <a:cubicBezTo>
                  <a:pt x="1486283" y="371502"/>
                  <a:pt x="1484906" y="368148"/>
                  <a:pt x="1481994" y="366944"/>
                </a:cubicBezTo>
                <a:close/>
                <a:moveTo>
                  <a:pt x="2896330" y="0"/>
                </a:moveTo>
                <a:lnTo>
                  <a:pt x="3314054" y="0"/>
                </a:lnTo>
                <a:lnTo>
                  <a:pt x="3271984" y="44175"/>
                </a:lnTo>
                <a:cubicBezTo>
                  <a:pt x="3243512" y="77390"/>
                  <a:pt x="3221369" y="109025"/>
                  <a:pt x="3215042" y="134331"/>
                </a:cubicBezTo>
                <a:cubicBezTo>
                  <a:pt x="3189730" y="134331"/>
                  <a:pt x="3215042" y="71066"/>
                  <a:pt x="3164426" y="159642"/>
                </a:cubicBezTo>
                <a:lnTo>
                  <a:pt x="3164426" y="146985"/>
                </a:lnTo>
                <a:lnTo>
                  <a:pt x="3151772" y="146985"/>
                </a:lnTo>
                <a:cubicBezTo>
                  <a:pt x="3151772" y="159641"/>
                  <a:pt x="3139120" y="159641"/>
                  <a:pt x="3139120" y="159641"/>
                </a:cubicBezTo>
                <a:cubicBezTo>
                  <a:pt x="3113812" y="159641"/>
                  <a:pt x="3113812" y="197601"/>
                  <a:pt x="3088506" y="222906"/>
                </a:cubicBezTo>
                <a:lnTo>
                  <a:pt x="3088506" y="210252"/>
                </a:lnTo>
                <a:lnTo>
                  <a:pt x="3075852" y="210252"/>
                </a:lnTo>
                <a:cubicBezTo>
                  <a:pt x="3075852" y="210252"/>
                  <a:pt x="3075851" y="222906"/>
                  <a:pt x="3063198" y="222906"/>
                </a:cubicBezTo>
                <a:lnTo>
                  <a:pt x="3063197" y="235560"/>
                </a:lnTo>
                <a:cubicBezTo>
                  <a:pt x="3037892" y="260870"/>
                  <a:pt x="3050540" y="273522"/>
                  <a:pt x="3037892" y="286175"/>
                </a:cubicBezTo>
                <a:lnTo>
                  <a:pt x="3025236" y="298829"/>
                </a:lnTo>
                <a:lnTo>
                  <a:pt x="3012582" y="298827"/>
                </a:lnTo>
                <a:lnTo>
                  <a:pt x="2999930" y="311481"/>
                </a:lnTo>
                <a:lnTo>
                  <a:pt x="3012582" y="311481"/>
                </a:lnTo>
                <a:lnTo>
                  <a:pt x="3025236" y="311481"/>
                </a:lnTo>
                <a:cubicBezTo>
                  <a:pt x="2987278" y="362096"/>
                  <a:pt x="2974622" y="387402"/>
                  <a:pt x="2936663" y="400056"/>
                </a:cubicBezTo>
                <a:lnTo>
                  <a:pt x="2936662" y="387402"/>
                </a:lnTo>
                <a:lnTo>
                  <a:pt x="2949317" y="374747"/>
                </a:lnTo>
                <a:lnTo>
                  <a:pt x="2936662" y="374750"/>
                </a:lnTo>
                <a:lnTo>
                  <a:pt x="2949318" y="362094"/>
                </a:lnTo>
                <a:lnTo>
                  <a:pt x="2961968" y="362093"/>
                </a:lnTo>
                <a:cubicBezTo>
                  <a:pt x="2961966" y="357876"/>
                  <a:pt x="2961968" y="353658"/>
                  <a:pt x="2961965" y="349442"/>
                </a:cubicBezTo>
                <a:cubicBezTo>
                  <a:pt x="2961968" y="345224"/>
                  <a:pt x="2961968" y="341007"/>
                  <a:pt x="2961968" y="336788"/>
                </a:cubicBezTo>
                <a:lnTo>
                  <a:pt x="2949317" y="349442"/>
                </a:lnTo>
                <a:cubicBezTo>
                  <a:pt x="2974619" y="311484"/>
                  <a:pt x="3025236" y="273521"/>
                  <a:pt x="2961965" y="298827"/>
                </a:cubicBezTo>
                <a:lnTo>
                  <a:pt x="2974624" y="286175"/>
                </a:lnTo>
                <a:lnTo>
                  <a:pt x="2987278" y="286176"/>
                </a:lnTo>
                <a:cubicBezTo>
                  <a:pt x="2999930" y="273521"/>
                  <a:pt x="2999928" y="260870"/>
                  <a:pt x="2999928" y="260870"/>
                </a:cubicBezTo>
                <a:cubicBezTo>
                  <a:pt x="2999928" y="248213"/>
                  <a:pt x="2987276" y="248213"/>
                  <a:pt x="2974622" y="260867"/>
                </a:cubicBezTo>
                <a:lnTo>
                  <a:pt x="2961970" y="273521"/>
                </a:lnTo>
                <a:lnTo>
                  <a:pt x="2949317" y="286175"/>
                </a:lnTo>
                <a:cubicBezTo>
                  <a:pt x="2936662" y="298827"/>
                  <a:pt x="2924009" y="311484"/>
                  <a:pt x="2924008" y="324135"/>
                </a:cubicBezTo>
                <a:cubicBezTo>
                  <a:pt x="2924008" y="324135"/>
                  <a:pt x="2936663" y="324135"/>
                  <a:pt x="2949317" y="311481"/>
                </a:cubicBezTo>
                <a:lnTo>
                  <a:pt x="2961965" y="298827"/>
                </a:lnTo>
                <a:lnTo>
                  <a:pt x="2936662" y="349442"/>
                </a:lnTo>
                <a:lnTo>
                  <a:pt x="2924008" y="362096"/>
                </a:lnTo>
                <a:cubicBezTo>
                  <a:pt x="2911355" y="362093"/>
                  <a:pt x="2911355" y="362093"/>
                  <a:pt x="2898702" y="374747"/>
                </a:cubicBezTo>
                <a:cubicBezTo>
                  <a:pt x="2898702" y="374747"/>
                  <a:pt x="2898702" y="387402"/>
                  <a:pt x="2911350" y="374747"/>
                </a:cubicBezTo>
                <a:cubicBezTo>
                  <a:pt x="2911352" y="378965"/>
                  <a:pt x="2911352" y="383184"/>
                  <a:pt x="2911354" y="387402"/>
                </a:cubicBezTo>
                <a:cubicBezTo>
                  <a:pt x="2886047" y="400056"/>
                  <a:pt x="2886047" y="412713"/>
                  <a:pt x="2911354" y="400059"/>
                </a:cubicBezTo>
                <a:lnTo>
                  <a:pt x="2886048" y="425363"/>
                </a:lnTo>
                <a:cubicBezTo>
                  <a:pt x="2898704" y="438017"/>
                  <a:pt x="2898704" y="438017"/>
                  <a:pt x="2911350" y="425363"/>
                </a:cubicBezTo>
                <a:cubicBezTo>
                  <a:pt x="2911350" y="425363"/>
                  <a:pt x="2911350" y="412710"/>
                  <a:pt x="2924008" y="412712"/>
                </a:cubicBezTo>
                <a:cubicBezTo>
                  <a:pt x="2898704" y="438017"/>
                  <a:pt x="2911354" y="450671"/>
                  <a:pt x="2873394" y="501282"/>
                </a:cubicBezTo>
                <a:cubicBezTo>
                  <a:pt x="2873393" y="488631"/>
                  <a:pt x="2898702" y="463323"/>
                  <a:pt x="2886047" y="450672"/>
                </a:cubicBezTo>
                <a:cubicBezTo>
                  <a:pt x="2873394" y="501282"/>
                  <a:pt x="2873394" y="475979"/>
                  <a:pt x="2848088" y="488633"/>
                </a:cubicBezTo>
                <a:lnTo>
                  <a:pt x="2848086" y="475980"/>
                </a:lnTo>
                <a:cubicBezTo>
                  <a:pt x="2860742" y="463323"/>
                  <a:pt x="2860742" y="450671"/>
                  <a:pt x="2860742" y="450671"/>
                </a:cubicBezTo>
                <a:cubicBezTo>
                  <a:pt x="2848088" y="450672"/>
                  <a:pt x="2835430" y="463322"/>
                  <a:pt x="2822778" y="475977"/>
                </a:cubicBezTo>
                <a:cubicBezTo>
                  <a:pt x="2822777" y="488633"/>
                  <a:pt x="2822777" y="488633"/>
                  <a:pt x="2810128" y="488631"/>
                </a:cubicBezTo>
                <a:cubicBezTo>
                  <a:pt x="2797472" y="488631"/>
                  <a:pt x="2784820" y="513938"/>
                  <a:pt x="2759512" y="539243"/>
                </a:cubicBezTo>
                <a:cubicBezTo>
                  <a:pt x="2772164" y="551898"/>
                  <a:pt x="2784820" y="513938"/>
                  <a:pt x="2797472" y="513938"/>
                </a:cubicBezTo>
                <a:lnTo>
                  <a:pt x="2784818" y="526592"/>
                </a:lnTo>
                <a:cubicBezTo>
                  <a:pt x="2772164" y="539243"/>
                  <a:pt x="2772164" y="551898"/>
                  <a:pt x="2772164" y="551898"/>
                </a:cubicBezTo>
                <a:cubicBezTo>
                  <a:pt x="2772162" y="564552"/>
                  <a:pt x="2784820" y="551898"/>
                  <a:pt x="2797474" y="539243"/>
                </a:cubicBezTo>
                <a:lnTo>
                  <a:pt x="2810128" y="539243"/>
                </a:lnTo>
                <a:cubicBezTo>
                  <a:pt x="2772164" y="577206"/>
                  <a:pt x="2734204" y="627818"/>
                  <a:pt x="2772166" y="602513"/>
                </a:cubicBezTo>
                <a:cubicBezTo>
                  <a:pt x="2734200" y="653127"/>
                  <a:pt x="2759512" y="589857"/>
                  <a:pt x="2721554" y="627818"/>
                </a:cubicBezTo>
                <a:cubicBezTo>
                  <a:pt x="2683589" y="665778"/>
                  <a:pt x="2683589" y="703739"/>
                  <a:pt x="2658284" y="703743"/>
                </a:cubicBezTo>
                <a:lnTo>
                  <a:pt x="2658284" y="741699"/>
                </a:lnTo>
                <a:cubicBezTo>
                  <a:pt x="2645626" y="741699"/>
                  <a:pt x="2632979" y="754355"/>
                  <a:pt x="2595016" y="779661"/>
                </a:cubicBezTo>
                <a:cubicBezTo>
                  <a:pt x="2538072" y="855582"/>
                  <a:pt x="2523836" y="881681"/>
                  <a:pt x="2488250" y="927351"/>
                </a:cubicBezTo>
                <a:lnTo>
                  <a:pt x="2455824" y="966746"/>
                </a:lnTo>
                <a:cubicBezTo>
                  <a:pt x="2455823" y="963432"/>
                  <a:pt x="2455823" y="960122"/>
                  <a:pt x="2455822" y="956810"/>
                </a:cubicBezTo>
                <a:cubicBezTo>
                  <a:pt x="2443172" y="956810"/>
                  <a:pt x="2443172" y="956810"/>
                  <a:pt x="2430518" y="969464"/>
                </a:cubicBezTo>
                <a:cubicBezTo>
                  <a:pt x="2430518" y="982118"/>
                  <a:pt x="2430518" y="982118"/>
                  <a:pt x="2417862" y="994773"/>
                </a:cubicBezTo>
                <a:cubicBezTo>
                  <a:pt x="2392554" y="1007424"/>
                  <a:pt x="2354597" y="1070693"/>
                  <a:pt x="2316635" y="1133960"/>
                </a:cubicBezTo>
                <a:lnTo>
                  <a:pt x="2316635" y="1121304"/>
                </a:lnTo>
                <a:lnTo>
                  <a:pt x="2303984" y="1121304"/>
                </a:lnTo>
                <a:lnTo>
                  <a:pt x="2303984" y="1133960"/>
                </a:lnTo>
                <a:lnTo>
                  <a:pt x="2291328" y="1146614"/>
                </a:lnTo>
                <a:cubicBezTo>
                  <a:pt x="2291326" y="1159269"/>
                  <a:pt x="2278676" y="1171917"/>
                  <a:pt x="2291330" y="1171919"/>
                </a:cubicBezTo>
                <a:cubicBezTo>
                  <a:pt x="2278672" y="1184574"/>
                  <a:pt x="2266022" y="1184576"/>
                  <a:pt x="2266020" y="1171919"/>
                </a:cubicBezTo>
                <a:cubicBezTo>
                  <a:pt x="2253368" y="1184576"/>
                  <a:pt x="2253368" y="1197225"/>
                  <a:pt x="2253370" y="1209881"/>
                </a:cubicBezTo>
                <a:lnTo>
                  <a:pt x="2253368" y="1197225"/>
                </a:lnTo>
                <a:lnTo>
                  <a:pt x="2240712" y="1197225"/>
                </a:lnTo>
                <a:cubicBezTo>
                  <a:pt x="2228060" y="1209879"/>
                  <a:pt x="2228060" y="1222535"/>
                  <a:pt x="2228060" y="1222535"/>
                </a:cubicBezTo>
                <a:lnTo>
                  <a:pt x="2228062" y="1235190"/>
                </a:lnTo>
                <a:cubicBezTo>
                  <a:pt x="2215408" y="1235189"/>
                  <a:pt x="2202754" y="1260494"/>
                  <a:pt x="2190100" y="1285800"/>
                </a:cubicBezTo>
                <a:lnTo>
                  <a:pt x="2177446" y="1298454"/>
                </a:lnTo>
                <a:cubicBezTo>
                  <a:pt x="2177447" y="1311110"/>
                  <a:pt x="2164793" y="1311110"/>
                  <a:pt x="2164790" y="1323761"/>
                </a:cubicBezTo>
                <a:lnTo>
                  <a:pt x="2177447" y="1311110"/>
                </a:lnTo>
                <a:lnTo>
                  <a:pt x="2190096" y="1311111"/>
                </a:lnTo>
                <a:cubicBezTo>
                  <a:pt x="2202754" y="1311110"/>
                  <a:pt x="2152136" y="1349069"/>
                  <a:pt x="2164793" y="1374375"/>
                </a:cubicBezTo>
                <a:cubicBezTo>
                  <a:pt x="2152139" y="1387029"/>
                  <a:pt x="2152139" y="1387029"/>
                  <a:pt x="2152140" y="1399685"/>
                </a:cubicBezTo>
                <a:lnTo>
                  <a:pt x="2139485" y="1399683"/>
                </a:lnTo>
                <a:lnTo>
                  <a:pt x="2139485" y="1412336"/>
                </a:lnTo>
                <a:cubicBezTo>
                  <a:pt x="2139484" y="1424993"/>
                  <a:pt x="2126834" y="1424993"/>
                  <a:pt x="2126834" y="1424993"/>
                </a:cubicBezTo>
                <a:lnTo>
                  <a:pt x="2126832" y="1437641"/>
                </a:lnTo>
                <a:cubicBezTo>
                  <a:pt x="2101524" y="1475604"/>
                  <a:pt x="2088870" y="1488257"/>
                  <a:pt x="2076220" y="1475606"/>
                </a:cubicBezTo>
                <a:lnTo>
                  <a:pt x="2076220" y="1513566"/>
                </a:lnTo>
                <a:cubicBezTo>
                  <a:pt x="2063566" y="1526216"/>
                  <a:pt x="2063564" y="1538871"/>
                  <a:pt x="2063564" y="1538871"/>
                </a:cubicBezTo>
                <a:lnTo>
                  <a:pt x="2076215" y="1538868"/>
                </a:lnTo>
                <a:cubicBezTo>
                  <a:pt x="2076216" y="1534650"/>
                  <a:pt x="2076216" y="1530434"/>
                  <a:pt x="2076218" y="1526216"/>
                </a:cubicBezTo>
                <a:cubicBezTo>
                  <a:pt x="2076215" y="1538868"/>
                  <a:pt x="2076215" y="1538868"/>
                  <a:pt x="2088868" y="1551525"/>
                </a:cubicBezTo>
                <a:cubicBezTo>
                  <a:pt x="1949682" y="1779284"/>
                  <a:pt x="1810493" y="2045012"/>
                  <a:pt x="1734570" y="2285429"/>
                </a:cubicBezTo>
                <a:cubicBezTo>
                  <a:pt x="1696612" y="2298080"/>
                  <a:pt x="1696612" y="2336040"/>
                  <a:pt x="1683956" y="2386655"/>
                </a:cubicBezTo>
                <a:cubicBezTo>
                  <a:pt x="1671304" y="2411966"/>
                  <a:pt x="1645996" y="2424618"/>
                  <a:pt x="1645996" y="2449923"/>
                </a:cubicBezTo>
                <a:cubicBezTo>
                  <a:pt x="1620690" y="2487884"/>
                  <a:pt x="1633343" y="2500539"/>
                  <a:pt x="1620689" y="2551154"/>
                </a:cubicBezTo>
                <a:cubicBezTo>
                  <a:pt x="1595384" y="2639726"/>
                  <a:pt x="1506806" y="2829530"/>
                  <a:pt x="1506806" y="2905451"/>
                </a:cubicBezTo>
                <a:lnTo>
                  <a:pt x="1494152" y="2918102"/>
                </a:lnTo>
                <a:cubicBezTo>
                  <a:pt x="1494152" y="2922320"/>
                  <a:pt x="1494155" y="2926538"/>
                  <a:pt x="1494154" y="2930757"/>
                </a:cubicBezTo>
                <a:lnTo>
                  <a:pt x="1506806" y="2930756"/>
                </a:lnTo>
                <a:lnTo>
                  <a:pt x="1506806" y="2943410"/>
                </a:lnTo>
                <a:cubicBezTo>
                  <a:pt x="1494155" y="2968719"/>
                  <a:pt x="1481500" y="2968716"/>
                  <a:pt x="1494152" y="2943410"/>
                </a:cubicBezTo>
                <a:cubicBezTo>
                  <a:pt x="1468846" y="2956065"/>
                  <a:pt x="1456192" y="3019331"/>
                  <a:pt x="1456192" y="3057288"/>
                </a:cubicBezTo>
                <a:cubicBezTo>
                  <a:pt x="1456193" y="3044640"/>
                  <a:pt x="1456193" y="3044640"/>
                  <a:pt x="1443541" y="3057291"/>
                </a:cubicBezTo>
                <a:cubicBezTo>
                  <a:pt x="1443536" y="3069942"/>
                  <a:pt x="1443536" y="3069942"/>
                  <a:pt x="1443536" y="3082601"/>
                </a:cubicBezTo>
                <a:cubicBezTo>
                  <a:pt x="1430885" y="3158522"/>
                  <a:pt x="1430888" y="3133214"/>
                  <a:pt x="1405579" y="3209135"/>
                </a:cubicBezTo>
                <a:lnTo>
                  <a:pt x="1392929" y="3221789"/>
                </a:lnTo>
                <a:lnTo>
                  <a:pt x="1380271" y="3272402"/>
                </a:lnTo>
                <a:lnTo>
                  <a:pt x="1380272" y="3285053"/>
                </a:lnTo>
                <a:lnTo>
                  <a:pt x="1380271" y="3297705"/>
                </a:lnTo>
                <a:lnTo>
                  <a:pt x="1380271" y="3310362"/>
                </a:lnTo>
                <a:cubicBezTo>
                  <a:pt x="1380272" y="3323013"/>
                  <a:pt x="1367617" y="3323018"/>
                  <a:pt x="1367617" y="3348326"/>
                </a:cubicBezTo>
                <a:cubicBezTo>
                  <a:pt x="1380274" y="3348326"/>
                  <a:pt x="1380272" y="3323013"/>
                  <a:pt x="1392925" y="3335669"/>
                </a:cubicBezTo>
                <a:cubicBezTo>
                  <a:pt x="1392925" y="3348320"/>
                  <a:pt x="1392925" y="3348320"/>
                  <a:pt x="1392928" y="3360977"/>
                </a:cubicBezTo>
                <a:lnTo>
                  <a:pt x="1380272" y="3360974"/>
                </a:lnTo>
                <a:lnTo>
                  <a:pt x="1380271" y="3373631"/>
                </a:lnTo>
                <a:lnTo>
                  <a:pt x="1380271" y="3386286"/>
                </a:lnTo>
                <a:lnTo>
                  <a:pt x="1380271" y="3411591"/>
                </a:lnTo>
                <a:cubicBezTo>
                  <a:pt x="1354961" y="3449549"/>
                  <a:pt x="1354961" y="3500165"/>
                  <a:pt x="1329658" y="3512819"/>
                </a:cubicBezTo>
                <a:cubicBezTo>
                  <a:pt x="1329656" y="3525473"/>
                  <a:pt x="1329656" y="3538127"/>
                  <a:pt x="1342310" y="3512817"/>
                </a:cubicBezTo>
                <a:cubicBezTo>
                  <a:pt x="1342310" y="3512817"/>
                  <a:pt x="1342310" y="3550779"/>
                  <a:pt x="1329658" y="3550775"/>
                </a:cubicBezTo>
                <a:cubicBezTo>
                  <a:pt x="1317004" y="3601392"/>
                  <a:pt x="1342310" y="3525473"/>
                  <a:pt x="1354964" y="3550778"/>
                </a:cubicBezTo>
                <a:cubicBezTo>
                  <a:pt x="1354961" y="3538127"/>
                  <a:pt x="1342310" y="3487512"/>
                  <a:pt x="1367618" y="3500165"/>
                </a:cubicBezTo>
                <a:lnTo>
                  <a:pt x="1367618" y="3512819"/>
                </a:lnTo>
                <a:lnTo>
                  <a:pt x="1380271" y="3512817"/>
                </a:lnTo>
                <a:lnTo>
                  <a:pt x="1380271" y="3500166"/>
                </a:lnTo>
                <a:lnTo>
                  <a:pt x="1380271" y="3487512"/>
                </a:lnTo>
                <a:cubicBezTo>
                  <a:pt x="1392926" y="3525473"/>
                  <a:pt x="1405579" y="3386286"/>
                  <a:pt x="1418236" y="3348324"/>
                </a:cubicBezTo>
                <a:lnTo>
                  <a:pt x="1430885" y="3335669"/>
                </a:lnTo>
                <a:lnTo>
                  <a:pt x="1430887" y="3323013"/>
                </a:lnTo>
                <a:lnTo>
                  <a:pt x="1418234" y="3323015"/>
                </a:lnTo>
                <a:cubicBezTo>
                  <a:pt x="1456193" y="3209135"/>
                  <a:pt x="1506806" y="3044640"/>
                  <a:pt x="1544766" y="2918102"/>
                </a:cubicBezTo>
                <a:lnTo>
                  <a:pt x="1544766" y="2880141"/>
                </a:lnTo>
                <a:cubicBezTo>
                  <a:pt x="1557422" y="2842184"/>
                  <a:pt x="1582727" y="2791569"/>
                  <a:pt x="1595382" y="2740952"/>
                </a:cubicBezTo>
                <a:lnTo>
                  <a:pt x="1582726" y="2753607"/>
                </a:lnTo>
                <a:cubicBezTo>
                  <a:pt x="1595381" y="2728298"/>
                  <a:pt x="1620689" y="2690340"/>
                  <a:pt x="1633342" y="2652380"/>
                </a:cubicBezTo>
                <a:cubicBezTo>
                  <a:pt x="1683958" y="2538498"/>
                  <a:pt x="1734570" y="2386658"/>
                  <a:pt x="1785186" y="2285430"/>
                </a:cubicBezTo>
                <a:cubicBezTo>
                  <a:pt x="1823146" y="2196854"/>
                  <a:pt x="1848454" y="2082972"/>
                  <a:pt x="1886414" y="2007050"/>
                </a:cubicBezTo>
                <a:cubicBezTo>
                  <a:pt x="1911718" y="1981743"/>
                  <a:pt x="1924376" y="1969092"/>
                  <a:pt x="1937028" y="1943783"/>
                </a:cubicBezTo>
                <a:cubicBezTo>
                  <a:pt x="1962334" y="1905822"/>
                  <a:pt x="1962336" y="1867862"/>
                  <a:pt x="1987643" y="1829903"/>
                </a:cubicBezTo>
                <a:cubicBezTo>
                  <a:pt x="2000292" y="1804598"/>
                  <a:pt x="2000294" y="1817246"/>
                  <a:pt x="2012950" y="1804596"/>
                </a:cubicBezTo>
                <a:cubicBezTo>
                  <a:pt x="2050910" y="1753983"/>
                  <a:pt x="2088870" y="1589486"/>
                  <a:pt x="2139486" y="1576833"/>
                </a:cubicBezTo>
                <a:lnTo>
                  <a:pt x="2139485" y="1551525"/>
                </a:lnTo>
                <a:cubicBezTo>
                  <a:pt x="2202754" y="1475604"/>
                  <a:pt x="2228062" y="1412336"/>
                  <a:pt x="2266022" y="1349070"/>
                </a:cubicBezTo>
                <a:cubicBezTo>
                  <a:pt x="2291328" y="1298457"/>
                  <a:pt x="2316635" y="1247843"/>
                  <a:pt x="2367250" y="1197225"/>
                </a:cubicBezTo>
                <a:cubicBezTo>
                  <a:pt x="2354597" y="1197225"/>
                  <a:pt x="2392558" y="1159265"/>
                  <a:pt x="2430518" y="1108653"/>
                </a:cubicBezTo>
                <a:cubicBezTo>
                  <a:pt x="2468477" y="1058039"/>
                  <a:pt x="2519093" y="994770"/>
                  <a:pt x="2519094" y="969464"/>
                </a:cubicBezTo>
                <a:cubicBezTo>
                  <a:pt x="2531747" y="956810"/>
                  <a:pt x="2544401" y="956810"/>
                  <a:pt x="2531748" y="982118"/>
                </a:cubicBezTo>
                <a:cubicBezTo>
                  <a:pt x="2544401" y="982118"/>
                  <a:pt x="2557055" y="931503"/>
                  <a:pt x="2544401" y="944157"/>
                </a:cubicBezTo>
                <a:cubicBezTo>
                  <a:pt x="2595014" y="880889"/>
                  <a:pt x="2658282" y="792314"/>
                  <a:pt x="2721552" y="716393"/>
                </a:cubicBezTo>
                <a:cubicBezTo>
                  <a:pt x="2784818" y="627818"/>
                  <a:pt x="2860744" y="551898"/>
                  <a:pt x="2898701" y="501282"/>
                </a:cubicBezTo>
                <a:cubicBezTo>
                  <a:pt x="2911355" y="475977"/>
                  <a:pt x="2936662" y="463322"/>
                  <a:pt x="2924008" y="488633"/>
                </a:cubicBezTo>
                <a:cubicBezTo>
                  <a:pt x="2949317" y="501285"/>
                  <a:pt x="2949318" y="450671"/>
                  <a:pt x="2936662" y="450671"/>
                </a:cubicBezTo>
                <a:cubicBezTo>
                  <a:pt x="3012582" y="387402"/>
                  <a:pt x="3088506" y="311481"/>
                  <a:pt x="3177078" y="210252"/>
                </a:cubicBezTo>
                <a:lnTo>
                  <a:pt x="3189732" y="210252"/>
                </a:lnTo>
                <a:lnTo>
                  <a:pt x="3202388" y="197600"/>
                </a:lnTo>
                <a:cubicBezTo>
                  <a:pt x="3240348" y="134331"/>
                  <a:pt x="3265658" y="172292"/>
                  <a:pt x="3278308" y="121680"/>
                </a:cubicBezTo>
                <a:lnTo>
                  <a:pt x="3290962" y="134334"/>
                </a:lnTo>
                <a:cubicBezTo>
                  <a:pt x="3290962" y="134334"/>
                  <a:pt x="3303614" y="134331"/>
                  <a:pt x="3303617" y="121682"/>
                </a:cubicBezTo>
                <a:cubicBezTo>
                  <a:pt x="3316268" y="109025"/>
                  <a:pt x="3316268" y="109025"/>
                  <a:pt x="3316272" y="96371"/>
                </a:cubicBezTo>
                <a:cubicBezTo>
                  <a:pt x="3341574" y="96371"/>
                  <a:pt x="3354233" y="96371"/>
                  <a:pt x="3379536" y="58410"/>
                </a:cubicBezTo>
                <a:cubicBezTo>
                  <a:pt x="3366882" y="58410"/>
                  <a:pt x="3341574" y="96371"/>
                  <a:pt x="3341576" y="71066"/>
                </a:cubicBezTo>
                <a:lnTo>
                  <a:pt x="3354233" y="58410"/>
                </a:lnTo>
                <a:lnTo>
                  <a:pt x="3341576" y="58410"/>
                </a:lnTo>
                <a:cubicBezTo>
                  <a:pt x="3354230" y="42594"/>
                  <a:pt x="3365302" y="30732"/>
                  <a:pt x="3374990" y="21242"/>
                </a:cubicBezTo>
                <a:lnTo>
                  <a:pt x="3398246" y="0"/>
                </a:lnTo>
                <a:lnTo>
                  <a:pt x="3467874" y="0"/>
                </a:lnTo>
                <a:lnTo>
                  <a:pt x="3444386" y="25196"/>
                </a:lnTo>
                <a:cubicBezTo>
                  <a:pt x="3417497" y="55248"/>
                  <a:pt x="3392190" y="83718"/>
                  <a:pt x="3366882" y="109025"/>
                </a:cubicBezTo>
                <a:cubicBezTo>
                  <a:pt x="3253002" y="222906"/>
                  <a:pt x="3088505" y="374747"/>
                  <a:pt x="2987278" y="513935"/>
                </a:cubicBezTo>
                <a:cubicBezTo>
                  <a:pt x="2961968" y="526593"/>
                  <a:pt x="2961968" y="564552"/>
                  <a:pt x="2961968" y="564552"/>
                </a:cubicBezTo>
                <a:cubicBezTo>
                  <a:pt x="2936662" y="589857"/>
                  <a:pt x="2924008" y="577206"/>
                  <a:pt x="2911354" y="589857"/>
                </a:cubicBezTo>
                <a:cubicBezTo>
                  <a:pt x="2848088" y="640473"/>
                  <a:pt x="2822778" y="729050"/>
                  <a:pt x="2784818" y="767007"/>
                </a:cubicBezTo>
                <a:cubicBezTo>
                  <a:pt x="2772164" y="779661"/>
                  <a:pt x="2759512" y="779661"/>
                  <a:pt x="2759512" y="779661"/>
                </a:cubicBezTo>
                <a:cubicBezTo>
                  <a:pt x="2721554" y="817623"/>
                  <a:pt x="2670936" y="880889"/>
                  <a:pt x="2696243" y="893543"/>
                </a:cubicBezTo>
                <a:cubicBezTo>
                  <a:pt x="2670936" y="931505"/>
                  <a:pt x="2658284" y="918849"/>
                  <a:pt x="2632974" y="956810"/>
                </a:cubicBezTo>
                <a:cubicBezTo>
                  <a:pt x="2569709" y="1058039"/>
                  <a:pt x="2443174" y="1209879"/>
                  <a:pt x="2392558" y="1323761"/>
                </a:cubicBezTo>
                <a:cubicBezTo>
                  <a:pt x="2341943" y="1374375"/>
                  <a:pt x="2291328" y="1450299"/>
                  <a:pt x="2253366" y="1538871"/>
                </a:cubicBezTo>
                <a:cubicBezTo>
                  <a:pt x="2215408" y="1614791"/>
                  <a:pt x="2240714" y="1576832"/>
                  <a:pt x="2190100" y="1640100"/>
                </a:cubicBezTo>
                <a:cubicBezTo>
                  <a:pt x="2139485" y="1728675"/>
                  <a:pt x="2101524" y="1842554"/>
                  <a:pt x="2038253" y="1956437"/>
                </a:cubicBezTo>
                <a:cubicBezTo>
                  <a:pt x="2038256" y="1981745"/>
                  <a:pt x="2012950" y="1994399"/>
                  <a:pt x="2000296" y="2019705"/>
                </a:cubicBezTo>
                <a:cubicBezTo>
                  <a:pt x="1911720" y="2171547"/>
                  <a:pt x="1861108" y="2348691"/>
                  <a:pt x="1810492" y="2462576"/>
                </a:cubicBezTo>
                <a:cubicBezTo>
                  <a:pt x="1747226" y="2601765"/>
                  <a:pt x="1696610" y="2766260"/>
                  <a:pt x="1633343" y="2930756"/>
                </a:cubicBezTo>
                <a:cubicBezTo>
                  <a:pt x="1608035" y="2994026"/>
                  <a:pt x="1570074" y="3057291"/>
                  <a:pt x="1570074" y="3133212"/>
                </a:cubicBezTo>
                <a:lnTo>
                  <a:pt x="1557420" y="3145868"/>
                </a:lnTo>
                <a:lnTo>
                  <a:pt x="1557422" y="3171176"/>
                </a:lnTo>
                <a:cubicBezTo>
                  <a:pt x="1532116" y="3183827"/>
                  <a:pt x="1519462" y="3272402"/>
                  <a:pt x="1494154" y="3323016"/>
                </a:cubicBezTo>
                <a:cubicBezTo>
                  <a:pt x="1506809" y="3323016"/>
                  <a:pt x="1506806" y="3285057"/>
                  <a:pt x="1519463" y="3297708"/>
                </a:cubicBezTo>
                <a:cubicBezTo>
                  <a:pt x="1519460" y="3247095"/>
                  <a:pt x="1557424" y="3247095"/>
                  <a:pt x="1544768" y="3209136"/>
                </a:cubicBezTo>
                <a:cubicBezTo>
                  <a:pt x="1557420" y="3209135"/>
                  <a:pt x="1557422" y="3234441"/>
                  <a:pt x="1570074" y="3196481"/>
                </a:cubicBezTo>
                <a:cubicBezTo>
                  <a:pt x="1570074" y="3209135"/>
                  <a:pt x="1570074" y="3209135"/>
                  <a:pt x="1582726" y="3196481"/>
                </a:cubicBezTo>
                <a:lnTo>
                  <a:pt x="1582727" y="3183827"/>
                </a:lnTo>
                <a:lnTo>
                  <a:pt x="1582726" y="3171176"/>
                </a:lnTo>
                <a:lnTo>
                  <a:pt x="1582726" y="3158520"/>
                </a:lnTo>
                <a:cubicBezTo>
                  <a:pt x="1595382" y="3133212"/>
                  <a:pt x="1608035" y="3044642"/>
                  <a:pt x="1633342" y="3019331"/>
                </a:cubicBezTo>
                <a:cubicBezTo>
                  <a:pt x="1671305" y="2918102"/>
                  <a:pt x="1696612" y="2804219"/>
                  <a:pt x="1734570" y="2766260"/>
                </a:cubicBezTo>
                <a:cubicBezTo>
                  <a:pt x="1747224" y="2715648"/>
                  <a:pt x="1785185" y="2652377"/>
                  <a:pt x="1823146" y="2576459"/>
                </a:cubicBezTo>
                <a:lnTo>
                  <a:pt x="1835800" y="2576456"/>
                </a:lnTo>
                <a:lnTo>
                  <a:pt x="1835800" y="2551151"/>
                </a:lnTo>
                <a:cubicBezTo>
                  <a:pt x="1835798" y="2546934"/>
                  <a:pt x="1835798" y="2542716"/>
                  <a:pt x="1835796" y="2538498"/>
                </a:cubicBezTo>
                <a:cubicBezTo>
                  <a:pt x="1861106" y="2487885"/>
                  <a:pt x="1873760" y="2424618"/>
                  <a:pt x="1899068" y="2361350"/>
                </a:cubicBezTo>
                <a:cubicBezTo>
                  <a:pt x="1899068" y="2361350"/>
                  <a:pt x="1911722" y="2348691"/>
                  <a:pt x="1911720" y="2336043"/>
                </a:cubicBezTo>
                <a:cubicBezTo>
                  <a:pt x="1924374" y="2336042"/>
                  <a:pt x="1937030" y="2323389"/>
                  <a:pt x="1937026" y="2336043"/>
                </a:cubicBezTo>
                <a:cubicBezTo>
                  <a:pt x="1937030" y="2323389"/>
                  <a:pt x="1937028" y="2310734"/>
                  <a:pt x="1937028" y="2298083"/>
                </a:cubicBezTo>
                <a:cubicBezTo>
                  <a:pt x="1949682" y="2285426"/>
                  <a:pt x="1962335" y="2272770"/>
                  <a:pt x="1962336" y="2260122"/>
                </a:cubicBezTo>
                <a:cubicBezTo>
                  <a:pt x="2025604" y="2146238"/>
                  <a:pt x="2076220" y="2019704"/>
                  <a:pt x="2126832" y="1905822"/>
                </a:cubicBezTo>
                <a:lnTo>
                  <a:pt x="2126832" y="1893168"/>
                </a:lnTo>
                <a:lnTo>
                  <a:pt x="2139485" y="1880514"/>
                </a:lnTo>
                <a:cubicBezTo>
                  <a:pt x="2164793" y="1855208"/>
                  <a:pt x="2190100" y="1791941"/>
                  <a:pt x="2202754" y="1791941"/>
                </a:cubicBezTo>
                <a:lnTo>
                  <a:pt x="2202755" y="1753982"/>
                </a:lnTo>
                <a:lnTo>
                  <a:pt x="2215408" y="1741328"/>
                </a:lnTo>
                <a:cubicBezTo>
                  <a:pt x="2240714" y="1728675"/>
                  <a:pt x="2253368" y="1690712"/>
                  <a:pt x="2278674" y="1652753"/>
                </a:cubicBezTo>
                <a:lnTo>
                  <a:pt x="2291330" y="1640102"/>
                </a:lnTo>
                <a:cubicBezTo>
                  <a:pt x="2303984" y="1627446"/>
                  <a:pt x="2303982" y="1614791"/>
                  <a:pt x="2303982" y="1602140"/>
                </a:cubicBezTo>
                <a:cubicBezTo>
                  <a:pt x="2329289" y="1564178"/>
                  <a:pt x="2316632" y="1564179"/>
                  <a:pt x="2354598" y="1526214"/>
                </a:cubicBezTo>
                <a:lnTo>
                  <a:pt x="2367250" y="1513565"/>
                </a:lnTo>
                <a:lnTo>
                  <a:pt x="2367251" y="1500911"/>
                </a:lnTo>
                <a:cubicBezTo>
                  <a:pt x="2455824" y="1361721"/>
                  <a:pt x="2531747" y="1235189"/>
                  <a:pt x="2620324" y="1095999"/>
                </a:cubicBezTo>
                <a:lnTo>
                  <a:pt x="2632978" y="1083344"/>
                </a:lnTo>
                <a:lnTo>
                  <a:pt x="2645628" y="1070693"/>
                </a:lnTo>
                <a:cubicBezTo>
                  <a:pt x="2645627" y="1066475"/>
                  <a:pt x="2645627" y="1062257"/>
                  <a:pt x="2645626" y="1058039"/>
                </a:cubicBezTo>
                <a:lnTo>
                  <a:pt x="2658282" y="1045385"/>
                </a:lnTo>
                <a:lnTo>
                  <a:pt x="2670936" y="1045385"/>
                </a:lnTo>
                <a:cubicBezTo>
                  <a:pt x="2658284" y="1058040"/>
                  <a:pt x="2658284" y="1058040"/>
                  <a:pt x="2658280" y="1070693"/>
                </a:cubicBezTo>
                <a:cubicBezTo>
                  <a:pt x="2658280" y="1070693"/>
                  <a:pt x="2658281" y="1083344"/>
                  <a:pt x="2670938" y="1070693"/>
                </a:cubicBezTo>
                <a:lnTo>
                  <a:pt x="2683589" y="1070693"/>
                </a:lnTo>
                <a:cubicBezTo>
                  <a:pt x="2683586" y="1058039"/>
                  <a:pt x="2696244" y="1058040"/>
                  <a:pt x="2696244" y="1058040"/>
                </a:cubicBezTo>
                <a:cubicBezTo>
                  <a:pt x="2658284" y="1095999"/>
                  <a:pt x="2658284" y="1095999"/>
                  <a:pt x="2632978" y="1159265"/>
                </a:cubicBezTo>
                <a:cubicBezTo>
                  <a:pt x="2632978" y="1108656"/>
                  <a:pt x="2595014" y="1171919"/>
                  <a:pt x="2557054" y="1235189"/>
                </a:cubicBezTo>
                <a:cubicBezTo>
                  <a:pt x="2569706" y="1235192"/>
                  <a:pt x="2582362" y="1222536"/>
                  <a:pt x="2595012" y="1222535"/>
                </a:cubicBezTo>
                <a:cubicBezTo>
                  <a:pt x="2582362" y="1247843"/>
                  <a:pt x="2569708" y="1285800"/>
                  <a:pt x="2531747" y="1323761"/>
                </a:cubicBezTo>
                <a:lnTo>
                  <a:pt x="2531747" y="1311110"/>
                </a:lnTo>
                <a:lnTo>
                  <a:pt x="2531748" y="1298457"/>
                </a:lnTo>
                <a:lnTo>
                  <a:pt x="2519093" y="1311110"/>
                </a:lnTo>
                <a:cubicBezTo>
                  <a:pt x="2519090" y="1323761"/>
                  <a:pt x="2506440" y="1336415"/>
                  <a:pt x="2506440" y="1336415"/>
                </a:cubicBezTo>
                <a:cubicBezTo>
                  <a:pt x="2493790" y="1336415"/>
                  <a:pt x="2481130" y="1361721"/>
                  <a:pt x="2468480" y="1374375"/>
                </a:cubicBezTo>
                <a:cubicBezTo>
                  <a:pt x="2468476" y="1387029"/>
                  <a:pt x="2455824" y="1387029"/>
                  <a:pt x="2455824" y="1387029"/>
                </a:cubicBezTo>
                <a:lnTo>
                  <a:pt x="2455826" y="1399683"/>
                </a:lnTo>
                <a:lnTo>
                  <a:pt x="2468480" y="1399685"/>
                </a:lnTo>
                <a:lnTo>
                  <a:pt x="2417864" y="1450296"/>
                </a:lnTo>
                <a:cubicBezTo>
                  <a:pt x="2430520" y="1450296"/>
                  <a:pt x="2443172" y="1437641"/>
                  <a:pt x="2455824" y="1450296"/>
                </a:cubicBezTo>
                <a:cubicBezTo>
                  <a:pt x="2417864" y="1500911"/>
                  <a:pt x="2430520" y="1475606"/>
                  <a:pt x="2417861" y="1513565"/>
                </a:cubicBezTo>
                <a:cubicBezTo>
                  <a:pt x="2405212" y="1538868"/>
                  <a:pt x="2405210" y="1513565"/>
                  <a:pt x="2379904" y="1551524"/>
                </a:cubicBezTo>
                <a:cubicBezTo>
                  <a:pt x="2392558" y="1551525"/>
                  <a:pt x="2392558" y="1538871"/>
                  <a:pt x="2405212" y="1538868"/>
                </a:cubicBezTo>
                <a:cubicBezTo>
                  <a:pt x="2392558" y="1564181"/>
                  <a:pt x="2379904" y="1576832"/>
                  <a:pt x="2379904" y="1564179"/>
                </a:cubicBezTo>
                <a:cubicBezTo>
                  <a:pt x="2367246" y="1589486"/>
                  <a:pt x="2367246" y="1589486"/>
                  <a:pt x="2367250" y="1602137"/>
                </a:cubicBezTo>
                <a:lnTo>
                  <a:pt x="2354598" y="1614791"/>
                </a:lnTo>
                <a:lnTo>
                  <a:pt x="2341944" y="1627446"/>
                </a:lnTo>
                <a:lnTo>
                  <a:pt x="2341943" y="1640100"/>
                </a:lnTo>
                <a:lnTo>
                  <a:pt x="2347962" y="1639239"/>
                </a:lnTo>
                <a:lnTo>
                  <a:pt x="2340360" y="1652750"/>
                </a:lnTo>
                <a:cubicBezTo>
                  <a:pt x="2335613" y="1659078"/>
                  <a:pt x="2329289" y="1665405"/>
                  <a:pt x="2316635" y="1678061"/>
                </a:cubicBezTo>
                <a:lnTo>
                  <a:pt x="2316636" y="1690712"/>
                </a:lnTo>
                <a:lnTo>
                  <a:pt x="2316635" y="1703367"/>
                </a:lnTo>
                <a:cubicBezTo>
                  <a:pt x="2303982" y="1716018"/>
                  <a:pt x="2291328" y="1741328"/>
                  <a:pt x="2278674" y="1779284"/>
                </a:cubicBezTo>
                <a:cubicBezTo>
                  <a:pt x="2266024" y="1804596"/>
                  <a:pt x="2240714" y="1791941"/>
                  <a:pt x="2240716" y="1829903"/>
                </a:cubicBezTo>
                <a:lnTo>
                  <a:pt x="2228057" y="1829903"/>
                </a:lnTo>
                <a:cubicBezTo>
                  <a:pt x="2228060" y="1817244"/>
                  <a:pt x="2228057" y="1829903"/>
                  <a:pt x="2215409" y="1829900"/>
                </a:cubicBezTo>
                <a:lnTo>
                  <a:pt x="2215409" y="1855205"/>
                </a:lnTo>
                <a:lnTo>
                  <a:pt x="2215408" y="1867862"/>
                </a:lnTo>
                <a:cubicBezTo>
                  <a:pt x="2202754" y="1880516"/>
                  <a:pt x="2202754" y="1893173"/>
                  <a:pt x="2215409" y="1893168"/>
                </a:cubicBezTo>
                <a:cubicBezTo>
                  <a:pt x="2190101" y="1943783"/>
                  <a:pt x="2152139" y="1956437"/>
                  <a:pt x="2152139" y="1994397"/>
                </a:cubicBezTo>
                <a:cubicBezTo>
                  <a:pt x="2152139" y="1994397"/>
                  <a:pt x="2139485" y="2007051"/>
                  <a:pt x="2139485" y="2019704"/>
                </a:cubicBezTo>
                <a:lnTo>
                  <a:pt x="2139486" y="2032355"/>
                </a:lnTo>
                <a:lnTo>
                  <a:pt x="2139485" y="2045012"/>
                </a:lnTo>
                <a:cubicBezTo>
                  <a:pt x="2126832" y="2070317"/>
                  <a:pt x="2114180" y="2082972"/>
                  <a:pt x="2101526" y="2095623"/>
                </a:cubicBezTo>
                <a:cubicBezTo>
                  <a:pt x="2120505" y="2105114"/>
                  <a:pt x="2089662" y="2121723"/>
                  <a:pt x="2083730" y="2134771"/>
                </a:cubicBezTo>
                <a:lnTo>
                  <a:pt x="2088130" y="2144585"/>
                </a:lnTo>
                <a:lnTo>
                  <a:pt x="2087437" y="2146015"/>
                </a:lnTo>
                <a:cubicBezTo>
                  <a:pt x="2086893" y="2147621"/>
                  <a:pt x="2087289" y="2147819"/>
                  <a:pt x="2088870" y="2146236"/>
                </a:cubicBezTo>
                <a:lnTo>
                  <a:pt x="2088130" y="2144585"/>
                </a:lnTo>
                <a:lnTo>
                  <a:pt x="2091639" y="2137342"/>
                </a:lnTo>
                <a:cubicBezTo>
                  <a:pt x="2104689" y="2113026"/>
                  <a:pt x="2142649" y="2051340"/>
                  <a:pt x="2152139" y="2032358"/>
                </a:cubicBezTo>
                <a:cubicBezTo>
                  <a:pt x="2164790" y="2032358"/>
                  <a:pt x="2164793" y="2019704"/>
                  <a:pt x="2164793" y="2019704"/>
                </a:cubicBezTo>
                <a:lnTo>
                  <a:pt x="2177447" y="2007050"/>
                </a:lnTo>
                <a:cubicBezTo>
                  <a:pt x="2177447" y="1994397"/>
                  <a:pt x="2177447" y="1994397"/>
                  <a:pt x="2164794" y="1994397"/>
                </a:cubicBezTo>
                <a:cubicBezTo>
                  <a:pt x="2164793" y="1981743"/>
                  <a:pt x="2177446" y="1981743"/>
                  <a:pt x="2177447" y="1969089"/>
                </a:cubicBezTo>
                <a:cubicBezTo>
                  <a:pt x="2190101" y="1943783"/>
                  <a:pt x="2190100" y="1956437"/>
                  <a:pt x="2202754" y="1956437"/>
                </a:cubicBezTo>
                <a:cubicBezTo>
                  <a:pt x="2215408" y="1931130"/>
                  <a:pt x="2202754" y="1918476"/>
                  <a:pt x="2228057" y="1880516"/>
                </a:cubicBezTo>
                <a:cubicBezTo>
                  <a:pt x="2228058" y="1876299"/>
                  <a:pt x="2228058" y="1872080"/>
                  <a:pt x="2228060" y="1867862"/>
                </a:cubicBezTo>
                <a:lnTo>
                  <a:pt x="2240714" y="1867862"/>
                </a:lnTo>
                <a:cubicBezTo>
                  <a:pt x="2240714" y="1867862"/>
                  <a:pt x="2253365" y="1867862"/>
                  <a:pt x="2253370" y="1855208"/>
                </a:cubicBezTo>
                <a:lnTo>
                  <a:pt x="2253370" y="1842557"/>
                </a:lnTo>
                <a:lnTo>
                  <a:pt x="2240712" y="1842554"/>
                </a:lnTo>
                <a:cubicBezTo>
                  <a:pt x="2278674" y="1804596"/>
                  <a:pt x="2291328" y="1766636"/>
                  <a:pt x="2329289" y="1703364"/>
                </a:cubicBezTo>
                <a:lnTo>
                  <a:pt x="2329290" y="1716023"/>
                </a:lnTo>
                <a:lnTo>
                  <a:pt x="2341943" y="1703366"/>
                </a:lnTo>
                <a:lnTo>
                  <a:pt x="2341943" y="1690709"/>
                </a:lnTo>
                <a:cubicBezTo>
                  <a:pt x="2354597" y="1665407"/>
                  <a:pt x="2341944" y="1665407"/>
                  <a:pt x="2367250" y="1627446"/>
                </a:cubicBezTo>
                <a:lnTo>
                  <a:pt x="2379904" y="1627443"/>
                </a:lnTo>
                <a:lnTo>
                  <a:pt x="2379904" y="1614791"/>
                </a:lnTo>
                <a:cubicBezTo>
                  <a:pt x="2379902" y="1610574"/>
                  <a:pt x="2379902" y="1606356"/>
                  <a:pt x="2379900" y="1602140"/>
                </a:cubicBezTo>
                <a:cubicBezTo>
                  <a:pt x="2408372" y="1573670"/>
                  <a:pt x="2436844" y="1509612"/>
                  <a:pt x="2465318" y="1468683"/>
                </a:cubicBezTo>
                <a:lnTo>
                  <a:pt x="2481902" y="1450599"/>
                </a:lnTo>
                <a:lnTo>
                  <a:pt x="2579830" y="1265063"/>
                </a:lnTo>
                <a:cubicBezTo>
                  <a:pt x="2717198" y="1022537"/>
                  <a:pt x="2870026" y="786258"/>
                  <a:pt x="3038504" y="556154"/>
                </a:cubicBezTo>
                <a:cubicBezTo>
                  <a:pt x="3120582" y="445845"/>
                  <a:pt x="3206686" y="339281"/>
                  <a:pt x="3295808" y="235523"/>
                </a:cubicBezTo>
                <a:lnTo>
                  <a:pt x="3509334" y="0"/>
                </a:lnTo>
                <a:lnTo>
                  <a:pt x="9854218" y="0"/>
                </a:lnTo>
                <a:lnTo>
                  <a:pt x="9854218" y="10287000"/>
                </a:lnTo>
                <a:lnTo>
                  <a:pt x="4569194" y="10287000"/>
                </a:lnTo>
                <a:lnTo>
                  <a:pt x="4512034" y="10239735"/>
                </a:lnTo>
                <a:cubicBezTo>
                  <a:pt x="4483562" y="10219173"/>
                  <a:pt x="4455092" y="10200194"/>
                  <a:pt x="4429784" y="10181214"/>
                </a:cubicBezTo>
                <a:cubicBezTo>
                  <a:pt x="4429784" y="10168562"/>
                  <a:pt x="4417133" y="10168558"/>
                  <a:pt x="4404479" y="10143254"/>
                </a:cubicBezTo>
                <a:lnTo>
                  <a:pt x="4404479" y="10130601"/>
                </a:lnTo>
                <a:cubicBezTo>
                  <a:pt x="4391824" y="10117947"/>
                  <a:pt x="4391824" y="10105293"/>
                  <a:pt x="4366518" y="10092639"/>
                </a:cubicBezTo>
                <a:cubicBezTo>
                  <a:pt x="4366518" y="10092639"/>
                  <a:pt x="4366520" y="10079986"/>
                  <a:pt x="4353864" y="10079984"/>
                </a:cubicBezTo>
                <a:lnTo>
                  <a:pt x="4341210" y="10079986"/>
                </a:lnTo>
                <a:cubicBezTo>
                  <a:pt x="4341206" y="10092639"/>
                  <a:pt x="4353864" y="10092639"/>
                  <a:pt x="4366518" y="10105293"/>
                </a:cubicBezTo>
                <a:lnTo>
                  <a:pt x="4379172" y="10130601"/>
                </a:lnTo>
                <a:cubicBezTo>
                  <a:pt x="4379171" y="10134819"/>
                  <a:pt x="4379171" y="10139036"/>
                  <a:pt x="4379170" y="10143254"/>
                </a:cubicBezTo>
                <a:lnTo>
                  <a:pt x="4366518" y="10143254"/>
                </a:lnTo>
                <a:lnTo>
                  <a:pt x="4366518" y="10130601"/>
                </a:lnTo>
                <a:lnTo>
                  <a:pt x="4353864" y="10130602"/>
                </a:lnTo>
                <a:lnTo>
                  <a:pt x="4341210" y="10117947"/>
                </a:lnTo>
                <a:cubicBezTo>
                  <a:pt x="4341209" y="10105293"/>
                  <a:pt x="4328555" y="10105293"/>
                  <a:pt x="4328555" y="10105293"/>
                </a:cubicBezTo>
                <a:lnTo>
                  <a:pt x="4328555" y="10092639"/>
                </a:lnTo>
                <a:cubicBezTo>
                  <a:pt x="4328555" y="10092639"/>
                  <a:pt x="4328555" y="10079986"/>
                  <a:pt x="4315904" y="10079986"/>
                </a:cubicBezTo>
                <a:lnTo>
                  <a:pt x="4303250" y="10079985"/>
                </a:lnTo>
                <a:lnTo>
                  <a:pt x="4303250" y="10092639"/>
                </a:lnTo>
                <a:cubicBezTo>
                  <a:pt x="4315904" y="10092639"/>
                  <a:pt x="4315901" y="10105293"/>
                  <a:pt x="4315901" y="10105293"/>
                </a:cubicBezTo>
                <a:lnTo>
                  <a:pt x="4303250" y="10117946"/>
                </a:lnTo>
                <a:lnTo>
                  <a:pt x="4252632" y="10067332"/>
                </a:lnTo>
                <a:cubicBezTo>
                  <a:pt x="4252636" y="10079986"/>
                  <a:pt x="4265290" y="10092639"/>
                  <a:pt x="4252636" y="10092639"/>
                </a:cubicBezTo>
                <a:cubicBezTo>
                  <a:pt x="4252636" y="10092639"/>
                  <a:pt x="4239980" y="10079986"/>
                  <a:pt x="4227329" y="10079986"/>
                </a:cubicBezTo>
                <a:lnTo>
                  <a:pt x="4189368" y="10042026"/>
                </a:lnTo>
                <a:cubicBezTo>
                  <a:pt x="4176714" y="10029372"/>
                  <a:pt x="4151405" y="10016718"/>
                  <a:pt x="4138756" y="10004066"/>
                </a:cubicBezTo>
                <a:cubicBezTo>
                  <a:pt x="4151405" y="10004066"/>
                  <a:pt x="4164062" y="9991413"/>
                  <a:pt x="4189368" y="10016718"/>
                </a:cubicBezTo>
                <a:cubicBezTo>
                  <a:pt x="4176716" y="9978759"/>
                  <a:pt x="4164062" y="9991413"/>
                  <a:pt x="4126100" y="9940797"/>
                </a:cubicBezTo>
                <a:lnTo>
                  <a:pt x="4113446" y="9928143"/>
                </a:lnTo>
                <a:cubicBezTo>
                  <a:pt x="4126100" y="9940797"/>
                  <a:pt x="4138754" y="9928143"/>
                  <a:pt x="4138754" y="9928143"/>
                </a:cubicBezTo>
                <a:cubicBezTo>
                  <a:pt x="4138751" y="9915490"/>
                  <a:pt x="4126100" y="9915490"/>
                  <a:pt x="4126100" y="9902836"/>
                </a:cubicBezTo>
                <a:lnTo>
                  <a:pt x="4113446" y="9890182"/>
                </a:lnTo>
                <a:lnTo>
                  <a:pt x="4100792" y="9877532"/>
                </a:lnTo>
                <a:cubicBezTo>
                  <a:pt x="4088141" y="9890180"/>
                  <a:pt x="4100790" y="9890182"/>
                  <a:pt x="4100790" y="9890182"/>
                </a:cubicBezTo>
                <a:lnTo>
                  <a:pt x="4113444" y="9902836"/>
                </a:lnTo>
                <a:lnTo>
                  <a:pt x="4113446" y="9915490"/>
                </a:lnTo>
                <a:lnTo>
                  <a:pt x="4062832" y="9877532"/>
                </a:lnTo>
                <a:cubicBezTo>
                  <a:pt x="4075486" y="9902834"/>
                  <a:pt x="4050180" y="9877532"/>
                  <a:pt x="4062832" y="9902836"/>
                </a:cubicBezTo>
                <a:cubicBezTo>
                  <a:pt x="4037526" y="9890182"/>
                  <a:pt x="4024871" y="9877530"/>
                  <a:pt x="4012217" y="9877532"/>
                </a:cubicBezTo>
                <a:lnTo>
                  <a:pt x="4012217" y="9890182"/>
                </a:lnTo>
                <a:cubicBezTo>
                  <a:pt x="4012217" y="9877532"/>
                  <a:pt x="3999564" y="9864876"/>
                  <a:pt x="3999564" y="9864876"/>
                </a:cubicBezTo>
                <a:lnTo>
                  <a:pt x="3986910" y="9852222"/>
                </a:lnTo>
                <a:lnTo>
                  <a:pt x="3974254" y="9839571"/>
                </a:lnTo>
                <a:cubicBezTo>
                  <a:pt x="3974255" y="9843788"/>
                  <a:pt x="3974256" y="9848006"/>
                  <a:pt x="3974256" y="9852222"/>
                </a:cubicBezTo>
                <a:cubicBezTo>
                  <a:pt x="3961601" y="9852219"/>
                  <a:pt x="3948950" y="9839571"/>
                  <a:pt x="3936298" y="9826916"/>
                </a:cubicBezTo>
                <a:lnTo>
                  <a:pt x="3936296" y="9814262"/>
                </a:lnTo>
                <a:lnTo>
                  <a:pt x="3936298" y="9801610"/>
                </a:lnTo>
                <a:lnTo>
                  <a:pt x="3923640" y="9801610"/>
                </a:lnTo>
                <a:lnTo>
                  <a:pt x="3910988" y="9801610"/>
                </a:lnTo>
                <a:lnTo>
                  <a:pt x="3898332" y="9788956"/>
                </a:lnTo>
                <a:cubicBezTo>
                  <a:pt x="3898334" y="9784738"/>
                  <a:pt x="3898336" y="9780520"/>
                  <a:pt x="3898336" y="9776301"/>
                </a:cubicBezTo>
                <a:lnTo>
                  <a:pt x="3898336" y="9750996"/>
                </a:lnTo>
                <a:lnTo>
                  <a:pt x="3885682" y="9750996"/>
                </a:lnTo>
                <a:lnTo>
                  <a:pt x="3885680" y="9763644"/>
                </a:lnTo>
                <a:lnTo>
                  <a:pt x="3885682" y="9776301"/>
                </a:lnTo>
                <a:lnTo>
                  <a:pt x="3847722" y="9738340"/>
                </a:lnTo>
                <a:cubicBezTo>
                  <a:pt x="3835066" y="9738340"/>
                  <a:pt x="3847722" y="9750998"/>
                  <a:pt x="3847722" y="9763647"/>
                </a:cubicBezTo>
                <a:cubicBezTo>
                  <a:pt x="3847722" y="9750998"/>
                  <a:pt x="3835064" y="9750996"/>
                  <a:pt x="3835066" y="9738340"/>
                </a:cubicBezTo>
                <a:lnTo>
                  <a:pt x="3835067" y="9725686"/>
                </a:lnTo>
                <a:cubicBezTo>
                  <a:pt x="3809762" y="9687726"/>
                  <a:pt x="3784452" y="9662421"/>
                  <a:pt x="3759146" y="9649764"/>
                </a:cubicBezTo>
                <a:lnTo>
                  <a:pt x="3759146" y="9662421"/>
                </a:lnTo>
                <a:lnTo>
                  <a:pt x="3746490" y="9637114"/>
                </a:lnTo>
                <a:cubicBezTo>
                  <a:pt x="3746492" y="9624458"/>
                  <a:pt x="3746492" y="9624458"/>
                  <a:pt x="3733836" y="9624460"/>
                </a:cubicBezTo>
                <a:lnTo>
                  <a:pt x="3733836" y="9636734"/>
                </a:lnTo>
                <a:lnTo>
                  <a:pt x="3640518" y="9540630"/>
                </a:lnTo>
                <a:cubicBezTo>
                  <a:pt x="3607301" y="9510579"/>
                  <a:pt x="3575669" y="9485271"/>
                  <a:pt x="3544034" y="9459962"/>
                </a:cubicBezTo>
                <a:cubicBezTo>
                  <a:pt x="3480766" y="9409350"/>
                  <a:pt x="3417497" y="9346084"/>
                  <a:pt x="3379536" y="9270158"/>
                </a:cubicBezTo>
                <a:cubicBezTo>
                  <a:pt x="3328919" y="9219549"/>
                  <a:pt x="3253002" y="9181588"/>
                  <a:pt x="3240347" y="9118320"/>
                </a:cubicBezTo>
                <a:cubicBezTo>
                  <a:pt x="3215042" y="9093014"/>
                  <a:pt x="3227696" y="9118320"/>
                  <a:pt x="3227696" y="9118320"/>
                </a:cubicBezTo>
                <a:cubicBezTo>
                  <a:pt x="3202388" y="9055053"/>
                  <a:pt x="3126467" y="8991784"/>
                  <a:pt x="3075851" y="8903210"/>
                </a:cubicBezTo>
                <a:cubicBezTo>
                  <a:pt x="3063198" y="8903210"/>
                  <a:pt x="3075852" y="8915864"/>
                  <a:pt x="3063197" y="8915864"/>
                </a:cubicBezTo>
                <a:cubicBezTo>
                  <a:pt x="2999926" y="8839942"/>
                  <a:pt x="3088506" y="8890558"/>
                  <a:pt x="3025236" y="8827288"/>
                </a:cubicBezTo>
                <a:cubicBezTo>
                  <a:pt x="3012584" y="8827288"/>
                  <a:pt x="3037889" y="8852592"/>
                  <a:pt x="3025238" y="8865246"/>
                </a:cubicBezTo>
                <a:cubicBezTo>
                  <a:pt x="2987276" y="8801984"/>
                  <a:pt x="2898704" y="8726062"/>
                  <a:pt x="2924008" y="8688099"/>
                </a:cubicBezTo>
                <a:cubicBezTo>
                  <a:pt x="2911354" y="8675448"/>
                  <a:pt x="2886047" y="8662794"/>
                  <a:pt x="2873393" y="8650138"/>
                </a:cubicBezTo>
                <a:lnTo>
                  <a:pt x="2873393" y="8637488"/>
                </a:lnTo>
                <a:cubicBezTo>
                  <a:pt x="2873392" y="8633270"/>
                  <a:pt x="2873393" y="8629052"/>
                  <a:pt x="2873392" y="8624834"/>
                </a:cubicBezTo>
                <a:lnTo>
                  <a:pt x="2860744" y="8624834"/>
                </a:lnTo>
                <a:cubicBezTo>
                  <a:pt x="2721550" y="8422374"/>
                  <a:pt x="2607670" y="8245227"/>
                  <a:pt x="2506439" y="8042772"/>
                </a:cubicBezTo>
                <a:lnTo>
                  <a:pt x="2503470" y="8056143"/>
                </a:lnTo>
                <a:lnTo>
                  <a:pt x="2422608" y="7928891"/>
                </a:lnTo>
                <a:cubicBezTo>
                  <a:pt x="2395720" y="7875114"/>
                  <a:pt x="2373578" y="7821335"/>
                  <a:pt x="2354598" y="7777047"/>
                </a:cubicBezTo>
                <a:lnTo>
                  <a:pt x="2316635" y="7701123"/>
                </a:lnTo>
                <a:cubicBezTo>
                  <a:pt x="2303982" y="7688474"/>
                  <a:pt x="2278672" y="7650515"/>
                  <a:pt x="2266022" y="7637859"/>
                </a:cubicBezTo>
                <a:lnTo>
                  <a:pt x="2266022" y="7625202"/>
                </a:lnTo>
                <a:cubicBezTo>
                  <a:pt x="2240714" y="7536630"/>
                  <a:pt x="2215409" y="7498670"/>
                  <a:pt x="2164794" y="7397444"/>
                </a:cubicBezTo>
                <a:lnTo>
                  <a:pt x="2164793" y="7384790"/>
                </a:lnTo>
                <a:cubicBezTo>
                  <a:pt x="2152139" y="7359483"/>
                  <a:pt x="2139482" y="7334177"/>
                  <a:pt x="2126832" y="7334175"/>
                </a:cubicBezTo>
                <a:lnTo>
                  <a:pt x="2114180" y="7346829"/>
                </a:lnTo>
                <a:cubicBezTo>
                  <a:pt x="2114178" y="7359480"/>
                  <a:pt x="2126832" y="7372134"/>
                  <a:pt x="2126832" y="7372134"/>
                </a:cubicBezTo>
                <a:cubicBezTo>
                  <a:pt x="2139486" y="7372133"/>
                  <a:pt x="2139486" y="7384790"/>
                  <a:pt x="2139485" y="7397444"/>
                </a:cubicBezTo>
                <a:cubicBezTo>
                  <a:pt x="2152139" y="7460709"/>
                  <a:pt x="2177447" y="7536632"/>
                  <a:pt x="2202752" y="7549284"/>
                </a:cubicBezTo>
                <a:cubicBezTo>
                  <a:pt x="2190101" y="7561940"/>
                  <a:pt x="2215408" y="7587245"/>
                  <a:pt x="2240714" y="7637859"/>
                </a:cubicBezTo>
                <a:cubicBezTo>
                  <a:pt x="2240714" y="7637859"/>
                  <a:pt x="2253368" y="7650515"/>
                  <a:pt x="2253368" y="7663166"/>
                </a:cubicBezTo>
                <a:cubicBezTo>
                  <a:pt x="2256530" y="7672658"/>
                  <a:pt x="2261276" y="7686891"/>
                  <a:pt x="2267009" y="7702709"/>
                </a:cubicBezTo>
                <a:lnTo>
                  <a:pt x="2268472" y="7706363"/>
                </a:lnTo>
                <a:lnTo>
                  <a:pt x="2183772" y="7539792"/>
                </a:lnTo>
                <a:cubicBezTo>
                  <a:pt x="2152139" y="7482852"/>
                  <a:pt x="2120506" y="7429077"/>
                  <a:pt x="2088870" y="7372134"/>
                </a:cubicBezTo>
                <a:lnTo>
                  <a:pt x="2076218" y="7359483"/>
                </a:lnTo>
                <a:lnTo>
                  <a:pt x="2076220" y="7346829"/>
                </a:lnTo>
                <a:cubicBezTo>
                  <a:pt x="2025605" y="7194987"/>
                  <a:pt x="1974989" y="7030493"/>
                  <a:pt x="1911722" y="6815382"/>
                </a:cubicBezTo>
                <a:cubicBezTo>
                  <a:pt x="1899066" y="6777419"/>
                  <a:pt x="1873760" y="6726804"/>
                  <a:pt x="1861103" y="6676193"/>
                </a:cubicBezTo>
                <a:cubicBezTo>
                  <a:pt x="1861106" y="6650886"/>
                  <a:pt x="1861106" y="6612926"/>
                  <a:pt x="1861103" y="6625580"/>
                </a:cubicBezTo>
                <a:cubicBezTo>
                  <a:pt x="1861106" y="6621362"/>
                  <a:pt x="1861104" y="6617144"/>
                  <a:pt x="1861106" y="6612926"/>
                </a:cubicBezTo>
                <a:cubicBezTo>
                  <a:pt x="1848454" y="6600269"/>
                  <a:pt x="1861106" y="6574965"/>
                  <a:pt x="1861106" y="6574965"/>
                </a:cubicBezTo>
                <a:cubicBezTo>
                  <a:pt x="1848455" y="6511697"/>
                  <a:pt x="1823146" y="6435776"/>
                  <a:pt x="1810492" y="6359856"/>
                </a:cubicBezTo>
                <a:lnTo>
                  <a:pt x="1810492" y="6347198"/>
                </a:lnTo>
                <a:lnTo>
                  <a:pt x="1810493" y="6334550"/>
                </a:lnTo>
                <a:cubicBezTo>
                  <a:pt x="1810492" y="6321896"/>
                  <a:pt x="1797840" y="6309240"/>
                  <a:pt x="1797844" y="6296589"/>
                </a:cubicBezTo>
                <a:cubicBezTo>
                  <a:pt x="1797840" y="6292370"/>
                  <a:pt x="1797840" y="6288152"/>
                  <a:pt x="1797840" y="6283932"/>
                </a:cubicBezTo>
                <a:cubicBezTo>
                  <a:pt x="1797842" y="6258626"/>
                  <a:pt x="1785185" y="6233319"/>
                  <a:pt x="1785185" y="6208014"/>
                </a:cubicBezTo>
                <a:cubicBezTo>
                  <a:pt x="1785185" y="6195359"/>
                  <a:pt x="1785185" y="6182703"/>
                  <a:pt x="1797839" y="6182706"/>
                </a:cubicBezTo>
                <a:cubicBezTo>
                  <a:pt x="1797839" y="6170052"/>
                  <a:pt x="1785185" y="6157400"/>
                  <a:pt x="1785185" y="6170054"/>
                </a:cubicBezTo>
                <a:cubicBezTo>
                  <a:pt x="1785185" y="6144743"/>
                  <a:pt x="1772532" y="6132092"/>
                  <a:pt x="1772531" y="6106785"/>
                </a:cubicBezTo>
                <a:lnTo>
                  <a:pt x="1785185" y="6094131"/>
                </a:lnTo>
                <a:cubicBezTo>
                  <a:pt x="1772531" y="6005558"/>
                  <a:pt x="1772531" y="5929635"/>
                  <a:pt x="1759878" y="5841063"/>
                </a:cubicBezTo>
                <a:cubicBezTo>
                  <a:pt x="1759878" y="5853714"/>
                  <a:pt x="1772531" y="5853713"/>
                  <a:pt x="1772531" y="5853713"/>
                </a:cubicBezTo>
                <a:cubicBezTo>
                  <a:pt x="1759878" y="5803103"/>
                  <a:pt x="1759878" y="5765139"/>
                  <a:pt x="1747224" y="5714525"/>
                </a:cubicBezTo>
                <a:cubicBezTo>
                  <a:pt x="1734570" y="5613297"/>
                  <a:pt x="1734570" y="5512070"/>
                  <a:pt x="1747224" y="5410842"/>
                </a:cubicBezTo>
                <a:lnTo>
                  <a:pt x="1759878" y="5398188"/>
                </a:lnTo>
                <a:lnTo>
                  <a:pt x="1759878" y="5372882"/>
                </a:lnTo>
                <a:cubicBezTo>
                  <a:pt x="1759882" y="5360228"/>
                  <a:pt x="1759882" y="5360228"/>
                  <a:pt x="1747224" y="5360225"/>
                </a:cubicBezTo>
                <a:lnTo>
                  <a:pt x="1747224" y="5347577"/>
                </a:lnTo>
                <a:cubicBezTo>
                  <a:pt x="1747228" y="5334921"/>
                  <a:pt x="1747224" y="5322264"/>
                  <a:pt x="1747224" y="5309616"/>
                </a:cubicBezTo>
                <a:lnTo>
                  <a:pt x="1747224" y="5284304"/>
                </a:lnTo>
                <a:cubicBezTo>
                  <a:pt x="1747224" y="5271653"/>
                  <a:pt x="1747228" y="5246345"/>
                  <a:pt x="1734570" y="5221037"/>
                </a:cubicBezTo>
                <a:lnTo>
                  <a:pt x="1747226" y="5221038"/>
                </a:lnTo>
                <a:lnTo>
                  <a:pt x="1747224" y="5208387"/>
                </a:lnTo>
                <a:lnTo>
                  <a:pt x="1747224" y="5195732"/>
                </a:lnTo>
                <a:lnTo>
                  <a:pt x="1734570" y="5195730"/>
                </a:lnTo>
                <a:lnTo>
                  <a:pt x="1734570" y="5157770"/>
                </a:lnTo>
                <a:cubicBezTo>
                  <a:pt x="1747224" y="5170427"/>
                  <a:pt x="1747226" y="5183078"/>
                  <a:pt x="1759878" y="5183081"/>
                </a:cubicBezTo>
                <a:lnTo>
                  <a:pt x="1759878" y="5170424"/>
                </a:lnTo>
                <a:cubicBezTo>
                  <a:pt x="1823147" y="5334920"/>
                  <a:pt x="1848455" y="5524721"/>
                  <a:pt x="1861106" y="5663910"/>
                </a:cubicBezTo>
                <a:cubicBezTo>
                  <a:pt x="1861108" y="5676567"/>
                  <a:pt x="1861108" y="5676567"/>
                  <a:pt x="1873760" y="5676567"/>
                </a:cubicBezTo>
                <a:lnTo>
                  <a:pt x="1873760" y="5663913"/>
                </a:lnTo>
                <a:lnTo>
                  <a:pt x="1873762" y="5651256"/>
                </a:lnTo>
                <a:cubicBezTo>
                  <a:pt x="1861106" y="5512070"/>
                  <a:pt x="1835801" y="5309616"/>
                  <a:pt x="1772531" y="5145120"/>
                </a:cubicBezTo>
                <a:cubicBezTo>
                  <a:pt x="1772531" y="5081852"/>
                  <a:pt x="1747226" y="5069196"/>
                  <a:pt x="1747226" y="5005928"/>
                </a:cubicBezTo>
                <a:cubicBezTo>
                  <a:pt x="1734572" y="4980623"/>
                  <a:pt x="1721916" y="4980624"/>
                  <a:pt x="1709264" y="4980624"/>
                </a:cubicBezTo>
                <a:cubicBezTo>
                  <a:pt x="1709266" y="4930010"/>
                  <a:pt x="1709266" y="4879394"/>
                  <a:pt x="1721916" y="4828781"/>
                </a:cubicBezTo>
                <a:cubicBezTo>
                  <a:pt x="1721916" y="4828781"/>
                  <a:pt x="1721916" y="4816124"/>
                  <a:pt x="1709264" y="4816124"/>
                </a:cubicBezTo>
                <a:lnTo>
                  <a:pt x="1709266" y="4828781"/>
                </a:lnTo>
                <a:cubicBezTo>
                  <a:pt x="1696610" y="4879395"/>
                  <a:pt x="1696610" y="4930007"/>
                  <a:pt x="1696613" y="4980624"/>
                </a:cubicBezTo>
                <a:cubicBezTo>
                  <a:pt x="1696613" y="4993277"/>
                  <a:pt x="1683956" y="4993277"/>
                  <a:pt x="1683956" y="4993277"/>
                </a:cubicBezTo>
                <a:cubicBezTo>
                  <a:pt x="1683956" y="4993277"/>
                  <a:pt x="1683956" y="4980623"/>
                  <a:pt x="1671304" y="4980624"/>
                </a:cubicBezTo>
                <a:cubicBezTo>
                  <a:pt x="1658650" y="4967967"/>
                  <a:pt x="1671304" y="4955313"/>
                  <a:pt x="1671304" y="4917353"/>
                </a:cubicBezTo>
                <a:cubicBezTo>
                  <a:pt x="1671305" y="4904702"/>
                  <a:pt x="1683956" y="4879392"/>
                  <a:pt x="1683956" y="4866741"/>
                </a:cubicBezTo>
                <a:lnTo>
                  <a:pt x="1683958" y="4854090"/>
                </a:lnTo>
                <a:lnTo>
                  <a:pt x="1683956" y="4841432"/>
                </a:lnTo>
                <a:lnTo>
                  <a:pt x="1696610" y="4828776"/>
                </a:lnTo>
                <a:lnTo>
                  <a:pt x="1696610" y="4816127"/>
                </a:lnTo>
                <a:lnTo>
                  <a:pt x="1696610" y="4803474"/>
                </a:lnTo>
                <a:cubicBezTo>
                  <a:pt x="1683956" y="4790820"/>
                  <a:pt x="1683956" y="4790820"/>
                  <a:pt x="1683956" y="4803471"/>
                </a:cubicBezTo>
                <a:lnTo>
                  <a:pt x="1671308" y="4816127"/>
                </a:lnTo>
                <a:cubicBezTo>
                  <a:pt x="1671304" y="4790820"/>
                  <a:pt x="1671304" y="4778163"/>
                  <a:pt x="1671304" y="4752860"/>
                </a:cubicBezTo>
                <a:lnTo>
                  <a:pt x="1671304" y="4727555"/>
                </a:lnTo>
                <a:cubicBezTo>
                  <a:pt x="1671304" y="4714899"/>
                  <a:pt x="1658650" y="4714898"/>
                  <a:pt x="1658650" y="4702250"/>
                </a:cubicBezTo>
                <a:cubicBezTo>
                  <a:pt x="1671304" y="4676942"/>
                  <a:pt x="1671304" y="4651632"/>
                  <a:pt x="1671304" y="4626324"/>
                </a:cubicBezTo>
                <a:cubicBezTo>
                  <a:pt x="1671305" y="4601019"/>
                  <a:pt x="1671304" y="4575713"/>
                  <a:pt x="1683956" y="4563062"/>
                </a:cubicBezTo>
                <a:lnTo>
                  <a:pt x="1683958" y="4588368"/>
                </a:lnTo>
                <a:cubicBezTo>
                  <a:pt x="1696612" y="4601021"/>
                  <a:pt x="1683956" y="4626326"/>
                  <a:pt x="1683960" y="4638981"/>
                </a:cubicBezTo>
                <a:cubicBezTo>
                  <a:pt x="1683958" y="4643199"/>
                  <a:pt x="1683958" y="4647417"/>
                  <a:pt x="1683958" y="4651632"/>
                </a:cubicBezTo>
                <a:cubicBezTo>
                  <a:pt x="1683956" y="4676942"/>
                  <a:pt x="1696610" y="4702250"/>
                  <a:pt x="1696612" y="4714899"/>
                </a:cubicBezTo>
                <a:lnTo>
                  <a:pt x="1709264" y="4714898"/>
                </a:lnTo>
                <a:lnTo>
                  <a:pt x="1721918" y="4702250"/>
                </a:lnTo>
                <a:lnTo>
                  <a:pt x="1734570" y="4689593"/>
                </a:lnTo>
                <a:lnTo>
                  <a:pt x="1734570" y="4676942"/>
                </a:lnTo>
                <a:cubicBezTo>
                  <a:pt x="1734572" y="4672725"/>
                  <a:pt x="1734572" y="4668506"/>
                  <a:pt x="1734574" y="4664288"/>
                </a:cubicBezTo>
                <a:lnTo>
                  <a:pt x="1721916" y="4676942"/>
                </a:lnTo>
                <a:lnTo>
                  <a:pt x="1709264" y="4689597"/>
                </a:lnTo>
                <a:cubicBezTo>
                  <a:pt x="1709264" y="4676942"/>
                  <a:pt x="1696613" y="4664288"/>
                  <a:pt x="1696610" y="4651632"/>
                </a:cubicBezTo>
                <a:lnTo>
                  <a:pt x="1696610" y="4575714"/>
                </a:lnTo>
                <a:lnTo>
                  <a:pt x="1696610" y="4537751"/>
                </a:lnTo>
                <a:lnTo>
                  <a:pt x="1696610" y="4487138"/>
                </a:lnTo>
                <a:cubicBezTo>
                  <a:pt x="1696610" y="4474482"/>
                  <a:pt x="1696610" y="4461833"/>
                  <a:pt x="1709267" y="4436526"/>
                </a:cubicBezTo>
                <a:cubicBezTo>
                  <a:pt x="1709266" y="4432308"/>
                  <a:pt x="1709266" y="4428090"/>
                  <a:pt x="1709264" y="4423871"/>
                </a:cubicBezTo>
                <a:lnTo>
                  <a:pt x="1709264" y="4385910"/>
                </a:lnTo>
                <a:lnTo>
                  <a:pt x="1721916" y="4398566"/>
                </a:lnTo>
                <a:lnTo>
                  <a:pt x="1734570" y="4373259"/>
                </a:lnTo>
                <a:cubicBezTo>
                  <a:pt x="1721918" y="4360605"/>
                  <a:pt x="1721916" y="4347947"/>
                  <a:pt x="1721916" y="4347947"/>
                </a:cubicBezTo>
                <a:lnTo>
                  <a:pt x="1734570" y="4335296"/>
                </a:lnTo>
                <a:cubicBezTo>
                  <a:pt x="1734570" y="4322646"/>
                  <a:pt x="1734570" y="4322646"/>
                  <a:pt x="1721916" y="4322646"/>
                </a:cubicBezTo>
                <a:lnTo>
                  <a:pt x="1721918" y="4297335"/>
                </a:lnTo>
                <a:cubicBezTo>
                  <a:pt x="1721918" y="4284683"/>
                  <a:pt x="1734572" y="4272029"/>
                  <a:pt x="1734570" y="4259375"/>
                </a:cubicBezTo>
                <a:lnTo>
                  <a:pt x="1747226" y="4246719"/>
                </a:lnTo>
                <a:lnTo>
                  <a:pt x="1747224" y="4221419"/>
                </a:lnTo>
                <a:cubicBezTo>
                  <a:pt x="1747226" y="4208762"/>
                  <a:pt x="1747224" y="4196109"/>
                  <a:pt x="1759880" y="4183454"/>
                </a:cubicBezTo>
                <a:cubicBezTo>
                  <a:pt x="1759882" y="4170800"/>
                  <a:pt x="1759880" y="4158146"/>
                  <a:pt x="1759880" y="4158146"/>
                </a:cubicBezTo>
                <a:cubicBezTo>
                  <a:pt x="1759878" y="4145495"/>
                  <a:pt x="1759882" y="4132838"/>
                  <a:pt x="1759882" y="4132838"/>
                </a:cubicBezTo>
                <a:lnTo>
                  <a:pt x="1747226" y="4145492"/>
                </a:lnTo>
                <a:lnTo>
                  <a:pt x="1747224" y="4094879"/>
                </a:lnTo>
                <a:cubicBezTo>
                  <a:pt x="1747224" y="4082222"/>
                  <a:pt x="1759878" y="4069572"/>
                  <a:pt x="1759878" y="4056920"/>
                </a:cubicBezTo>
                <a:lnTo>
                  <a:pt x="1759880" y="4044264"/>
                </a:lnTo>
                <a:lnTo>
                  <a:pt x="1759878" y="4018959"/>
                </a:lnTo>
                <a:lnTo>
                  <a:pt x="1772531" y="4018959"/>
                </a:lnTo>
                <a:lnTo>
                  <a:pt x="1759878" y="4082226"/>
                </a:lnTo>
                <a:lnTo>
                  <a:pt x="1759878" y="4094879"/>
                </a:lnTo>
                <a:lnTo>
                  <a:pt x="1772532" y="4082226"/>
                </a:lnTo>
                <a:lnTo>
                  <a:pt x="1772531" y="4018959"/>
                </a:lnTo>
                <a:lnTo>
                  <a:pt x="1785185" y="4018956"/>
                </a:lnTo>
                <a:cubicBezTo>
                  <a:pt x="1797839" y="4006302"/>
                  <a:pt x="1797839" y="4006302"/>
                  <a:pt x="1797839" y="3993647"/>
                </a:cubicBezTo>
                <a:lnTo>
                  <a:pt x="1797839" y="3980997"/>
                </a:lnTo>
                <a:cubicBezTo>
                  <a:pt x="1797839" y="3968345"/>
                  <a:pt x="1785185" y="3955692"/>
                  <a:pt x="1785185" y="3943038"/>
                </a:cubicBezTo>
                <a:cubicBezTo>
                  <a:pt x="1785188" y="3938820"/>
                  <a:pt x="1785186" y="3934605"/>
                  <a:pt x="1785188" y="3930384"/>
                </a:cubicBezTo>
                <a:cubicBezTo>
                  <a:pt x="1797839" y="3930381"/>
                  <a:pt x="1810492" y="3930381"/>
                  <a:pt x="1797839" y="3892421"/>
                </a:cubicBezTo>
                <a:cubicBezTo>
                  <a:pt x="1810492" y="3854460"/>
                  <a:pt x="1823147" y="3829157"/>
                  <a:pt x="1823146" y="3803846"/>
                </a:cubicBezTo>
                <a:cubicBezTo>
                  <a:pt x="1835801" y="3765888"/>
                  <a:pt x="1835800" y="3740582"/>
                  <a:pt x="1848454" y="3702623"/>
                </a:cubicBezTo>
                <a:lnTo>
                  <a:pt x="1848454" y="3689967"/>
                </a:lnTo>
                <a:cubicBezTo>
                  <a:pt x="1861108" y="3677310"/>
                  <a:pt x="1873760" y="3639353"/>
                  <a:pt x="1873760" y="3614048"/>
                </a:cubicBezTo>
                <a:cubicBezTo>
                  <a:pt x="1886414" y="3576086"/>
                  <a:pt x="1886414" y="3525473"/>
                  <a:pt x="1899068" y="3487509"/>
                </a:cubicBezTo>
                <a:cubicBezTo>
                  <a:pt x="1911722" y="3462206"/>
                  <a:pt x="1911720" y="3424242"/>
                  <a:pt x="1924374" y="3398939"/>
                </a:cubicBezTo>
                <a:cubicBezTo>
                  <a:pt x="1937026" y="3373631"/>
                  <a:pt x="1937028" y="3348326"/>
                  <a:pt x="1937030" y="3323013"/>
                </a:cubicBezTo>
                <a:cubicBezTo>
                  <a:pt x="1962336" y="3310359"/>
                  <a:pt x="1974986" y="3297705"/>
                  <a:pt x="1962335" y="3259749"/>
                </a:cubicBezTo>
                <a:lnTo>
                  <a:pt x="1991070" y="3218426"/>
                </a:lnTo>
                <a:lnTo>
                  <a:pt x="2009375" y="3131484"/>
                </a:lnTo>
                <a:lnTo>
                  <a:pt x="2101524" y="2813634"/>
                </a:lnTo>
                <a:cubicBezTo>
                  <a:pt x="2101524" y="2810495"/>
                  <a:pt x="2101523" y="2807357"/>
                  <a:pt x="2101523" y="2804220"/>
                </a:cubicBezTo>
                <a:lnTo>
                  <a:pt x="2101522" y="2791569"/>
                </a:lnTo>
                <a:cubicBezTo>
                  <a:pt x="2101526" y="2778915"/>
                  <a:pt x="2101522" y="2791569"/>
                  <a:pt x="2088870" y="2791569"/>
                </a:cubicBezTo>
                <a:cubicBezTo>
                  <a:pt x="2088870" y="2791569"/>
                  <a:pt x="2088868" y="2778912"/>
                  <a:pt x="2088870" y="2766260"/>
                </a:cubicBezTo>
                <a:cubicBezTo>
                  <a:pt x="2095198" y="2766261"/>
                  <a:pt x="2098360" y="2766260"/>
                  <a:pt x="2103107" y="2764679"/>
                </a:cubicBezTo>
                <a:lnTo>
                  <a:pt x="2117687" y="2757873"/>
                </a:lnTo>
                <a:lnTo>
                  <a:pt x="2150044" y="2646270"/>
                </a:lnTo>
                <a:lnTo>
                  <a:pt x="2170826" y="2589693"/>
                </a:lnTo>
                <a:lnTo>
                  <a:pt x="2152136" y="2627073"/>
                </a:lnTo>
                <a:cubicBezTo>
                  <a:pt x="2152139" y="2639726"/>
                  <a:pt x="2139486" y="2665034"/>
                  <a:pt x="2139486" y="2677683"/>
                </a:cubicBezTo>
                <a:lnTo>
                  <a:pt x="2126832" y="2677683"/>
                </a:lnTo>
                <a:cubicBezTo>
                  <a:pt x="2152136" y="2627073"/>
                  <a:pt x="2164793" y="2576459"/>
                  <a:pt x="2190101" y="2525843"/>
                </a:cubicBezTo>
                <a:lnTo>
                  <a:pt x="2193160" y="2528904"/>
                </a:lnTo>
                <a:lnTo>
                  <a:pt x="2326253" y="2166623"/>
                </a:lnTo>
                <a:cubicBezTo>
                  <a:pt x="2390723" y="2007636"/>
                  <a:pt x="2460824" y="1849539"/>
                  <a:pt x="2536276" y="1692287"/>
                </a:cubicBezTo>
                <a:cubicBezTo>
                  <a:pt x="2609657" y="1542369"/>
                  <a:pt x="2693399" y="1392075"/>
                  <a:pt x="2779430" y="1247916"/>
                </a:cubicBezTo>
                <a:cubicBezTo>
                  <a:pt x="2792879" y="1218395"/>
                  <a:pt x="2808626" y="1195008"/>
                  <a:pt x="2770664" y="1177716"/>
                </a:cubicBezTo>
                <a:cubicBezTo>
                  <a:pt x="2761174" y="1173392"/>
                  <a:pt x="2754269" y="1172477"/>
                  <a:pt x="2749036" y="1173831"/>
                </a:cubicBezTo>
                <a:cubicBezTo>
                  <a:pt x="2733335" y="1177899"/>
                  <a:pt x="2732668" y="1202424"/>
                  <a:pt x="2722301" y="1216800"/>
                </a:cubicBezTo>
                <a:cubicBezTo>
                  <a:pt x="2705008" y="1254761"/>
                  <a:pt x="2685796" y="1296938"/>
                  <a:pt x="2664288" y="1332978"/>
                </a:cubicBezTo>
                <a:cubicBezTo>
                  <a:pt x="2499482" y="1650062"/>
                  <a:pt x="2317805" y="1959462"/>
                  <a:pt x="2203618" y="2299605"/>
                </a:cubicBezTo>
                <a:cubicBezTo>
                  <a:pt x="1980254" y="2946521"/>
                  <a:pt x="1775682" y="3596906"/>
                  <a:pt x="1707262" y="4283838"/>
                </a:cubicBezTo>
                <a:cubicBezTo>
                  <a:pt x="1707638" y="4294197"/>
                  <a:pt x="1704170" y="4312989"/>
                  <a:pt x="1681160" y="4307601"/>
                </a:cubicBezTo>
                <a:cubicBezTo>
                  <a:pt x="1657772" y="4291851"/>
                  <a:pt x="1667380" y="4270763"/>
                  <a:pt x="1666626" y="4250051"/>
                </a:cubicBezTo>
                <a:cubicBezTo>
                  <a:pt x="1662954" y="4034477"/>
                  <a:pt x="1719882" y="3831227"/>
                  <a:pt x="1755719" y="3618369"/>
                </a:cubicBezTo>
                <a:cubicBezTo>
                  <a:pt x="1848402" y="3057074"/>
                  <a:pt x="2000620" y="2521628"/>
                  <a:pt x="2213906" y="2011451"/>
                </a:cubicBezTo>
                <a:lnTo>
                  <a:pt x="2291730" y="1839899"/>
                </a:lnTo>
                <a:lnTo>
                  <a:pt x="2270768" y="1875771"/>
                </a:lnTo>
                <a:cubicBezTo>
                  <a:pt x="2250203" y="1912149"/>
                  <a:pt x="2234388" y="1943786"/>
                  <a:pt x="2228062" y="1969091"/>
                </a:cubicBezTo>
                <a:cubicBezTo>
                  <a:pt x="2190100" y="2032358"/>
                  <a:pt x="2139485" y="2120933"/>
                  <a:pt x="2088868" y="2209505"/>
                </a:cubicBezTo>
                <a:cubicBezTo>
                  <a:pt x="2050910" y="2298083"/>
                  <a:pt x="2012950" y="2386658"/>
                  <a:pt x="1987640" y="2449925"/>
                </a:cubicBezTo>
                <a:lnTo>
                  <a:pt x="1974989" y="2462577"/>
                </a:lnTo>
                <a:lnTo>
                  <a:pt x="1974990" y="2475228"/>
                </a:lnTo>
                <a:lnTo>
                  <a:pt x="1987643" y="2475230"/>
                </a:lnTo>
                <a:cubicBezTo>
                  <a:pt x="1962336" y="2513190"/>
                  <a:pt x="1949678" y="2589114"/>
                  <a:pt x="1974989" y="2538498"/>
                </a:cubicBezTo>
                <a:lnTo>
                  <a:pt x="1974989" y="2551151"/>
                </a:lnTo>
                <a:cubicBezTo>
                  <a:pt x="1974989" y="2551151"/>
                  <a:pt x="1974990" y="2563805"/>
                  <a:pt x="1987643" y="2551154"/>
                </a:cubicBezTo>
                <a:lnTo>
                  <a:pt x="2000297" y="2551154"/>
                </a:lnTo>
                <a:cubicBezTo>
                  <a:pt x="1987644" y="2563805"/>
                  <a:pt x="1987643" y="2576460"/>
                  <a:pt x="2000296" y="2563802"/>
                </a:cubicBezTo>
                <a:cubicBezTo>
                  <a:pt x="1962335" y="2601765"/>
                  <a:pt x="1987643" y="2614421"/>
                  <a:pt x="1962335" y="2652381"/>
                </a:cubicBezTo>
                <a:cubicBezTo>
                  <a:pt x="1962335" y="2601765"/>
                  <a:pt x="1949682" y="2627075"/>
                  <a:pt x="1924374" y="2690342"/>
                </a:cubicBezTo>
                <a:lnTo>
                  <a:pt x="1949678" y="2690340"/>
                </a:lnTo>
                <a:cubicBezTo>
                  <a:pt x="1899068" y="2791571"/>
                  <a:pt x="1911722" y="2804220"/>
                  <a:pt x="1873757" y="2867490"/>
                </a:cubicBezTo>
                <a:lnTo>
                  <a:pt x="1886414" y="2880144"/>
                </a:lnTo>
                <a:cubicBezTo>
                  <a:pt x="1886412" y="2892795"/>
                  <a:pt x="1873760" y="2905448"/>
                  <a:pt x="1861106" y="2905451"/>
                </a:cubicBezTo>
                <a:cubicBezTo>
                  <a:pt x="1861106" y="2930756"/>
                  <a:pt x="1873758" y="2918102"/>
                  <a:pt x="1861108" y="2943410"/>
                </a:cubicBezTo>
                <a:cubicBezTo>
                  <a:pt x="1835796" y="3006680"/>
                  <a:pt x="1810493" y="3082601"/>
                  <a:pt x="1772531" y="3196478"/>
                </a:cubicBezTo>
                <a:cubicBezTo>
                  <a:pt x="1759882" y="3234438"/>
                  <a:pt x="1747226" y="3259749"/>
                  <a:pt x="1747226" y="3272402"/>
                </a:cubicBezTo>
                <a:cubicBezTo>
                  <a:pt x="1709267" y="3398937"/>
                  <a:pt x="1683956" y="3576087"/>
                  <a:pt x="1645997" y="3576087"/>
                </a:cubicBezTo>
                <a:cubicBezTo>
                  <a:pt x="1658652" y="3614048"/>
                  <a:pt x="1645997" y="3614048"/>
                  <a:pt x="1633342" y="3689967"/>
                </a:cubicBezTo>
                <a:cubicBezTo>
                  <a:pt x="1620689" y="3740580"/>
                  <a:pt x="1620690" y="3639353"/>
                  <a:pt x="1608035" y="3715275"/>
                </a:cubicBezTo>
                <a:cubicBezTo>
                  <a:pt x="1595381" y="3689967"/>
                  <a:pt x="1582726" y="3740580"/>
                  <a:pt x="1595384" y="3677315"/>
                </a:cubicBezTo>
                <a:cubicBezTo>
                  <a:pt x="1582727" y="3677310"/>
                  <a:pt x="1582726" y="3727928"/>
                  <a:pt x="1570074" y="3727928"/>
                </a:cubicBezTo>
                <a:lnTo>
                  <a:pt x="1570076" y="3740582"/>
                </a:lnTo>
                <a:cubicBezTo>
                  <a:pt x="1570076" y="3740582"/>
                  <a:pt x="1557422" y="3727925"/>
                  <a:pt x="1557420" y="3740582"/>
                </a:cubicBezTo>
                <a:lnTo>
                  <a:pt x="1557422" y="3753236"/>
                </a:lnTo>
                <a:lnTo>
                  <a:pt x="1544766" y="3765888"/>
                </a:lnTo>
                <a:cubicBezTo>
                  <a:pt x="1544768" y="3778539"/>
                  <a:pt x="1544766" y="3791196"/>
                  <a:pt x="1532116" y="3816503"/>
                </a:cubicBezTo>
                <a:cubicBezTo>
                  <a:pt x="1506806" y="3892424"/>
                  <a:pt x="1506806" y="3930384"/>
                  <a:pt x="1494154" y="3955688"/>
                </a:cubicBezTo>
                <a:cubicBezTo>
                  <a:pt x="1494152" y="3943040"/>
                  <a:pt x="1494154" y="3955688"/>
                  <a:pt x="1481500" y="3968345"/>
                </a:cubicBezTo>
                <a:lnTo>
                  <a:pt x="1481500" y="3993647"/>
                </a:lnTo>
                <a:lnTo>
                  <a:pt x="1481501" y="4006304"/>
                </a:lnTo>
                <a:cubicBezTo>
                  <a:pt x="1434052" y="4006302"/>
                  <a:pt x="1407952" y="4113069"/>
                  <a:pt x="1381853" y="4214495"/>
                </a:cubicBezTo>
                <a:lnTo>
                  <a:pt x="1368499" y="4261914"/>
                </a:lnTo>
                <a:lnTo>
                  <a:pt x="1368140" y="4265309"/>
                </a:lnTo>
                <a:cubicBezTo>
                  <a:pt x="1376641" y="4249685"/>
                  <a:pt x="1379215" y="4267281"/>
                  <a:pt x="1388314" y="4280324"/>
                </a:cubicBezTo>
                <a:cubicBezTo>
                  <a:pt x="1389514" y="4337666"/>
                  <a:pt x="1377062" y="4375437"/>
                  <a:pt x="1371136" y="4408659"/>
                </a:cubicBezTo>
                <a:cubicBezTo>
                  <a:pt x="1365209" y="4441880"/>
                  <a:pt x="1357309" y="4486176"/>
                  <a:pt x="1369580" y="4545485"/>
                </a:cubicBezTo>
                <a:cubicBezTo>
                  <a:pt x="1363655" y="4578707"/>
                  <a:pt x="1348031" y="4570214"/>
                  <a:pt x="1344680" y="4621031"/>
                </a:cubicBezTo>
                <a:cubicBezTo>
                  <a:pt x="1349830" y="4656224"/>
                  <a:pt x="1364854" y="4636049"/>
                  <a:pt x="1361503" y="4686864"/>
                </a:cubicBezTo>
                <a:cubicBezTo>
                  <a:pt x="1342526" y="4729188"/>
                  <a:pt x="1357375" y="4806095"/>
                  <a:pt x="1354621" y="4885583"/>
                </a:cubicBezTo>
                <a:cubicBezTo>
                  <a:pt x="1341572" y="4894685"/>
                  <a:pt x="1338818" y="4974173"/>
                  <a:pt x="1348517" y="5015886"/>
                </a:cubicBezTo>
                <a:cubicBezTo>
                  <a:pt x="1350493" y="5004813"/>
                  <a:pt x="1350493" y="5004813"/>
                  <a:pt x="1350493" y="5004813"/>
                </a:cubicBezTo>
                <a:cubicBezTo>
                  <a:pt x="1352468" y="4993740"/>
                  <a:pt x="1347919" y="4987218"/>
                  <a:pt x="1358993" y="4989188"/>
                </a:cubicBezTo>
                <a:cubicBezTo>
                  <a:pt x="1358993" y="4989188"/>
                  <a:pt x="1357018" y="5000262"/>
                  <a:pt x="1361566" y="5006784"/>
                </a:cubicBezTo>
                <a:cubicBezTo>
                  <a:pt x="1372642" y="5008755"/>
                  <a:pt x="1372642" y="5008755"/>
                  <a:pt x="1372642" y="5008755"/>
                </a:cubicBezTo>
                <a:cubicBezTo>
                  <a:pt x="1377790" y="5043947"/>
                  <a:pt x="1358216" y="5057601"/>
                  <a:pt x="1362166" y="5035454"/>
                </a:cubicBezTo>
                <a:cubicBezTo>
                  <a:pt x="1360192" y="5046527"/>
                  <a:pt x="1360192" y="5046527"/>
                  <a:pt x="1360192" y="5046527"/>
                </a:cubicBezTo>
                <a:cubicBezTo>
                  <a:pt x="1358216" y="5057601"/>
                  <a:pt x="1351691" y="5062152"/>
                  <a:pt x="1351691" y="5062152"/>
                </a:cubicBezTo>
                <a:cubicBezTo>
                  <a:pt x="1347142" y="5055632"/>
                  <a:pt x="1349117" y="5044557"/>
                  <a:pt x="1344566" y="5038034"/>
                </a:cubicBezTo>
                <a:cubicBezTo>
                  <a:pt x="1330918" y="5018466"/>
                  <a:pt x="1319245" y="4987827"/>
                  <a:pt x="1315892" y="5038644"/>
                </a:cubicBezTo>
                <a:cubicBezTo>
                  <a:pt x="1309546" y="4946112"/>
                  <a:pt x="1310323" y="4877700"/>
                  <a:pt x="1322174" y="4811256"/>
                </a:cubicBezTo>
                <a:cubicBezTo>
                  <a:pt x="1322951" y="4742843"/>
                  <a:pt x="1332829" y="4687475"/>
                  <a:pt x="1335581" y="4607987"/>
                </a:cubicBezTo>
                <a:cubicBezTo>
                  <a:pt x="1324507" y="4606016"/>
                  <a:pt x="1327079" y="4623612"/>
                  <a:pt x="1316006" y="4621641"/>
                </a:cubicBezTo>
                <a:cubicBezTo>
                  <a:pt x="1308283" y="4568853"/>
                  <a:pt x="1307684" y="4540185"/>
                  <a:pt x="1309060" y="4500440"/>
                </a:cubicBezTo>
                <a:cubicBezTo>
                  <a:pt x="1314986" y="4467219"/>
                  <a:pt x="1316363" y="4427475"/>
                  <a:pt x="1321690" y="4365584"/>
                </a:cubicBezTo>
                <a:cubicBezTo>
                  <a:pt x="1328215" y="4361031"/>
                  <a:pt x="1330682" y="4347189"/>
                  <a:pt x="1333078" y="4329764"/>
                </a:cubicBezTo>
                <a:lnTo>
                  <a:pt x="1339778" y="4294655"/>
                </a:lnTo>
                <a:lnTo>
                  <a:pt x="1334128" y="4283789"/>
                </a:lnTo>
                <a:lnTo>
                  <a:pt x="1333241" y="4284804"/>
                </a:lnTo>
                <a:cubicBezTo>
                  <a:pt x="1331857" y="4284558"/>
                  <a:pt x="1330718" y="4282928"/>
                  <a:pt x="1329890" y="4279569"/>
                </a:cubicBezTo>
                <a:lnTo>
                  <a:pt x="1329440" y="4274876"/>
                </a:lnTo>
                <a:lnTo>
                  <a:pt x="1319377" y="4260165"/>
                </a:lnTo>
                <a:cubicBezTo>
                  <a:pt x="1315421" y="4257003"/>
                  <a:pt x="1310677" y="4256211"/>
                  <a:pt x="1304350" y="4259375"/>
                </a:cubicBezTo>
                <a:cubicBezTo>
                  <a:pt x="1304350" y="4347948"/>
                  <a:pt x="1291696" y="4347950"/>
                  <a:pt x="1291700" y="4411218"/>
                </a:cubicBezTo>
                <a:cubicBezTo>
                  <a:pt x="1253735" y="4461831"/>
                  <a:pt x="1228429" y="4398561"/>
                  <a:pt x="1228430" y="4309989"/>
                </a:cubicBezTo>
                <a:lnTo>
                  <a:pt x="1228429" y="4297332"/>
                </a:lnTo>
                <a:lnTo>
                  <a:pt x="1228429" y="4259375"/>
                </a:lnTo>
                <a:lnTo>
                  <a:pt x="1241081" y="4272029"/>
                </a:lnTo>
                <a:lnTo>
                  <a:pt x="1241083" y="4284678"/>
                </a:lnTo>
                <a:lnTo>
                  <a:pt x="1253735" y="4272029"/>
                </a:lnTo>
                <a:cubicBezTo>
                  <a:pt x="1266386" y="4259375"/>
                  <a:pt x="1266386" y="4158146"/>
                  <a:pt x="1241083" y="4234070"/>
                </a:cubicBezTo>
                <a:lnTo>
                  <a:pt x="1241081" y="4221419"/>
                </a:lnTo>
                <a:lnTo>
                  <a:pt x="1241081" y="4208763"/>
                </a:lnTo>
                <a:cubicBezTo>
                  <a:pt x="1241083" y="4202436"/>
                  <a:pt x="1241084" y="4199273"/>
                  <a:pt x="1239502" y="4197690"/>
                </a:cubicBezTo>
                <a:lnTo>
                  <a:pt x="1232377" y="4196673"/>
                </a:lnTo>
                <a:lnTo>
                  <a:pt x="1229462" y="4233180"/>
                </a:lnTo>
                <a:lnTo>
                  <a:pt x="1228429" y="4233416"/>
                </a:lnTo>
                <a:lnTo>
                  <a:pt x="1228429" y="4234070"/>
                </a:lnTo>
                <a:lnTo>
                  <a:pt x="1228429" y="4246722"/>
                </a:lnTo>
                <a:cubicBezTo>
                  <a:pt x="1228429" y="4246722"/>
                  <a:pt x="1228429" y="4259375"/>
                  <a:pt x="1215775" y="4259375"/>
                </a:cubicBezTo>
                <a:lnTo>
                  <a:pt x="1214402" y="4223664"/>
                </a:lnTo>
                <a:lnTo>
                  <a:pt x="1207888" y="4209806"/>
                </a:lnTo>
                <a:cubicBezTo>
                  <a:pt x="1197065" y="4338836"/>
                  <a:pt x="1176364" y="4433700"/>
                  <a:pt x="1187569" y="4574865"/>
                </a:cubicBezTo>
                <a:cubicBezTo>
                  <a:pt x="1193866" y="4558230"/>
                  <a:pt x="1198807" y="4575314"/>
                  <a:pt x="1209595" y="4587000"/>
                </a:cubicBezTo>
                <a:cubicBezTo>
                  <a:pt x="1218574" y="4643646"/>
                  <a:pt x="1211371" y="4682760"/>
                  <a:pt x="1210015" y="4716479"/>
                </a:cubicBezTo>
                <a:cubicBezTo>
                  <a:pt x="1208657" y="4750196"/>
                  <a:pt x="1206847" y="4795155"/>
                  <a:pt x="1227065" y="4852247"/>
                </a:cubicBezTo>
                <a:cubicBezTo>
                  <a:pt x="1225708" y="4885965"/>
                  <a:pt x="1209076" y="4879676"/>
                  <a:pt x="1212661" y="4930475"/>
                </a:cubicBezTo>
                <a:cubicBezTo>
                  <a:pt x="1222543" y="4964642"/>
                  <a:pt x="1234687" y="4942611"/>
                  <a:pt x="1238272" y="4993412"/>
                </a:cubicBezTo>
                <a:cubicBezTo>
                  <a:pt x="1225222" y="5037923"/>
                  <a:pt x="1250381" y="5112099"/>
                  <a:pt x="1258454" y="5191223"/>
                </a:cubicBezTo>
                <a:cubicBezTo>
                  <a:pt x="1255532" y="5193920"/>
                  <a:pt x="1253845" y="5200890"/>
                  <a:pt x="1253197" y="5210450"/>
                </a:cubicBezTo>
                <a:lnTo>
                  <a:pt x="1254044" y="5240709"/>
                </a:lnTo>
                <a:lnTo>
                  <a:pt x="1254724" y="5240415"/>
                </a:lnTo>
                <a:cubicBezTo>
                  <a:pt x="1285172" y="5244567"/>
                  <a:pt x="1305932" y="5364974"/>
                  <a:pt x="1317005" y="5398188"/>
                </a:cubicBezTo>
                <a:cubicBezTo>
                  <a:pt x="1317004" y="5385537"/>
                  <a:pt x="1317005" y="5360228"/>
                  <a:pt x="1329656" y="5372882"/>
                </a:cubicBezTo>
                <a:cubicBezTo>
                  <a:pt x="1342310" y="5436149"/>
                  <a:pt x="1354961" y="5537378"/>
                  <a:pt x="1380271" y="5613296"/>
                </a:cubicBezTo>
                <a:lnTo>
                  <a:pt x="1380271" y="5651258"/>
                </a:lnTo>
                <a:lnTo>
                  <a:pt x="1392926" y="5638607"/>
                </a:lnTo>
                <a:cubicBezTo>
                  <a:pt x="1392926" y="5651259"/>
                  <a:pt x="1405579" y="5651259"/>
                  <a:pt x="1405579" y="5651259"/>
                </a:cubicBezTo>
                <a:lnTo>
                  <a:pt x="1418234" y="5663912"/>
                </a:lnTo>
                <a:cubicBezTo>
                  <a:pt x="1437212" y="5730344"/>
                  <a:pt x="1463309" y="5818127"/>
                  <a:pt x="1496526" y="5884557"/>
                </a:cubicBezTo>
                <a:lnTo>
                  <a:pt x="1509760" y="5906024"/>
                </a:lnTo>
                <a:lnTo>
                  <a:pt x="1508820" y="5901420"/>
                </a:lnTo>
                <a:cubicBezTo>
                  <a:pt x="1503708" y="5880129"/>
                  <a:pt x="1497413" y="5855456"/>
                  <a:pt x="1490338" y="5825213"/>
                </a:cubicBezTo>
                <a:cubicBezTo>
                  <a:pt x="1499915" y="5812508"/>
                  <a:pt x="1482533" y="5769515"/>
                  <a:pt x="1482641" y="5729742"/>
                </a:cubicBezTo>
                <a:cubicBezTo>
                  <a:pt x="1479412" y="5747235"/>
                  <a:pt x="1474624" y="5753588"/>
                  <a:pt x="1465153" y="5726520"/>
                </a:cubicBezTo>
                <a:cubicBezTo>
                  <a:pt x="1460578" y="5653329"/>
                  <a:pt x="1421134" y="5533922"/>
                  <a:pt x="1441958" y="5479880"/>
                </a:cubicBezTo>
                <a:cubicBezTo>
                  <a:pt x="1410316" y="5416172"/>
                  <a:pt x="1404182" y="5331840"/>
                  <a:pt x="1409186" y="5245944"/>
                </a:cubicBezTo>
                <a:cubicBezTo>
                  <a:pt x="1402835" y="5241156"/>
                  <a:pt x="1402835" y="5241156"/>
                  <a:pt x="1402835" y="5241156"/>
                </a:cubicBezTo>
                <a:cubicBezTo>
                  <a:pt x="1402835" y="5241156"/>
                  <a:pt x="1407625" y="5234805"/>
                  <a:pt x="1407625" y="5234805"/>
                </a:cubicBezTo>
                <a:cubicBezTo>
                  <a:pt x="1401275" y="5230016"/>
                  <a:pt x="1404505" y="5212524"/>
                  <a:pt x="1404505" y="5212524"/>
                </a:cubicBezTo>
                <a:cubicBezTo>
                  <a:pt x="1402943" y="5201384"/>
                  <a:pt x="1409293" y="5206173"/>
                  <a:pt x="1410854" y="5217312"/>
                </a:cubicBezTo>
                <a:lnTo>
                  <a:pt x="1412483" y="5218949"/>
                </a:lnTo>
                <a:lnTo>
                  <a:pt x="1412413" y="5228451"/>
                </a:lnTo>
                <a:cubicBezTo>
                  <a:pt x="1414809" y="5225276"/>
                  <a:pt x="1416006" y="5223688"/>
                  <a:pt x="1415812" y="5222296"/>
                </a:cubicBezTo>
                <a:lnTo>
                  <a:pt x="1412483" y="5218949"/>
                </a:lnTo>
                <a:lnTo>
                  <a:pt x="1412731" y="5185101"/>
                </a:lnTo>
                <a:cubicBezTo>
                  <a:pt x="1411379" y="5170382"/>
                  <a:pt x="1411015" y="5157654"/>
                  <a:pt x="1418980" y="5153696"/>
                </a:cubicBezTo>
                <a:cubicBezTo>
                  <a:pt x="1437814" y="5247602"/>
                  <a:pt x="1485492" y="5263620"/>
                  <a:pt x="1483608" y="5371797"/>
                </a:cubicBezTo>
                <a:cubicBezTo>
                  <a:pt x="1474030" y="5384501"/>
                  <a:pt x="1464559" y="5357433"/>
                  <a:pt x="1458209" y="5352647"/>
                </a:cubicBezTo>
                <a:cubicBezTo>
                  <a:pt x="1470587" y="5481536"/>
                  <a:pt x="1467142" y="5578572"/>
                  <a:pt x="1503359" y="5715473"/>
                </a:cubicBezTo>
                <a:cubicBezTo>
                  <a:pt x="1506588" y="5697980"/>
                  <a:pt x="1514498" y="5713907"/>
                  <a:pt x="1527197" y="5723481"/>
                </a:cubicBezTo>
                <a:cubicBezTo>
                  <a:pt x="1546139" y="5777618"/>
                  <a:pt x="1546032" y="5817389"/>
                  <a:pt x="1550714" y="5850807"/>
                </a:cubicBezTo>
                <a:cubicBezTo>
                  <a:pt x="1555396" y="5884227"/>
                  <a:pt x="1561638" y="5928786"/>
                  <a:pt x="1591721" y="5981355"/>
                </a:cubicBezTo>
                <a:cubicBezTo>
                  <a:pt x="1596402" y="6014775"/>
                  <a:pt x="1578912" y="6011552"/>
                  <a:pt x="1591505" y="6060899"/>
                </a:cubicBezTo>
                <a:cubicBezTo>
                  <a:pt x="1603372" y="6084789"/>
                  <a:pt x="1610848" y="6077349"/>
                  <a:pt x="1619156" y="6092955"/>
                </a:cubicBezTo>
                <a:lnTo>
                  <a:pt x="1620138" y="6095787"/>
                </a:lnTo>
                <a:lnTo>
                  <a:pt x="1620689" y="6081479"/>
                </a:lnTo>
                <a:cubicBezTo>
                  <a:pt x="1620690" y="6077261"/>
                  <a:pt x="1620690" y="6073043"/>
                  <a:pt x="1620694" y="6068825"/>
                </a:cubicBezTo>
                <a:cubicBezTo>
                  <a:pt x="1620689" y="6056168"/>
                  <a:pt x="1608040" y="6056171"/>
                  <a:pt x="1608040" y="6056171"/>
                </a:cubicBezTo>
                <a:cubicBezTo>
                  <a:pt x="1608035" y="5989739"/>
                  <a:pt x="1615154" y="5944664"/>
                  <a:pt x="1613374" y="5872893"/>
                </a:cubicBezTo>
                <a:lnTo>
                  <a:pt x="1608806" y="5802330"/>
                </a:lnTo>
                <a:lnTo>
                  <a:pt x="1620689" y="5790449"/>
                </a:lnTo>
                <a:cubicBezTo>
                  <a:pt x="1633343" y="5790449"/>
                  <a:pt x="1633344" y="5752488"/>
                  <a:pt x="1645996" y="5790447"/>
                </a:cubicBezTo>
                <a:cubicBezTo>
                  <a:pt x="1633343" y="5790449"/>
                  <a:pt x="1645996" y="5815754"/>
                  <a:pt x="1633342" y="5841060"/>
                </a:cubicBezTo>
                <a:lnTo>
                  <a:pt x="1633343" y="5828409"/>
                </a:lnTo>
                <a:cubicBezTo>
                  <a:pt x="1620689" y="5815751"/>
                  <a:pt x="1620689" y="5815751"/>
                  <a:pt x="1620689" y="5828409"/>
                </a:cubicBezTo>
                <a:lnTo>
                  <a:pt x="1620689" y="5841063"/>
                </a:lnTo>
                <a:cubicBezTo>
                  <a:pt x="1633342" y="5841060"/>
                  <a:pt x="1633344" y="5853714"/>
                  <a:pt x="1633344" y="5853714"/>
                </a:cubicBezTo>
                <a:cubicBezTo>
                  <a:pt x="1633342" y="5891675"/>
                  <a:pt x="1658651" y="5866368"/>
                  <a:pt x="1658651" y="5904329"/>
                </a:cubicBezTo>
                <a:cubicBezTo>
                  <a:pt x="1658650" y="5929632"/>
                  <a:pt x="1633342" y="5980245"/>
                  <a:pt x="1658650" y="5992904"/>
                </a:cubicBezTo>
                <a:lnTo>
                  <a:pt x="1658650" y="6005558"/>
                </a:lnTo>
                <a:lnTo>
                  <a:pt x="1658650" y="6030861"/>
                </a:lnTo>
                <a:lnTo>
                  <a:pt x="1658651" y="6043518"/>
                </a:lnTo>
                <a:cubicBezTo>
                  <a:pt x="1633342" y="6043518"/>
                  <a:pt x="1671304" y="6094128"/>
                  <a:pt x="1658652" y="6119439"/>
                </a:cubicBezTo>
                <a:cubicBezTo>
                  <a:pt x="1658652" y="6123657"/>
                  <a:pt x="1658652" y="6127875"/>
                  <a:pt x="1658650" y="6132093"/>
                </a:cubicBezTo>
                <a:cubicBezTo>
                  <a:pt x="1658650" y="6144743"/>
                  <a:pt x="1671304" y="6144746"/>
                  <a:pt x="1671304" y="6144746"/>
                </a:cubicBezTo>
                <a:lnTo>
                  <a:pt x="1671304" y="6157400"/>
                </a:lnTo>
                <a:lnTo>
                  <a:pt x="1671304" y="6182706"/>
                </a:lnTo>
                <a:lnTo>
                  <a:pt x="1671304" y="6195360"/>
                </a:lnTo>
                <a:cubicBezTo>
                  <a:pt x="1671304" y="6220665"/>
                  <a:pt x="1671304" y="6258626"/>
                  <a:pt x="1696612" y="6271281"/>
                </a:cubicBezTo>
                <a:lnTo>
                  <a:pt x="1683956" y="6271278"/>
                </a:lnTo>
                <a:lnTo>
                  <a:pt x="1683956" y="6283935"/>
                </a:lnTo>
                <a:cubicBezTo>
                  <a:pt x="1683956" y="6296589"/>
                  <a:pt x="1683958" y="6309242"/>
                  <a:pt x="1696610" y="6309240"/>
                </a:cubicBezTo>
                <a:cubicBezTo>
                  <a:pt x="1693446" y="6331385"/>
                  <a:pt x="1693448" y="6351945"/>
                  <a:pt x="1695425" y="6372311"/>
                </a:cubicBezTo>
                <a:lnTo>
                  <a:pt x="1699331" y="6394962"/>
                </a:lnTo>
                <a:lnTo>
                  <a:pt x="1701635" y="6401727"/>
                </a:lnTo>
                <a:cubicBezTo>
                  <a:pt x="1706672" y="6414242"/>
                  <a:pt x="1712208" y="6425888"/>
                  <a:pt x="1717750" y="6435048"/>
                </a:cubicBezTo>
                <a:cubicBezTo>
                  <a:pt x="1716190" y="6423909"/>
                  <a:pt x="1716190" y="6423909"/>
                  <a:pt x="1716190" y="6423909"/>
                </a:cubicBezTo>
                <a:cubicBezTo>
                  <a:pt x="1714628" y="6412769"/>
                  <a:pt x="1708278" y="6407981"/>
                  <a:pt x="1719419" y="6406416"/>
                </a:cubicBezTo>
                <a:cubicBezTo>
                  <a:pt x="1719419" y="6406416"/>
                  <a:pt x="1720979" y="6417557"/>
                  <a:pt x="1727328" y="6422343"/>
                </a:cubicBezTo>
                <a:cubicBezTo>
                  <a:pt x="1738468" y="6420779"/>
                  <a:pt x="1738468" y="6420779"/>
                  <a:pt x="1738468" y="6420779"/>
                </a:cubicBezTo>
                <a:cubicBezTo>
                  <a:pt x="1754290" y="6452633"/>
                  <a:pt x="1739921" y="6471690"/>
                  <a:pt x="1736798" y="6449411"/>
                </a:cubicBezTo>
                <a:cubicBezTo>
                  <a:pt x="1738361" y="6460550"/>
                  <a:pt x="1738361" y="6460550"/>
                  <a:pt x="1738361" y="6460550"/>
                </a:cubicBezTo>
                <a:cubicBezTo>
                  <a:pt x="1739921" y="6471690"/>
                  <a:pt x="1735132" y="6478043"/>
                  <a:pt x="1735132" y="6478043"/>
                </a:cubicBezTo>
                <a:cubicBezTo>
                  <a:pt x="1728782" y="6473255"/>
                  <a:pt x="1727220" y="6462116"/>
                  <a:pt x="1720871" y="6457328"/>
                </a:cubicBezTo>
                <a:lnTo>
                  <a:pt x="1709114" y="6447681"/>
                </a:lnTo>
                <a:lnTo>
                  <a:pt x="1721522" y="6503195"/>
                </a:lnTo>
                <a:cubicBezTo>
                  <a:pt x="1726662" y="6528305"/>
                  <a:pt x="1731407" y="6555983"/>
                  <a:pt x="1734572" y="6587615"/>
                </a:cubicBezTo>
                <a:lnTo>
                  <a:pt x="1721918" y="6600269"/>
                </a:lnTo>
                <a:cubicBezTo>
                  <a:pt x="1721916" y="6612926"/>
                  <a:pt x="1734570" y="6625580"/>
                  <a:pt x="1734570" y="6625580"/>
                </a:cubicBezTo>
                <a:lnTo>
                  <a:pt x="1747224" y="6638229"/>
                </a:lnTo>
                <a:lnTo>
                  <a:pt x="1734570" y="6638232"/>
                </a:lnTo>
                <a:cubicBezTo>
                  <a:pt x="1747224" y="6650886"/>
                  <a:pt x="1759878" y="6688847"/>
                  <a:pt x="1759880" y="6714153"/>
                </a:cubicBezTo>
                <a:cubicBezTo>
                  <a:pt x="1759882" y="6718371"/>
                  <a:pt x="1759882" y="6722589"/>
                  <a:pt x="1759882" y="6726807"/>
                </a:cubicBezTo>
                <a:cubicBezTo>
                  <a:pt x="1759882" y="6731024"/>
                  <a:pt x="1759882" y="6735242"/>
                  <a:pt x="1759880" y="6739458"/>
                </a:cubicBezTo>
                <a:lnTo>
                  <a:pt x="1772531" y="6752112"/>
                </a:lnTo>
                <a:cubicBezTo>
                  <a:pt x="1772531" y="6802725"/>
                  <a:pt x="1810492" y="6891303"/>
                  <a:pt x="1810493" y="6929262"/>
                </a:cubicBezTo>
                <a:lnTo>
                  <a:pt x="1797839" y="6929262"/>
                </a:lnTo>
                <a:lnTo>
                  <a:pt x="1797839" y="6941918"/>
                </a:lnTo>
                <a:cubicBezTo>
                  <a:pt x="1797840" y="6954569"/>
                  <a:pt x="1797842" y="6967223"/>
                  <a:pt x="1810493" y="6967223"/>
                </a:cubicBezTo>
                <a:lnTo>
                  <a:pt x="1823147" y="6979875"/>
                </a:lnTo>
                <a:lnTo>
                  <a:pt x="1835800" y="6967220"/>
                </a:lnTo>
                <a:lnTo>
                  <a:pt x="1835801" y="6954573"/>
                </a:lnTo>
                <a:lnTo>
                  <a:pt x="1823147" y="6941916"/>
                </a:lnTo>
                <a:cubicBezTo>
                  <a:pt x="1810493" y="6916605"/>
                  <a:pt x="1823146" y="6916608"/>
                  <a:pt x="1810493" y="6878645"/>
                </a:cubicBezTo>
                <a:cubicBezTo>
                  <a:pt x="1823146" y="6878648"/>
                  <a:pt x="1823146" y="6891303"/>
                  <a:pt x="1835800" y="6916608"/>
                </a:cubicBezTo>
                <a:cubicBezTo>
                  <a:pt x="1835800" y="6903957"/>
                  <a:pt x="1835801" y="6891300"/>
                  <a:pt x="1823146" y="6865997"/>
                </a:cubicBezTo>
                <a:lnTo>
                  <a:pt x="1810492" y="6865997"/>
                </a:lnTo>
                <a:cubicBezTo>
                  <a:pt x="1810492" y="6828036"/>
                  <a:pt x="1797839" y="6790076"/>
                  <a:pt x="1785185" y="6752111"/>
                </a:cubicBezTo>
                <a:cubicBezTo>
                  <a:pt x="1797839" y="6752112"/>
                  <a:pt x="1823146" y="6815382"/>
                  <a:pt x="1797840" y="6739461"/>
                </a:cubicBezTo>
                <a:lnTo>
                  <a:pt x="1810492" y="6739458"/>
                </a:lnTo>
                <a:lnTo>
                  <a:pt x="1810492" y="6752112"/>
                </a:lnTo>
                <a:lnTo>
                  <a:pt x="1823146" y="6739461"/>
                </a:lnTo>
                <a:cubicBezTo>
                  <a:pt x="1848454" y="6777419"/>
                  <a:pt x="1835800" y="6764768"/>
                  <a:pt x="1848454" y="6815379"/>
                </a:cubicBezTo>
                <a:cubicBezTo>
                  <a:pt x="1848454" y="6815379"/>
                  <a:pt x="1848450" y="6802728"/>
                  <a:pt x="1848455" y="6790076"/>
                </a:cubicBezTo>
                <a:cubicBezTo>
                  <a:pt x="1848454" y="6815379"/>
                  <a:pt x="1861108" y="6840686"/>
                  <a:pt x="1848455" y="6865997"/>
                </a:cubicBezTo>
                <a:lnTo>
                  <a:pt x="1873762" y="6891303"/>
                </a:lnTo>
                <a:lnTo>
                  <a:pt x="1861106" y="6891303"/>
                </a:lnTo>
                <a:lnTo>
                  <a:pt x="1861106" y="6903956"/>
                </a:lnTo>
                <a:cubicBezTo>
                  <a:pt x="1861104" y="6908172"/>
                  <a:pt x="1861106" y="6912389"/>
                  <a:pt x="1861103" y="6916605"/>
                </a:cubicBezTo>
                <a:lnTo>
                  <a:pt x="1873760" y="6916608"/>
                </a:lnTo>
                <a:cubicBezTo>
                  <a:pt x="1899070" y="6929262"/>
                  <a:pt x="1873762" y="6954573"/>
                  <a:pt x="1899070" y="6967224"/>
                </a:cubicBezTo>
                <a:cubicBezTo>
                  <a:pt x="1911719" y="6979875"/>
                  <a:pt x="1899066" y="6954569"/>
                  <a:pt x="1899070" y="6929262"/>
                </a:cubicBezTo>
                <a:cubicBezTo>
                  <a:pt x="1899066" y="6954569"/>
                  <a:pt x="1911719" y="6979875"/>
                  <a:pt x="1911720" y="6992532"/>
                </a:cubicBezTo>
                <a:lnTo>
                  <a:pt x="1899068" y="6979878"/>
                </a:lnTo>
                <a:cubicBezTo>
                  <a:pt x="1886414" y="6979880"/>
                  <a:pt x="1886414" y="6979880"/>
                  <a:pt x="1886411" y="6992532"/>
                </a:cubicBezTo>
                <a:cubicBezTo>
                  <a:pt x="1873760" y="6967220"/>
                  <a:pt x="1861106" y="6992532"/>
                  <a:pt x="1861108" y="7017836"/>
                </a:cubicBezTo>
                <a:lnTo>
                  <a:pt x="1861108" y="7043144"/>
                </a:lnTo>
                <a:cubicBezTo>
                  <a:pt x="1861103" y="7055795"/>
                  <a:pt x="1861108" y="7068452"/>
                  <a:pt x="1873757" y="7068452"/>
                </a:cubicBezTo>
                <a:cubicBezTo>
                  <a:pt x="1873758" y="7081103"/>
                  <a:pt x="1886414" y="7081104"/>
                  <a:pt x="1886414" y="7068449"/>
                </a:cubicBezTo>
                <a:lnTo>
                  <a:pt x="1886414" y="7043144"/>
                </a:lnTo>
                <a:cubicBezTo>
                  <a:pt x="1886414" y="7068449"/>
                  <a:pt x="1899066" y="7055795"/>
                  <a:pt x="1911718" y="7068452"/>
                </a:cubicBezTo>
                <a:lnTo>
                  <a:pt x="1911719" y="7081104"/>
                </a:lnTo>
                <a:cubicBezTo>
                  <a:pt x="1911722" y="7093755"/>
                  <a:pt x="1911720" y="7106412"/>
                  <a:pt x="1911720" y="7106412"/>
                </a:cubicBezTo>
                <a:cubicBezTo>
                  <a:pt x="1924374" y="7119068"/>
                  <a:pt x="1924374" y="7119068"/>
                  <a:pt x="1924376" y="7106412"/>
                </a:cubicBezTo>
                <a:lnTo>
                  <a:pt x="1937026" y="7106411"/>
                </a:lnTo>
                <a:lnTo>
                  <a:pt x="1949682" y="7093755"/>
                </a:lnTo>
                <a:cubicBezTo>
                  <a:pt x="1924374" y="7119068"/>
                  <a:pt x="1962336" y="7207640"/>
                  <a:pt x="1911722" y="7131719"/>
                </a:cubicBezTo>
                <a:cubicBezTo>
                  <a:pt x="1918048" y="7157025"/>
                  <a:pt x="1927536" y="7176006"/>
                  <a:pt x="1933865" y="7193405"/>
                </a:cubicBezTo>
                <a:lnTo>
                  <a:pt x="1935281" y="7216802"/>
                </a:lnTo>
                <a:lnTo>
                  <a:pt x="1924374" y="7194987"/>
                </a:lnTo>
                <a:cubicBezTo>
                  <a:pt x="1911720" y="7194986"/>
                  <a:pt x="1911722" y="7207640"/>
                  <a:pt x="1911720" y="7220294"/>
                </a:cubicBezTo>
                <a:lnTo>
                  <a:pt x="1911720" y="7232945"/>
                </a:lnTo>
                <a:cubicBezTo>
                  <a:pt x="1899068" y="7207640"/>
                  <a:pt x="1899066" y="7194987"/>
                  <a:pt x="1886416" y="7169676"/>
                </a:cubicBezTo>
                <a:lnTo>
                  <a:pt x="1873760" y="7182333"/>
                </a:lnTo>
                <a:cubicBezTo>
                  <a:pt x="1861108" y="7182333"/>
                  <a:pt x="1873762" y="7207640"/>
                  <a:pt x="1873760" y="7220291"/>
                </a:cubicBezTo>
                <a:lnTo>
                  <a:pt x="1861106" y="7207640"/>
                </a:lnTo>
                <a:lnTo>
                  <a:pt x="1861106" y="7220295"/>
                </a:lnTo>
                <a:lnTo>
                  <a:pt x="1861106" y="7232945"/>
                </a:lnTo>
                <a:lnTo>
                  <a:pt x="1873762" y="7245600"/>
                </a:lnTo>
                <a:cubicBezTo>
                  <a:pt x="1861108" y="7296216"/>
                  <a:pt x="1937028" y="7308869"/>
                  <a:pt x="1911720" y="7334175"/>
                </a:cubicBezTo>
                <a:cubicBezTo>
                  <a:pt x="1924376" y="7372134"/>
                  <a:pt x="1911720" y="7308869"/>
                  <a:pt x="1937030" y="7321523"/>
                </a:cubicBezTo>
                <a:cubicBezTo>
                  <a:pt x="1911720" y="7308869"/>
                  <a:pt x="1899068" y="7270905"/>
                  <a:pt x="1924374" y="7270908"/>
                </a:cubicBezTo>
                <a:lnTo>
                  <a:pt x="1937028" y="7283561"/>
                </a:lnTo>
                <a:cubicBezTo>
                  <a:pt x="1937027" y="7296215"/>
                  <a:pt x="1949678" y="7308869"/>
                  <a:pt x="1949678" y="7308869"/>
                </a:cubicBezTo>
                <a:cubicBezTo>
                  <a:pt x="1962335" y="7308869"/>
                  <a:pt x="1962335" y="7296215"/>
                  <a:pt x="1949681" y="7270908"/>
                </a:cubicBezTo>
                <a:lnTo>
                  <a:pt x="1949681" y="7258254"/>
                </a:lnTo>
                <a:cubicBezTo>
                  <a:pt x="1974989" y="7270908"/>
                  <a:pt x="1949678" y="7308869"/>
                  <a:pt x="1974986" y="7346829"/>
                </a:cubicBezTo>
                <a:cubicBezTo>
                  <a:pt x="1974986" y="7346829"/>
                  <a:pt x="1962335" y="7346829"/>
                  <a:pt x="1974989" y="7359480"/>
                </a:cubicBezTo>
                <a:cubicBezTo>
                  <a:pt x="1974989" y="7372134"/>
                  <a:pt x="1974989" y="7372134"/>
                  <a:pt x="1987643" y="7372134"/>
                </a:cubicBezTo>
                <a:cubicBezTo>
                  <a:pt x="1974986" y="7397441"/>
                  <a:pt x="2012950" y="7435401"/>
                  <a:pt x="2025602" y="7460709"/>
                </a:cubicBezTo>
                <a:lnTo>
                  <a:pt x="2012950" y="7448058"/>
                </a:lnTo>
                <a:lnTo>
                  <a:pt x="2012951" y="7460709"/>
                </a:lnTo>
                <a:cubicBezTo>
                  <a:pt x="2012950" y="7473362"/>
                  <a:pt x="2012950" y="7473362"/>
                  <a:pt x="2012946" y="7486019"/>
                </a:cubicBezTo>
                <a:lnTo>
                  <a:pt x="2025604" y="7486019"/>
                </a:lnTo>
                <a:cubicBezTo>
                  <a:pt x="2038256" y="7511325"/>
                  <a:pt x="2063564" y="7549284"/>
                  <a:pt x="2076218" y="7574594"/>
                </a:cubicBezTo>
                <a:cubicBezTo>
                  <a:pt x="2076220" y="7587245"/>
                  <a:pt x="2088872" y="7612554"/>
                  <a:pt x="2088870" y="7625205"/>
                </a:cubicBezTo>
                <a:cubicBezTo>
                  <a:pt x="2101526" y="7637859"/>
                  <a:pt x="2114180" y="7663166"/>
                  <a:pt x="2114180" y="7688474"/>
                </a:cubicBezTo>
                <a:lnTo>
                  <a:pt x="2114180" y="7701126"/>
                </a:lnTo>
                <a:lnTo>
                  <a:pt x="2126834" y="7713780"/>
                </a:lnTo>
                <a:cubicBezTo>
                  <a:pt x="2139484" y="7751741"/>
                  <a:pt x="2164793" y="7802355"/>
                  <a:pt x="2190100" y="7852970"/>
                </a:cubicBezTo>
                <a:cubicBezTo>
                  <a:pt x="2202754" y="7890930"/>
                  <a:pt x="2215408" y="7916237"/>
                  <a:pt x="2228060" y="7928891"/>
                </a:cubicBezTo>
                <a:lnTo>
                  <a:pt x="2228060" y="7954194"/>
                </a:lnTo>
                <a:cubicBezTo>
                  <a:pt x="2228060" y="7941545"/>
                  <a:pt x="2215406" y="7941545"/>
                  <a:pt x="2215406" y="7941545"/>
                </a:cubicBezTo>
                <a:cubicBezTo>
                  <a:pt x="2215409" y="7928891"/>
                  <a:pt x="2202750" y="7928891"/>
                  <a:pt x="2202750" y="7928891"/>
                </a:cubicBezTo>
                <a:cubicBezTo>
                  <a:pt x="2202754" y="7941545"/>
                  <a:pt x="2202754" y="7941545"/>
                  <a:pt x="2215406" y="7954197"/>
                </a:cubicBezTo>
                <a:cubicBezTo>
                  <a:pt x="2177446" y="7916237"/>
                  <a:pt x="2202754" y="7979505"/>
                  <a:pt x="2215406" y="7992155"/>
                </a:cubicBezTo>
                <a:lnTo>
                  <a:pt x="2228060" y="8004812"/>
                </a:lnTo>
                <a:lnTo>
                  <a:pt x="2228060" y="8030117"/>
                </a:lnTo>
                <a:lnTo>
                  <a:pt x="2240711" y="8030117"/>
                </a:lnTo>
                <a:cubicBezTo>
                  <a:pt x="2240712" y="8025900"/>
                  <a:pt x="2240712" y="8021682"/>
                  <a:pt x="2240714" y="8017464"/>
                </a:cubicBezTo>
                <a:cubicBezTo>
                  <a:pt x="2253368" y="8030114"/>
                  <a:pt x="2253366" y="8042772"/>
                  <a:pt x="2253366" y="8042772"/>
                </a:cubicBezTo>
                <a:lnTo>
                  <a:pt x="2240714" y="8042772"/>
                </a:lnTo>
                <a:lnTo>
                  <a:pt x="2240714" y="8055425"/>
                </a:lnTo>
                <a:lnTo>
                  <a:pt x="2253370" y="8068077"/>
                </a:lnTo>
                <a:cubicBezTo>
                  <a:pt x="2303982" y="8118692"/>
                  <a:pt x="2303982" y="8131347"/>
                  <a:pt x="2354597" y="8232576"/>
                </a:cubicBezTo>
                <a:cubicBezTo>
                  <a:pt x="2329289" y="8219921"/>
                  <a:pt x="2316636" y="8194613"/>
                  <a:pt x="2341944" y="8283185"/>
                </a:cubicBezTo>
                <a:cubicBezTo>
                  <a:pt x="2354597" y="8270537"/>
                  <a:pt x="2341943" y="8245227"/>
                  <a:pt x="2341943" y="8245227"/>
                </a:cubicBezTo>
                <a:cubicBezTo>
                  <a:pt x="2367251" y="8283188"/>
                  <a:pt x="2417861" y="8359109"/>
                  <a:pt x="2417861" y="8397070"/>
                </a:cubicBezTo>
                <a:cubicBezTo>
                  <a:pt x="2430518" y="8397069"/>
                  <a:pt x="2417864" y="8371760"/>
                  <a:pt x="2430518" y="8397069"/>
                </a:cubicBezTo>
                <a:cubicBezTo>
                  <a:pt x="2430518" y="8460338"/>
                  <a:pt x="2531747" y="8599527"/>
                  <a:pt x="2544400" y="8624834"/>
                </a:cubicBezTo>
                <a:cubicBezTo>
                  <a:pt x="2557050" y="8675448"/>
                  <a:pt x="2632978" y="8814634"/>
                  <a:pt x="2696243" y="8903206"/>
                </a:cubicBezTo>
                <a:lnTo>
                  <a:pt x="2679262" y="8912472"/>
                </a:lnTo>
                <a:lnTo>
                  <a:pt x="2670938" y="8903210"/>
                </a:lnTo>
                <a:cubicBezTo>
                  <a:pt x="2670936" y="8909536"/>
                  <a:pt x="2674100" y="8912700"/>
                  <a:pt x="2678846" y="8912698"/>
                </a:cubicBezTo>
                <a:lnTo>
                  <a:pt x="2679262" y="8912472"/>
                </a:lnTo>
                <a:lnTo>
                  <a:pt x="2699010" y="8934448"/>
                </a:lnTo>
                <a:cubicBezTo>
                  <a:pt x="2726294" y="8975968"/>
                  <a:pt x="2750022" y="9042399"/>
                  <a:pt x="2759512" y="9080360"/>
                </a:cubicBezTo>
                <a:cubicBezTo>
                  <a:pt x="2784818" y="9067706"/>
                  <a:pt x="2759513" y="9093014"/>
                  <a:pt x="2784818" y="9105666"/>
                </a:cubicBezTo>
                <a:cubicBezTo>
                  <a:pt x="2784815" y="9118320"/>
                  <a:pt x="2784818" y="9093014"/>
                  <a:pt x="2797472" y="9105666"/>
                </a:cubicBezTo>
                <a:lnTo>
                  <a:pt x="2797474" y="9130974"/>
                </a:lnTo>
                <a:cubicBezTo>
                  <a:pt x="2797474" y="9130974"/>
                  <a:pt x="2810126" y="9156279"/>
                  <a:pt x="2822778" y="9156278"/>
                </a:cubicBezTo>
                <a:cubicBezTo>
                  <a:pt x="2810126" y="9156279"/>
                  <a:pt x="2797472" y="9143628"/>
                  <a:pt x="2810126" y="9156279"/>
                </a:cubicBezTo>
                <a:cubicBezTo>
                  <a:pt x="2822778" y="9181588"/>
                  <a:pt x="2886044" y="9257506"/>
                  <a:pt x="2911354" y="9308124"/>
                </a:cubicBezTo>
                <a:cubicBezTo>
                  <a:pt x="2911354" y="9308124"/>
                  <a:pt x="2936662" y="9371390"/>
                  <a:pt x="2949317" y="9396696"/>
                </a:cubicBezTo>
                <a:cubicBezTo>
                  <a:pt x="2961968" y="9396696"/>
                  <a:pt x="2961968" y="9384044"/>
                  <a:pt x="2974622" y="9396696"/>
                </a:cubicBezTo>
                <a:cubicBezTo>
                  <a:pt x="2987276" y="9409350"/>
                  <a:pt x="2949317" y="9409350"/>
                  <a:pt x="2974622" y="9422004"/>
                </a:cubicBezTo>
                <a:cubicBezTo>
                  <a:pt x="2987276" y="9409350"/>
                  <a:pt x="2987276" y="9447310"/>
                  <a:pt x="2999928" y="9459962"/>
                </a:cubicBezTo>
                <a:lnTo>
                  <a:pt x="3012582" y="9472618"/>
                </a:lnTo>
                <a:lnTo>
                  <a:pt x="3012584" y="9485268"/>
                </a:lnTo>
                <a:cubicBezTo>
                  <a:pt x="3012584" y="9485268"/>
                  <a:pt x="3012582" y="9497925"/>
                  <a:pt x="3025238" y="9497925"/>
                </a:cubicBezTo>
                <a:cubicBezTo>
                  <a:pt x="3025236" y="9493707"/>
                  <a:pt x="3025235" y="9489489"/>
                  <a:pt x="3025235" y="9485271"/>
                </a:cubicBezTo>
                <a:lnTo>
                  <a:pt x="3037894" y="9485271"/>
                </a:lnTo>
                <a:cubicBezTo>
                  <a:pt x="3050544" y="9510579"/>
                  <a:pt x="3037892" y="9510580"/>
                  <a:pt x="3063194" y="9535886"/>
                </a:cubicBezTo>
                <a:cubicBezTo>
                  <a:pt x="3063197" y="9523232"/>
                  <a:pt x="3050544" y="9510579"/>
                  <a:pt x="3063197" y="9510576"/>
                </a:cubicBezTo>
                <a:lnTo>
                  <a:pt x="3037892" y="9472620"/>
                </a:lnTo>
                <a:lnTo>
                  <a:pt x="3025238" y="9459964"/>
                </a:lnTo>
                <a:lnTo>
                  <a:pt x="3025236" y="9447310"/>
                </a:lnTo>
                <a:lnTo>
                  <a:pt x="3012584" y="9447308"/>
                </a:lnTo>
                <a:cubicBezTo>
                  <a:pt x="2999928" y="9434655"/>
                  <a:pt x="2999928" y="9422001"/>
                  <a:pt x="3012582" y="9434656"/>
                </a:cubicBezTo>
                <a:cubicBezTo>
                  <a:pt x="2949318" y="9346084"/>
                  <a:pt x="2911355" y="9282814"/>
                  <a:pt x="2873393" y="9219549"/>
                </a:cubicBezTo>
                <a:cubicBezTo>
                  <a:pt x="2835432" y="9143628"/>
                  <a:pt x="2810128" y="9080360"/>
                  <a:pt x="2746858" y="8991784"/>
                </a:cubicBezTo>
                <a:cubicBezTo>
                  <a:pt x="2759512" y="9004438"/>
                  <a:pt x="2772164" y="9004438"/>
                  <a:pt x="2759512" y="8991784"/>
                </a:cubicBezTo>
                <a:lnTo>
                  <a:pt x="2772164" y="9004438"/>
                </a:lnTo>
                <a:lnTo>
                  <a:pt x="2772166" y="8991782"/>
                </a:lnTo>
                <a:cubicBezTo>
                  <a:pt x="2772164" y="8979130"/>
                  <a:pt x="2759512" y="8953824"/>
                  <a:pt x="2734200" y="8915860"/>
                </a:cubicBezTo>
                <a:cubicBezTo>
                  <a:pt x="2734202" y="8911644"/>
                  <a:pt x="2734204" y="8907426"/>
                  <a:pt x="2734204" y="8903210"/>
                </a:cubicBezTo>
                <a:cubicBezTo>
                  <a:pt x="2734204" y="8890557"/>
                  <a:pt x="2721550" y="8890558"/>
                  <a:pt x="2721550" y="8890558"/>
                </a:cubicBezTo>
                <a:cubicBezTo>
                  <a:pt x="2721552" y="8886340"/>
                  <a:pt x="2721552" y="8882121"/>
                  <a:pt x="2721552" y="8877904"/>
                </a:cubicBezTo>
                <a:cubicBezTo>
                  <a:pt x="2734204" y="8890557"/>
                  <a:pt x="2746858" y="8890558"/>
                  <a:pt x="2746858" y="8890558"/>
                </a:cubicBezTo>
                <a:cubicBezTo>
                  <a:pt x="2746858" y="8890558"/>
                  <a:pt x="2746854" y="8877903"/>
                  <a:pt x="2746858" y="8865246"/>
                </a:cubicBezTo>
                <a:cubicBezTo>
                  <a:pt x="2746854" y="8877903"/>
                  <a:pt x="2759512" y="8877903"/>
                  <a:pt x="2759512" y="8890556"/>
                </a:cubicBezTo>
                <a:cubicBezTo>
                  <a:pt x="2772164" y="8903210"/>
                  <a:pt x="2721554" y="8814632"/>
                  <a:pt x="2708897" y="8776674"/>
                </a:cubicBezTo>
                <a:lnTo>
                  <a:pt x="2708898" y="8772040"/>
                </a:lnTo>
                <a:lnTo>
                  <a:pt x="2698295" y="8751880"/>
                </a:lnTo>
                <a:lnTo>
                  <a:pt x="2696243" y="8751368"/>
                </a:lnTo>
                <a:lnTo>
                  <a:pt x="2695566" y="8746690"/>
                </a:lnTo>
                <a:lnTo>
                  <a:pt x="2671432" y="8700795"/>
                </a:lnTo>
                <a:lnTo>
                  <a:pt x="2670936" y="8700753"/>
                </a:lnTo>
                <a:lnTo>
                  <a:pt x="2663276" y="8686708"/>
                </a:lnTo>
                <a:lnTo>
                  <a:pt x="2658886" y="8696884"/>
                </a:lnTo>
                <a:cubicBezTo>
                  <a:pt x="2659136" y="8701324"/>
                  <a:pt x="2659385" y="8705766"/>
                  <a:pt x="2654159" y="8707842"/>
                </a:cubicBezTo>
                <a:cubicBezTo>
                  <a:pt x="2619803" y="8667026"/>
                  <a:pt x="2604202" y="8642964"/>
                  <a:pt x="2584451" y="8608449"/>
                </a:cubicBezTo>
                <a:cubicBezTo>
                  <a:pt x="2572000" y="8577084"/>
                  <a:pt x="2552249" y="8542568"/>
                  <a:pt x="2524196" y="8487142"/>
                </a:cubicBezTo>
                <a:cubicBezTo>
                  <a:pt x="2530500" y="8472534"/>
                  <a:pt x="2503446" y="8434868"/>
                  <a:pt x="2494148" y="8396198"/>
                </a:cubicBezTo>
                <a:cubicBezTo>
                  <a:pt x="2495147" y="8413958"/>
                  <a:pt x="2491996" y="8421262"/>
                  <a:pt x="2476394" y="8397201"/>
                </a:cubicBezTo>
                <a:cubicBezTo>
                  <a:pt x="2454647" y="8327166"/>
                  <a:pt x="2388089" y="8220470"/>
                  <a:pt x="2395548" y="8163036"/>
                </a:cubicBezTo>
                <a:cubicBezTo>
                  <a:pt x="2349740" y="8108615"/>
                  <a:pt x="2323844" y="8028123"/>
                  <a:pt x="2308400" y="7943480"/>
                </a:cubicBezTo>
                <a:cubicBezTo>
                  <a:pt x="2301098" y="7940328"/>
                  <a:pt x="2301098" y="7940328"/>
                  <a:pt x="2301098" y="7940328"/>
                </a:cubicBezTo>
                <a:cubicBezTo>
                  <a:pt x="2301098" y="7940328"/>
                  <a:pt x="2304250" y="7933025"/>
                  <a:pt x="2304250" y="7933025"/>
                </a:cubicBezTo>
                <a:cubicBezTo>
                  <a:pt x="2296948" y="7929873"/>
                  <a:pt x="2295948" y="7912115"/>
                  <a:pt x="2295948" y="7912115"/>
                </a:cubicBezTo>
                <a:cubicBezTo>
                  <a:pt x="2291800" y="7901660"/>
                  <a:pt x="2299102" y="7904810"/>
                  <a:pt x="2303249" y="7915265"/>
                </a:cubicBezTo>
                <a:lnTo>
                  <a:pt x="2305222" y="7916473"/>
                </a:lnTo>
                <a:lnTo>
                  <a:pt x="2307401" y="7925720"/>
                </a:lnTo>
                <a:cubicBezTo>
                  <a:pt x="2308977" y="7922068"/>
                  <a:pt x="2309764" y="7920242"/>
                  <a:pt x="2309245" y="7918935"/>
                </a:cubicBezTo>
                <a:lnTo>
                  <a:pt x="2305222" y="7916473"/>
                </a:lnTo>
                <a:lnTo>
                  <a:pt x="2297459" y="7883523"/>
                </a:lnTo>
                <a:cubicBezTo>
                  <a:pt x="2292665" y="7869541"/>
                  <a:pt x="2289302" y="7857261"/>
                  <a:pt x="2296104" y="7851531"/>
                </a:cubicBezTo>
                <a:cubicBezTo>
                  <a:pt x="2336608" y="7938321"/>
                  <a:pt x="2386721" y="7942616"/>
                  <a:pt x="2410464" y="8048171"/>
                </a:cubicBezTo>
                <a:cubicBezTo>
                  <a:pt x="2404162" y="8062779"/>
                  <a:pt x="2388560" y="8038718"/>
                  <a:pt x="2381258" y="8035568"/>
                </a:cubicBezTo>
                <a:cubicBezTo>
                  <a:pt x="2423758" y="8157878"/>
                  <a:pt x="2443352" y="8252978"/>
                  <a:pt x="2510906" y="8377434"/>
                </a:cubicBezTo>
                <a:cubicBezTo>
                  <a:pt x="2509907" y="8359674"/>
                  <a:pt x="2521360" y="8373279"/>
                  <a:pt x="2535962" y="8379581"/>
                </a:cubicBezTo>
                <a:cubicBezTo>
                  <a:pt x="2567165" y="8427702"/>
                  <a:pt x="2576464" y="8466372"/>
                  <a:pt x="2588914" y="8497738"/>
                </a:cubicBezTo>
                <a:cubicBezTo>
                  <a:pt x="2601364" y="8529102"/>
                  <a:pt x="2617962" y="8570924"/>
                  <a:pt x="2659620" y="8614888"/>
                </a:cubicBezTo>
                <a:cubicBezTo>
                  <a:pt x="2665844" y="8630572"/>
                  <a:pt x="2664518" y="8638665"/>
                  <a:pt x="2664623" y="8648457"/>
                </a:cubicBezTo>
                <a:lnTo>
                  <a:pt x="2666112" y="8659284"/>
                </a:lnTo>
                <a:lnTo>
                  <a:pt x="2670938" y="8662794"/>
                </a:lnTo>
                <a:lnTo>
                  <a:pt x="2702213" y="8709080"/>
                </a:lnTo>
                <a:lnTo>
                  <a:pt x="2702321" y="8709128"/>
                </a:lnTo>
                <a:cubicBezTo>
                  <a:pt x="2708710" y="8711884"/>
                  <a:pt x="2715224" y="8716862"/>
                  <a:pt x="2727173" y="8739346"/>
                </a:cubicBezTo>
                <a:lnTo>
                  <a:pt x="2731750" y="8752797"/>
                </a:lnTo>
                <a:lnTo>
                  <a:pt x="2829106" y="8896884"/>
                </a:lnTo>
                <a:cubicBezTo>
                  <a:pt x="2882884" y="8969642"/>
                  <a:pt x="2936662" y="9036072"/>
                  <a:pt x="2987276" y="9093014"/>
                </a:cubicBezTo>
                <a:lnTo>
                  <a:pt x="2999928" y="9105663"/>
                </a:lnTo>
                <a:cubicBezTo>
                  <a:pt x="3012582" y="9118320"/>
                  <a:pt x="3025238" y="9143625"/>
                  <a:pt x="3037892" y="9156280"/>
                </a:cubicBezTo>
                <a:cubicBezTo>
                  <a:pt x="3164428" y="9295468"/>
                  <a:pt x="3316271" y="9434656"/>
                  <a:pt x="3430151" y="9561192"/>
                </a:cubicBezTo>
                <a:cubicBezTo>
                  <a:pt x="3442806" y="9548540"/>
                  <a:pt x="3379536" y="9510579"/>
                  <a:pt x="3379538" y="9497925"/>
                </a:cubicBezTo>
                <a:lnTo>
                  <a:pt x="3392189" y="9497925"/>
                </a:lnTo>
                <a:cubicBezTo>
                  <a:pt x="3392192" y="9510576"/>
                  <a:pt x="3404843" y="9510579"/>
                  <a:pt x="3417497" y="9510579"/>
                </a:cubicBezTo>
                <a:cubicBezTo>
                  <a:pt x="3417497" y="9510579"/>
                  <a:pt x="3417498" y="9497925"/>
                  <a:pt x="3404846" y="9485271"/>
                </a:cubicBezTo>
                <a:lnTo>
                  <a:pt x="3392190" y="9472617"/>
                </a:lnTo>
                <a:cubicBezTo>
                  <a:pt x="3404846" y="9472618"/>
                  <a:pt x="3417497" y="9472618"/>
                  <a:pt x="3430151" y="9485271"/>
                </a:cubicBezTo>
                <a:cubicBezTo>
                  <a:pt x="3430151" y="9489489"/>
                  <a:pt x="3430150" y="9493707"/>
                  <a:pt x="3430150" y="9497925"/>
                </a:cubicBezTo>
                <a:cubicBezTo>
                  <a:pt x="3417498" y="9497925"/>
                  <a:pt x="3430150" y="9497925"/>
                  <a:pt x="3430152" y="9510579"/>
                </a:cubicBezTo>
                <a:lnTo>
                  <a:pt x="3442805" y="9510579"/>
                </a:lnTo>
                <a:cubicBezTo>
                  <a:pt x="3461784" y="9529557"/>
                  <a:pt x="3474438" y="9548538"/>
                  <a:pt x="3487091" y="9562774"/>
                </a:cubicBezTo>
                <a:lnTo>
                  <a:pt x="3531150" y="9586378"/>
                </a:lnTo>
                <a:cubicBezTo>
                  <a:pt x="3531240" y="9586462"/>
                  <a:pt x="3531329" y="9586548"/>
                  <a:pt x="3531419" y="9586632"/>
                </a:cubicBezTo>
                <a:lnTo>
                  <a:pt x="3542453" y="9624460"/>
                </a:lnTo>
                <a:lnTo>
                  <a:pt x="3568812" y="9649767"/>
                </a:lnTo>
                <a:lnTo>
                  <a:pt x="3544032" y="9649767"/>
                </a:lnTo>
                <a:cubicBezTo>
                  <a:pt x="3544032" y="9649767"/>
                  <a:pt x="3544036" y="9675072"/>
                  <a:pt x="3556686" y="9675075"/>
                </a:cubicBezTo>
                <a:lnTo>
                  <a:pt x="3569339" y="9687726"/>
                </a:lnTo>
                <a:cubicBezTo>
                  <a:pt x="3531380" y="9675075"/>
                  <a:pt x="3619955" y="9750996"/>
                  <a:pt x="3657916" y="9788956"/>
                </a:cubicBezTo>
                <a:cubicBezTo>
                  <a:pt x="3657917" y="9793174"/>
                  <a:pt x="3657916" y="9797392"/>
                  <a:pt x="3657914" y="9801610"/>
                </a:cubicBezTo>
                <a:cubicBezTo>
                  <a:pt x="3657917" y="9814262"/>
                  <a:pt x="3670571" y="9814262"/>
                  <a:pt x="3670571" y="9814262"/>
                </a:cubicBezTo>
                <a:lnTo>
                  <a:pt x="3683225" y="9814262"/>
                </a:lnTo>
                <a:cubicBezTo>
                  <a:pt x="3683225" y="9826916"/>
                  <a:pt x="3695876" y="9826916"/>
                  <a:pt x="3708532" y="9826916"/>
                </a:cubicBezTo>
                <a:cubicBezTo>
                  <a:pt x="3771802" y="9890182"/>
                  <a:pt x="3860375" y="9966106"/>
                  <a:pt x="3948950" y="10042026"/>
                </a:cubicBezTo>
                <a:lnTo>
                  <a:pt x="3961601" y="10042026"/>
                </a:lnTo>
                <a:lnTo>
                  <a:pt x="3961601" y="10054677"/>
                </a:lnTo>
                <a:lnTo>
                  <a:pt x="3974255" y="10067332"/>
                </a:lnTo>
                <a:lnTo>
                  <a:pt x="3986910" y="10067332"/>
                </a:lnTo>
                <a:cubicBezTo>
                  <a:pt x="4012212" y="10079986"/>
                  <a:pt x="4037526" y="10105293"/>
                  <a:pt x="4050180" y="10117947"/>
                </a:cubicBezTo>
                <a:cubicBezTo>
                  <a:pt x="4113444" y="10155908"/>
                  <a:pt x="4164060" y="10193868"/>
                  <a:pt x="4202020" y="10231826"/>
                </a:cubicBezTo>
                <a:cubicBezTo>
                  <a:pt x="4176716" y="10231828"/>
                  <a:pt x="4214675" y="10244482"/>
                  <a:pt x="4252636" y="10269788"/>
                </a:cubicBezTo>
                <a:lnTo>
                  <a:pt x="4273434" y="10287000"/>
                </a:lnTo>
                <a:lnTo>
                  <a:pt x="4192550" y="10287000"/>
                </a:lnTo>
                <a:lnTo>
                  <a:pt x="4138751" y="10244482"/>
                </a:lnTo>
                <a:cubicBezTo>
                  <a:pt x="4024871" y="10168562"/>
                  <a:pt x="3910990" y="10067332"/>
                  <a:pt x="3822414" y="9991412"/>
                </a:cubicBezTo>
                <a:cubicBezTo>
                  <a:pt x="3809762" y="9991413"/>
                  <a:pt x="3784451" y="9991412"/>
                  <a:pt x="3784452" y="9978758"/>
                </a:cubicBezTo>
                <a:cubicBezTo>
                  <a:pt x="3733838" y="9953451"/>
                  <a:pt x="3683225" y="9864876"/>
                  <a:pt x="3645262" y="9864876"/>
                </a:cubicBezTo>
                <a:cubicBezTo>
                  <a:pt x="3784451" y="9991412"/>
                  <a:pt x="3936296" y="10130601"/>
                  <a:pt x="4100792" y="10257134"/>
                </a:cubicBezTo>
                <a:lnTo>
                  <a:pt x="4139230" y="10287000"/>
                </a:lnTo>
                <a:lnTo>
                  <a:pt x="4042092" y="10287000"/>
                </a:lnTo>
                <a:lnTo>
                  <a:pt x="3979991" y="10235188"/>
                </a:lnTo>
                <a:cubicBezTo>
                  <a:pt x="3946577" y="10205730"/>
                  <a:pt x="3914152" y="10174887"/>
                  <a:pt x="3885682" y="10143254"/>
                </a:cubicBezTo>
                <a:cubicBezTo>
                  <a:pt x="3822416" y="10092639"/>
                  <a:pt x="3822416" y="10079986"/>
                  <a:pt x="3771802" y="10029369"/>
                </a:cubicBezTo>
                <a:cubicBezTo>
                  <a:pt x="3733836" y="9991408"/>
                  <a:pt x="3695876" y="9940797"/>
                  <a:pt x="3657916" y="9902836"/>
                </a:cubicBezTo>
                <a:cubicBezTo>
                  <a:pt x="3632610" y="9877532"/>
                  <a:pt x="3594652" y="9864876"/>
                  <a:pt x="3594650" y="9852222"/>
                </a:cubicBezTo>
                <a:cubicBezTo>
                  <a:pt x="3569340" y="9839571"/>
                  <a:pt x="3581998" y="9826916"/>
                  <a:pt x="3569340" y="9814263"/>
                </a:cubicBezTo>
                <a:cubicBezTo>
                  <a:pt x="3544032" y="9788956"/>
                  <a:pt x="3480767" y="9763647"/>
                  <a:pt x="3493422" y="9738340"/>
                </a:cubicBezTo>
                <a:cubicBezTo>
                  <a:pt x="3417498" y="9675075"/>
                  <a:pt x="3366884" y="9611806"/>
                  <a:pt x="3303617" y="9535884"/>
                </a:cubicBezTo>
                <a:cubicBezTo>
                  <a:pt x="3290962" y="9523232"/>
                  <a:pt x="3278309" y="9523228"/>
                  <a:pt x="3278308" y="9535886"/>
                </a:cubicBezTo>
                <a:cubicBezTo>
                  <a:pt x="3227696" y="9459964"/>
                  <a:pt x="3164428" y="9371390"/>
                  <a:pt x="3101159" y="9282814"/>
                </a:cubicBezTo>
                <a:cubicBezTo>
                  <a:pt x="3037892" y="9194240"/>
                  <a:pt x="2974622" y="9118317"/>
                  <a:pt x="2924009" y="9055050"/>
                </a:cubicBezTo>
                <a:cubicBezTo>
                  <a:pt x="2924008" y="9067706"/>
                  <a:pt x="2936662" y="9080360"/>
                  <a:pt x="2949317" y="9093010"/>
                </a:cubicBezTo>
                <a:lnTo>
                  <a:pt x="2916180" y="9059880"/>
                </a:lnTo>
                <a:lnTo>
                  <a:pt x="2916390" y="9063592"/>
                </a:lnTo>
                <a:cubicBezTo>
                  <a:pt x="2909088" y="9060442"/>
                  <a:pt x="2904938" y="9049986"/>
                  <a:pt x="2897638" y="9046838"/>
                </a:cubicBezTo>
                <a:cubicBezTo>
                  <a:pt x="2886684" y="9042111"/>
                  <a:pt x="2874695" y="9034772"/>
                  <a:pt x="2868431" y="9034234"/>
                </a:cubicBezTo>
                <a:lnTo>
                  <a:pt x="2866349" y="9036910"/>
                </a:lnTo>
                <a:lnTo>
                  <a:pt x="2886048" y="9074034"/>
                </a:lnTo>
                <a:cubicBezTo>
                  <a:pt x="2898701" y="9099340"/>
                  <a:pt x="2911355" y="9124647"/>
                  <a:pt x="2936662" y="9156279"/>
                </a:cubicBezTo>
                <a:lnTo>
                  <a:pt x="2924008" y="9156278"/>
                </a:lnTo>
                <a:lnTo>
                  <a:pt x="2924009" y="9168934"/>
                </a:lnTo>
                <a:cubicBezTo>
                  <a:pt x="2924008" y="9181588"/>
                  <a:pt x="2936662" y="9194240"/>
                  <a:pt x="2949317" y="9194240"/>
                </a:cubicBezTo>
                <a:cubicBezTo>
                  <a:pt x="2936662" y="9206894"/>
                  <a:pt x="2961968" y="9232202"/>
                  <a:pt x="2974624" y="9257506"/>
                </a:cubicBezTo>
                <a:lnTo>
                  <a:pt x="2987276" y="9257510"/>
                </a:lnTo>
                <a:cubicBezTo>
                  <a:pt x="2999926" y="9270160"/>
                  <a:pt x="3012584" y="9270158"/>
                  <a:pt x="3012584" y="9270158"/>
                </a:cubicBezTo>
                <a:lnTo>
                  <a:pt x="3019736" y="9268968"/>
                </a:lnTo>
                <a:lnTo>
                  <a:pt x="3063198" y="9338571"/>
                </a:lnTo>
                <a:cubicBezTo>
                  <a:pt x="3108278" y="9415677"/>
                  <a:pt x="3139122" y="9482106"/>
                  <a:pt x="3177082" y="9548540"/>
                </a:cubicBezTo>
                <a:cubicBezTo>
                  <a:pt x="3215040" y="9637114"/>
                  <a:pt x="3265658" y="9713032"/>
                  <a:pt x="3328922" y="9826916"/>
                </a:cubicBezTo>
                <a:cubicBezTo>
                  <a:pt x="3328922" y="9801610"/>
                  <a:pt x="3328919" y="9788956"/>
                  <a:pt x="3354232" y="9788956"/>
                </a:cubicBezTo>
                <a:cubicBezTo>
                  <a:pt x="3442806" y="9915490"/>
                  <a:pt x="3531382" y="10042026"/>
                  <a:pt x="3619955" y="10181214"/>
                </a:cubicBezTo>
                <a:lnTo>
                  <a:pt x="3700596" y="10287000"/>
                </a:lnTo>
                <a:lnTo>
                  <a:pt x="3149945" y="10287000"/>
                </a:lnTo>
                <a:lnTo>
                  <a:pt x="2970956" y="10113828"/>
                </a:lnTo>
                <a:cubicBezTo>
                  <a:pt x="2529670" y="9648770"/>
                  <a:pt x="2148152" y="9127170"/>
                  <a:pt x="1838543" y="8560522"/>
                </a:cubicBezTo>
                <a:lnTo>
                  <a:pt x="1724466" y="8334921"/>
                </a:lnTo>
                <a:lnTo>
                  <a:pt x="1746474" y="8411187"/>
                </a:lnTo>
                <a:cubicBezTo>
                  <a:pt x="1763262" y="8466411"/>
                  <a:pt x="1783170" y="8522008"/>
                  <a:pt x="1814813" y="8585349"/>
                </a:cubicBezTo>
                <a:cubicBezTo>
                  <a:pt x="1814420" y="8567566"/>
                  <a:pt x="1825402" y="8581552"/>
                  <a:pt x="1839782" y="8588348"/>
                </a:cubicBezTo>
                <a:cubicBezTo>
                  <a:pt x="1869330" y="8637501"/>
                  <a:pt x="1877309" y="8676465"/>
                  <a:pt x="1888685" y="8708235"/>
                </a:cubicBezTo>
                <a:cubicBezTo>
                  <a:pt x="1900061" y="8740005"/>
                  <a:pt x="1915230" y="8782365"/>
                  <a:pt x="1955369" y="8827724"/>
                </a:cubicBezTo>
                <a:cubicBezTo>
                  <a:pt x="1966744" y="8859495"/>
                  <a:pt x="1948966" y="8859892"/>
                  <a:pt x="1971324" y="8905650"/>
                </a:cubicBezTo>
                <a:cubicBezTo>
                  <a:pt x="1993288" y="8933625"/>
                  <a:pt x="1996294" y="8908648"/>
                  <a:pt x="2018652" y="8954406"/>
                </a:cubicBezTo>
                <a:cubicBezTo>
                  <a:pt x="2023230" y="9000562"/>
                  <a:pt x="2074352" y="9059907"/>
                  <a:pt x="2111486" y="9130240"/>
                </a:cubicBezTo>
                <a:cubicBezTo>
                  <a:pt x="2104688" y="9144628"/>
                  <a:pt x="2141822" y="9214962"/>
                  <a:pt x="2170978" y="9246333"/>
                </a:cubicBezTo>
                <a:cubicBezTo>
                  <a:pt x="2167184" y="9235743"/>
                  <a:pt x="2167184" y="9235743"/>
                  <a:pt x="2167184" y="9235743"/>
                </a:cubicBezTo>
                <a:cubicBezTo>
                  <a:pt x="2163392" y="9225153"/>
                  <a:pt x="2156202" y="9221756"/>
                  <a:pt x="2166791" y="9217959"/>
                </a:cubicBezTo>
                <a:cubicBezTo>
                  <a:pt x="2166791" y="9217959"/>
                  <a:pt x="2170583" y="9228549"/>
                  <a:pt x="2177772" y="9231946"/>
                </a:cubicBezTo>
                <a:cubicBezTo>
                  <a:pt x="2188362" y="9228152"/>
                  <a:pt x="2188362" y="9228152"/>
                  <a:pt x="2188362" y="9228152"/>
                </a:cubicBezTo>
                <a:cubicBezTo>
                  <a:pt x="2210327" y="9256125"/>
                  <a:pt x="2200132" y="9277704"/>
                  <a:pt x="2192548" y="9256526"/>
                </a:cubicBezTo>
                <a:cubicBezTo>
                  <a:pt x="2196340" y="9267114"/>
                  <a:pt x="2196340" y="9267114"/>
                  <a:pt x="2196340" y="9267114"/>
                </a:cubicBezTo>
                <a:cubicBezTo>
                  <a:pt x="2200132" y="9277704"/>
                  <a:pt x="2196734" y="9284898"/>
                  <a:pt x="2196734" y="9284898"/>
                </a:cubicBezTo>
                <a:cubicBezTo>
                  <a:pt x="2189543" y="9281500"/>
                  <a:pt x="2185751" y="9270910"/>
                  <a:pt x="2178560" y="9267513"/>
                </a:cubicBezTo>
                <a:cubicBezTo>
                  <a:pt x="2156988" y="9257322"/>
                  <a:pt x="2131626" y="9236541"/>
                  <a:pt x="2153986" y="9282300"/>
                </a:cubicBezTo>
                <a:cubicBezTo>
                  <a:pt x="2102471" y="9205172"/>
                  <a:pt x="2069129" y="9145428"/>
                  <a:pt x="2046378" y="9081886"/>
                </a:cubicBezTo>
                <a:cubicBezTo>
                  <a:pt x="2013036" y="9022142"/>
                  <a:pt x="1994076" y="8969192"/>
                  <a:pt x="1956944" y="8898856"/>
                </a:cubicBezTo>
                <a:cubicBezTo>
                  <a:pt x="1946354" y="8902653"/>
                  <a:pt x="1957336" y="8916640"/>
                  <a:pt x="1946748" y="8920437"/>
                </a:cubicBezTo>
                <a:cubicBezTo>
                  <a:pt x="1913802" y="8878476"/>
                  <a:pt x="1899026" y="8853898"/>
                  <a:pt x="1880460" y="8818731"/>
                </a:cubicBezTo>
                <a:cubicBezTo>
                  <a:pt x="1869083" y="8786961"/>
                  <a:pt x="1850518" y="8751794"/>
                  <a:pt x="1824366" y="8695446"/>
                </a:cubicBezTo>
                <a:cubicBezTo>
                  <a:pt x="1831162" y="8681061"/>
                  <a:pt x="1805405" y="8642496"/>
                  <a:pt x="1797428" y="8603534"/>
                </a:cubicBezTo>
                <a:cubicBezTo>
                  <a:pt x="1797821" y="8621314"/>
                  <a:pt x="1794424" y="8628508"/>
                  <a:pt x="1779650" y="8603931"/>
                </a:cubicBezTo>
                <a:cubicBezTo>
                  <a:pt x="1760294" y="8533198"/>
                  <a:pt x="1697405" y="8424298"/>
                  <a:pt x="1706812" y="8367155"/>
                </a:cubicBezTo>
                <a:cubicBezTo>
                  <a:pt x="1662881" y="8311205"/>
                  <a:pt x="1639734" y="8229881"/>
                  <a:pt x="1627178" y="8144760"/>
                </a:cubicBezTo>
                <a:cubicBezTo>
                  <a:pt x="1619988" y="8141364"/>
                  <a:pt x="1619988" y="8141364"/>
                  <a:pt x="1619988" y="8141364"/>
                </a:cubicBezTo>
                <a:cubicBezTo>
                  <a:pt x="1619988" y="8141364"/>
                  <a:pt x="1623386" y="8134170"/>
                  <a:pt x="1623386" y="8134170"/>
                </a:cubicBezTo>
                <a:cubicBezTo>
                  <a:pt x="1619790" y="8132472"/>
                  <a:pt x="1617894" y="8127177"/>
                  <a:pt x="1616897" y="8122308"/>
                </a:cubicBezTo>
                <a:lnTo>
                  <a:pt x="1616332" y="8117499"/>
                </a:lnTo>
                <a:lnTo>
                  <a:pt x="1440302" y="7705850"/>
                </a:lnTo>
                <a:cubicBezTo>
                  <a:pt x="1267922" y="7263938"/>
                  <a:pt x="1136690" y="6801146"/>
                  <a:pt x="1051280" y="6321893"/>
                </a:cubicBezTo>
                <a:cubicBezTo>
                  <a:pt x="1038626" y="6309240"/>
                  <a:pt x="1038625" y="6283935"/>
                  <a:pt x="1038625" y="6258624"/>
                </a:cubicBezTo>
                <a:cubicBezTo>
                  <a:pt x="1019644" y="6151070"/>
                  <a:pt x="1003829" y="6043517"/>
                  <a:pt x="989593" y="5935962"/>
                </a:cubicBezTo>
                <a:lnTo>
                  <a:pt x="958919" y="5685665"/>
                </a:lnTo>
                <a:lnTo>
                  <a:pt x="957805" y="5679020"/>
                </a:lnTo>
                <a:lnTo>
                  <a:pt x="957656" y="5675358"/>
                </a:lnTo>
                <a:lnTo>
                  <a:pt x="950050" y="5613296"/>
                </a:lnTo>
                <a:lnTo>
                  <a:pt x="955616" y="5625239"/>
                </a:lnTo>
                <a:lnTo>
                  <a:pt x="954181" y="5589986"/>
                </a:lnTo>
                <a:cubicBezTo>
                  <a:pt x="946903" y="5532035"/>
                  <a:pt x="948833" y="5484063"/>
                  <a:pt x="941941" y="5416520"/>
                </a:cubicBezTo>
                <a:cubicBezTo>
                  <a:pt x="932347" y="5416137"/>
                  <a:pt x="936565" y="5430720"/>
                  <a:pt x="926971" y="5430338"/>
                </a:cubicBezTo>
                <a:cubicBezTo>
                  <a:pt x="914315" y="5386589"/>
                  <a:pt x="910483" y="5362410"/>
                  <a:pt x="907037" y="5328639"/>
                </a:cubicBezTo>
                <a:cubicBezTo>
                  <a:pt x="908197" y="5299856"/>
                  <a:pt x="904750" y="5266083"/>
                  <a:pt x="902077" y="5213123"/>
                </a:cubicBezTo>
                <a:cubicBezTo>
                  <a:pt x="912058" y="5203910"/>
                  <a:pt x="904006" y="5165150"/>
                  <a:pt x="910154" y="5131760"/>
                </a:cubicBezTo>
                <a:cubicBezTo>
                  <a:pt x="904778" y="5145960"/>
                  <a:pt x="899788" y="5150568"/>
                  <a:pt x="895957" y="5126390"/>
                </a:cubicBezTo>
                <a:cubicBezTo>
                  <a:pt x="903263" y="5064216"/>
                  <a:pt x="888320" y="4957913"/>
                  <a:pt x="914044" y="4915692"/>
                </a:cubicBezTo>
                <a:cubicBezTo>
                  <a:pt x="897173" y="4857362"/>
                  <a:pt x="904864" y="4785593"/>
                  <a:pt x="922153" y="4714206"/>
                </a:cubicBezTo>
                <a:cubicBezTo>
                  <a:pt x="917549" y="4709220"/>
                  <a:pt x="917549" y="4709220"/>
                  <a:pt x="917549" y="4709220"/>
                </a:cubicBezTo>
                <a:cubicBezTo>
                  <a:pt x="917549" y="4709220"/>
                  <a:pt x="922538" y="4704612"/>
                  <a:pt x="922538" y="4704612"/>
                </a:cubicBezTo>
                <a:cubicBezTo>
                  <a:pt x="917933" y="4699626"/>
                  <a:pt x="923311" y="4685424"/>
                  <a:pt x="923311" y="4685424"/>
                </a:cubicBezTo>
                <a:cubicBezTo>
                  <a:pt x="923698" y="4675830"/>
                  <a:pt x="928301" y="4680819"/>
                  <a:pt x="927916" y="4690412"/>
                </a:cubicBezTo>
                <a:cubicBezTo>
                  <a:pt x="932519" y="4695401"/>
                  <a:pt x="932519" y="4695401"/>
                  <a:pt x="927530" y="4700007"/>
                </a:cubicBezTo>
                <a:lnTo>
                  <a:pt x="933338" y="4669263"/>
                </a:lnTo>
                <a:lnTo>
                  <a:pt x="946591" y="4403777"/>
                </a:lnTo>
                <a:cubicBezTo>
                  <a:pt x="1026169" y="3391226"/>
                  <a:pt x="1304350" y="2440434"/>
                  <a:pt x="1747224" y="1576832"/>
                </a:cubicBezTo>
                <a:cubicBezTo>
                  <a:pt x="2039838" y="1039058"/>
                  <a:pt x="2396710" y="540825"/>
                  <a:pt x="2805480" y="94493"/>
                </a:cubicBezTo>
                <a:close/>
                <a:moveTo>
                  <a:pt x="1640016" y="0"/>
                </a:moveTo>
                <a:lnTo>
                  <a:pt x="1735528" y="0"/>
                </a:lnTo>
                <a:lnTo>
                  <a:pt x="1681926" y="81093"/>
                </a:lnTo>
                <a:cubicBezTo>
                  <a:pt x="1631794" y="144839"/>
                  <a:pt x="1581656" y="208580"/>
                  <a:pt x="1551839" y="267993"/>
                </a:cubicBezTo>
                <a:cubicBezTo>
                  <a:pt x="1583820" y="218729"/>
                  <a:pt x="1596140" y="226719"/>
                  <a:pt x="1604135" y="214406"/>
                </a:cubicBezTo>
                <a:lnTo>
                  <a:pt x="1604198" y="219425"/>
                </a:lnTo>
                <a:lnTo>
                  <a:pt x="1636301" y="176219"/>
                </a:lnTo>
                <a:lnTo>
                  <a:pt x="1783350" y="0"/>
                </a:lnTo>
                <a:lnTo>
                  <a:pt x="2826772" y="0"/>
                </a:lnTo>
                <a:lnTo>
                  <a:pt x="2746859" y="83717"/>
                </a:lnTo>
                <a:cubicBezTo>
                  <a:pt x="2721552" y="96371"/>
                  <a:pt x="2696242" y="134334"/>
                  <a:pt x="2658284" y="172292"/>
                </a:cubicBezTo>
                <a:cubicBezTo>
                  <a:pt x="2607670" y="235560"/>
                  <a:pt x="2544398" y="311481"/>
                  <a:pt x="2519093" y="349442"/>
                </a:cubicBezTo>
                <a:cubicBezTo>
                  <a:pt x="2531748" y="349442"/>
                  <a:pt x="2531748" y="349442"/>
                  <a:pt x="2544401" y="336788"/>
                </a:cubicBezTo>
                <a:cubicBezTo>
                  <a:pt x="2240716" y="729048"/>
                  <a:pt x="1962332" y="1146614"/>
                  <a:pt x="1747224" y="1576832"/>
                </a:cubicBezTo>
                <a:cubicBezTo>
                  <a:pt x="1329656" y="2336042"/>
                  <a:pt x="1051279" y="3183824"/>
                  <a:pt x="924742" y="4082226"/>
                </a:cubicBezTo>
                <a:cubicBezTo>
                  <a:pt x="886781" y="4360605"/>
                  <a:pt x="861475" y="4626326"/>
                  <a:pt x="848822" y="4904699"/>
                </a:cubicBezTo>
                <a:lnTo>
                  <a:pt x="848822" y="5259002"/>
                </a:lnTo>
                <a:lnTo>
                  <a:pt x="836168" y="5271650"/>
                </a:lnTo>
                <a:lnTo>
                  <a:pt x="836167" y="5309613"/>
                </a:lnTo>
                <a:cubicBezTo>
                  <a:pt x="836167" y="5322267"/>
                  <a:pt x="848822" y="5322267"/>
                  <a:pt x="848822" y="5322267"/>
                </a:cubicBezTo>
                <a:cubicBezTo>
                  <a:pt x="848821" y="5486760"/>
                  <a:pt x="861475" y="5638607"/>
                  <a:pt x="874127" y="5803103"/>
                </a:cubicBezTo>
                <a:cubicBezTo>
                  <a:pt x="1013315" y="7412471"/>
                  <a:pt x="1678816" y="8902222"/>
                  <a:pt x="2714376" y="10074994"/>
                </a:cubicBezTo>
                <a:lnTo>
                  <a:pt x="2912543" y="10287000"/>
                </a:lnTo>
                <a:lnTo>
                  <a:pt x="2242091" y="10287000"/>
                </a:lnTo>
                <a:lnTo>
                  <a:pt x="2206586" y="10246742"/>
                </a:lnTo>
                <a:lnTo>
                  <a:pt x="2073134" y="10110816"/>
                </a:lnTo>
                <a:lnTo>
                  <a:pt x="2072944" y="10110432"/>
                </a:lnTo>
                <a:cubicBezTo>
                  <a:pt x="2072944" y="10110432"/>
                  <a:pt x="2072944" y="10110432"/>
                  <a:pt x="2062562" y="10100046"/>
                </a:cubicBezTo>
                <a:lnTo>
                  <a:pt x="2073134" y="10110816"/>
                </a:lnTo>
                <a:lnTo>
                  <a:pt x="2083324" y="10131204"/>
                </a:lnTo>
                <a:cubicBezTo>
                  <a:pt x="2072942" y="10131204"/>
                  <a:pt x="2062562" y="10131204"/>
                  <a:pt x="2052182" y="10110432"/>
                </a:cubicBezTo>
                <a:cubicBezTo>
                  <a:pt x="2052182" y="10110432"/>
                  <a:pt x="2041802" y="10100046"/>
                  <a:pt x="2041802" y="10100046"/>
                </a:cubicBezTo>
                <a:cubicBezTo>
                  <a:pt x="2031422" y="10100046"/>
                  <a:pt x="2031422" y="10110432"/>
                  <a:pt x="2041802" y="10110432"/>
                </a:cubicBezTo>
                <a:cubicBezTo>
                  <a:pt x="2072942" y="10151974"/>
                  <a:pt x="2117057" y="10198708"/>
                  <a:pt x="2162470" y="10248039"/>
                </a:cubicBezTo>
                <a:lnTo>
                  <a:pt x="2195141" y="10287000"/>
                </a:lnTo>
                <a:lnTo>
                  <a:pt x="2149260" y="10287000"/>
                </a:lnTo>
                <a:lnTo>
                  <a:pt x="2124520" y="10248201"/>
                </a:lnTo>
                <a:cubicBezTo>
                  <a:pt x="2114464" y="10232460"/>
                  <a:pt x="2104084" y="10216882"/>
                  <a:pt x="2093704" y="10203902"/>
                </a:cubicBezTo>
                <a:cubicBezTo>
                  <a:pt x="1979524" y="10068892"/>
                  <a:pt x="1844580" y="9933880"/>
                  <a:pt x="1740782" y="9778100"/>
                </a:cubicBezTo>
                <a:cubicBezTo>
                  <a:pt x="1730400" y="9757332"/>
                  <a:pt x="1730402" y="9746946"/>
                  <a:pt x="1720022" y="9726174"/>
                </a:cubicBezTo>
                <a:cubicBezTo>
                  <a:pt x="1688880" y="9674248"/>
                  <a:pt x="1605842" y="9580779"/>
                  <a:pt x="1595462" y="9539236"/>
                </a:cubicBezTo>
                <a:cubicBezTo>
                  <a:pt x="1585080" y="9549622"/>
                  <a:pt x="1574700" y="9549622"/>
                  <a:pt x="1564320" y="9518468"/>
                </a:cubicBezTo>
                <a:cubicBezTo>
                  <a:pt x="1553940" y="9508083"/>
                  <a:pt x="1522800" y="9425000"/>
                  <a:pt x="1512419" y="9425000"/>
                </a:cubicBezTo>
                <a:cubicBezTo>
                  <a:pt x="1522800" y="9435384"/>
                  <a:pt x="1512420" y="9435386"/>
                  <a:pt x="1512419" y="9445772"/>
                </a:cubicBezTo>
                <a:lnTo>
                  <a:pt x="1496198" y="9418281"/>
                </a:lnTo>
                <a:lnTo>
                  <a:pt x="1485197" y="9418202"/>
                </a:lnTo>
                <a:cubicBezTo>
                  <a:pt x="1479634" y="9417075"/>
                  <a:pt x="1474356" y="9415347"/>
                  <a:pt x="1469904" y="9414448"/>
                </a:cubicBezTo>
                <a:cubicBezTo>
                  <a:pt x="1461001" y="9412650"/>
                  <a:pt x="1455400" y="9414168"/>
                  <a:pt x="1457402" y="9430466"/>
                </a:cubicBezTo>
                <a:cubicBezTo>
                  <a:pt x="1508168" y="9493694"/>
                  <a:pt x="1542696" y="9532455"/>
                  <a:pt x="1583290" y="9593630"/>
                </a:cubicBezTo>
                <a:cubicBezTo>
                  <a:pt x="1615763" y="9642572"/>
                  <a:pt x="1658408" y="9693564"/>
                  <a:pt x="1713180" y="9789388"/>
                </a:cubicBezTo>
                <a:cubicBezTo>
                  <a:pt x="1713180" y="9789388"/>
                  <a:pt x="1700950" y="9797514"/>
                  <a:pt x="1709069" y="9809750"/>
                </a:cubicBezTo>
                <a:cubicBezTo>
                  <a:pt x="1770008" y="9875034"/>
                  <a:pt x="1751717" y="9860744"/>
                  <a:pt x="1804538" y="9913796"/>
                </a:cubicBezTo>
                <a:cubicBezTo>
                  <a:pt x="1820774" y="9938265"/>
                  <a:pt x="1837012" y="9962733"/>
                  <a:pt x="1861366" y="9999440"/>
                </a:cubicBezTo>
                <a:cubicBezTo>
                  <a:pt x="1929450" y="10055574"/>
                  <a:pt x="1984790" y="10122376"/>
                  <a:pt x="2041901" y="10193510"/>
                </a:cubicBezTo>
                <a:lnTo>
                  <a:pt x="2117966" y="10287000"/>
                </a:lnTo>
                <a:lnTo>
                  <a:pt x="2016236" y="10287000"/>
                </a:lnTo>
                <a:lnTo>
                  <a:pt x="1972859" y="10233862"/>
                </a:lnTo>
                <a:cubicBezTo>
                  <a:pt x="1963714" y="10226716"/>
                  <a:pt x="1952024" y="10219058"/>
                  <a:pt x="1940588" y="10210128"/>
                </a:cubicBezTo>
                <a:lnTo>
                  <a:pt x="1917792" y="10186852"/>
                </a:lnTo>
                <a:lnTo>
                  <a:pt x="1917737" y="10185646"/>
                </a:lnTo>
                <a:cubicBezTo>
                  <a:pt x="1916981" y="10182844"/>
                  <a:pt x="1914948" y="10179784"/>
                  <a:pt x="1909860" y="10178757"/>
                </a:cubicBezTo>
                <a:lnTo>
                  <a:pt x="1917792" y="10186852"/>
                </a:lnTo>
                <a:lnTo>
                  <a:pt x="1917978" y="10190992"/>
                </a:lnTo>
                <a:cubicBezTo>
                  <a:pt x="1923068" y="10192020"/>
                  <a:pt x="1925098" y="10195080"/>
                  <a:pt x="1924584" y="10197622"/>
                </a:cubicBezTo>
                <a:lnTo>
                  <a:pt x="1920834" y="10199162"/>
                </a:lnTo>
                <a:lnTo>
                  <a:pt x="1651610" y="9866038"/>
                </a:lnTo>
                <a:lnTo>
                  <a:pt x="1658088" y="9852428"/>
                </a:lnTo>
                <a:cubicBezTo>
                  <a:pt x="1582968" y="9752492"/>
                  <a:pt x="1542377" y="9691316"/>
                  <a:pt x="1467258" y="9591382"/>
                </a:cubicBezTo>
                <a:cubicBezTo>
                  <a:pt x="1453078" y="9556731"/>
                  <a:pt x="1447015" y="9534316"/>
                  <a:pt x="1430779" y="9509848"/>
                </a:cubicBezTo>
                <a:cubicBezTo>
                  <a:pt x="1347538" y="9397677"/>
                  <a:pt x="1266356" y="9275326"/>
                  <a:pt x="1197406" y="9144856"/>
                </a:cubicBezTo>
                <a:cubicBezTo>
                  <a:pt x="1161901" y="9084705"/>
                  <a:pt x="1128943" y="9025072"/>
                  <a:pt x="1094453" y="8966456"/>
                </a:cubicBezTo>
                <a:lnTo>
                  <a:pt x="990553" y="8806798"/>
                </a:lnTo>
                <a:lnTo>
                  <a:pt x="990442" y="8806383"/>
                </a:lnTo>
                <a:cubicBezTo>
                  <a:pt x="990442" y="8806383"/>
                  <a:pt x="990442" y="8806383"/>
                  <a:pt x="982324" y="8794148"/>
                </a:cubicBezTo>
                <a:lnTo>
                  <a:pt x="990553" y="8806798"/>
                </a:lnTo>
                <a:lnTo>
                  <a:pt x="996503" y="8828799"/>
                </a:lnTo>
                <a:cubicBezTo>
                  <a:pt x="986329" y="8826744"/>
                  <a:pt x="976154" y="8824689"/>
                  <a:pt x="970094" y="8802273"/>
                </a:cubicBezTo>
                <a:cubicBezTo>
                  <a:pt x="970094" y="8802273"/>
                  <a:pt x="961973" y="8790038"/>
                  <a:pt x="961973" y="8790038"/>
                </a:cubicBezTo>
                <a:cubicBezTo>
                  <a:pt x="951800" y="8787982"/>
                  <a:pt x="949744" y="8798163"/>
                  <a:pt x="959918" y="8800218"/>
                </a:cubicBezTo>
                <a:cubicBezTo>
                  <a:pt x="1004516" y="8893988"/>
                  <a:pt x="1095872" y="9018393"/>
                  <a:pt x="1146532" y="9134578"/>
                </a:cubicBezTo>
                <a:cubicBezTo>
                  <a:pt x="1132246" y="9152878"/>
                  <a:pt x="1140364" y="9165116"/>
                  <a:pt x="1113953" y="9138590"/>
                </a:cubicBezTo>
                <a:cubicBezTo>
                  <a:pt x="1118065" y="9118233"/>
                  <a:pt x="1093709" y="9081526"/>
                  <a:pt x="1069355" y="9044823"/>
                </a:cubicBezTo>
                <a:cubicBezTo>
                  <a:pt x="1044893" y="9061070"/>
                  <a:pt x="1022702" y="8961231"/>
                  <a:pt x="992285" y="8902113"/>
                </a:cubicBezTo>
                <a:cubicBezTo>
                  <a:pt x="907099" y="8747169"/>
                  <a:pt x="801557" y="8588112"/>
                  <a:pt x="730658" y="8414864"/>
                </a:cubicBezTo>
                <a:cubicBezTo>
                  <a:pt x="724597" y="8392452"/>
                  <a:pt x="726652" y="8382272"/>
                  <a:pt x="720590" y="8359856"/>
                </a:cubicBezTo>
                <a:cubicBezTo>
                  <a:pt x="700346" y="8302793"/>
                  <a:pt x="637459" y="8194733"/>
                  <a:pt x="635510" y="8151957"/>
                </a:cubicBezTo>
                <a:cubicBezTo>
                  <a:pt x="623279" y="8160081"/>
                  <a:pt x="613103" y="8158026"/>
                  <a:pt x="609097" y="8125434"/>
                </a:cubicBezTo>
                <a:cubicBezTo>
                  <a:pt x="600979" y="8113199"/>
                  <a:pt x="586904" y="8025594"/>
                  <a:pt x="576730" y="8023539"/>
                </a:cubicBezTo>
                <a:cubicBezTo>
                  <a:pt x="584848" y="8035775"/>
                  <a:pt x="574673" y="8033718"/>
                  <a:pt x="572618" y="8043899"/>
                </a:cubicBezTo>
                <a:cubicBezTo>
                  <a:pt x="538196" y="7952186"/>
                  <a:pt x="528128" y="7897175"/>
                  <a:pt x="503882" y="7807515"/>
                </a:cubicBezTo>
                <a:cubicBezTo>
                  <a:pt x="546635" y="7805556"/>
                  <a:pt x="566768" y="7915575"/>
                  <a:pt x="584957" y="7982819"/>
                </a:cubicBezTo>
                <a:cubicBezTo>
                  <a:pt x="618457" y="8026670"/>
                  <a:pt x="642272" y="8079158"/>
                  <a:pt x="666584" y="8135721"/>
                </a:cubicBezTo>
                <a:lnTo>
                  <a:pt x="737858" y="8285064"/>
                </a:lnTo>
                <a:lnTo>
                  <a:pt x="741046" y="8311013"/>
                </a:lnTo>
                <a:cubicBezTo>
                  <a:pt x="741046" y="8311013"/>
                  <a:pt x="741046" y="8311013"/>
                  <a:pt x="751222" y="8313069"/>
                </a:cubicBezTo>
                <a:lnTo>
                  <a:pt x="737858" y="8285064"/>
                </a:lnTo>
                <a:lnTo>
                  <a:pt x="737039" y="8278418"/>
                </a:lnTo>
                <a:cubicBezTo>
                  <a:pt x="749272" y="8270292"/>
                  <a:pt x="757390" y="8282528"/>
                  <a:pt x="755335" y="8292708"/>
                </a:cubicBezTo>
                <a:cubicBezTo>
                  <a:pt x="765508" y="8294763"/>
                  <a:pt x="765508" y="8294763"/>
                  <a:pt x="765508" y="8294763"/>
                </a:cubicBezTo>
                <a:cubicBezTo>
                  <a:pt x="727078" y="8170454"/>
                  <a:pt x="672415" y="8021676"/>
                  <a:pt x="619700" y="7915673"/>
                </a:cubicBezTo>
                <a:lnTo>
                  <a:pt x="595768" y="7799183"/>
                </a:lnTo>
                <a:lnTo>
                  <a:pt x="566957" y="7711010"/>
                </a:lnTo>
                <a:lnTo>
                  <a:pt x="544270" y="7665315"/>
                </a:lnTo>
                <a:cubicBezTo>
                  <a:pt x="527885" y="7626243"/>
                  <a:pt x="510358" y="7574375"/>
                  <a:pt x="490513" y="7517186"/>
                </a:cubicBezTo>
                <a:cubicBezTo>
                  <a:pt x="450826" y="7402809"/>
                  <a:pt x="408526" y="7259183"/>
                  <a:pt x="368836" y="7144805"/>
                </a:cubicBezTo>
                <a:cubicBezTo>
                  <a:pt x="350299" y="7102242"/>
                  <a:pt x="339722" y="7066337"/>
                  <a:pt x="329147" y="7030430"/>
                </a:cubicBezTo>
                <a:cubicBezTo>
                  <a:pt x="286849" y="6886802"/>
                  <a:pt x="267137" y="6748517"/>
                  <a:pt x="240769" y="6618203"/>
                </a:cubicBezTo>
                <a:cubicBezTo>
                  <a:pt x="236137" y="6607562"/>
                  <a:pt x="229510" y="6595259"/>
                  <a:pt x="223714" y="6581958"/>
                </a:cubicBezTo>
                <a:lnTo>
                  <a:pt x="214768" y="6550631"/>
                </a:lnTo>
                <a:lnTo>
                  <a:pt x="215294" y="6549543"/>
                </a:lnTo>
                <a:cubicBezTo>
                  <a:pt x="215963" y="6546719"/>
                  <a:pt x="215638" y="6543062"/>
                  <a:pt x="211654" y="6539733"/>
                </a:cubicBezTo>
                <a:lnTo>
                  <a:pt x="214768" y="6550631"/>
                </a:lnTo>
                <a:lnTo>
                  <a:pt x="212959" y="6554360"/>
                </a:lnTo>
                <a:cubicBezTo>
                  <a:pt x="216941" y="6557687"/>
                  <a:pt x="217270" y="6561345"/>
                  <a:pt x="215606" y="6563334"/>
                </a:cubicBezTo>
                <a:lnTo>
                  <a:pt x="211577" y="6562901"/>
                </a:lnTo>
                <a:lnTo>
                  <a:pt x="133682" y="6141731"/>
                </a:lnTo>
                <a:lnTo>
                  <a:pt x="145867" y="6132851"/>
                </a:lnTo>
                <a:cubicBezTo>
                  <a:pt x="127462" y="6009194"/>
                  <a:pt x="120935" y="5936066"/>
                  <a:pt x="102532" y="5812410"/>
                </a:cubicBezTo>
                <a:cubicBezTo>
                  <a:pt x="106582" y="5775189"/>
                  <a:pt x="111940" y="5752595"/>
                  <a:pt x="109325" y="5723345"/>
                </a:cubicBezTo>
                <a:cubicBezTo>
                  <a:pt x="89617" y="5585060"/>
                  <a:pt x="76567" y="5438808"/>
                  <a:pt x="78142" y="5291246"/>
                </a:cubicBezTo>
                <a:cubicBezTo>
                  <a:pt x="75601" y="5221445"/>
                  <a:pt x="75049" y="5153312"/>
                  <a:pt x="72668" y="5085344"/>
                </a:cubicBezTo>
                <a:lnTo>
                  <a:pt x="57433" y="4895465"/>
                </a:lnTo>
                <a:lnTo>
                  <a:pt x="57532" y="4895049"/>
                </a:lnTo>
                <a:cubicBezTo>
                  <a:pt x="57532" y="4895049"/>
                  <a:pt x="57532" y="4895049"/>
                  <a:pt x="56227" y="4880423"/>
                </a:cubicBezTo>
                <a:lnTo>
                  <a:pt x="57433" y="4895465"/>
                </a:lnTo>
                <a:lnTo>
                  <a:pt x="52177" y="4917644"/>
                </a:lnTo>
                <a:cubicBezTo>
                  <a:pt x="44213" y="4910987"/>
                  <a:pt x="36247" y="4904330"/>
                  <a:pt x="41602" y="4881735"/>
                </a:cubicBezTo>
                <a:cubicBezTo>
                  <a:pt x="41602" y="4881735"/>
                  <a:pt x="40297" y="4867110"/>
                  <a:pt x="40297" y="4867110"/>
                </a:cubicBezTo>
                <a:cubicBezTo>
                  <a:pt x="32332" y="4860453"/>
                  <a:pt x="25672" y="4868423"/>
                  <a:pt x="33638" y="4875080"/>
                </a:cubicBezTo>
                <a:cubicBezTo>
                  <a:pt x="28147" y="4978769"/>
                  <a:pt x="49160" y="5131679"/>
                  <a:pt x="38317" y="5257962"/>
                </a:cubicBezTo>
                <a:cubicBezTo>
                  <a:pt x="17035" y="5267243"/>
                  <a:pt x="18338" y="5281868"/>
                  <a:pt x="7763" y="5245961"/>
                </a:cubicBezTo>
                <a:cubicBezTo>
                  <a:pt x="21083" y="5230025"/>
                  <a:pt x="17167" y="5186145"/>
                  <a:pt x="13253" y="5142273"/>
                </a:cubicBezTo>
                <a:cubicBezTo>
                  <a:pt x="-15996" y="5144895"/>
                  <a:pt x="12085" y="5046551"/>
                  <a:pt x="13523" y="4980081"/>
                </a:cubicBezTo>
                <a:cubicBezTo>
                  <a:pt x="12487" y="4803267"/>
                  <a:pt x="-4477" y="4613139"/>
                  <a:pt x="15772" y="4427040"/>
                </a:cubicBezTo>
                <a:cubicBezTo>
                  <a:pt x="21127" y="4404449"/>
                  <a:pt x="27787" y="4396479"/>
                  <a:pt x="33140" y="4373885"/>
                </a:cubicBezTo>
                <a:cubicBezTo>
                  <a:pt x="42544" y="4314074"/>
                  <a:pt x="38765" y="4189101"/>
                  <a:pt x="57440" y="4150566"/>
                </a:cubicBezTo>
                <a:cubicBezTo>
                  <a:pt x="42815" y="4151882"/>
                  <a:pt x="34852" y="4145225"/>
                  <a:pt x="46864" y="4114664"/>
                </a:cubicBezTo>
                <a:cubicBezTo>
                  <a:pt x="45886" y="4103694"/>
                  <a:pt x="62168" y="4053858"/>
                  <a:pt x="67012" y="4026818"/>
                </a:cubicBezTo>
                <a:lnTo>
                  <a:pt x="67000" y="4020699"/>
                </a:lnTo>
                <a:lnTo>
                  <a:pt x="65014" y="4025822"/>
                </a:lnTo>
                <a:cubicBezTo>
                  <a:pt x="64348" y="4027533"/>
                  <a:pt x="64348" y="4027533"/>
                  <a:pt x="64348" y="4027533"/>
                </a:cubicBezTo>
                <a:lnTo>
                  <a:pt x="61525" y="4021134"/>
                </a:lnTo>
                <a:lnTo>
                  <a:pt x="53659" y="4025597"/>
                </a:lnTo>
                <a:lnTo>
                  <a:pt x="56329" y="4009362"/>
                </a:lnTo>
                <a:lnTo>
                  <a:pt x="51775" y="3999042"/>
                </a:lnTo>
                <a:cubicBezTo>
                  <a:pt x="57086" y="3985355"/>
                  <a:pt x="57086" y="3985355"/>
                  <a:pt x="57086" y="3985355"/>
                </a:cubicBezTo>
                <a:cubicBezTo>
                  <a:pt x="57086" y="3985355"/>
                  <a:pt x="57086" y="3985355"/>
                  <a:pt x="58274" y="3984828"/>
                </a:cubicBezTo>
                <a:lnTo>
                  <a:pt x="60529" y="3983834"/>
                </a:lnTo>
                <a:lnTo>
                  <a:pt x="62828" y="3969863"/>
                </a:lnTo>
                <a:lnTo>
                  <a:pt x="56248" y="3950091"/>
                </a:lnTo>
                <a:cubicBezTo>
                  <a:pt x="51574" y="3906947"/>
                  <a:pt x="62270" y="3829898"/>
                  <a:pt x="73595" y="3739805"/>
                </a:cubicBezTo>
                <a:cubicBezTo>
                  <a:pt x="88697" y="3619683"/>
                  <a:pt x="114418" y="3472184"/>
                  <a:pt x="129517" y="3352061"/>
                </a:cubicBezTo>
                <a:cubicBezTo>
                  <a:pt x="131758" y="3305691"/>
                  <a:pt x="138187" y="3268815"/>
                  <a:pt x="144617" y="3231939"/>
                </a:cubicBezTo>
                <a:cubicBezTo>
                  <a:pt x="170339" y="3084440"/>
                  <a:pt x="213943" y="2951736"/>
                  <a:pt x="248047" y="2823230"/>
                </a:cubicBezTo>
                <a:cubicBezTo>
                  <a:pt x="248606" y="2811638"/>
                  <a:pt x="248120" y="2797671"/>
                  <a:pt x="248816" y="2783181"/>
                </a:cubicBezTo>
                <a:lnTo>
                  <a:pt x="254678" y="2751132"/>
                </a:lnTo>
                <a:lnTo>
                  <a:pt x="255632" y="2750391"/>
                </a:lnTo>
                <a:cubicBezTo>
                  <a:pt x="257483" y="2748155"/>
                  <a:pt x="258811" y="2744733"/>
                  <a:pt x="256715" y="2739984"/>
                </a:cubicBezTo>
                <a:lnTo>
                  <a:pt x="254678" y="2751132"/>
                </a:lnTo>
                <a:lnTo>
                  <a:pt x="251404" y="2753673"/>
                </a:lnTo>
                <a:cubicBezTo>
                  <a:pt x="253499" y="2758421"/>
                  <a:pt x="252173" y="2761847"/>
                  <a:pt x="249802" y="2762892"/>
                </a:cubicBezTo>
                <a:lnTo>
                  <a:pt x="246382" y="2760717"/>
                </a:lnTo>
                <a:lnTo>
                  <a:pt x="363172" y="2348637"/>
                </a:lnTo>
                <a:lnTo>
                  <a:pt x="378028" y="2346074"/>
                </a:lnTo>
                <a:cubicBezTo>
                  <a:pt x="416323" y="2227064"/>
                  <a:pt x="442874" y="2158616"/>
                  <a:pt x="481169" y="2039606"/>
                </a:cubicBezTo>
                <a:cubicBezTo>
                  <a:pt x="501292" y="2008034"/>
                  <a:pt x="516106" y="1990151"/>
                  <a:pt x="526723" y="1962774"/>
                </a:cubicBezTo>
                <a:cubicBezTo>
                  <a:pt x="570329" y="1830071"/>
                  <a:pt x="623435" y="1693178"/>
                  <a:pt x="690233" y="1561589"/>
                </a:cubicBezTo>
                <a:cubicBezTo>
                  <a:pt x="718880" y="1497890"/>
                  <a:pt x="748577" y="1436565"/>
                  <a:pt x="776561" y="1374578"/>
                </a:cubicBezTo>
                <a:lnTo>
                  <a:pt x="847036" y="1197606"/>
                </a:lnTo>
                <a:lnTo>
                  <a:pt x="847310" y="1197278"/>
                </a:lnTo>
                <a:cubicBezTo>
                  <a:pt x="847310" y="1197278"/>
                  <a:pt x="847310" y="1197278"/>
                  <a:pt x="852622" y="1183587"/>
                </a:cubicBezTo>
                <a:lnTo>
                  <a:pt x="847036" y="1197606"/>
                </a:lnTo>
                <a:lnTo>
                  <a:pt x="832498" y="1215161"/>
                </a:lnTo>
                <a:cubicBezTo>
                  <a:pt x="828308" y="1205664"/>
                  <a:pt x="824116" y="1196169"/>
                  <a:pt x="838928" y="1178285"/>
                </a:cubicBezTo>
                <a:cubicBezTo>
                  <a:pt x="838928" y="1178285"/>
                  <a:pt x="844240" y="1164594"/>
                  <a:pt x="844240" y="1164594"/>
                </a:cubicBezTo>
                <a:cubicBezTo>
                  <a:pt x="840050" y="1155098"/>
                  <a:pt x="830546" y="1159292"/>
                  <a:pt x="834739" y="1168788"/>
                </a:cubicBezTo>
                <a:cubicBezTo>
                  <a:pt x="783872" y="1259310"/>
                  <a:pt x="734956" y="1405701"/>
                  <a:pt x="669278" y="1514108"/>
                </a:cubicBezTo>
                <a:cubicBezTo>
                  <a:pt x="646087" y="1512995"/>
                  <a:pt x="640775" y="1526684"/>
                  <a:pt x="647206" y="1489808"/>
                </a:cubicBezTo>
                <a:cubicBezTo>
                  <a:pt x="666206" y="1481423"/>
                  <a:pt x="682141" y="1440354"/>
                  <a:pt x="698071" y="1399286"/>
                </a:cubicBezTo>
                <a:cubicBezTo>
                  <a:pt x="670687" y="1388678"/>
                  <a:pt x="739438" y="1312958"/>
                  <a:pt x="770180" y="1254008"/>
                </a:cubicBezTo>
                <a:cubicBezTo>
                  <a:pt x="847600" y="1095041"/>
                  <a:pt x="916636" y="917075"/>
                  <a:pt x="1017248" y="759218"/>
                </a:cubicBezTo>
                <a:cubicBezTo>
                  <a:pt x="1032058" y="741336"/>
                  <a:pt x="1041560" y="737144"/>
                  <a:pt x="1056373" y="719261"/>
                </a:cubicBezTo>
                <a:cubicBezTo>
                  <a:pt x="1091308" y="669806"/>
                  <a:pt x="1143295" y="556101"/>
                  <a:pt x="1177109" y="529832"/>
                </a:cubicBezTo>
                <a:cubicBezTo>
                  <a:pt x="1163416" y="524528"/>
                  <a:pt x="1159226" y="515031"/>
                  <a:pt x="1183537" y="492956"/>
                </a:cubicBezTo>
                <a:cubicBezTo>
                  <a:pt x="1188850" y="479267"/>
                  <a:pt x="1252286" y="417234"/>
                  <a:pt x="1248095" y="407736"/>
                </a:cubicBezTo>
                <a:cubicBezTo>
                  <a:pt x="1242784" y="421427"/>
                  <a:pt x="1238594" y="411930"/>
                  <a:pt x="1229092" y="416123"/>
                </a:cubicBezTo>
                <a:cubicBezTo>
                  <a:pt x="1284149" y="335099"/>
                  <a:pt x="1323278" y="295140"/>
                  <a:pt x="1382525" y="223613"/>
                </a:cubicBezTo>
                <a:cubicBezTo>
                  <a:pt x="1408789" y="257405"/>
                  <a:pt x="1330538" y="337317"/>
                  <a:pt x="1286102" y="390965"/>
                </a:cubicBezTo>
                <a:cubicBezTo>
                  <a:pt x="1269610" y="443627"/>
                  <a:pt x="1240474" y="493356"/>
                  <a:pt x="1208299" y="545849"/>
                </a:cubicBezTo>
                <a:lnTo>
                  <a:pt x="1127428" y="690221"/>
                </a:lnTo>
                <a:lnTo>
                  <a:pt x="1108069" y="707793"/>
                </a:lnTo>
                <a:cubicBezTo>
                  <a:pt x="1108069" y="707793"/>
                  <a:pt x="1108069" y="707793"/>
                  <a:pt x="1112260" y="717290"/>
                </a:cubicBezTo>
                <a:lnTo>
                  <a:pt x="1127428" y="690221"/>
                </a:lnTo>
                <a:lnTo>
                  <a:pt x="1132385" y="685718"/>
                </a:lnTo>
                <a:cubicBezTo>
                  <a:pt x="1146076" y="691020"/>
                  <a:pt x="1140766" y="704711"/>
                  <a:pt x="1131265" y="708903"/>
                </a:cubicBezTo>
                <a:cubicBezTo>
                  <a:pt x="1135454" y="718400"/>
                  <a:pt x="1135454" y="718400"/>
                  <a:pt x="1135454" y="718400"/>
                </a:cubicBezTo>
                <a:cubicBezTo>
                  <a:pt x="1175140" y="666849"/>
                  <a:pt x="1217480" y="608454"/>
                  <a:pt x="1256921" y="549921"/>
                </a:cubicBezTo>
                <a:lnTo>
                  <a:pt x="1309982" y="467855"/>
                </a:lnTo>
                <a:lnTo>
                  <a:pt x="1323848" y="443909"/>
                </a:lnTo>
                <a:lnTo>
                  <a:pt x="1324727" y="443033"/>
                </a:lnTo>
                <a:lnTo>
                  <a:pt x="1360994" y="380607"/>
                </a:lnTo>
                <a:lnTo>
                  <a:pt x="1424365" y="313029"/>
                </a:lnTo>
                <a:lnTo>
                  <a:pt x="1496720" y="196157"/>
                </a:lnTo>
                <a:cubicBezTo>
                  <a:pt x="1536966" y="135848"/>
                  <a:pt x="1580024" y="76266"/>
                  <a:pt x="1626158" y="1868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xmlns="" id="{DDAB9721-C938-459F-98FF-8B29ED14CC0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8972" y="0"/>
            <a:ext cx="51293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AF35618C-7A04-4377-BBF9-30F431902E10}"/>
              </a:ext>
            </a:extLst>
          </p:cNvPr>
          <p:cNvGrpSpPr/>
          <p:nvPr userDrawn="1"/>
        </p:nvGrpSpPr>
        <p:grpSpPr>
          <a:xfrm>
            <a:off x="8571403" y="1088986"/>
            <a:ext cx="2580306" cy="4655566"/>
            <a:chOff x="4789978" y="1099366"/>
            <a:chExt cx="2580306" cy="4655566"/>
          </a:xfrm>
        </p:grpSpPr>
        <p:sp>
          <p:nvSpPr>
            <p:cNvPr id="3" name="Graphic 2">
              <a:extLst>
                <a:ext uri="{FF2B5EF4-FFF2-40B4-BE49-F238E27FC236}">
                  <a16:creationId xmlns:a16="http://schemas.microsoft.com/office/drawing/2014/main" xmlns="" id="{E2E822A5-FA3D-4709-89EA-2097E2C4D51D}"/>
                </a:ext>
              </a:extLst>
            </p:cNvPr>
            <p:cNvSpPr/>
            <p:nvPr/>
          </p:nvSpPr>
          <p:spPr>
            <a:xfrm>
              <a:off x="4793972" y="1099366"/>
              <a:ext cx="2573455" cy="4655566"/>
            </a:xfrm>
            <a:custGeom>
              <a:avLst/>
              <a:gdLst>
                <a:gd name="connsiteX0" fmla="*/ 2940654 w 3387838"/>
                <a:gd name="connsiteY0" fmla="*/ 6858876 h 6858875"/>
                <a:gd name="connsiteX1" fmla="*/ 447185 w 3387838"/>
                <a:gd name="connsiteY1" fmla="*/ 6858876 h 6858875"/>
                <a:gd name="connsiteX2" fmla="*/ 0 w 3387838"/>
                <a:gd name="connsiteY2" fmla="*/ 6411691 h 6858875"/>
                <a:gd name="connsiteX3" fmla="*/ 0 w 3387838"/>
                <a:gd name="connsiteY3" fmla="*/ 447185 h 6858875"/>
                <a:gd name="connsiteX4" fmla="*/ 447185 w 3387838"/>
                <a:gd name="connsiteY4" fmla="*/ 0 h 6858875"/>
                <a:gd name="connsiteX5" fmla="*/ 2940654 w 3387838"/>
                <a:gd name="connsiteY5" fmla="*/ 0 h 6858875"/>
                <a:gd name="connsiteX6" fmla="*/ 3387838 w 3387838"/>
                <a:gd name="connsiteY6" fmla="*/ 447185 h 6858875"/>
                <a:gd name="connsiteX7" fmla="*/ 3387838 w 3387838"/>
                <a:gd name="connsiteY7" fmla="*/ 6411759 h 6858875"/>
                <a:gd name="connsiteX8" fmla="*/ 2940654 w 3387838"/>
                <a:gd name="connsiteY8" fmla="*/ 6858876 h 685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87838" h="6858875">
                  <a:moveTo>
                    <a:pt x="2940654" y="6858876"/>
                  </a:moveTo>
                  <a:lnTo>
                    <a:pt x="447185" y="6858876"/>
                  </a:lnTo>
                  <a:cubicBezTo>
                    <a:pt x="200216" y="6858876"/>
                    <a:pt x="0" y="6658660"/>
                    <a:pt x="0" y="6411691"/>
                  </a:cubicBezTo>
                  <a:lnTo>
                    <a:pt x="0" y="447185"/>
                  </a:lnTo>
                  <a:cubicBezTo>
                    <a:pt x="67" y="200216"/>
                    <a:pt x="200216" y="0"/>
                    <a:pt x="447185" y="0"/>
                  </a:cubicBezTo>
                  <a:lnTo>
                    <a:pt x="2940654" y="0"/>
                  </a:lnTo>
                  <a:cubicBezTo>
                    <a:pt x="3187622" y="0"/>
                    <a:pt x="3387838" y="200216"/>
                    <a:pt x="3387838" y="447185"/>
                  </a:cubicBezTo>
                  <a:lnTo>
                    <a:pt x="3387838" y="6411759"/>
                  </a:lnTo>
                  <a:cubicBezTo>
                    <a:pt x="3387771" y="6658660"/>
                    <a:pt x="3187555" y="6858876"/>
                    <a:pt x="2940654" y="6858876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Graphic 2">
              <a:extLst>
                <a:ext uri="{FF2B5EF4-FFF2-40B4-BE49-F238E27FC236}">
                  <a16:creationId xmlns:a16="http://schemas.microsoft.com/office/drawing/2014/main" xmlns="" id="{3C44E972-ACB0-4B9C-AACD-5806656F2400}"/>
                </a:ext>
              </a:extLst>
            </p:cNvPr>
            <p:cNvSpPr/>
            <p:nvPr/>
          </p:nvSpPr>
          <p:spPr>
            <a:xfrm>
              <a:off x="4828452" y="1123785"/>
              <a:ext cx="2504495" cy="4606685"/>
            </a:xfrm>
            <a:custGeom>
              <a:avLst/>
              <a:gdLst>
                <a:gd name="connsiteX0" fmla="*/ 2858870 w 3305986"/>
                <a:gd name="connsiteY0" fmla="*/ 6786860 h 6786860"/>
                <a:gd name="connsiteX1" fmla="*/ 447185 w 3305986"/>
                <a:gd name="connsiteY1" fmla="*/ 6786860 h 6786860"/>
                <a:gd name="connsiteX2" fmla="*/ 0 w 3305986"/>
                <a:gd name="connsiteY2" fmla="*/ 6339676 h 6786860"/>
                <a:gd name="connsiteX3" fmla="*/ 0 w 3305986"/>
                <a:gd name="connsiteY3" fmla="*/ 447185 h 6786860"/>
                <a:gd name="connsiteX4" fmla="*/ 447185 w 3305986"/>
                <a:gd name="connsiteY4" fmla="*/ 0 h 6786860"/>
                <a:gd name="connsiteX5" fmla="*/ 2858802 w 3305986"/>
                <a:gd name="connsiteY5" fmla="*/ 0 h 6786860"/>
                <a:gd name="connsiteX6" fmla="*/ 3305987 w 3305986"/>
                <a:gd name="connsiteY6" fmla="*/ 447185 h 6786860"/>
                <a:gd name="connsiteX7" fmla="*/ 3305987 w 3305986"/>
                <a:gd name="connsiteY7" fmla="*/ 6339743 h 6786860"/>
                <a:gd name="connsiteX8" fmla="*/ 2858870 w 3305986"/>
                <a:gd name="connsiteY8" fmla="*/ 6786860 h 67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5986" h="6786860">
                  <a:moveTo>
                    <a:pt x="2858870" y="6786860"/>
                  </a:moveTo>
                  <a:lnTo>
                    <a:pt x="447185" y="6786860"/>
                  </a:lnTo>
                  <a:cubicBezTo>
                    <a:pt x="200216" y="6786860"/>
                    <a:pt x="0" y="6586644"/>
                    <a:pt x="0" y="6339676"/>
                  </a:cubicBezTo>
                  <a:lnTo>
                    <a:pt x="0" y="447185"/>
                  </a:lnTo>
                  <a:cubicBezTo>
                    <a:pt x="0" y="200216"/>
                    <a:pt x="200216" y="0"/>
                    <a:pt x="447185" y="0"/>
                  </a:cubicBezTo>
                  <a:lnTo>
                    <a:pt x="2858802" y="0"/>
                  </a:lnTo>
                  <a:cubicBezTo>
                    <a:pt x="3105771" y="0"/>
                    <a:pt x="3305987" y="200216"/>
                    <a:pt x="3305987" y="447185"/>
                  </a:cubicBezTo>
                  <a:lnTo>
                    <a:pt x="3305987" y="6339743"/>
                  </a:lnTo>
                  <a:cubicBezTo>
                    <a:pt x="3305987" y="6586644"/>
                    <a:pt x="3105771" y="6786860"/>
                    <a:pt x="2858870" y="678686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Graphic 2">
              <a:extLst>
                <a:ext uri="{FF2B5EF4-FFF2-40B4-BE49-F238E27FC236}">
                  <a16:creationId xmlns:a16="http://schemas.microsoft.com/office/drawing/2014/main" xmlns="" id="{57678DC0-EED3-410A-B6C3-D4FA6AF42B8E}"/>
                </a:ext>
              </a:extLst>
            </p:cNvPr>
            <p:cNvSpPr/>
            <p:nvPr/>
          </p:nvSpPr>
          <p:spPr>
            <a:xfrm>
              <a:off x="4888657" y="1203120"/>
              <a:ext cx="2384085" cy="4448058"/>
            </a:xfrm>
            <a:custGeom>
              <a:avLst/>
              <a:gdLst>
                <a:gd name="connsiteX0" fmla="*/ 2682906 w 3006269"/>
                <a:gd name="connsiteY0" fmla="*/ 0 h 6553162"/>
                <a:gd name="connsiteX1" fmla="*/ 2383121 w 3006269"/>
                <a:gd name="connsiteY1" fmla="*/ 0 h 6553162"/>
                <a:gd name="connsiteX2" fmla="*/ 2355366 w 3006269"/>
                <a:gd name="connsiteY2" fmla="*/ 27755 h 6553162"/>
                <a:gd name="connsiteX3" fmla="*/ 2355366 w 3006269"/>
                <a:gd name="connsiteY3" fmla="*/ 27755 h 6553162"/>
                <a:gd name="connsiteX4" fmla="*/ 2140599 w 3006269"/>
                <a:gd name="connsiteY4" fmla="*/ 242523 h 6553162"/>
                <a:gd name="connsiteX5" fmla="*/ 852197 w 3006269"/>
                <a:gd name="connsiteY5" fmla="*/ 242523 h 6553162"/>
                <a:gd name="connsiteX6" fmla="*/ 637430 w 3006269"/>
                <a:gd name="connsiteY6" fmla="*/ 27755 h 6553162"/>
                <a:gd name="connsiteX7" fmla="*/ 637430 w 3006269"/>
                <a:gd name="connsiteY7" fmla="*/ 27755 h 6553162"/>
                <a:gd name="connsiteX8" fmla="*/ 609675 w 3006269"/>
                <a:gd name="connsiteY8" fmla="*/ 0 h 6553162"/>
                <a:gd name="connsiteX9" fmla="*/ 323363 w 3006269"/>
                <a:gd name="connsiteY9" fmla="*/ 0 h 6553162"/>
                <a:gd name="connsiteX10" fmla="*/ 0 w 3006269"/>
                <a:gd name="connsiteY10" fmla="*/ 323363 h 6553162"/>
                <a:gd name="connsiteX11" fmla="*/ 0 w 3006269"/>
                <a:gd name="connsiteY11" fmla="*/ 6229799 h 6553162"/>
                <a:gd name="connsiteX12" fmla="*/ 323363 w 3006269"/>
                <a:gd name="connsiteY12" fmla="*/ 6553163 h 6553162"/>
                <a:gd name="connsiteX13" fmla="*/ 2682906 w 3006269"/>
                <a:gd name="connsiteY13" fmla="*/ 6553163 h 6553162"/>
                <a:gd name="connsiteX14" fmla="*/ 3006269 w 3006269"/>
                <a:gd name="connsiteY14" fmla="*/ 6229799 h 6553162"/>
                <a:gd name="connsiteX15" fmla="*/ 3006269 w 3006269"/>
                <a:gd name="connsiteY15" fmla="*/ 323363 h 6553162"/>
                <a:gd name="connsiteX16" fmla="*/ 2682906 w 3006269"/>
                <a:gd name="connsiteY16" fmla="*/ 0 h 655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6269" h="6553162">
                  <a:moveTo>
                    <a:pt x="2682906" y="0"/>
                  </a:moveTo>
                  <a:lnTo>
                    <a:pt x="2383121" y="0"/>
                  </a:lnTo>
                  <a:cubicBezTo>
                    <a:pt x="2367761" y="0"/>
                    <a:pt x="2355366" y="12463"/>
                    <a:pt x="2355366" y="27755"/>
                  </a:cubicBezTo>
                  <a:lnTo>
                    <a:pt x="2355366" y="27755"/>
                  </a:lnTo>
                  <a:cubicBezTo>
                    <a:pt x="2355366" y="146322"/>
                    <a:pt x="2259233" y="242523"/>
                    <a:pt x="2140599" y="242523"/>
                  </a:cubicBezTo>
                  <a:lnTo>
                    <a:pt x="852197" y="242523"/>
                  </a:lnTo>
                  <a:cubicBezTo>
                    <a:pt x="733631" y="242523"/>
                    <a:pt x="637430" y="146389"/>
                    <a:pt x="637430" y="27755"/>
                  </a:cubicBezTo>
                  <a:lnTo>
                    <a:pt x="637430" y="27755"/>
                  </a:lnTo>
                  <a:cubicBezTo>
                    <a:pt x="637430" y="12396"/>
                    <a:pt x="624967" y="0"/>
                    <a:pt x="609675" y="0"/>
                  </a:cubicBezTo>
                  <a:lnTo>
                    <a:pt x="323363" y="0"/>
                  </a:lnTo>
                  <a:cubicBezTo>
                    <a:pt x="144772" y="0"/>
                    <a:pt x="0" y="144773"/>
                    <a:pt x="0" y="323363"/>
                  </a:cubicBezTo>
                  <a:lnTo>
                    <a:pt x="0" y="6229799"/>
                  </a:lnTo>
                  <a:cubicBezTo>
                    <a:pt x="0" y="6408390"/>
                    <a:pt x="144772" y="6553163"/>
                    <a:pt x="323363" y="6553163"/>
                  </a:cubicBezTo>
                  <a:lnTo>
                    <a:pt x="2682906" y="6553163"/>
                  </a:lnTo>
                  <a:cubicBezTo>
                    <a:pt x="2861497" y="6553163"/>
                    <a:pt x="3006269" y="6408390"/>
                    <a:pt x="3006269" y="6229799"/>
                  </a:cubicBezTo>
                  <a:lnTo>
                    <a:pt x="3006269" y="323363"/>
                  </a:lnTo>
                  <a:cubicBezTo>
                    <a:pt x="3006269" y="144773"/>
                    <a:pt x="2861497" y="0"/>
                    <a:pt x="2682906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Graphic 2">
              <a:extLst>
                <a:ext uri="{FF2B5EF4-FFF2-40B4-BE49-F238E27FC236}">
                  <a16:creationId xmlns:a16="http://schemas.microsoft.com/office/drawing/2014/main" xmlns="" id="{EF09ABAF-7072-4D83-90D0-941D7110692F}"/>
                </a:ext>
              </a:extLst>
            </p:cNvPr>
            <p:cNvSpPr/>
            <p:nvPr/>
          </p:nvSpPr>
          <p:spPr>
            <a:xfrm>
              <a:off x="4790433" y="1761624"/>
              <a:ext cx="18006" cy="158625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Graphic 2">
              <a:extLst>
                <a:ext uri="{FF2B5EF4-FFF2-40B4-BE49-F238E27FC236}">
                  <a16:creationId xmlns:a16="http://schemas.microsoft.com/office/drawing/2014/main" xmlns="" id="{CC7368B6-5C9C-4B31-814F-9FFB7048F39B}"/>
                </a:ext>
              </a:extLst>
            </p:cNvPr>
            <p:cNvSpPr/>
            <p:nvPr/>
          </p:nvSpPr>
          <p:spPr>
            <a:xfrm>
              <a:off x="4790433" y="2101968"/>
              <a:ext cx="25137" cy="316382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Graphic 2">
              <a:extLst>
                <a:ext uri="{FF2B5EF4-FFF2-40B4-BE49-F238E27FC236}">
                  <a16:creationId xmlns:a16="http://schemas.microsoft.com/office/drawing/2014/main" xmlns="" id="{50B86834-4EAC-436D-B0E2-BDCA56AE2150}"/>
                </a:ext>
              </a:extLst>
            </p:cNvPr>
            <p:cNvSpPr/>
            <p:nvPr/>
          </p:nvSpPr>
          <p:spPr>
            <a:xfrm>
              <a:off x="4790484" y="2124694"/>
              <a:ext cx="14213" cy="26494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Graphic 2">
              <a:extLst>
                <a:ext uri="{FF2B5EF4-FFF2-40B4-BE49-F238E27FC236}">
                  <a16:creationId xmlns:a16="http://schemas.microsoft.com/office/drawing/2014/main" xmlns="" id="{2BAEE8F9-D9CF-414F-80EB-038A31B9245A}"/>
                </a:ext>
              </a:extLst>
            </p:cNvPr>
            <p:cNvSpPr/>
            <p:nvPr/>
          </p:nvSpPr>
          <p:spPr>
            <a:xfrm>
              <a:off x="4789978" y="2524437"/>
              <a:ext cx="25137" cy="316382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Graphic 2">
              <a:extLst>
                <a:ext uri="{FF2B5EF4-FFF2-40B4-BE49-F238E27FC236}">
                  <a16:creationId xmlns:a16="http://schemas.microsoft.com/office/drawing/2014/main" xmlns="" id="{316C7492-D6A0-4407-AE0A-AE7ED0675AFE}"/>
                </a:ext>
              </a:extLst>
            </p:cNvPr>
            <p:cNvSpPr/>
            <p:nvPr/>
          </p:nvSpPr>
          <p:spPr>
            <a:xfrm>
              <a:off x="4789978" y="2547163"/>
              <a:ext cx="14213" cy="264940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Graphic 2">
              <a:extLst>
                <a:ext uri="{FF2B5EF4-FFF2-40B4-BE49-F238E27FC236}">
                  <a16:creationId xmlns:a16="http://schemas.microsoft.com/office/drawing/2014/main" xmlns="" id="{42D3DF93-942A-4402-A7E3-8CC6E66489F4}"/>
                </a:ext>
              </a:extLst>
            </p:cNvPr>
            <p:cNvSpPr/>
            <p:nvPr/>
          </p:nvSpPr>
          <p:spPr>
            <a:xfrm>
              <a:off x="7345147" y="2208099"/>
              <a:ext cx="25137" cy="512047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2" name="Graphic 2">
              <a:extLst>
                <a:ext uri="{FF2B5EF4-FFF2-40B4-BE49-F238E27FC236}">
                  <a16:creationId xmlns:a16="http://schemas.microsoft.com/office/drawing/2014/main" xmlns="" id="{5609B493-F18D-4BD6-B778-0B66A0A6CCCB}"/>
                </a:ext>
              </a:extLst>
            </p:cNvPr>
            <p:cNvSpPr/>
            <p:nvPr/>
          </p:nvSpPr>
          <p:spPr>
            <a:xfrm>
              <a:off x="7356071" y="2244908"/>
              <a:ext cx="14213" cy="428779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3" name="Graphic 2">
              <a:extLst>
                <a:ext uri="{FF2B5EF4-FFF2-40B4-BE49-F238E27FC236}">
                  <a16:creationId xmlns:a16="http://schemas.microsoft.com/office/drawing/2014/main" xmlns="" id="{D6AD353E-F144-4960-BC70-F2B1DE89C5BF}"/>
                </a:ext>
              </a:extLst>
            </p:cNvPr>
            <p:cNvSpPr/>
            <p:nvPr/>
          </p:nvSpPr>
          <p:spPr>
            <a:xfrm>
              <a:off x="7349951" y="3279292"/>
              <a:ext cx="20333" cy="350907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2">
              <a:extLst>
                <a:ext uri="{FF2B5EF4-FFF2-40B4-BE49-F238E27FC236}">
                  <a16:creationId xmlns:a16="http://schemas.microsoft.com/office/drawing/2014/main" xmlns="" id="{AD5241A8-E993-4C82-960D-482D8F02F5D2}"/>
                </a:ext>
              </a:extLst>
            </p:cNvPr>
            <p:cNvSpPr/>
            <p:nvPr/>
          </p:nvSpPr>
          <p:spPr>
            <a:xfrm>
              <a:off x="7358753" y="3304487"/>
              <a:ext cx="11531" cy="293839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5" name="Group 1">
              <a:extLst>
                <a:ext uri="{FF2B5EF4-FFF2-40B4-BE49-F238E27FC236}">
                  <a16:creationId xmlns:a16="http://schemas.microsoft.com/office/drawing/2014/main" xmlns="" id="{D9A3AC5C-8BFF-4A04-A027-43A010EF7E6D}"/>
                </a:ext>
              </a:extLst>
            </p:cNvPr>
            <p:cNvGrpSpPr/>
            <p:nvPr userDrawn="1"/>
          </p:nvGrpSpPr>
          <p:grpSpPr>
            <a:xfrm>
              <a:off x="6503099" y="1178658"/>
              <a:ext cx="131097" cy="134444"/>
              <a:chOff x="6503099" y="1195231"/>
              <a:chExt cx="119701" cy="108213"/>
            </a:xfrm>
          </p:grpSpPr>
          <p:sp>
            <p:nvSpPr>
              <p:cNvPr id="17" name="Oval 26">
                <a:extLst>
                  <a:ext uri="{FF2B5EF4-FFF2-40B4-BE49-F238E27FC236}">
                    <a16:creationId xmlns:a16="http://schemas.microsoft.com/office/drawing/2014/main" xmlns="" id="{13D8B5F7-9B29-47A4-AE0A-F2EBC75D31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03099" y="1195231"/>
                <a:ext cx="119701" cy="108213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27">
                <a:extLst>
                  <a:ext uri="{FF2B5EF4-FFF2-40B4-BE49-F238E27FC236}">
                    <a16:creationId xmlns:a16="http://schemas.microsoft.com/office/drawing/2014/main" xmlns="" id="{AA294ED1-0734-42A2-B8B4-19B54008FD3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10581" y="1201994"/>
                <a:ext cx="104739" cy="94686"/>
              </a:xfrm>
              <a:prstGeom prst="ellipse">
                <a:avLst/>
              </a:prstGeom>
              <a:solidFill>
                <a:srgbClr val="070808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Oval 28">
                <a:extLst>
                  <a:ext uri="{FF2B5EF4-FFF2-40B4-BE49-F238E27FC236}">
                    <a16:creationId xmlns:a16="http://schemas.microsoft.com/office/drawing/2014/main" xmlns="" id="{26D485AE-63AA-4F47-B0C9-270E413BB64D}"/>
                  </a:ext>
                </a:extLst>
              </p:cNvPr>
              <p:cNvSpPr/>
              <p:nvPr/>
            </p:nvSpPr>
            <p:spPr>
              <a:xfrm>
                <a:off x="6537065" y="1225936"/>
                <a:ext cx="51770" cy="4680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Oval 29">
                <a:extLst>
                  <a:ext uri="{FF2B5EF4-FFF2-40B4-BE49-F238E27FC236}">
                    <a16:creationId xmlns:a16="http://schemas.microsoft.com/office/drawing/2014/main" xmlns="" id="{E3B4163C-0A6D-4FC1-876B-789D33686FD5}"/>
                  </a:ext>
                </a:extLst>
              </p:cNvPr>
              <p:cNvSpPr/>
              <p:nvPr/>
            </p:nvSpPr>
            <p:spPr>
              <a:xfrm>
                <a:off x="6549220" y="1236925"/>
                <a:ext cx="27463" cy="24827"/>
              </a:xfrm>
              <a:prstGeom prst="ellipse">
                <a:avLst/>
              </a:prstGeom>
              <a:solidFill>
                <a:srgbClr val="081422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6" name="Graphic 2">
              <a:extLst>
                <a:ext uri="{FF2B5EF4-FFF2-40B4-BE49-F238E27FC236}">
                  <a16:creationId xmlns:a16="http://schemas.microsoft.com/office/drawing/2014/main" xmlns="" id="{D5485AC4-1023-49F6-B6B4-0CC516C4E6A3}"/>
                </a:ext>
              </a:extLst>
            </p:cNvPr>
            <p:cNvSpPr/>
            <p:nvPr userDrawn="1"/>
          </p:nvSpPr>
          <p:spPr>
            <a:xfrm flipH="1">
              <a:off x="4792220" y="1780535"/>
              <a:ext cx="9559" cy="120803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" name="Picture Placeholder 33">
            <a:extLst>
              <a:ext uri="{FF2B5EF4-FFF2-40B4-BE49-F238E27FC236}">
                <a16:creationId xmlns:a16="http://schemas.microsoft.com/office/drawing/2014/main" xmlns="" id="{3A6473A0-14FF-476F-A7E5-996D23D9BD7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656745" y="1204970"/>
            <a:ext cx="2384085" cy="4448059"/>
          </a:xfrm>
          <a:custGeom>
            <a:avLst/>
            <a:gdLst>
              <a:gd name="connsiteX0" fmla="*/ 256439 w 2384085"/>
              <a:gd name="connsiteY0" fmla="*/ 0 h 4448059"/>
              <a:gd name="connsiteX1" fmla="*/ 483496 w 2384085"/>
              <a:gd name="connsiteY1" fmla="*/ 0 h 4448059"/>
              <a:gd name="connsiteX2" fmla="*/ 505506 w 2384085"/>
              <a:gd name="connsiteY2" fmla="*/ 18839 h 4448059"/>
              <a:gd name="connsiteX3" fmla="*/ 675825 w 2384085"/>
              <a:gd name="connsiteY3" fmla="*/ 164616 h 4448059"/>
              <a:gd name="connsiteX4" fmla="*/ 1697576 w 2384085"/>
              <a:gd name="connsiteY4" fmla="*/ 164616 h 4448059"/>
              <a:gd name="connsiteX5" fmla="*/ 1867894 w 2384085"/>
              <a:gd name="connsiteY5" fmla="*/ 18839 h 4448059"/>
              <a:gd name="connsiteX6" fmla="*/ 1889905 w 2384085"/>
              <a:gd name="connsiteY6" fmla="*/ 0 h 4448059"/>
              <a:gd name="connsiteX7" fmla="*/ 2127646 w 2384085"/>
              <a:gd name="connsiteY7" fmla="*/ 0 h 4448059"/>
              <a:gd name="connsiteX8" fmla="*/ 2384085 w 2384085"/>
              <a:gd name="connsiteY8" fmla="*/ 219488 h 4448059"/>
              <a:gd name="connsiteX9" fmla="*/ 2384085 w 2384085"/>
              <a:gd name="connsiteY9" fmla="*/ 4228571 h 4448059"/>
              <a:gd name="connsiteX10" fmla="*/ 2127646 w 2384085"/>
              <a:gd name="connsiteY10" fmla="*/ 4448059 h 4448059"/>
              <a:gd name="connsiteX11" fmla="*/ 256439 w 2384085"/>
              <a:gd name="connsiteY11" fmla="*/ 4448059 h 4448059"/>
              <a:gd name="connsiteX12" fmla="*/ 0 w 2384085"/>
              <a:gd name="connsiteY12" fmla="*/ 4228571 h 4448059"/>
              <a:gd name="connsiteX13" fmla="*/ 0 w 2384085"/>
              <a:gd name="connsiteY13" fmla="*/ 219488 h 4448059"/>
              <a:gd name="connsiteX14" fmla="*/ 256439 w 2384085"/>
              <a:gd name="connsiteY14" fmla="*/ 0 h 4448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384085" h="4448059">
                <a:moveTo>
                  <a:pt x="256439" y="0"/>
                </a:moveTo>
                <a:lnTo>
                  <a:pt x="483496" y="0"/>
                </a:lnTo>
                <a:cubicBezTo>
                  <a:pt x="495623" y="0"/>
                  <a:pt x="505506" y="8414"/>
                  <a:pt x="505506" y="18839"/>
                </a:cubicBezTo>
                <a:cubicBezTo>
                  <a:pt x="505506" y="99364"/>
                  <a:pt x="581797" y="164616"/>
                  <a:pt x="675825" y="164616"/>
                </a:cubicBezTo>
                <a:lnTo>
                  <a:pt x="1697576" y="164616"/>
                </a:lnTo>
                <a:cubicBezTo>
                  <a:pt x="1791657" y="164616"/>
                  <a:pt x="1867894" y="99318"/>
                  <a:pt x="1867894" y="18839"/>
                </a:cubicBezTo>
                <a:cubicBezTo>
                  <a:pt x="1867894" y="8460"/>
                  <a:pt x="1877724" y="0"/>
                  <a:pt x="1889905" y="0"/>
                </a:cubicBezTo>
                <a:lnTo>
                  <a:pt x="2127646" y="0"/>
                </a:lnTo>
                <a:cubicBezTo>
                  <a:pt x="2269275" y="0"/>
                  <a:pt x="2384085" y="98267"/>
                  <a:pt x="2384085" y="219488"/>
                </a:cubicBezTo>
                <a:lnTo>
                  <a:pt x="2384085" y="4228571"/>
                </a:lnTo>
                <a:cubicBezTo>
                  <a:pt x="2384085" y="4349792"/>
                  <a:pt x="2269275" y="4448059"/>
                  <a:pt x="2127646" y="4448059"/>
                </a:cubicBezTo>
                <a:lnTo>
                  <a:pt x="256439" y="4448059"/>
                </a:lnTo>
                <a:cubicBezTo>
                  <a:pt x="114810" y="4448059"/>
                  <a:pt x="0" y="4349792"/>
                  <a:pt x="0" y="4228571"/>
                </a:cubicBezTo>
                <a:lnTo>
                  <a:pt x="0" y="219488"/>
                </a:lnTo>
                <a:cubicBezTo>
                  <a:pt x="0" y="98267"/>
                  <a:pt x="114810" y="0"/>
                  <a:pt x="25643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j-ea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9" r:id="rId13"/>
    <p:sldLayoutId id="2147483686" r:id="rId14"/>
    <p:sldLayoutId id="2147483688" r:id="rId15"/>
    <p:sldLayoutId id="2147483687" r:id="rId16"/>
    <p:sldLayoutId id="2147483671" r:id="rId17"/>
    <p:sldLayoutId id="2147483672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ree-powerpoint-templates-design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hlinkClick r:id="rId2"/>
            <a:extLst>
              <a:ext uri="{FF2B5EF4-FFF2-40B4-BE49-F238E27FC236}">
                <a16:creationId xmlns:a16="http://schemas.microsoft.com/office/drawing/2014/main" xmlns="" id="{C9DAC7DF-78EA-49F3-8F00-63C3C0DCE2BD}"/>
              </a:ext>
            </a:extLst>
          </p:cNvPr>
          <p:cNvSpPr txBox="1"/>
          <p:nvPr/>
        </p:nvSpPr>
        <p:spPr>
          <a:xfrm>
            <a:off x="6318160" y="6139836"/>
            <a:ext cx="528610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cs typeface="Arial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http://www.free-powerpoint-templates-design.com</a:t>
            </a:r>
            <a:endParaRPr lang="ko-KR" altLang="en-US" sz="10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FC3BC02C-0015-4AC2-A25D-BF4D5CAE3F32}"/>
              </a:ext>
            </a:extLst>
          </p:cNvPr>
          <p:cNvSpPr txBox="1"/>
          <p:nvPr/>
        </p:nvSpPr>
        <p:spPr>
          <a:xfrm>
            <a:off x="6318159" y="3139203"/>
            <a:ext cx="5286102" cy="25853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5400" dirty="0">
                <a:solidFill>
                  <a:schemeClr val="bg1"/>
                </a:solidFill>
                <a:latin typeface="+mj-lt"/>
              </a:rPr>
              <a:t>Free</a:t>
            </a:r>
          </a:p>
          <a:p>
            <a:pPr algn="r"/>
            <a:r>
              <a:rPr lang="en-US" sz="5400" dirty="0">
                <a:solidFill>
                  <a:schemeClr val="bg1"/>
                </a:solidFill>
                <a:latin typeface="+mj-lt"/>
              </a:rPr>
              <a:t>Dreams </a:t>
            </a:r>
          </a:p>
          <a:p>
            <a:pPr algn="r"/>
            <a:r>
              <a:rPr lang="en-US" sz="5400" dirty="0">
                <a:solidFill>
                  <a:schemeClr val="bg1"/>
                </a:solidFill>
                <a:latin typeface="+mj-lt"/>
              </a:rPr>
              <a:t>PPT Templates</a:t>
            </a:r>
            <a:endParaRPr lang="ko-KR" altLang="en-US" sz="5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1FE16677-9ABE-4719-82B7-9D8CF89CCA30}"/>
              </a:ext>
            </a:extLst>
          </p:cNvPr>
          <p:cNvSpPr txBox="1"/>
          <p:nvPr/>
        </p:nvSpPr>
        <p:spPr>
          <a:xfrm>
            <a:off x="6318159" y="5742353"/>
            <a:ext cx="5286102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867" dirty="0">
                <a:solidFill>
                  <a:schemeClr val="bg1"/>
                </a:solidFill>
                <a:cs typeface="Arial" pitchFamily="34" charset="0"/>
              </a:rPr>
              <a:t>Insert the Subtitle of Your Presentation</a:t>
            </a:r>
            <a:endParaRPr lang="ko-KR" altLang="en-US" sz="1867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20" name="Graphic 1">
            <a:extLst>
              <a:ext uri="{FF2B5EF4-FFF2-40B4-BE49-F238E27FC236}">
                <a16:creationId xmlns:a16="http://schemas.microsoft.com/office/drawing/2014/main" xmlns="" id="{0FC361BA-8F7B-47CA-9534-C0993D3A1273}"/>
              </a:ext>
            </a:extLst>
          </p:cNvPr>
          <p:cNvGrpSpPr/>
          <p:nvPr/>
        </p:nvGrpSpPr>
        <p:grpSpPr>
          <a:xfrm>
            <a:off x="9913041" y="537869"/>
            <a:ext cx="1684599" cy="432917"/>
            <a:chOff x="28575" y="1871662"/>
            <a:chExt cx="12134850" cy="3118484"/>
          </a:xfrm>
          <a:solidFill>
            <a:schemeClr val="bg1"/>
          </a:solidFill>
        </p:grpSpPr>
        <p:sp>
          <p:nvSpPr>
            <p:cNvPr id="21" name="Freeform: Shape 24">
              <a:extLst>
                <a:ext uri="{FF2B5EF4-FFF2-40B4-BE49-F238E27FC236}">
                  <a16:creationId xmlns:a16="http://schemas.microsoft.com/office/drawing/2014/main" xmlns="" id="{D107C97B-605E-4DD2-8CF5-48F95B71591F}"/>
                </a:ext>
              </a:extLst>
            </p:cNvPr>
            <p:cNvSpPr/>
            <p:nvPr/>
          </p:nvSpPr>
          <p:spPr>
            <a:xfrm>
              <a:off x="28575" y="1871662"/>
              <a:ext cx="12134850" cy="3118484"/>
            </a:xfrm>
            <a:custGeom>
              <a:avLst/>
              <a:gdLst>
                <a:gd name="connsiteX0" fmla="*/ 10575608 w 12134850"/>
                <a:gd name="connsiteY0" fmla="*/ 3118485 h 3118484"/>
                <a:gd name="connsiteX1" fmla="*/ 1559243 w 12134850"/>
                <a:gd name="connsiteY1" fmla="*/ 3118485 h 3118484"/>
                <a:gd name="connsiteX2" fmla="*/ 0 w 12134850"/>
                <a:gd name="connsiteY2" fmla="*/ 1559243 h 3118484"/>
                <a:gd name="connsiteX3" fmla="*/ 1559243 w 12134850"/>
                <a:gd name="connsiteY3" fmla="*/ 0 h 3118484"/>
                <a:gd name="connsiteX4" fmla="*/ 10575608 w 12134850"/>
                <a:gd name="connsiteY4" fmla="*/ 0 h 3118484"/>
                <a:gd name="connsiteX5" fmla="*/ 12134850 w 12134850"/>
                <a:gd name="connsiteY5" fmla="*/ 1559243 h 3118484"/>
                <a:gd name="connsiteX6" fmla="*/ 10575608 w 12134850"/>
                <a:gd name="connsiteY6" fmla="*/ 3118485 h 3118484"/>
                <a:gd name="connsiteX7" fmla="*/ 1559243 w 12134850"/>
                <a:gd name="connsiteY7" fmla="*/ 135255 h 3118484"/>
                <a:gd name="connsiteX8" fmla="*/ 135255 w 12134850"/>
                <a:gd name="connsiteY8" fmla="*/ 1559243 h 3118484"/>
                <a:gd name="connsiteX9" fmla="*/ 1559243 w 12134850"/>
                <a:gd name="connsiteY9" fmla="*/ 2983230 h 3118484"/>
                <a:gd name="connsiteX10" fmla="*/ 10575608 w 12134850"/>
                <a:gd name="connsiteY10" fmla="*/ 2983230 h 3118484"/>
                <a:gd name="connsiteX11" fmla="*/ 11999595 w 12134850"/>
                <a:gd name="connsiteY11" fmla="*/ 1559243 h 3118484"/>
                <a:gd name="connsiteX12" fmla="*/ 10575608 w 12134850"/>
                <a:gd name="connsiteY12" fmla="*/ 135255 h 3118484"/>
                <a:gd name="connsiteX13" fmla="*/ 1559243 w 12134850"/>
                <a:gd name="connsiteY13" fmla="*/ 135255 h 3118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34850" h="3118484">
                  <a:moveTo>
                    <a:pt x="10575608" y="3118485"/>
                  </a:moveTo>
                  <a:lnTo>
                    <a:pt x="1559243" y="3118485"/>
                  </a:lnTo>
                  <a:cubicBezTo>
                    <a:pt x="699135" y="3118485"/>
                    <a:pt x="0" y="2419350"/>
                    <a:pt x="0" y="1559243"/>
                  </a:cubicBezTo>
                  <a:cubicBezTo>
                    <a:pt x="0" y="699135"/>
                    <a:pt x="699135" y="0"/>
                    <a:pt x="1559243" y="0"/>
                  </a:cubicBezTo>
                  <a:lnTo>
                    <a:pt x="10575608" y="0"/>
                  </a:lnTo>
                  <a:cubicBezTo>
                    <a:pt x="11435715" y="0"/>
                    <a:pt x="12134850" y="699135"/>
                    <a:pt x="12134850" y="1559243"/>
                  </a:cubicBezTo>
                  <a:cubicBezTo>
                    <a:pt x="12134850" y="2419350"/>
                    <a:pt x="11435715" y="3118485"/>
                    <a:pt x="10575608" y="3118485"/>
                  </a:cubicBezTo>
                  <a:close/>
                  <a:moveTo>
                    <a:pt x="1559243" y="135255"/>
                  </a:moveTo>
                  <a:cubicBezTo>
                    <a:pt x="774383" y="135255"/>
                    <a:pt x="135255" y="774383"/>
                    <a:pt x="135255" y="1559243"/>
                  </a:cubicBezTo>
                  <a:cubicBezTo>
                    <a:pt x="135255" y="2344103"/>
                    <a:pt x="773430" y="2983230"/>
                    <a:pt x="1559243" y="2983230"/>
                  </a:cubicBezTo>
                  <a:lnTo>
                    <a:pt x="10575608" y="2983230"/>
                  </a:lnTo>
                  <a:cubicBezTo>
                    <a:pt x="11360467" y="2983230"/>
                    <a:pt x="11999595" y="2344103"/>
                    <a:pt x="11999595" y="1559243"/>
                  </a:cubicBezTo>
                  <a:cubicBezTo>
                    <a:pt x="11999595" y="774383"/>
                    <a:pt x="11361420" y="135255"/>
                    <a:pt x="10575608" y="135255"/>
                  </a:cubicBezTo>
                  <a:lnTo>
                    <a:pt x="1559243" y="1352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en-US">
                <a:solidFill>
                  <a:schemeClr val="bg1"/>
                </a:solidFill>
              </a:endParaRPr>
            </a:p>
          </p:txBody>
        </p:sp>
        <p:grpSp>
          <p:nvGrpSpPr>
            <p:cNvPr id="22" name="Graphic 1">
              <a:extLst>
                <a:ext uri="{FF2B5EF4-FFF2-40B4-BE49-F238E27FC236}">
                  <a16:creationId xmlns:a16="http://schemas.microsoft.com/office/drawing/2014/main" xmlns="" id="{A5185663-2F3E-4395-9D7F-5141219ACB28}"/>
                </a:ext>
              </a:extLst>
            </p:cNvPr>
            <p:cNvGrpSpPr/>
            <p:nvPr/>
          </p:nvGrpSpPr>
          <p:grpSpPr>
            <a:xfrm>
              <a:off x="1795462" y="2549841"/>
              <a:ext cx="8943975" cy="1763077"/>
              <a:chOff x="1795462" y="2549841"/>
              <a:chExt cx="8943975" cy="1763077"/>
            </a:xfrm>
            <a:grpFill/>
          </p:grpSpPr>
          <p:sp>
            <p:nvSpPr>
              <p:cNvPr id="23" name="Freeform: Shape 26">
                <a:extLst>
                  <a:ext uri="{FF2B5EF4-FFF2-40B4-BE49-F238E27FC236}">
                    <a16:creationId xmlns:a16="http://schemas.microsoft.com/office/drawing/2014/main" xmlns="" id="{332425A9-6D29-4FB4-ADA9-87FF6E0A61BD}"/>
                  </a:ext>
                </a:extLst>
              </p:cNvPr>
              <p:cNvSpPr/>
              <p:nvPr/>
            </p:nvSpPr>
            <p:spPr>
              <a:xfrm>
                <a:off x="5654992" y="2549841"/>
                <a:ext cx="3864292" cy="1695450"/>
              </a:xfrm>
              <a:custGeom>
                <a:avLst/>
                <a:gdLst>
                  <a:gd name="connsiteX0" fmla="*/ 1693545 w 3864292"/>
                  <a:gd name="connsiteY0" fmla="*/ 286703 h 1695450"/>
                  <a:gd name="connsiteX1" fmla="*/ 1693545 w 3864292"/>
                  <a:gd name="connsiteY1" fmla="*/ 767715 h 1695450"/>
                  <a:gd name="connsiteX2" fmla="*/ 1858327 w 3864292"/>
                  <a:gd name="connsiteY2" fmla="*/ 767715 h 1695450"/>
                  <a:gd name="connsiteX3" fmla="*/ 2096452 w 3864292"/>
                  <a:gd name="connsiteY3" fmla="*/ 741045 h 1695450"/>
                  <a:gd name="connsiteX4" fmla="*/ 2190750 w 3864292"/>
                  <a:gd name="connsiteY4" fmla="*/ 658178 h 1695450"/>
                  <a:gd name="connsiteX5" fmla="*/ 2225040 w 3864292"/>
                  <a:gd name="connsiteY5" fmla="*/ 526733 h 1695450"/>
                  <a:gd name="connsiteX6" fmla="*/ 2177415 w 3864292"/>
                  <a:gd name="connsiteY6" fmla="*/ 374333 h 1695450"/>
                  <a:gd name="connsiteX7" fmla="*/ 2056447 w 3864292"/>
                  <a:gd name="connsiteY7" fmla="*/ 299085 h 1695450"/>
                  <a:gd name="connsiteX8" fmla="*/ 1839277 w 3864292"/>
                  <a:gd name="connsiteY8" fmla="*/ 287655 h 1695450"/>
                  <a:gd name="connsiteX9" fmla="*/ 1693545 w 3864292"/>
                  <a:gd name="connsiteY9" fmla="*/ 287655 h 1695450"/>
                  <a:gd name="connsiteX10" fmla="*/ 301943 w 3864292"/>
                  <a:gd name="connsiteY10" fmla="*/ 286703 h 1695450"/>
                  <a:gd name="connsiteX11" fmla="*/ 301943 w 3864292"/>
                  <a:gd name="connsiteY11" fmla="*/ 767715 h 1695450"/>
                  <a:gd name="connsiteX12" fmla="*/ 466725 w 3864292"/>
                  <a:gd name="connsiteY12" fmla="*/ 767715 h 1695450"/>
                  <a:gd name="connsiteX13" fmla="*/ 704850 w 3864292"/>
                  <a:gd name="connsiteY13" fmla="*/ 741045 h 1695450"/>
                  <a:gd name="connsiteX14" fmla="*/ 799147 w 3864292"/>
                  <a:gd name="connsiteY14" fmla="*/ 658178 h 1695450"/>
                  <a:gd name="connsiteX15" fmla="*/ 833438 w 3864292"/>
                  <a:gd name="connsiteY15" fmla="*/ 526733 h 1695450"/>
                  <a:gd name="connsiteX16" fmla="*/ 785813 w 3864292"/>
                  <a:gd name="connsiteY16" fmla="*/ 374333 h 1695450"/>
                  <a:gd name="connsiteX17" fmla="*/ 664845 w 3864292"/>
                  <a:gd name="connsiteY17" fmla="*/ 299085 h 1695450"/>
                  <a:gd name="connsiteX18" fmla="*/ 447675 w 3864292"/>
                  <a:gd name="connsiteY18" fmla="*/ 287655 h 1695450"/>
                  <a:gd name="connsiteX19" fmla="*/ 301943 w 3864292"/>
                  <a:gd name="connsiteY19" fmla="*/ 287655 h 1695450"/>
                  <a:gd name="connsiteX20" fmla="*/ 2676525 w 3864292"/>
                  <a:gd name="connsiteY20" fmla="*/ 0 h 1695450"/>
                  <a:gd name="connsiteX21" fmla="*/ 3864293 w 3864292"/>
                  <a:gd name="connsiteY21" fmla="*/ 0 h 1695450"/>
                  <a:gd name="connsiteX22" fmla="*/ 3864293 w 3864292"/>
                  <a:gd name="connsiteY22" fmla="*/ 286703 h 1695450"/>
                  <a:gd name="connsiteX23" fmla="*/ 3422333 w 3864292"/>
                  <a:gd name="connsiteY23" fmla="*/ 286703 h 1695450"/>
                  <a:gd name="connsiteX24" fmla="*/ 3422333 w 3864292"/>
                  <a:gd name="connsiteY24" fmla="*/ 1695450 h 1695450"/>
                  <a:gd name="connsiteX25" fmla="*/ 3120390 w 3864292"/>
                  <a:gd name="connsiteY25" fmla="*/ 1695450 h 1695450"/>
                  <a:gd name="connsiteX26" fmla="*/ 3120390 w 3864292"/>
                  <a:gd name="connsiteY26" fmla="*/ 286703 h 1695450"/>
                  <a:gd name="connsiteX27" fmla="*/ 2676525 w 3864292"/>
                  <a:gd name="connsiteY27" fmla="*/ 286703 h 1695450"/>
                  <a:gd name="connsiteX28" fmla="*/ 2676525 w 3864292"/>
                  <a:gd name="connsiteY28" fmla="*/ 0 h 1695450"/>
                  <a:gd name="connsiteX29" fmla="*/ 2676525 w 3864292"/>
                  <a:gd name="connsiteY29" fmla="*/ 0 h 1695450"/>
                  <a:gd name="connsiteX30" fmla="*/ 1392555 w 3864292"/>
                  <a:gd name="connsiteY30" fmla="*/ 0 h 1695450"/>
                  <a:gd name="connsiteX31" fmla="*/ 1876425 w 3864292"/>
                  <a:gd name="connsiteY31" fmla="*/ 0 h 1695450"/>
                  <a:gd name="connsiteX32" fmla="*/ 2235518 w 3864292"/>
                  <a:gd name="connsiteY32" fmla="*/ 25718 h 1695450"/>
                  <a:gd name="connsiteX33" fmla="*/ 2450783 w 3864292"/>
                  <a:gd name="connsiteY33" fmla="*/ 191453 h 1695450"/>
                  <a:gd name="connsiteX34" fmla="*/ 2537460 w 3864292"/>
                  <a:gd name="connsiteY34" fmla="*/ 521970 h 1695450"/>
                  <a:gd name="connsiteX35" fmla="*/ 2487930 w 3864292"/>
                  <a:gd name="connsiteY35" fmla="*/ 784860 h 1695450"/>
                  <a:gd name="connsiteX36" fmla="*/ 2361247 w 3864292"/>
                  <a:gd name="connsiteY36" fmla="*/ 951548 h 1695450"/>
                  <a:gd name="connsiteX37" fmla="*/ 2205038 w 3864292"/>
                  <a:gd name="connsiteY37" fmla="*/ 1031558 h 1695450"/>
                  <a:gd name="connsiteX38" fmla="*/ 1891665 w 3864292"/>
                  <a:gd name="connsiteY38" fmla="*/ 1055370 h 1695450"/>
                  <a:gd name="connsiteX39" fmla="*/ 1694497 w 3864292"/>
                  <a:gd name="connsiteY39" fmla="*/ 1055370 h 1695450"/>
                  <a:gd name="connsiteX40" fmla="*/ 1694497 w 3864292"/>
                  <a:gd name="connsiteY40" fmla="*/ 1694498 h 1695450"/>
                  <a:gd name="connsiteX41" fmla="*/ 1392555 w 3864292"/>
                  <a:gd name="connsiteY41" fmla="*/ 1694498 h 1695450"/>
                  <a:gd name="connsiteX42" fmla="*/ 1392555 w 3864292"/>
                  <a:gd name="connsiteY42" fmla="*/ 0 h 1695450"/>
                  <a:gd name="connsiteX43" fmla="*/ 1392555 w 3864292"/>
                  <a:gd name="connsiteY43" fmla="*/ 0 h 1695450"/>
                  <a:gd name="connsiteX44" fmla="*/ 0 w 3864292"/>
                  <a:gd name="connsiteY44" fmla="*/ 0 h 1695450"/>
                  <a:gd name="connsiteX45" fmla="*/ 483870 w 3864292"/>
                  <a:gd name="connsiteY45" fmla="*/ 0 h 1695450"/>
                  <a:gd name="connsiteX46" fmla="*/ 842963 w 3864292"/>
                  <a:gd name="connsiteY46" fmla="*/ 25718 h 1695450"/>
                  <a:gd name="connsiteX47" fmla="*/ 1058227 w 3864292"/>
                  <a:gd name="connsiteY47" fmla="*/ 191453 h 1695450"/>
                  <a:gd name="connsiteX48" fmla="*/ 1144905 w 3864292"/>
                  <a:gd name="connsiteY48" fmla="*/ 521970 h 1695450"/>
                  <a:gd name="connsiteX49" fmla="*/ 1095375 w 3864292"/>
                  <a:gd name="connsiteY49" fmla="*/ 784860 h 1695450"/>
                  <a:gd name="connsiteX50" fmla="*/ 968693 w 3864292"/>
                  <a:gd name="connsiteY50" fmla="*/ 951548 h 1695450"/>
                  <a:gd name="connsiteX51" fmla="*/ 812482 w 3864292"/>
                  <a:gd name="connsiteY51" fmla="*/ 1031558 h 1695450"/>
                  <a:gd name="connsiteX52" fmla="*/ 499110 w 3864292"/>
                  <a:gd name="connsiteY52" fmla="*/ 1055370 h 1695450"/>
                  <a:gd name="connsiteX53" fmla="*/ 301943 w 3864292"/>
                  <a:gd name="connsiteY53" fmla="*/ 1055370 h 1695450"/>
                  <a:gd name="connsiteX54" fmla="*/ 301943 w 3864292"/>
                  <a:gd name="connsiteY54" fmla="*/ 1694498 h 1695450"/>
                  <a:gd name="connsiteX55" fmla="*/ 0 w 3864292"/>
                  <a:gd name="connsiteY55" fmla="*/ 1694498 h 1695450"/>
                  <a:gd name="connsiteX56" fmla="*/ 0 w 3864292"/>
                  <a:gd name="connsiteY56" fmla="*/ 0 h 1695450"/>
                  <a:gd name="connsiteX57" fmla="*/ 0 w 3864292"/>
                  <a:gd name="connsiteY57" fmla="*/ 0 h 1695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3864292" h="1695450">
                    <a:moveTo>
                      <a:pt x="1693545" y="286703"/>
                    </a:moveTo>
                    <a:lnTo>
                      <a:pt x="1693545" y="767715"/>
                    </a:lnTo>
                    <a:lnTo>
                      <a:pt x="1858327" y="767715"/>
                    </a:lnTo>
                    <a:cubicBezTo>
                      <a:pt x="1977390" y="767715"/>
                      <a:pt x="2056447" y="759143"/>
                      <a:pt x="2096452" y="741045"/>
                    </a:cubicBezTo>
                    <a:cubicBezTo>
                      <a:pt x="2136458" y="722948"/>
                      <a:pt x="2167890" y="695325"/>
                      <a:pt x="2190750" y="658178"/>
                    </a:cubicBezTo>
                    <a:cubicBezTo>
                      <a:pt x="2213610" y="620078"/>
                      <a:pt x="2225040" y="576263"/>
                      <a:pt x="2225040" y="526733"/>
                    </a:cubicBezTo>
                    <a:cubicBezTo>
                      <a:pt x="2225040" y="464820"/>
                      <a:pt x="2208847" y="414338"/>
                      <a:pt x="2177415" y="374333"/>
                    </a:cubicBezTo>
                    <a:cubicBezTo>
                      <a:pt x="2145030" y="334328"/>
                      <a:pt x="2105025" y="309563"/>
                      <a:pt x="2056447" y="299085"/>
                    </a:cubicBezTo>
                    <a:cubicBezTo>
                      <a:pt x="2020252" y="291465"/>
                      <a:pt x="1947863" y="287655"/>
                      <a:pt x="1839277" y="287655"/>
                    </a:cubicBezTo>
                    <a:lnTo>
                      <a:pt x="1693545" y="287655"/>
                    </a:lnTo>
                    <a:close/>
                    <a:moveTo>
                      <a:pt x="301943" y="286703"/>
                    </a:moveTo>
                    <a:lnTo>
                      <a:pt x="301943" y="767715"/>
                    </a:lnTo>
                    <a:lnTo>
                      <a:pt x="466725" y="767715"/>
                    </a:lnTo>
                    <a:cubicBezTo>
                      <a:pt x="585788" y="767715"/>
                      <a:pt x="664845" y="759143"/>
                      <a:pt x="704850" y="741045"/>
                    </a:cubicBezTo>
                    <a:cubicBezTo>
                      <a:pt x="744855" y="722948"/>
                      <a:pt x="776288" y="695325"/>
                      <a:pt x="799147" y="658178"/>
                    </a:cubicBezTo>
                    <a:cubicBezTo>
                      <a:pt x="822007" y="620078"/>
                      <a:pt x="833438" y="576263"/>
                      <a:pt x="833438" y="526733"/>
                    </a:cubicBezTo>
                    <a:cubicBezTo>
                      <a:pt x="833438" y="464820"/>
                      <a:pt x="817245" y="414338"/>
                      <a:pt x="785813" y="374333"/>
                    </a:cubicBezTo>
                    <a:cubicBezTo>
                      <a:pt x="753427" y="334328"/>
                      <a:pt x="713422" y="309563"/>
                      <a:pt x="664845" y="299085"/>
                    </a:cubicBezTo>
                    <a:cubicBezTo>
                      <a:pt x="628650" y="291465"/>
                      <a:pt x="556260" y="287655"/>
                      <a:pt x="447675" y="287655"/>
                    </a:cubicBezTo>
                    <a:lnTo>
                      <a:pt x="301943" y="287655"/>
                    </a:lnTo>
                    <a:close/>
                    <a:moveTo>
                      <a:pt x="2676525" y="0"/>
                    </a:moveTo>
                    <a:lnTo>
                      <a:pt x="3864293" y="0"/>
                    </a:lnTo>
                    <a:lnTo>
                      <a:pt x="3864293" y="286703"/>
                    </a:lnTo>
                    <a:lnTo>
                      <a:pt x="3422333" y="286703"/>
                    </a:lnTo>
                    <a:lnTo>
                      <a:pt x="3422333" y="1695450"/>
                    </a:lnTo>
                    <a:lnTo>
                      <a:pt x="3120390" y="1695450"/>
                    </a:lnTo>
                    <a:lnTo>
                      <a:pt x="3120390" y="286703"/>
                    </a:lnTo>
                    <a:lnTo>
                      <a:pt x="2676525" y="286703"/>
                    </a:lnTo>
                    <a:lnTo>
                      <a:pt x="2676525" y="0"/>
                    </a:lnTo>
                    <a:lnTo>
                      <a:pt x="2676525" y="0"/>
                    </a:lnTo>
                    <a:close/>
                    <a:moveTo>
                      <a:pt x="1392555" y="0"/>
                    </a:moveTo>
                    <a:lnTo>
                      <a:pt x="1876425" y="0"/>
                    </a:lnTo>
                    <a:cubicBezTo>
                      <a:pt x="2060257" y="0"/>
                      <a:pt x="2179320" y="8573"/>
                      <a:pt x="2235518" y="25718"/>
                    </a:cubicBezTo>
                    <a:cubicBezTo>
                      <a:pt x="2321243" y="51435"/>
                      <a:pt x="2392680" y="106680"/>
                      <a:pt x="2450783" y="191453"/>
                    </a:cubicBezTo>
                    <a:cubicBezTo>
                      <a:pt x="2508885" y="276225"/>
                      <a:pt x="2537460" y="386715"/>
                      <a:pt x="2537460" y="521970"/>
                    </a:cubicBezTo>
                    <a:cubicBezTo>
                      <a:pt x="2537460" y="625793"/>
                      <a:pt x="2521268" y="713423"/>
                      <a:pt x="2487930" y="784860"/>
                    </a:cubicBezTo>
                    <a:cubicBezTo>
                      <a:pt x="2454593" y="855345"/>
                      <a:pt x="2412683" y="911543"/>
                      <a:pt x="2361247" y="951548"/>
                    </a:cubicBezTo>
                    <a:cubicBezTo>
                      <a:pt x="2309813" y="991553"/>
                      <a:pt x="2257425" y="1019175"/>
                      <a:pt x="2205038" y="1031558"/>
                    </a:cubicBezTo>
                    <a:cubicBezTo>
                      <a:pt x="2132647" y="1047750"/>
                      <a:pt x="2028825" y="1055370"/>
                      <a:pt x="1891665" y="1055370"/>
                    </a:cubicBezTo>
                    <a:lnTo>
                      <a:pt x="1694497" y="1055370"/>
                    </a:lnTo>
                    <a:lnTo>
                      <a:pt x="1694497" y="1694498"/>
                    </a:lnTo>
                    <a:lnTo>
                      <a:pt x="1392555" y="1694498"/>
                    </a:lnTo>
                    <a:lnTo>
                      <a:pt x="1392555" y="0"/>
                    </a:lnTo>
                    <a:lnTo>
                      <a:pt x="1392555" y="0"/>
                    </a:lnTo>
                    <a:close/>
                    <a:moveTo>
                      <a:pt x="0" y="0"/>
                    </a:moveTo>
                    <a:lnTo>
                      <a:pt x="483870" y="0"/>
                    </a:lnTo>
                    <a:cubicBezTo>
                      <a:pt x="667702" y="0"/>
                      <a:pt x="786765" y="8573"/>
                      <a:pt x="842963" y="25718"/>
                    </a:cubicBezTo>
                    <a:cubicBezTo>
                      <a:pt x="928688" y="51435"/>
                      <a:pt x="1000125" y="106680"/>
                      <a:pt x="1058227" y="191453"/>
                    </a:cubicBezTo>
                    <a:cubicBezTo>
                      <a:pt x="1116330" y="276225"/>
                      <a:pt x="1144905" y="386715"/>
                      <a:pt x="1144905" y="521970"/>
                    </a:cubicBezTo>
                    <a:cubicBezTo>
                      <a:pt x="1144905" y="625793"/>
                      <a:pt x="1128713" y="713423"/>
                      <a:pt x="1095375" y="784860"/>
                    </a:cubicBezTo>
                    <a:cubicBezTo>
                      <a:pt x="1062038" y="855345"/>
                      <a:pt x="1020127" y="911543"/>
                      <a:pt x="968693" y="951548"/>
                    </a:cubicBezTo>
                    <a:cubicBezTo>
                      <a:pt x="917257" y="991553"/>
                      <a:pt x="864870" y="1019175"/>
                      <a:pt x="812482" y="1031558"/>
                    </a:cubicBezTo>
                    <a:cubicBezTo>
                      <a:pt x="740093" y="1047750"/>
                      <a:pt x="636270" y="1055370"/>
                      <a:pt x="499110" y="1055370"/>
                    </a:cubicBezTo>
                    <a:lnTo>
                      <a:pt x="301943" y="1055370"/>
                    </a:lnTo>
                    <a:lnTo>
                      <a:pt x="301943" y="1694498"/>
                    </a:lnTo>
                    <a:lnTo>
                      <a:pt x="0" y="169449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en-US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4" name="Graphic 1">
                <a:extLst>
                  <a:ext uri="{FF2B5EF4-FFF2-40B4-BE49-F238E27FC236}">
                    <a16:creationId xmlns:a16="http://schemas.microsoft.com/office/drawing/2014/main" xmlns="" id="{68675A43-FDB0-4BD8-9FAC-596F3246756E}"/>
                  </a:ext>
                </a:extLst>
              </p:cNvPr>
              <p:cNvGrpSpPr/>
              <p:nvPr/>
            </p:nvGrpSpPr>
            <p:grpSpPr>
              <a:xfrm>
                <a:off x="1795462" y="2615564"/>
                <a:ext cx="8943975" cy="1697354"/>
                <a:chOff x="1795462" y="2615564"/>
                <a:chExt cx="8943975" cy="1697354"/>
              </a:xfrm>
              <a:grpFill/>
            </p:grpSpPr>
            <p:sp>
              <p:nvSpPr>
                <p:cNvPr id="35" name="Freeform: Shape 28">
                  <a:extLst>
                    <a:ext uri="{FF2B5EF4-FFF2-40B4-BE49-F238E27FC236}">
                      <a16:creationId xmlns:a16="http://schemas.microsoft.com/office/drawing/2014/main" xmlns="" id="{34E348F3-B957-4FDB-A1CA-31A4AADB12C8}"/>
                    </a:ext>
                  </a:extLst>
                </p:cNvPr>
                <p:cNvSpPr/>
                <p:nvPr/>
              </p:nvSpPr>
              <p:spPr>
                <a:xfrm>
                  <a:off x="1795462" y="2615564"/>
                  <a:ext cx="1414462" cy="1697354"/>
                </a:xfrm>
                <a:custGeom>
                  <a:avLst/>
                  <a:gdLst>
                    <a:gd name="connsiteX0" fmla="*/ 1288732 w 1414462"/>
                    <a:gd name="connsiteY0" fmla="*/ 1835468 h 1835467"/>
                    <a:gd name="connsiteX1" fmla="*/ 689610 w 1414462"/>
                    <a:gd name="connsiteY1" fmla="*/ 365760 h 1835467"/>
                    <a:gd name="connsiteX2" fmla="*/ 126683 w 1414462"/>
                    <a:gd name="connsiteY2" fmla="*/ 1798320 h 1835467"/>
                    <a:gd name="connsiteX3" fmla="*/ 0 w 1414462"/>
                    <a:gd name="connsiteY3" fmla="*/ 1747838 h 1835467"/>
                    <a:gd name="connsiteX4" fmla="*/ 687705 w 1414462"/>
                    <a:gd name="connsiteY4" fmla="*/ 0 h 1835467"/>
                    <a:gd name="connsiteX5" fmla="*/ 1414463 w 1414462"/>
                    <a:gd name="connsiteY5" fmla="*/ 1784985 h 1835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14462" h="1835467">
                      <a:moveTo>
                        <a:pt x="1288732" y="1835468"/>
                      </a:moveTo>
                      <a:lnTo>
                        <a:pt x="689610" y="365760"/>
                      </a:lnTo>
                      <a:lnTo>
                        <a:pt x="126683" y="1798320"/>
                      </a:lnTo>
                      <a:lnTo>
                        <a:pt x="0" y="1747838"/>
                      </a:lnTo>
                      <a:lnTo>
                        <a:pt x="687705" y="0"/>
                      </a:lnTo>
                      <a:lnTo>
                        <a:pt x="1414463" y="1784985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grpSp>
              <p:nvGrpSpPr>
                <p:cNvPr id="36" name="Graphic 1">
                  <a:extLst>
                    <a:ext uri="{FF2B5EF4-FFF2-40B4-BE49-F238E27FC236}">
                      <a16:creationId xmlns:a16="http://schemas.microsoft.com/office/drawing/2014/main" xmlns="" id="{FC39394A-5A30-49AF-AEDF-9E4D511F1EA0}"/>
                    </a:ext>
                  </a:extLst>
                </p:cNvPr>
                <p:cNvGrpSpPr/>
                <p:nvPr/>
              </p:nvGrpSpPr>
              <p:grpSpPr>
                <a:xfrm>
                  <a:off x="3416617" y="2615564"/>
                  <a:ext cx="7322820" cy="1697354"/>
                  <a:chOff x="3416617" y="2615564"/>
                  <a:chExt cx="7322820" cy="1697354"/>
                </a:xfrm>
                <a:grpFill/>
              </p:grpSpPr>
              <p:sp>
                <p:nvSpPr>
                  <p:cNvPr id="37" name="Freeform: Shape 30">
                    <a:extLst>
                      <a:ext uri="{FF2B5EF4-FFF2-40B4-BE49-F238E27FC236}">
                        <a16:creationId xmlns:a16="http://schemas.microsoft.com/office/drawing/2014/main" xmlns="" id="{2EA39E77-4D5D-463C-8162-D71E9047AE53}"/>
                      </a:ext>
                    </a:extLst>
                  </p:cNvPr>
                  <p:cNvSpPr/>
                  <p:nvPr/>
                </p:nvSpPr>
                <p:spPr>
                  <a:xfrm>
                    <a:off x="3416617" y="2615564"/>
                    <a:ext cx="815339" cy="1697354"/>
                  </a:xfrm>
                  <a:custGeom>
                    <a:avLst/>
                    <a:gdLst>
                      <a:gd name="connsiteX0" fmla="*/ 815340 w 815339"/>
                      <a:gd name="connsiteY0" fmla="*/ 1697355 h 1697354"/>
                      <a:gd name="connsiteX1" fmla="*/ 0 w 815339"/>
                      <a:gd name="connsiteY1" fmla="*/ 1697355 h 1697354"/>
                      <a:gd name="connsiteX2" fmla="*/ 37147 w 815339"/>
                      <a:gd name="connsiteY2" fmla="*/ 0 h 1697354"/>
                      <a:gd name="connsiteX3" fmla="*/ 172402 w 815339"/>
                      <a:gd name="connsiteY3" fmla="*/ 3810 h 1697354"/>
                      <a:gd name="connsiteX4" fmla="*/ 139065 w 815339"/>
                      <a:gd name="connsiteY4" fmla="*/ 1561148 h 1697354"/>
                      <a:gd name="connsiteX5" fmla="*/ 815340 w 815339"/>
                      <a:gd name="connsiteY5" fmla="*/ 1561148 h 16973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815339" h="1697354">
                        <a:moveTo>
                          <a:pt x="815340" y="1697355"/>
                        </a:moveTo>
                        <a:lnTo>
                          <a:pt x="0" y="1697355"/>
                        </a:lnTo>
                        <a:lnTo>
                          <a:pt x="37147" y="0"/>
                        </a:lnTo>
                        <a:lnTo>
                          <a:pt x="172402" y="3810"/>
                        </a:lnTo>
                        <a:lnTo>
                          <a:pt x="139065" y="1561148"/>
                        </a:lnTo>
                        <a:lnTo>
                          <a:pt x="815340" y="1561148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algn="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grpSp>
                <p:nvGrpSpPr>
                  <p:cNvPr id="38" name="Graphic 1">
                    <a:extLst>
                      <a:ext uri="{FF2B5EF4-FFF2-40B4-BE49-F238E27FC236}">
                        <a16:creationId xmlns:a16="http://schemas.microsoft.com/office/drawing/2014/main" xmlns="" id="{D6C5D298-A4BB-4159-9C6D-120A1E26C896}"/>
                      </a:ext>
                    </a:extLst>
                  </p:cNvPr>
                  <p:cNvGrpSpPr/>
                  <p:nvPr/>
                </p:nvGrpSpPr>
                <p:grpSpPr>
                  <a:xfrm>
                    <a:off x="4501515" y="2615564"/>
                    <a:ext cx="6237922" cy="1697354"/>
                    <a:chOff x="4501515" y="2615564"/>
                    <a:chExt cx="6237922" cy="1697354"/>
                  </a:xfrm>
                  <a:grpFill/>
                </p:grpSpPr>
                <p:sp>
                  <p:nvSpPr>
                    <p:cNvPr id="39" name="Freeform: Shape 32">
                      <a:extLst>
                        <a:ext uri="{FF2B5EF4-FFF2-40B4-BE49-F238E27FC236}">
                          <a16:creationId xmlns:a16="http://schemas.microsoft.com/office/drawing/2014/main" xmlns="" id="{ED7E3F13-0095-4FBC-8873-7B55E6847B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1515" y="2615564"/>
                      <a:ext cx="882967" cy="1697354"/>
                    </a:xfrm>
                    <a:custGeom>
                      <a:avLst/>
                      <a:gdLst>
                        <a:gd name="connsiteX0" fmla="*/ 882967 w 882967"/>
                        <a:gd name="connsiteY0" fmla="*/ 1697355 h 1697354"/>
                        <a:gd name="connsiteX1" fmla="*/ 0 w 882967"/>
                        <a:gd name="connsiteY1" fmla="*/ 1697355 h 1697354"/>
                        <a:gd name="connsiteX2" fmla="*/ 40005 w 882967"/>
                        <a:gd name="connsiteY2" fmla="*/ 0 h 1697354"/>
                        <a:gd name="connsiteX3" fmla="*/ 175260 w 882967"/>
                        <a:gd name="connsiteY3" fmla="*/ 3810 h 1697354"/>
                        <a:gd name="connsiteX4" fmla="*/ 138113 w 882967"/>
                        <a:gd name="connsiteY4" fmla="*/ 1561148 h 1697354"/>
                        <a:gd name="connsiteX5" fmla="*/ 882967 w 882967"/>
                        <a:gd name="connsiteY5" fmla="*/ 1561148 h 16973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882967" h="1697354">
                          <a:moveTo>
                            <a:pt x="882967" y="1697355"/>
                          </a:moveTo>
                          <a:lnTo>
                            <a:pt x="0" y="1697355"/>
                          </a:lnTo>
                          <a:lnTo>
                            <a:pt x="40005" y="0"/>
                          </a:lnTo>
                          <a:lnTo>
                            <a:pt x="175260" y="3810"/>
                          </a:lnTo>
                          <a:lnTo>
                            <a:pt x="138113" y="1561148"/>
                          </a:lnTo>
                          <a:lnTo>
                            <a:pt x="882967" y="1561148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algn="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40" name="Freeform: Shape 33">
                      <a:extLst>
                        <a:ext uri="{FF2B5EF4-FFF2-40B4-BE49-F238E27FC236}">
                          <a16:creationId xmlns:a16="http://schemas.microsoft.com/office/drawing/2014/main" xmlns="" id="{6FBB2137-6C44-498C-B314-EDDAE367ED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80194" y="3837621"/>
                      <a:ext cx="1559242" cy="407670"/>
                    </a:xfrm>
                    <a:custGeom>
                      <a:avLst/>
                      <a:gdLst>
                        <a:gd name="connsiteX0" fmla="*/ 0 w 1559242"/>
                        <a:gd name="connsiteY0" fmla="*/ 324803 h 407670"/>
                        <a:gd name="connsiteX1" fmla="*/ 88582 w 1559242"/>
                        <a:gd name="connsiteY1" fmla="*/ 324803 h 407670"/>
                        <a:gd name="connsiteX2" fmla="*/ 88582 w 1559242"/>
                        <a:gd name="connsiteY2" fmla="*/ 400050 h 407670"/>
                        <a:gd name="connsiteX3" fmla="*/ 0 w 1559242"/>
                        <a:gd name="connsiteY3" fmla="*/ 400050 h 407670"/>
                        <a:gd name="connsiteX4" fmla="*/ 0 w 1559242"/>
                        <a:gd name="connsiteY4" fmla="*/ 324803 h 407670"/>
                        <a:gd name="connsiteX5" fmla="*/ 0 w 1559242"/>
                        <a:gd name="connsiteY5" fmla="*/ 324803 h 407670"/>
                        <a:gd name="connsiteX6" fmla="*/ 851535 w 1559242"/>
                        <a:gd name="connsiteY6" fmla="*/ 68580 h 407670"/>
                        <a:gd name="connsiteX7" fmla="*/ 758190 w 1559242"/>
                        <a:gd name="connsiteY7" fmla="*/ 101918 h 407670"/>
                        <a:gd name="connsiteX8" fmla="*/ 722947 w 1559242"/>
                        <a:gd name="connsiteY8" fmla="*/ 203835 h 407670"/>
                        <a:gd name="connsiteX9" fmla="*/ 759143 w 1559242"/>
                        <a:gd name="connsiteY9" fmla="*/ 304800 h 407670"/>
                        <a:gd name="connsiteX10" fmla="*/ 851535 w 1559242"/>
                        <a:gd name="connsiteY10" fmla="*/ 339090 h 407670"/>
                        <a:gd name="connsiteX11" fmla="*/ 942976 w 1559242"/>
                        <a:gd name="connsiteY11" fmla="*/ 304800 h 407670"/>
                        <a:gd name="connsiteX12" fmla="*/ 979170 w 1559242"/>
                        <a:gd name="connsiteY12" fmla="*/ 201930 h 407670"/>
                        <a:gd name="connsiteX13" fmla="*/ 943928 w 1559242"/>
                        <a:gd name="connsiteY13" fmla="*/ 100965 h 407670"/>
                        <a:gd name="connsiteX14" fmla="*/ 851535 w 1559242"/>
                        <a:gd name="connsiteY14" fmla="*/ 68580 h 407670"/>
                        <a:gd name="connsiteX15" fmla="*/ 851535 w 1559242"/>
                        <a:gd name="connsiteY15" fmla="*/ 68580 h 407670"/>
                        <a:gd name="connsiteX16" fmla="*/ 1113472 w 1559242"/>
                        <a:gd name="connsiteY16" fmla="*/ 6668 h 407670"/>
                        <a:gd name="connsiteX17" fmla="*/ 1252538 w 1559242"/>
                        <a:gd name="connsiteY17" fmla="*/ 6668 h 407670"/>
                        <a:gd name="connsiteX18" fmla="*/ 1336357 w 1559242"/>
                        <a:gd name="connsiteY18" fmla="*/ 275273 h 407670"/>
                        <a:gd name="connsiteX19" fmla="*/ 1419226 w 1559242"/>
                        <a:gd name="connsiteY19" fmla="*/ 6668 h 407670"/>
                        <a:gd name="connsiteX20" fmla="*/ 1559243 w 1559242"/>
                        <a:gd name="connsiteY20" fmla="*/ 6668 h 407670"/>
                        <a:gd name="connsiteX21" fmla="*/ 1559243 w 1559242"/>
                        <a:gd name="connsiteY21" fmla="*/ 400050 h 407670"/>
                        <a:gd name="connsiteX22" fmla="*/ 1472565 w 1559242"/>
                        <a:gd name="connsiteY22" fmla="*/ 400050 h 407670"/>
                        <a:gd name="connsiteX23" fmla="*/ 1472565 w 1559242"/>
                        <a:gd name="connsiteY23" fmla="*/ 90488 h 407670"/>
                        <a:gd name="connsiteX24" fmla="*/ 1381126 w 1559242"/>
                        <a:gd name="connsiteY24" fmla="*/ 400050 h 407670"/>
                        <a:gd name="connsiteX25" fmla="*/ 1291590 w 1559242"/>
                        <a:gd name="connsiteY25" fmla="*/ 400050 h 407670"/>
                        <a:gd name="connsiteX26" fmla="*/ 1200151 w 1559242"/>
                        <a:gd name="connsiteY26" fmla="*/ 90488 h 407670"/>
                        <a:gd name="connsiteX27" fmla="*/ 1200151 w 1559242"/>
                        <a:gd name="connsiteY27" fmla="*/ 400050 h 407670"/>
                        <a:gd name="connsiteX28" fmla="*/ 1113472 w 1559242"/>
                        <a:gd name="connsiteY28" fmla="*/ 400050 h 407670"/>
                        <a:gd name="connsiteX29" fmla="*/ 1113472 w 1559242"/>
                        <a:gd name="connsiteY29" fmla="*/ 6668 h 407670"/>
                        <a:gd name="connsiteX30" fmla="*/ 1113472 w 1559242"/>
                        <a:gd name="connsiteY30" fmla="*/ 6668 h 407670"/>
                        <a:gd name="connsiteX31" fmla="*/ 850582 w 1559242"/>
                        <a:gd name="connsiteY31" fmla="*/ 0 h 407670"/>
                        <a:gd name="connsiteX32" fmla="*/ 1013460 w 1559242"/>
                        <a:gd name="connsiteY32" fmla="*/ 54293 h 407670"/>
                        <a:gd name="connsiteX33" fmla="*/ 1074420 w 1559242"/>
                        <a:gd name="connsiteY33" fmla="*/ 203835 h 407670"/>
                        <a:gd name="connsiteX34" fmla="*/ 1013460 w 1559242"/>
                        <a:gd name="connsiteY34" fmla="*/ 352425 h 407670"/>
                        <a:gd name="connsiteX35" fmla="*/ 850582 w 1559242"/>
                        <a:gd name="connsiteY35" fmla="*/ 405765 h 407670"/>
                        <a:gd name="connsiteX36" fmla="*/ 686753 w 1559242"/>
                        <a:gd name="connsiteY36" fmla="*/ 352425 h 407670"/>
                        <a:gd name="connsiteX37" fmla="*/ 625793 w 1559242"/>
                        <a:gd name="connsiteY37" fmla="*/ 204788 h 407670"/>
                        <a:gd name="connsiteX38" fmla="*/ 646747 w 1559242"/>
                        <a:gd name="connsiteY38" fmla="*/ 103823 h 407670"/>
                        <a:gd name="connsiteX39" fmla="*/ 689610 w 1559242"/>
                        <a:gd name="connsiteY39" fmla="*/ 49530 h 407670"/>
                        <a:gd name="connsiteX40" fmla="*/ 749618 w 1559242"/>
                        <a:gd name="connsiteY40" fmla="*/ 14288 h 407670"/>
                        <a:gd name="connsiteX41" fmla="*/ 850582 w 1559242"/>
                        <a:gd name="connsiteY41" fmla="*/ 0 h 407670"/>
                        <a:gd name="connsiteX42" fmla="*/ 850582 w 1559242"/>
                        <a:gd name="connsiteY42" fmla="*/ 0 h 407670"/>
                        <a:gd name="connsiteX43" fmla="*/ 376238 w 1559242"/>
                        <a:gd name="connsiteY43" fmla="*/ 0 h 407670"/>
                        <a:gd name="connsiteX44" fmla="*/ 513398 w 1559242"/>
                        <a:gd name="connsiteY44" fmla="*/ 42863 h 407670"/>
                        <a:gd name="connsiteX45" fmla="*/ 561023 w 1559242"/>
                        <a:gd name="connsiteY45" fmla="*/ 115253 h 407670"/>
                        <a:gd name="connsiteX46" fmla="*/ 468630 w 1559242"/>
                        <a:gd name="connsiteY46" fmla="*/ 134303 h 407670"/>
                        <a:gd name="connsiteX47" fmla="*/ 434340 w 1559242"/>
                        <a:gd name="connsiteY47" fmla="*/ 85725 h 407670"/>
                        <a:gd name="connsiteX48" fmla="*/ 371475 w 1559242"/>
                        <a:gd name="connsiteY48" fmla="*/ 67628 h 407670"/>
                        <a:gd name="connsiteX49" fmla="*/ 288607 w 1559242"/>
                        <a:gd name="connsiteY49" fmla="*/ 99060 h 407670"/>
                        <a:gd name="connsiteX50" fmla="*/ 256223 w 1559242"/>
                        <a:gd name="connsiteY50" fmla="*/ 200978 h 407670"/>
                        <a:gd name="connsiteX51" fmla="*/ 287655 w 1559242"/>
                        <a:gd name="connsiteY51" fmla="*/ 307658 h 407670"/>
                        <a:gd name="connsiteX52" fmla="*/ 369570 w 1559242"/>
                        <a:gd name="connsiteY52" fmla="*/ 339090 h 407670"/>
                        <a:gd name="connsiteX53" fmla="*/ 433388 w 1559242"/>
                        <a:gd name="connsiteY53" fmla="*/ 319088 h 407670"/>
                        <a:gd name="connsiteX54" fmla="*/ 471488 w 1559242"/>
                        <a:gd name="connsiteY54" fmla="*/ 256223 h 407670"/>
                        <a:gd name="connsiteX55" fmla="*/ 561975 w 1559242"/>
                        <a:gd name="connsiteY55" fmla="*/ 280988 h 407670"/>
                        <a:gd name="connsiteX56" fmla="*/ 492443 w 1559242"/>
                        <a:gd name="connsiteY56" fmla="*/ 376238 h 407670"/>
                        <a:gd name="connsiteX57" fmla="*/ 369570 w 1559242"/>
                        <a:gd name="connsiteY57" fmla="*/ 407670 h 407670"/>
                        <a:gd name="connsiteX58" fmla="*/ 218123 w 1559242"/>
                        <a:gd name="connsiteY58" fmla="*/ 354330 h 407670"/>
                        <a:gd name="connsiteX59" fmla="*/ 159068 w 1559242"/>
                        <a:gd name="connsiteY59" fmla="*/ 207645 h 407670"/>
                        <a:gd name="connsiteX60" fmla="*/ 218123 w 1559242"/>
                        <a:gd name="connsiteY60" fmla="*/ 55245 h 407670"/>
                        <a:gd name="connsiteX61" fmla="*/ 376238 w 1559242"/>
                        <a:gd name="connsiteY61" fmla="*/ 0 h 407670"/>
                        <a:gd name="connsiteX62" fmla="*/ 376238 w 1559242"/>
                        <a:gd name="connsiteY62" fmla="*/ 0 h 4076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</a:cxnLst>
                      <a:rect l="l" t="t" r="r" b="b"/>
                      <a:pathLst>
                        <a:path w="1559242" h="407670">
                          <a:moveTo>
                            <a:pt x="0" y="324803"/>
                          </a:moveTo>
                          <a:lnTo>
                            <a:pt x="88582" y="324803"/>
                          </a:lnTo>
                          <a:lnTo>
                            <a:pt x="88582" y="400050"/>
                          </a:lnTo>
                          <a:lnTo>
                            <a:pt x="0" y="400050"/>
                          </a:lnTo>
                          <a:lnTo>
                            <a:pt x="0" y="324803"/>
                          </a:lnTo>
                          <a:lnTo>
                            <a:pt x="0" y="324803"/>
                          </a:lnTo>
                          <a:close/>
                          <a:moveTo>
                            <a:pt x="851535" y="68580"/>
                          </a:moveTo>
                          <a:cubicBezTo>
                            <a:pt x="813435" y="68580"/>
                            <a:pt x="782003" y="80010"/>
                            <a:pt x="758190" y="101918"/>
                          </a:cubicBezTo>
                          <a:cubicBezTo>
                            <a:pt x="734378" y="124778"/>
                            <a:pt x="722947" y="158115"/>
                            <a:pt x="722947" y="203835"/>
                          </a:cubicBezTo>
                          <a:cubicBezTo>
                            <a:pt x="722947" y="248603"/>
                            <a:pt x="735330" y="281940"/>
                            <a:pt x="759143" y="304800"/>
                          </a:cubicBezTo>
                          <a:cubicBezTo>
                            <a:pt x="782955" y="327660"/>
                            <a:pt x="814388" y="339090"/>
                            <a:pt x="851535" y="339090"/>
                          </a:cubicBezTo>
                          <a:cubicBezTo>
                            <a:pt x="888682" y="339090"/>
                            <a:pt x="919163" y="327660"/>
                            <a:pt x="942976" y="304800"/>
                          </a:cubicBezTo>
                          <a:cubicBezTo>
                            <a:pt x="966788" y="281940"/>
                            <a:pt x="979170" y="247650"/>
                            <a:pt x="979170" y="201930"/>
                          </a:cubicBezTo>
                          <a:cubicBezTo>
                            <a:pt x="979170" y="157163"/>
                            <a:pt x="967740" y="122873"/>
                            <a:pt x="943928" y="100965"/>
                          </a:cubicBezTo>
                          <a:cubicBezTo>
                            <a:pt x="920115" y="79058"/>
                            <a:pt x="889635" y="68580"/>
                            <a:pt x="851535" y="68580"/>
                          </a:cubicBezTo>
                          <a:lnTo>
                            <a:pt x="851535" y="68580"/>
                          </a:lnTo>
                          <a:close/>
                          <a:moveTo>
                            <a:pt x="1113472" y="6668"/>
                          </a:moveTo>
                          <a:lnTo>
                            <a:pt x="1252538" y="6668"/>
                          </a:lnTo>
                          <a:lnTo>
                            <a:pt x="1336357" y="275273"/>
                          </a:lnTo>
                          <a:lnTo>
                            <a:pt x="1419226" y="6668"/>
                          </a:lnTo>
                          <a:lnTo>
                            <a:pt x="1559243" y="6668"/>
                          </a:lnTo>
                          <a:lnTo>
                            <a:pt x="1559243" y="400050"/>
                          </a:lnTo>
                          <a:lnTo>
                            <a:pt x="1472565" y="400050"/>
                          </a:lnTo>
                          <a:lnTo>
                            <a:pt x="1472565" y="90488"/>
                          </a:lnTo>
                          <a:lnTo>
                            <a:pt x="1381126" y="400050"/>
                          </a:lnTo>
                          <a:lnTo>
                            <a:pt x="1291590" y="400050"/>
                          </a:lnTo>
                          <a:lnTo>
                            <a:pt x="1200151" y="90488"/>
                          </a:lnTo>
                          <a:lnTo>
                            <a:pt x="1200151" y="400050"/>
                          </a:lnTo>
                          <a:lnTo>
                            <a:pt x="1113472" y="400050"/>
                          </a:lnTo>
                          <a:lnTo>
                            <a:pt x="1113472" y="6668"/>
                          </a:lnTo>
                          <a:lnTo>
                            <a:pt x="1113472" y="6668"/>
                          </a:lnTo>
                          <a:close/>
                          <a:moveTo>
                            <a:pt x="850582" y="0"/>
                          </a:moveTo>
                          <a:cubicBezTo>
                            <a:pt x="918210" y="0"/>
                            <a:pt x="973455" y="18098"/>
                            <a:pt x="1013460" y="54293"/>
                          </a:cubicBezTo>
                          <a:cubicBezTo>
                            <a:pt x="1054418" y="90488"/>
                            <a:pt x="1074420" y="140018"/>
                            <a:pt x="1074420" y="203835"/>
                          </a:cubicBezTo>
                          <a:cubicBezTo>
                            <a:pt x="1074420" y="267653"/>
                            <a:pt x="1054418" y="317183"/>
                            <a:pt x="1013460" y="352425"/>
                          </a:cubicBezTo>
                          <a:cubicBezTo>
                            <a:pt x="972503" y="388620"/>
                            <a:pt x="919163" y="405765"/>
                            <a:pt x="850582" y="405765"/>
                          </a:cubicBezTo>
                          <a:cubicBezTo>
                            <a:pt x="782003" y="405765"/>
                            <a:pt x="727710" y="387668"/>
                            <a:pt x="686753" y="352425"/>
                          </a:cubicBezTo>
                          <a:cubicBezTo>
                            <a:pt x="645795" y="317183"/>
                            <a:pt x="625793" y="267653"/>
                            <a:pt x="625793" y="204788"/>
                          </a:cubicBezTo>
                          <a:cubicBezTo>
                            <a:pt x="625793" y="164783"/>
                            <a:pt x="632460" y="131445"/>
                            <a:pt x="646747" y="103823"/>
                          </a:cubicBezTo>
                          <a:cubicBezTo>
                            <a:pt x="657226" y="83820"/>
                            <a:pt x="671513" y="65723"/>
                            <a:pt x="689610" y="49530"/>
                          </a:cubicBezTo>
                          <a:cubicBezTo>
                            <a:pt x="707707" y="33338"/>
                            <a:pt x="727710" y="21908"/>
                            <a:pt x="749618" y="14288"/>
                          </a:cubicBezTo>
                          <a:cubicBezTo>
                            <a:pt x="779145" y="5715"/>
                            <a:pt x="812482" y="0"/>
                            <a:pt x="850582" y="0"/>
                          </a:cubicBezTo>
                          <a:lnTo>
                            <a:pt x="850582" y="0"/>
                          </a:lnTo>
                          <a:close/>
                          <a:moveTo>
                            <a:pt x="376238" y="0"/>
                          </a:moveTo>
                          <a:cubicBezTo>
                            <a:pt x="432435" y="0"/>
                            <a:pt x="478155" y="14288"/>
                            <a:pt x="513398" y="42863"/>
                          </a:cubicBezTo>
                          <a:cubicBezTo>
                            <a:pt x="534353" y="60008"/>
                            <a:pt x="550545" y="83820"/>
                            <a:pt x="561023" y="115253"/>
                          </a:cubicBezTo>
                          <a:lnTo>
                            <a:pt x="468630" y="134303"/>
                          </a:lnTo>
                          <a:cubicBezTo>
                            <a:pt x="462915" y="114300"/>
                            <a:pt x="451485" y="98108"/>
                            <a:pt x="434340" y="85725"/>
                          </a:cubicBezTo>
                          <a:cubicBezTo>
                            <a:pt x="417195" y="74295"/>
                            <a:pt x="396240" y="67628"/>
                            <a:pt x="371475" y="67628"/>
                          </a:cubicBezTo>
                          <a:cubicBezTo>
                            <a:pt x="337185" y="67628"/>
                            <a:pt x="309563" y="78105"/>
                            <a:pt x="288607" y="99060"/>
                          </a:cubicBezTo>
                          <a:cubicBezTo>
                            <a:pt x="267653" y="120015"/>
                            <a:pt x="256223" y="154305"/>
                            <a:pt x="256223" y="200978"/>
                          </a:cubicBezTo>
                          <a:cubicBezTo>
                            <a:pt x="256223" y="250508"/>
                            <a:pt x="266700" y="285750"/>
                            <a:pt x="287655" y="307658"/>
                          </a:cubicBezTo>
                          <a:cubicBezTo>
                            <a:pt x="308610" y="328613"/>
                            <a:pt x="336232" y="339090"/>
                            <a:pt x="369570" y="339090"/>
                          </a:cubicBezTo>
                          <a:cubicBezTo>
                            <a:pt x="394335" y="339090"/>
                            <a:pt x="415290" y="332423"/>
                            <a:pt x="433388" y="319088"/>
                          </a:cubicBezTo>
                          <a:cubicBezTo>
                            <a:pt x="451485" y="305753"/>
                            <a:pt x="463868" y="284798"/>
                            <a:pt x="471488" y="256223"/>
                          </a:cubicBezTo>
                          <a:lnTo>
                            <a:pt x="561975" y="280988"/>
                          </a:lnTo>
                          <a:cubicBezTo>
                            <a:pt x="547688" y="323850"/>
                            <a:pt x="524828" y="356235"/>
                            <a:pt x="492443" y="376238"/>
                          </a:cubicBezTo>
                          <a:cubicBezTo>
                            <a:pt x="460057" y="397193"/>
                            <a:pt x="419100" y="407670"/>
                            <a:pt x="369570" y="407670"/>
                          </a:cubicBezTo>
                          <a:cubicBezTo>
                            <a:pt x="308610" y="407670"/>
                            <a:pt x="258128" y="389573"/>
                            <a:pt x="218123" y="354330"/>
                          </a:cubicBezTo>
                          <a:cubicBezTo>
                            <a:pt x="179070" y="319088"/>
                            <a:pt x="159068" y="269558"/>
                            <a:pt x="159068" y="207645"/>
                          </a:cubicBezTo>
                          <a:cubicBezTo>
                            <a:pt x="159068" y="141923"/>
                            <a:pt x="179070" y="91440"/>
                            <a:pt x="218123" y="55245"/>
                          </a:cubicBezTo>
                          <a:cubicBezTo>
                            <a:pt x="257175" y="19050"/>
                            <a:pt x="311468" y="0"/>
                            <a:pt x="376238" y="0"/>
                          </a:cubicBezTo>
                          <a:lnTo>
                            <a:pt x="376238" y="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algn="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2737944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BE39170E-4F00-44D5-BF76-14A3C26C92A4}"/>
              </a:ext>
            </a:extLst>
          </p:cNvPr>
          <p:cNvSpPr/>
          <p:nvPr/>
        </p:nvSpPr>
        <p:spPr>
          <a:xfrm>
            <a:off x="4206240" y="2811301"/>
            <a:ext cx="7985687" cy="12353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80000"/>
                </a:schemeClr>
              </a:gs>
              <a:gs pos="7000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C455B2A-3D1B-4F98-ACA5-C72C064015F6}"/>
              </a:ext>
            </a:extLst>
          </p:cNvPr>
          <p:cNvGrpSpPr/>
          <p:nvPr/>
        </p:nvGrpSpPr>
        <p:grpSpPr>
          <a:xfrm>
            <a:off x="6095999" y="2857630"/>
            <a:ext cx="6095999" cy="1142740"/>
            <a:chOff x="6665542" y="2749602"/>
            <a:chExt cx="4777152" cy="11427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5CF5BDA4-10C7-46A6-AC30-523A3FC438AC}"/>
                </a:ext>
              </a:extLst>
            </p:cNvPr>
            <p:cNvSpPr txBox="1"/>
            <p:nvPr/>
          </p:nvSpPr>
          <p:spPr>
            <a:xfrm>
              <a:off x="6665542" y="2749602"/>
              <a:ext cx="4777152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4800" b="1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Section</a:t>
              </a:r>
              <a:r>
                <a:rPr lang="en-US" altLang="ko-KR" sz="4800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 </a:t>
              </a:r>
              <a:r>
                <a:rPr lang="en-US" altLang="ko-KR" sz="4800" b="1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Break</a:t>
              </a:r>
              <a:endParaRPr lang="ko-KR" altLang="en-US" sz="4800" b="1" dirty="0">
                <a:solidFill>
                  <a:schemeClr val="bg1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C062103B-F514-4BE9-B5B2-C13878D2FE7C}"/>
                </a:ext>
              </a:extLst>
            </p:cNvPr>
            <p:cNvSpPr txBox="1"/>
            <p:nvPr/>
          </p:nvSpPr>
          <p:spPr>
            <a:xfrm>
              <a:off x="6665542" y="3512686"/>
              <a:ext cx="4777096" cy="379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867" dirty="0">
                  <a:solidFill>
                    <a:schemeClr val="bg1"/>
                  </a:solidFill>
                  <a:cs typeface="Arial" pitchFamily="34" charset="0"/>
                </a:rPr>
                <a:t>Insert the Subtitle of Your Presentation</a:t>
              </a:r>
              <a:endParaRPr lang="ko-KR" altLang="en-US" sz="1867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081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xmlns="" id="{59D1EDCF-E4D1-45A6-B89C-176A7CC46426}"/>
              </a:ext>
            </a:extLst>
          </p:cNvPr>
          <p:cNvSpPr/>
          <p:nvPr/>
        </p:nvSpPr>
        <p:spPr>
          <a:xfrm>
            <a:off x="628650" y="506896"/>
            <a:ext cx="5205619" cy="6003234"/>
          </a:xfrm>
          <a:prstGeom prst="roundRect">
            <a:avLst>
              <a:gd name="adj" fmla="val 1984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5A4BDA0-C270-4764-9C18-A593BCE2C965}"/>
              </a:ext>
            </a:extLst>
          </p:cNvPr>
          <p:cNvSpPr txBox="1"/>
          <p:nvPr/>
        </p:nvSpPr>
        <p:spPr>
          <a:xfrm>
            <a:off x="7580186" y="3398759"/>
            <a:ext cx="3853070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Agenda Style</a:t>
            </a:r>
            <a:endParaRPr lang="ko-KR" altLang="en-US" sz="54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4E702C10-EF25-4FF3-ABB6-EB7356C6F7B1}"/>
              </a:ext>
            </a:extLst>
          </p:cNvPr>
          <p:cNvGrpSpPr/>
          <p:nvPr/>
        </p:nvGrpSpPr>
        <p:grpSpPr>
          <a:xfrm>
            <a:off x="758744" y="717462"/>
            <a:ext cx="4842556" cy="1345890"/>
            <a:chOff x="848196" y="1356709"/>
            <a:chExt cx="4842556" cy="13458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56D520BE-A11C-4471-BDA4-967A46AC255A}"/>
                </a:ext>
              </a:extLst>
            </p:cNvPr>
            <p:cNvSpPr txBox="1"/>
            <p:nvPr/>
          </p:nvSpPr>
          <p:spPr>
            <a:xfrm>
              <a:off x="1931950" y="1449041"/>
              <a:ext cx="2027360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3200" b="1" dirty="0" err="1">
                  <a:solidFill>
                    <a:schemeClr val="bg1"/>
                  </a:solidFill>
                  <a:cs typeface="Arial" pitchFamily="34" charset="0"/>
                </a:rPr>
                <a:t>SubTitle</a:t>
              </a:r>
              <a:endParaRPr lang="ko-KR" altLang="en-US" sz="3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676BD006-09F9-4CC7-A04E-724F7F985F47}"/>
                </a:ext>
              </a:extLst>
            </p:cNvPr>
            <p:cNvSpPr txBox="1"/>
            <p:nvPr/>
          </p:nvSpPr>
          <p:spPr>
            <a:xfrm>
              <a:off x="848196" y="1356709"/>
              <a:ext cx="1083753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  <a:endParaRPr lang="ko-KR" altLang="en-US" sz="4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89C4433E-14E4-43BD-B8DC-2D7742D25C58}"/>
                </a:ext>
              </a:extLst>
            </p:cNvPr>
            <p:cNvSpPr txBox="1"/>
            <p:nvPr/>
          </p:nvSpPr>
          <p:spPr>
            <a:xfrm>
              <a:off x="2362652" y="2026872"/>
              <a:ext cx="3328100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Modern PowerPoint  Presentation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55D72DED-806B-4BCB-8AE2-7C2D2409DBD4}"/>
                </a:ext>
              </a:extLst>
            </p:cNvPr>
            <p:cNvSpPr txBox="1"/>
            <p:nvPr/>
          </p:nvSpPr>
          <p:spPr>
            <a:xfrm>
              <a:off x="2362652" y="2394822"/>
              <a:ext cx="3328100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Modern PowerPoint  Presentation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A037B872-EDD5-4AFA-AB65-A72C36427048}"/>
              </a:ext>
            </a:extLst>
          </p:cNvPr>
          <p:cNvGrpSpPr/>
          <p:nvPr/>
        </p:nvGrpSpPr>
        <p:grpSpPr>
          <a:xfrm>
            <a:off x="758744" y="2100255"/>
            <a:ext cx="4842556" cy="1345890"/>
            <a:chOff x="848196" y="2556237"/>
            <a:chExt cx="4842556" cy="134589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5FEE6910-8E7A-40CB-8073-4047D39ED504}"/>
                </a:ext>
              </a:extLst>
            </p:cNvPr>
            <p:cNvSpPr txBox="1"/>
            <p:nvPr/>
          </p:nvSpPr>
          <p:spPr>
            <a:xfrm>
              <a:off x="1931950" y="2648569"/>
              <a:ext cx="2027360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3200" b="1" dirty="0" err="1">
                  <a:solidFill>
                    <a:schemeClr val="bg1"/>
                  </a:solidFill>
                  <a:cs typeface="Arial" pitchFamily="34" charset="0"/>
                </a:rPr>
                <a:t>SubTitle</a:t>
              </a:r>
              <a:endParaRPr lang="ko-KR" altLang="en-US" sz="3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6F35E730-BB9C-4BA9-90FF-7F78C6C03D34}"/>
                </a:ext>
              </a:extLst>
            </p:cNvPr>
            <p:cNvSpPr txBox="1"/>
            <p:nvPr/>
          </p:nvSpPr>
          <p:spPr>
            <a:xfrm>
              <a:off x="848196" y="2556237"/>
              <a:ext cx="1083753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  <a:endParaRPr lang="ko-KR" altLang="en-US" sz="4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68D19472-19EE-485D-A0A1-10927392D656}"/>
                </a:ext>
              </a:extLst>
            </p:cNvPr>
            <p:cNvSpPr txBox="1"/>
            <p:nvPr/>
          </p:nvSpPr>
          <p:spPr>
            <a:xfrm>
              <a:off x="2362652" y="3226400"/>
              <a:ext cx="3328100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Modern PowerPoint  Presentation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C4F3C6AF-32E1-473F-849A-821065842DDA}"/>
                </a:ext>
              </a:extLst>
            </p:cNvPr>
            <p:cNvSpPr txBox="1"/>
            <p:nvPr/>
          </p:nvSpPr>
          <p:spPr>
            <a:xfrm>
              <a:off x="2362652" y="3594350"/>
              <a:ext cx="3328100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Modern PowerPoint  Presentation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xmlns="" id="{B390E582-5607-4339-A681-A88C0F9C21CF}"/>
              </a:ext>
            </a:extLst>
          </p:cNvPr>
          <p:cNvGrpSpPr/>
          <p:nvPr/>
        </p:nvGrpSpPr>
        <p:grpSpPr>
          <a:xfrm>
            <a:off x="758744" y="3483048"/>
            <a:ext cx="4842556" cy="1345890"/>
            <a:chOff x="848196" y="3755765"/>
            <a:chExt cx="4842556" cy="134589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1473CEB4-91E0-4BF3-AEA1-C0216D93CA78}"/>
                </a:ext>
              </a:extLst>
            </p:cNvPr>
            <p:cNvSpPr txBox="1"/>
            <p:nvPr/>
          </p:nvSpPr>
          <p:spPr>
            <a:xfrm>
              <a:off x="1931950" y="3848097"/>
              <a:ext cx="2027360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3200" b="1" dirty="0" err="1">
                  <a:solidFill>
                    <a:schemeClr val="bg1"/>
                  </a:solidFill>
                  <a:cs typeface="Arial" pitchFamily="34" charset="0"/>
                </a:rPr>
                <a:t>SubTitle</a:t>
              </a:r>
              <a:endParaRPr lang="ko-KR" altLang="en-US" sz="3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CE9E4B86-7255-4F51-AE45-B77AAD9C01E3}"/>
                </a:ext>
              </a:extLst>
            </p:cNvPr>
            <p:cNvSpPr txBox="1"/>
            <p:nvPr/>
          </p:nvSpPr>
          <p:spPr>
            <a:xfrm>
              <a:off x="848196" y="3755765"/>
              <a:ext cx="1083753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cs typeface="Arial" pitchFamily="34" charset="0"/>
                </a:rPr>
                <a:t>03</a:t>
              </a:r>
              <a:endParaRPr lang="ko-KR" altLang="en-US" sz="4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3B76DBD0-2DCD-476F-AA9E-DF4DCC4C6922}"/>
                </a:ext>
              </a:extLst>
            </p:cNvPr>
            <p:cNvSpPr txBox="1"/>
            <p:nvPr/>
          </p:nvSpPr>
          <p:spPr>
            <a:xfrm>
              <a:off x="2362652" y="4425928"/>
              <a:ext cx="3328100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Modern PowerPoint  Presentation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F627793A-90D6-4A9A-B7D2-12AFCFC9E5CE}"/>
                </a:ext>
              </a:extLst>
            </p:cNvPr>
            <p:cNvSpPr txBox="1"/>
            <p:nvPr/>
          </p:nvSpPr>
          <p:spPr>
            <a:xfrm>
              <a:off x="2362652" y="4793878"/>
              <a:ext cx="3328100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Modern PowerPoint  Presentation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5C4D0F18-726A-4D78-87CD-E5C70F38D7E2}"/>
              </a:ext>
            </a:extLst>
          </p:cNvPr>
          <p:cNvGrpSpPr/>
          <p:nvPr/>
        </p:nvGrpSpPr>
        <p:grpSpPr>
          <a:xfrm>
            <a:off x="758744" y="4865841"/>
            <a:ext cx="4842556" cy="1345890"/>
            <a:chOff x="848196" y="4955294"/>
            <a:chExt cx="4842556" cy="134589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DDC178EF-C7A7-49A7-963B-92A02B79A954}"/>
                </a:ext>
              </a:extLst>
            </p:cNvPr>
            <p:cNvSpPr txBox="1"/>
            <p:nvPr/>
          </p:nvSpPr>
          <p:spPr>
            <a:xfrm>
              <a:off x="1931950" y="5047626"/>
              <a:ext cx="2027360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3200" b="1" dirty="0" err="1">
                  <a:solidFill>
                    <a:schemeClr val="bg1"/>
                  </a:solidFill>
                  <a:cs typeface="Arial" pitchFamily="34" charset="0"/>
                </a:rPr>
                <a:t>SubTitle</a:t>
              </a:r>
              <a:endParaRPr lang="ko-KR" altLang="en-US" sz="3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1E1672AD-EB65-4077-9DBA-D2CDBD600E6B}"/>
                </a:ext>
              </a:extLst>
            </p:cNvPr>
            <p:cNvSpPr txBox="1"/>
            <p:nvPr/>
          </p:nvSpPr>
          <p:spPr>
            <a:xfrm>
              <a:off x="848196" y="4955294"/>
              <a:ext cx="1083753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cs typeface="Arial" pitchFamily="34" charset="0"/>
                </a:rPr>
                <a:t>04</a:t>
              </a:r>
              <a:endParaRPr lang="ko-KR" altLang="en-US" sz="4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8AEC5914-0794-4A29-86BF-D58FE848F9CD}"/>
                </a:ext>
              </a:extLst>
            </p:cNvPr>
            <p:cNvSpPr txBox="1"/>
            <p:nvPr/>
          </p:nvSpPr>
          <p:spPr>
            <a:xfrm>
              <a:off x="2362652" y="5625457"/>
              <a:ext cx="3328100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Modern PowerPoint  Presentation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3EDC9DB5-E695-4563-8521-D4AB00A4B259}"/>
                </a:ext>
              </a:extLst>
            </p:cNvPr>
            <p:cNvSpPr txBox="1"/>
            <p:nvPr/>
          </p:nvSpPr>
          <p:spPr>
            <a:xfrm>
              <a:off x="2362652" y="5993407"/>
              <a:ext cx="3328100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Modern PowerPoint  Presentation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1427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Timeline Style</a:t>
            </a:r>
          </a:p>
        </p:txBody>
      </p:sp>
      <p:grpSp>
        <p:nvGrpSpPr>
          <p:cNvPr id="112" name="Group 10">
            <a:extLst>
              <a:ext uri="{FF2B5EF4-FFF2-40B4-BE49-F238E27FC236}">
                <a16:creationId xmlns:a16="http://schemas.microsoft.com/office/drawing/2014/main" xmlns="" id="{0121A708-D853-40F4-A007-6A700B2B23FC}"/>
              </a:ext>
            </a:extLst>
          </p:cNvPr>
          <p:cNvGrpSpPr/>
          <p:nvPr/>
        </p:nvGrpSpPr>
        <p:grpSpPr>
          <a:xfrm>
            <a:off x="841971" y="1756888"/>
            <a:ext cx="2174209" cy="2452982"/>
            <a:chOff x="841971" y="2070686"/>
            <a:chExt cx="2661720" cy="3003001"/>
          </a:xfrm>
        </p:grpSpPr>
        <p:sp>
          <p:nvSpPr>
            <p:cNvPr id="113" name="Block Arc 3">
              <a:extLst>
                <a:ext uri="{FF2B5EF4-FFF2-40B4-BE49-F238E27FC236}">
                  <a16:creationId xmlns:a16="http://schemas.microsoft.com/office/drawing/2014/main" xmlns="" id="{DDA4357F-9E0B-409D-995B-DFA151BFA1F0}"/>
                </a:ext>
              </a:extLst>
            </p:cNvPr>
            <p:cNvSpPr/>
            <p:nvPr/>
          </p:nvSpPr>
          <p:spPr>
            <a:xfrm>
              <a:off x="977774" y="2471596"/>
              <a:ext cx="2525917" cy="2525917"/>
            </a:xfrm>
            <a:prstGeom prst="blockArc">
              <a:avLst>
                <a:gd name="adj1" fmla="val 5413375"/>
                <a:gd name="adj2" fmla="val 16188540"/>
                <a:gd name="adj3" fmla="val 2311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4" name="Isosceles Triangle 4">
              <a:extLst>
                <a:ext uri="{FF2B5EF4-FFF2-40B4-BE49-F238E27FC236}">
                  <a16:creationId xmlns:a16="http://schemas.microsoft.com/office/drawing/2014/main" xmlns="" id="{9734BF9A-F99C-4925-B33C-2EDAF9BB4D31}"/>
                </a:ext>
              </a:extLst>
            </p:cNvPr>
            <p:cNvSpPr/>
            <p:nvPr/>
          </p:nvSpPr>
          <p:spPr>
            <a:xfrm rot="5400000">
              <a:off x="2168900" y="4390931"/>
              <a:ext cx="733331" cy="63218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5" name="Picture 2" descr="E:\002-KIMS BUSINESS\007-04-1-FIVERR\01-PPT-TEMPLATE\COVER-PSD\05-cut-01.png">
              <a:extLst>
                <a:ext uri="{FF2B5EF4-FFF2-40B4-BE49-F238E27FC236}">
                  <a16:creationId xmlns:a16="http://schemas.microsoft.com/office/drawing/2014/main" xmlns="" id="{BBF141BE-A570-430C-BFF6-28E6F89FCD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545927" y="2635519"/>
              <a:ext cx="1335290" cy="205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6" name="Oval 9">
              <a:extLst>
                <a:ext uri="{FF2B5EF4-FFF2-40B4-BE49-F238E27FC236}">
                  <a16:creationId xmlns:a16="http://schemas.microsoft.com/office/drawing/2014/main" xmlns="" id="{C3C08E3D-D3B7-47AF-B497-A98491D85845}"/>
                </a:ext>
              </a:extLst>
            </p:cNvPr>
            <p:cNvSpPr/>
            <p:nvPr/>
          </p:nvSpPr>
          <p:spPr>
            <a:xfrm>
              <a:off x="841971" y="3213979"/>
              <a:ext cx="1041149" cy="1041149"/>
            </a:xfrm>
            <a:prstGeom prst="ellipse">
              <a:avLst/>
            </a:prstGeom>
            <a:ln w="38100">
              <a:solidFill>
                <a:schemeClr val="bg1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" name="Group 11">
            <a:extLst>
              <a:ext uri="{FF2B5EF4-FFF2-40B4-BE49-F238E27FC236}">
                <a16:creationId xmlns:a16="http://schemas.microsoft.com/office/drawing/2014/main" xmlns="" id="{C4B99D8B-A1CC-4430-A828-3835285FD0BB}"/>
              </a:ext>
            </a:extLst>
          </p:cNvPr>
          <p:cNvGrpSpPr/>
          <p:nvPr/>
        </p:nvGrpSpPr>
        <p:grpSpPr>
          <a:xfrm>
            <a:off x="3394590" y="1756888"/>
            <a:ext cx="2174209" cy="2452982"/>
            <a:chOff x="841971" y="2070686"/>
            <a:chExt cx="2661720" cy="3003001"/>
          </a:xfrm>
        </p:grpSpPr>
        <p:sp>
          <p:nvSpPr>
            <p:cNvPr id="118" name="Block Arc 12">
              <a:extLst>
                <a:ext uri="{FF2B5EF4-FFF2-40B4-BE49-F238E27FC236}">
                  <a16:creationId xmlns:a16="http://schemas.microsoft.com/office/drawing/2014/main" xmlns="" id="{7B75A1B0-6480-4F4A-AE1A-E97B52DAFD4E}"/>
                </a:ext>
              </a:extLst>
            </p:cNvPr>
            <p:cNvSpPr/>
            <p:nvPr/>
          </p:nvSpPr>
          <p:spPr>
            <a:xfrm>
              <a:off x="977774" y="2471596"/>
              <a:ext cx="2525917" cy="2525917"/>
            </a:xfrm>
            <a:prstGeom prst="blockArc">
              <a:avLst>
                <a:gd name="adj1" fmla="val 5413375"/>
                <a:gd name="adj2" fmla="val 16188540"/>
                <a:gd name="adj3" fmla="val 2311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9" name="Isosceles Triangle 13">
              <a:extLst>
                <a:ext uri="{FF2B5EF4-FFF2-40B4-BE49-F238E27FC236}">
                  <a16:creationId xmlns:a16="http://schemas.microsoft.com/office/drawing/2014/main" xmlns="" id="{B0F9C7CC-0F02-4CE3-B86C-AC96283886C5}"/>
                </a:ext>
              </a:extLst>
            </p:cNvPr>
            <p:cNvSpPr/>
            <p:nvPr/>
          </p:nvSpPr>
          <p:spPr>
            <a:xfrm rot="5400000">
              <a:off x="2168900" y="4390931"/>
              <a:ext cx="733331" cy="632182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0" name="Picture 2" descr="E:\002-KIMS BUSINESS\007-04-1-FIVERR\01-PPT-TEMPLATE\COVER-PSD\05-cut-01.png">
              <a:extLst>
                <a:ext uri="{FF2B5EF4-FFF2-40B4-BE49-F238E27FC236}">
                  <a16:creationId xmlns:a16="http://schemas.microsoft.com/office/drawing/2014/main" xmlns="" id="{12F7EE7C-9347-4872-84F6-668A16124B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545927" y="2635519"/>
              <a:ext cx="1335290" cy="205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1" name="Oval 15">
              <a:extLst>
                <a:ext uri="{FF2B5EF4-FFF2-40B4-BE49-F238E27FC236}">
                  <a16:creationId xmlns:a16="http://schemas.microsoft.com/office/drawing/2014/main" xmlns="" id="{3ECCEF6F-04E4-4C39-861C-17F5110A2D5B}"/>
                </a:ext>
              </a:extLst>
            </p:cNvPr>
            <p:cNvSpPr/>
            <p:nvPr/>
          </p:nvSpPr>
          <p:spPr>
            <a:xfrm>
              <a:off x="841971" y="3213979"/>
              <a:ext cx="1041149" cy="1041149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2" name="Group 16">
            <a:extLst>
              <a:ext uri="{FF2B5EF4-FFF2-40B4-BE49-F238E27FC236}">
                <a16:creationId xmlns:a16="http://schemas.microsoft.com/office/drawing/2014/main" xmlns="" id="{E7E901CF-57E0-40E6-98F8-283D4EC24DA2}"/>
              </a:ext>
            </a:extLst>
          </p:cNvPr>
          <p:cNvGrpSpPr/>
          <p:nvPr/>
        </p:nvGrpSpPr>
        <p:grpSpPr>
          <a:xfrm>
            <a:off x="5947209" y="1756888"/>
            <a:ext cx="2174209" cy="2452982"/>
            <a:chOff x="841971" y="2070686"/>
            <a:chExt cx="2661720" cy="3003001"/>
          </a:xfrm>
        </p:grpSpPr>
        <p:sp>
          <p:nvSpPr>
            <p:cNvPr id="123" name="Block Arc 17">
              <a:extLst>
                <a:ext uri="{FF2B5EF4-FFF2-40B4-BE49-F238E27FC236}">
                  <a16:creationId xmlns:a16="http://schemas.microsoft.com/office/drawing/2014/main" xmlns="" id="{E9D3E1D2-E32C-4BCE-A14D-B5E164A5E5C4}"/>
                </a:ext>
              </a:extLst>
            </p:cNvPr>
            <p:cNvSpPr/>
            <p:nvPr/>
          </p:nvSpPr>
          <p:spPr>
            <a:xfrm>
              <a:off x="977774" y="2471596"/>
              <a:ext cx="2525917" cy="2525917"/>
            </a:xfrm>
            <a:prstGeom prst="blockArc">
              <a:avLst>
                <a:gd name="adj1" fmla="val 5413375"/>
                <a:gd name="adj2" fmla="val 16188540"/>
                <a:gd name="adj3" fmla="val 2311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4" name="Isosceles Triangle 18">
              <a:extLst>
                <a:ext uri="{FF2B5EF4-FFF2-40B4-BE49-F238E27FC236}">
                  <a16:creationId xmlns:a16="http://schemas.microsoft.com/office/drawing/2014/main" xmlns="" id="{B67E4443-1614-4609-B99B-5AF9F8DA5AC0}"/>
                </a:ext>
              </a:extLst>
            </p:cNvPr>
            <p:cNvSpPr/>
            <p:nvPr/>
          </p:nvSpPr>
          <p:spPr>
            <a:xfrm rot="5400000">
              <a:off x="2168900" y="4390931"/>
              <a:ext cx="733331" cy="63218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5" name="Picture 2" descr="E:\002-KIMS BUSINESS\007-04-1-FIVERR\01-PPT-TEMPLATE\COVER-PSD\05-cut-01.png">
              <a:extLst>
                <a:ext uri="{FF2B5EF4-FFF2-40B4-BE49-F238E27FC236}">
                  <a16:creationId xmlns:a16="http://schemas.microsoft.com/office/drawing/2014/main" xmlns="" id="{3FEBBA14-2E14-4E1A-A9E2-A4FC5DAE71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545927" y="2635519"/>
              <a:ext cx="1335290" cy="205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6" name="Oval 20">
              <a:extLst>
                <a:ext uri="{FF2B5EF4-FFF2-40B4-BE49-F238E27FC236}">
                  <a16:creationId xmlns:a16="http://schemas.microsoft.com/office/drawing/2014/main" xmlns="" id="{CD2E8308-0DEA-452D-BD7E-B1BF0FDB6DF2}"/>
                </a:ext>
              </a:extLst>
            </p:cNvPr>
            <p:cNvSpPr/>
            <p:nvPr/>
          </p:nvSpPr>
          <p:spPr>
            <a:xfrm>
              <a:off x="841971" y="3213979"/>
              <a:ext cx="1041149" cy="1041149"/>
            </a:xfrm>
            <a:prstGeom prst="ellipse">
              <a:avLst/>
            </a:prstGeom>
            <a:solidFill>
              <a:schemeClr val="accent3"/>
            </a:solidFill>
            <a:ln w="38100">
              <a:solidFill>
                <a:schemeClr val="bg1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7" name="Group 21">
            <a:extLst>
              <a:ext uri="{FF2B5EF4-FFF2-40B4-BE49-F238E27FC236}">
                <a16:creationId xmlns:a16="http://schemas.microsoft.com/office/drawing/2014/main" xmlns="" id="{80A9B56B-A505-4A46-BEA8-D83CA2CCA076}"/>
              </a:ext>
            </a:extLst>
          </p:cNvPr>
          <p:cNvGrpSpPr/>
          <p:nvPr/>
        </p:nvGrpSpPr>
        <p:grpSpPr>
          <a:xfrm>
            <a:off x="8499827" y="1756888"/>
            <a:ext cx="2174209" cy="2452982"/>
            <a:chOff x="841971" y="2070686"/>
            <a:chExt cx="2661720" cy="3003001"/>
          </a:xfrm>
        </p:grpSpPr>
        <p:sp>
          <p:nvSpPr>
            <p:cNvPr id="128" name="Block Arc 22">
              <a:extLst>
                <a:ext uri="{FF2B5EF4-FFF2-40B4-BE49-F238E27FC236}">
                  <a16:creationId xmlns:a16="http://schemas.microsoft.com/office/drawing/2014/main" xmlns="" id="{FBCD8505-4F49-4202-8A36-7761B4F022F2}"/>
                </a:ext>
              </a:extLst>
            </p:cNvPr>
            <p:cNvSpPr/>
            <p:nvPr/>
          </p:nvSpPr>
          <p:spPr>
            <a:xfrm>
              <a:off x="977774" y="2471596"/>
              <a:ext cx="2525917" cy="2525917"/>
            </a:xfrm>
            <a:prstGeom prst="blockArc">
              <a:avLst>
                <a:gd name="adj1" fmla="val 5413375"/>
                <a:gd name="adj2" fmla="val 16188540"/>
                <a:gd name="adj3" fmla="val 23118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9" name="Isosceles Triangle 23">
              <a:extLst>
                <a:ext uri="{FF2B5EF4-FFF2-40B4-BE49-F238E27FC236}">
                  <a16:creationId xmlns:a16="http://schemas.microsoft.com/office/drawing/2014/main" xmlns="" id="{DD463018-B4F0-49F8-B46D-6395C301C289}"/>
                </a:ext>
              </a:extLst>
            </p:cNvPr>
            <p:cNvSpPr/>
            <p:nvPr/>
          </p:nvSpPr>
          <p:spPr>
            <a:xfrm rot="5400000">
              <a:off x="2168900" y="4390931"/>
              <a:ext cx="733331" cy="632182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0" name="Picture 2" descr="E:\002-KIMS BUSINESS\007-04-1-FIVERR\01-PPT-TEMPLATE\COVER-PSD\05-cut-01.png">
              <a:extLst>
                <a:ext uri="{FF2B5EF4-FFF2-40B4-BE49-F238E27FC236}">
                  <a16:creationId xmlns:a16="http://schemas.microsoft.com/office/drawing/2014/main" xmlns="" id="{C0DB302E-12C1-4AD3-AEF7-FFDA0D6527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545927" y="2635519"/>
              <a:ext cx="1335290" cy="205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1" name="Oval 25">
              <a:extLst>
                <a:ext uri="{FF2B5EF4-FFF2-40B4-BE49-F238E27FC236}">
                  <a16:creationId xmlns:a16="http://schemas.microsoft.com/office/drawing/2014/main" xmlns="" id="{ABAAC720-8923-4D9C-B170-05CF0D7797AE}"/>
                </a:ext>
              </a:extLst>
            </p:cNvPr>
            <p:cNvSpPr/>
            <p:nvPr/>
          </p:nvSpPr>
          <p:spPr>
            <a:xfrm>
              <a:off x="841971" y="3213979"/>
              <a:ext cx="1041149" cy="1041149"/>
            </a:xfrm>
            <a:prstGeom prst="ellipse">
              <a:avLst/>
            </a:prstGeom>
            <a:solidFill>
              <a:schemeClr val="accent4"/>
            </a:solidFill>
            <a:ln w="38100">
              <a:solidFill>
                <a:schemeClr val="bg1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2" name="Group 26">
            <a:extLst>
              <a:ext uri="{FF2B5EF4-FFF2-40B4-BE49-F238E27FC236}">
                <a16:creationId xmlns:a16="http://schemas.microsoft.com/office/drawing/2014/main" xmlns="" id="{401F66B8-8EEB-4B1C-AC98-996A1C1208F1}"/>
              </a:ext>
            </a:extLst>
          </p:cNvPr>
          <p:cNvGrpSpPr/>
          <p:nvPr/>
        </p:nvGrpSpPr>
        <p:grpSpPr>
          <a:xfrm>
            <a:off x="2269317" y="4237112"/>
            <a:ext cx="1563024" cy="1877437"/>
            <a:chOff x="1829656" y="4528906"/>
            <a:chExt cx="2691170" cy="1877437"/>
          </a:xfrm>
        </p:grpSpPr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xmlns="" id="{428B161E-BBD0-425B-9094-FF568AD38FD6}"/>
                </a:ext>
              </a:extLst>
            </p:cNvPr>
            <p:cNvSpPr txBox="1"/>
            <p:nvPr/>
          </p:nvSpPr>
          <p:spPr>
            <a:xfrm>
              <a:off x="1829656" y="4836683"/>
              <a:ext cx="269117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      </a:t>
              </a:r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xmlns="" id="{5CC15362-1438-4244-9FC4-8FACB4D05788}"/>
                </a:ext>
              </a:extLst>
            </p:cNvPr>
            <p:cNvSpPr txBox="1"/>
            <p:nvPr/>
          </p:nvSpPr>
          <p:spPr>
            <a:xfrm>
              <a:off x="1829656" y="4528906"/>
              <a:ext cx="269117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xmlns="" id="{83D57653-89BD-4CF8-8600-0755B3028997}"/>
              </a:ext>
            </a:extLst>
          </p:cNvPr>
          <p:cNvSpPr txBox="1"/>
          <p:nvPr/>
        </p:nvSpPr>
        <p:spPr>
          <a:xfrm>
            <a:off x="5007250" y="3656697"/>
            <a:ext cx="12011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2"/>
                </a:solidFill>
                <a:cs typeface="Arial" pitchFamily="34" charset="0"/>
              </a:rPr>
              <a:t>2021</a:t>
            </a:r>
            <a:endParaRPr lang="ko-KR" altLang="en-US" sz="28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xmlns="" id="{B76EEAF5-85A6-41BF-B492-9A11F98133D0}"/>
              </a:ext>
            </a:extLst>
          </p:cNvPr>
          <p:cNvSpPr txBox="1"/>
          <p:nvPr/>
        </p:nvSpPr>
        <p:spPr>
          <a:xfrm>
            <a:off x="10121247" y="3656697"/>
            <a:ext cx="12011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4"/>
                </a:solidFill>
                <a:cs typeface="Arial" pitchFamily="34" charset="0"/>
              </a:rPr>
              <a:t>2023</a:t>
            </a:r>
            <a:endParaRPr lang="ko-KR" altLang="en-US" sz="28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xmlns="" id="{7B1114F1-D10F-424D-BDA7-13F0358DEBCB}"/>
              </a:ext>
            </a:extLst>
          </p:cNvPr>
          <p:cNvSpPr txBox="1"/>
          <p:nvPr/>
        </p:nvSpPr>
        <p:spPr>
          <a:xfrm>
            <a:off x="2450251" y="3656697"/>
            <a:ext cx="12011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1"/>
                </a:solidFill>
                <a:cs typeface="Arial" pitchFamily="34" charset="0"/>
              </a:rPr>
              <a:t>2020</a:t>
            </a:r>
            <a:endParaRPr lang="ko-KR" altLang="en-US" sz="28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xmlns="" id="{5D8655A0-7AA2-483B-9C9F-D4A857509F5B}"/>
              </a:ext>
            </a:extLst>
          </p:cNvPr>
          <p:cNvSpPr txBox="1"/>
          <p:nvPr/>
        </p:nvSpPr>
        <p:spPr>
          <a:xfrm>
            <a:off x="7564249" y="3656697"/>
            <a:ext cx="12011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3"/>
                </a:solidFill>
                <a:cs typeface="Arial" pitchFamily="34" charset="0"/>
              </a:rPr>
              <a:t>2022</a:t>
            </a:r>
            <a:endParaRPr lang="ko-KR" altLang="en-US" sz="2800" b="1" dirty="0">
              <a:solidFill>
                <a:schemeClr val="accent3"/>
              </a:solidFill>
              <a:cs typeface="Arial" pitchFamily="34" charset="0"/>
            </a:endParaRPr>
          </a:p>
        </p:txBody>
      </p:sp>
      <p:grpSp>
        <p:nvGrpSpPr>
          <p:cNvPr id="139" name="Group 34">
            <a:extLst>
              <a:ext uri="{FF2B5EF4-FFF2-40B4-BE49-F238E27FC236}">
                <a16:creationId xmlns:a16="http://schemas.microsoft.com/office/drawing/2014/main" xmlns="" id="{297EA0B8-57C0-4DD4-8265-DF3E865DE5BB}"/>
              </a:ext>
            </a:extLst>
          </p:cNvPr>
          <p:cNvGrpSpPr/>
          <p:nvPr/>
        </p:nvGrpSpPr>
        <p:grpSpPr>
          <a:xfrm>
            <a:off x="4805611" y="4237112"/>
            <a:ext cx="1563024" cy="1877437"/>
            <a:chOff x="1829656" y="4528906"/>
            <a:chExt cx="2691170" cy="1877437"/>
          </a:xfrm>
        </p:grpSpPr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xmlns="" id="{EC4E86FA-7045-482E-A44E-7A2952910436}"/>
                </a:ext>
              </a:extLst>
            </p:cNvPr>
            <p:cNvSpPr txBox="1"/>
            <p:nvPr/>
          </p:nvSpPr>
          <p:spPr>
            <a:xfrm>
              <a:off x="1829656" y="4836683"/>
              <a:ext cx="269117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      </a:t>
              </a:r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xmlns="" id="{658D5A61-3565-45EB-AC3A-19F8AF020DF3}"/>
                </a:ext>
              </a:extLst>
            </p:cNvPr>
            <p:cNvSpPr txBox="1"/>
            <p:nvPr/>
          </p:nvSpPr>
          <p:spPr>
            <a:xfrm>
              <a:off x="1829656" y="4528906"/>
              <a:ext cx="269117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2" name="Group 37">
            <a:extLst>
              <a:ext uri="{FF2B5EF4-FFF2-40B4-BE49-F238E27FC236}">
                <a16:creationId xmlns:a16="http://schemas.microsoft.com/office/drawing/2014/main" xmlns="" id="{8000BE20-3049-4071-BD78-D7EF3BDC0CF6}"/>
              </a:ext>
            </a:extLst>
          </p:cNvPr>
          <p:cNvGrpSpPr/>
          <p:nvPr/>
        </p:nvGrpSpPr>
        <p:grpSpPr>
          <a:xfrm>
            <a:off x="7341905" y="4237112"/>
            <a:ext cx="1563024" cy="1877437"/>
            <a:chOff x="1829656" y="4528906"/>
            <a:chExt cx="2691170" cy="1877437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xmlns="" id="{DD94CB63-6261-440D-80B4-3D9E7F6AA4ED}"/>
                </a:ext>
              </a:extLst>
            </p:cNvPr>
            <p:cNvSpPr txBox="1"/>
            <p:nvPr/>
          </p:nvSpPr>
          <p:spPr>
            <a:xfrm>
              <a:off x="1829656" y="4836683"/>
              <a:ext cx="269117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      </a:t>
              </a:r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xmlns="" id="{2512F56E-E439-4761-B0AC-06772D96CFFA}"/>
                </a:ext>
              </a:extLst>
            </p:cNvPr>
            <p:cNvSpPr txBox="1"/>
            <p:nvPr/>
          </p:nvSpPr>
          <p:spPr>
            <a:xfrm>
              <a:off x="1829656" y="4528906"/>
              <a:ext cx="269117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5" name="Group 40">
            <a:extLst>
              <a:ext uri="{FF2B5EF4-FFF2-40B4-BE49-F238E27FC236}">
                <a16:creationId xmlns:a16="http://schemas.microsoft.com/office/drawing/2014/main" xmlns="" id="{C8B50E9C-1235-4433-BDC4-6CFCC8AFB95D}"/>
              </a:ext>
            </a:extLst>
          </p:cNvPr>
          <p:cNvGrpSpPr/>
          <p:nvPr/>
        </p:nvGrpSpPr>
        <p:grpSpPr>
          <a:xfrm>
            <a:off x="9878200" y="4237112"/>
            <a:ext cx="1563024" cy="1877437"/>
            <a:chOff x="1829656" y="4528906"/>
            <a:chExt cx="2691170" cy="1877437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xmlns="" id="{3FDACCAA-DDF3-41B2-BD69-EF8AEAD71D67}"/>
                </a:ext>
              </a:extLst>
            </p:cNvPr>
            <p:cNvSpPr txBox="1"/>
            <p:nvPr/>
          </p:nvSpPr>
          <p:spPr>
            <a:xfrm>
              <a:off x="1829656" y="4836683"/>
              <a:ext cx="269117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      </a:t>
              </a:r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xmlns="" id="{B3CEFD2A-DDD0-444D-B7B3-002F0DF11B74}"/>
                </a:ext>
              </a:extLst>
            </p:cNvPr>
            <p:cNvSpPr txBox="1"/>
            <p:nvPr/>
          </p:nvSpPr>
          <p:spPr>
            <a:xfrm>
              <a:off x="1829656" y="4528906"/>
              <a:ext cx="269117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48" name="Rounded Rectangle 5">
            <a:extLst>
              <a:ext uri="{FF2B5EF4-FFF2-40B4-BE49-F238E27FC236}">
                <a16:creationId xmlns:a16="http://schemas.microsoft.com/office/drawing/2014/main" xmlns="" id="{8B143EE8-ABB3-4044-A3AF-1A62A015B6E4}"/>
              </a:ext>
            </a:extLst>
          </p:cNvPr>
          <p:cNvSpPr/>
          <p:nvPr/>
        </p:nvSpPr>
        <p:spPr>
          <a:xfrm flipH="1">
            <a:off x="8740089" y="2963422"/>
            <a:ext cx="369932" cy="305171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49" name="Rectangle 9">
            <a:extLst>
              <a:ext uri="{FF2B5EF4-FFF2-40B4-BE49-F238E27FC236}">
                <a16:creationId xmlns:a16="http://schemas.microsoft.com/office/drawing/2014/main" xmlns="" id="{823062EF-53EB-4199-B2BD-A0BA41DEFB3E}"/>
              </a:ext>
            </a:extLst>
          </p:cNvPr>
          <p:cNvSpPr/>
          <p:nvPr/>
        </p:nvSpPr>
        <p:spPr>
          <a:xfrm>
            <a:off x="3649245" y="2921239"/>
            <a:ext cx="366191" cy="365595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50" name="Block Arc 25">
            <a:extLst>
              <a:ext uri="{FF2B5EF4-FFF2-40B4-BE49-F238E27FC236}">
                <a16:creationId xmlns:a16="http://schemas.microsoft.com/office/drawing/2014/main" xmlns="" id="{EC02131A-AF8C-4F58-BAA6-6D8FF465F515}"/>
              </a:ext>
            </a:extLst>
          </p:cNvPr>
          <p:cNvSpPr/>
          <p:nvPr/>
        </p:nvSpPr>
        <p:spPr>
          <a:xfrm>
            <a:off x="6217262" y="2889175"/>
            <a:ext cx="302745" cy="437374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1" name="Oval 32">
            <a:extLst>
              <a:ext uri="{FF2B5EF4-FFF2-40B4-BE49-F238E27FC236}">
                <a16:creationId xmlns:a16="http://schemas.microsoft.com/office/drawing/2014/main" xmlns="" id="{8C8FA1C7-E872-46C5-B30D-FF5F9840CCD6}"/>
              </a:ext>
            </a:extLst>
          </p:cNvPr>
          <p:cNvSpPr/>
          <p:nvPr/>
        </p:nvSpPr>
        <p:spPr>
          <a:xfrm>
            <a:off x="1074761" y="2925793"/>
            <a:ext cx="392569" cy="392054"/>
          </a:xfrm>
          <a:custGeom>
            <a:avLst/>
            <a:gdLst/>
            <a:ahLst/>
            <a:cxnLst/>
            <a:rect l="l" t="t" r="r" b="b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9649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21BB3ACD-39D6-4B07-B165-F979837486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Our Team Style</a:t>
            </a:r>
          </a:p>
        </p:txBody>
      </p:sp>
      <p:sp>
        <p:nvSpPr>
          <p:cNvPr id="3" name="Rectangle: Rounded Corners 51">
            <a:extLst>
              <a:ext uri="{FF2B5EF4-FFF2-40B4-BE49-F238E27FC236}">
                <a16:creationId xmlns:a16="http://schemas.microsoft.com/office/drawing/2014/main" xmlns="" id="{31314DFA-FC00-477A-89FC-E277F3DB45CF}"/>
              </a:ext>
            </a:extLst>
          </p:cNvPr>
          <p:cNvSpPr/>
          <p:nvPr/>
        </p:nvSpPr>
        <p:spPr>
          <a:xfrm>
            <a:off x="5164185" y="2111636"/>
            <a:ext cx="3432539" cy="970712"/>
          </a:xfrm>
          <a:prstGeom prst="roundRect">
            <a:avLst>
              <a:gd name="adj" fmla="val 1271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Pentagon 52">
            <a:extLst>
              <a:ext uri="{FF2B5EF4-FFF2-40B4-BE49-F238E27FC236}">
                <a16:creationId xmlns:a16="http://schemas.microsoft.com/office/drawing/2014/main" xmlns="" id="{21CCEB54-D325-428B-BF52-1EE005BDF29E}"/>
              </a:ext>
            </a:extLst>
          </p:cNvPr>
          <p:cNvSpPr/>
          <p:nvPr/>
        </p:nvSpPr>
        <p:spPr>
          <a:xfrm>
            <a:off x="5106742" y="1518871"/>
            <a:ext cx="3718582" cy="526090"/>
          </a:xfrm>
          <a:prstGeom prst="homePlate">
            <a:avLst>
              <a:gd name="adj" fmla="val 46420"/>
            </a:avLst>
          </a:prstGeom>
          <a:solidFill>
            <a:schemeClr val="accent1"/>
          </a:solidFill>
          <a:ln w="63500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cs typeface="Arial" pitchFamily="34" charset="0"/>
            </a:endParaRPr>
          </a:p>
        </p:txBody>
      </p:sp>
      <p:sp>
        <p:nvSpPr>
          <p:cNvPr id="5" name="Rectangle: Rounded Corners 53">
            <a:extLst>
              <a:ext uri="{FF2B5EF4-FFF2-40B4-BE49-F238E27FC236}">
                <a16:creationId xmlns:a16="http://schemas.microsoft.com/office/drawing/2014/main" xmlns="" id="{75E06CC7-9EAB-40C0-BED6-66CA55A1D188}"/>
              </a:ext>
            </a:extLst>
          </p:cNvPr>
          <p:cNvSpPr/>
          <p:nvPr/>
        </p:nvSpPr>
        <p:spPr>
          <a:xfrm>
            <a:off x="1552575" y="4752783"/>
            <a:ext cx="2286000" cy="1338115"/>
          </a:xfrm>
          <a:prstGeom prst="roundRect">
            <a:avLst>
              <a:gd name="adj" fmla="val 1271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Pentagon 54">
            <a:extLst>
              <a:ext uri="{FF2B5EF4-FFF2-40B4-BE49-F238E27FC236}">
                <a16:creationId xmlns:a16="http://schemas.microsoft.com/office/drawing/2014/main" xmlns="" id="{2EBF9D5C-A704-4759-B850-F6C9ED922D3A}"/>
              </a:ext>
            </a:extLst>
          </p:cNvPr>
          <p:cNvSpPr/>
          <p:nvPr/>
        </p:nvSpPr>
        <p:spPr>
          <a:xfrm>
            <a:off x="1552575" y="4160019"/>
            <a:ext cx="2522703" cy="526090"/>
          </a:xfrm>
          <a:prstGeom prst="homePlate">
            <a:avLst>
              <a:gd name="adj" fmla="val 46420"/>
            </a:avLst>
          </a:prstGeom>
          <a:solidFill>
            <a:schemeClr val="accent2"/>
          </a:solidFill>
          <a:ln w="63500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cs typeface="Arial" pitchFamily="34" charset="0"/>
            </a:endParaRPr>
          </a:p>
        </p:txBody>
      </p:sp>
      <p:sp>
        <p:nvSpPr>
          <p:cNvPr id="7" name="Rectangle: Rounded Corners 55">
            <a:extLst>
              <a:ext uri="{FF2B5EF4-FFF2-40B4-BE49-F238E27FC236}">
                <a16:creationId xmlns:a16="http://schemas.microsoft.com/office/drawing/2014/main" xmlns="" id="{6C52C6DC-2DF5-4842-A9A7-B3087E8D0D10}"/>
              </a:ext>
            </a:extLst>
          </p:cNvPr>
          <p:cNvSpPr/>
          <p:nvPr/>
        </p:nvSpPr>
        <p:spPr>
          <a:xfrm>
            <a:off x="5351083" y="4752783"/>
            <a:ext cx="2286000" cy="1338115"/>
          </a:xfrm>
          <a:prstGeom prst="roundRect">
            <a:avLst>
              <a:gd name="adj" fmla="val 12714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Pentagon 56">
            <a:extLst>
              <a:ext uri="{FF2B5EF4-FFF2-40B4-BE49-F238E27FC236}">
                <a16:creationId xmlns:a16="http://schemas.microsoft.com/office/drawing/2014/main" xmlns="" id="{A81D25E9-96D8-463F-927C-30A4D08FB846}"/>
              </a:ext>
            </a:extLst>
          </p:cNvPr>
          <p:cNvSpPr/>
          <p:nvPr/>
        </p:nvSpPr>
        <p:spPr>
          <a:xfrm>
            <a:off x="5351083" y="4160019"/>
            <a:ext cx="2522703" cy="526090"/>
          </a:xfrm>
          <a:prstGeom prst="homePlate">
            <a:avLst>
              <a:gd name="adj" fmla="val 46420"/>
            </a:avLst>
          </a:prstGeom>
          <a:solidFill>
            <a:schemeClr val="accent3"/>
          </a:solidFill>
          <a:ln w="63500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cs typeface="Arial" pitchFamily="34" charset="0"/>
            </a:endParaRPr>
          </a:p>
        </p:txBody>
      </p:sp>
      <p:sp>
        <p:nvSpPr>
          <p:cNvPr id="9" name="Rectangle: Rounded Corners 57">
            <a:extLst>
              <a:ext uri="{FF2B5EF4-FFF2-40B4-BE49-F238E27FC236}">
                <a16:creationId xmlns:a16="http://schemas.microsoft.com/office/drawing/2014/main" xmlns="" id="{BD2C4FBF-C9FE-4448-B431-E6DD9CDE33C2}"/>
              </a:ext>
            </a:extLst>
          </p:cNvPr>
          <p:cNvSpPr/>
          <p:nvPr/>
        </p:nvSpPr>
        <p:spPr>
          <a:xfrm>
            <a:off x="9149591" y="4752783"/>
            <a:ext cx="2286000" cy="1338115"/>
          </a:xfrm>
          <a:prstGeom prst="roundRect">
            <a:avLst>
              <a:gd name="adj" fmla="val 12714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Pentagon 58">
            <a:extLst>
              <a:ext uri="{FF2B5EF4-FFF2-40B4-BE49-F238E27FC236}">
                <a16:creationId xmlns:a16="http://schemas.microsoft.com/office/drawing/2014/main" xmlns="" id="{4971DCE5-863D-44A4-A882-BF83E4B35C7B}"/>
              </a:ext>
            </a:extLst>
          </p:cNvPr>
          <p:cNvSpPr/>
          <p:nvPr/>
        </p:nvSpPr>
        <p:spPr>
          <a:xfrm>
            <a:off x="9149591" y="4160019"/>
            <a:ext cx="2522703" cy="526090"/>
          </a:xfrm>
          <a:prstGeom prst="homePlate">
            <a:avLst>
              <a:gd name="adj" fmla="val 46420"/>
            </a:avLst>
          </a:prstGeom>
          <a:solidFill>
            <a:schemeClr val="accent4"/>
          </a:solidFill>
          <a:ln w="63500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cs typeface="Arial" pitchFamily="34" charset="0"/>
            </a:endParaRPr>
          </a:p>
        </p:txBody>
      </p:sp>
      <p:sp>
        <p:nvSpPr>
          <p:cNvPr id="12" name="직사각형 1">
            <a:extLst>
              <a:ext uri="{FF2B5EF4-FFF2-40B4-BE49-F238E27FC236}">
                <a16:creationId xmlns:a16="http://schemas.microsoft.com/office/drawing/2014/main" xmlns="" id="{F3545F34-D2D1-4710-A73A-0EF228770FB2}"/>
              </a:ext>
            </a:extLst>
          </p:cNvPr>
          <p:cNvSpPr/>
          <p:nvPr/>
        </p:nvSpPr>
        <p:spPr>
          <a:xfrm>
            <a:off x="2174185" y="5138100"/>
            <a:ext cx="15867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Get a modern PowerPoint  Presentation that is beautifully designed.</a:t>
            </a:r>
          </a:p>
        </p:txBody>
      </p:sp>
      <p:sp>
        <p:nvSpPr>
          <p:cNvPr id="13" name="직사각형 2">
            <a:extLst>
              <a:ext uri="{FF2B5EF4-FFF2-40B4-BE49-F238E27FC236}">
                <a16:creationId xmlns:a16="http://schemas.microsoft.com/office/drawing/2014/main" xmlns="" id="{9BD16917-27C2-4A88-A46B-FF08AE60A66D}"/>
              </a:ext>
            </a:extLst>
          </p:cNvPr>
          <p:cNvSpPr/>
          <p:nvPr/>
        </p:nvSpPr>
        <p:spPr>
          <a:xfrm>
            <a:off x="2183247" y="4842531"/>
            <a:ext cx="15776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Contents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Here</a:t>
            </a:r>
          </a:p>
        </p:txBody>
      </p:sp>
      <p:sp>
        <p:nvSpPr>
          <p:cNvPr id="14" name="직사각형 3">
            <a:extLst>
              <a:ext uri="{FF2B5EF4-FFF2-40B4-BE49-F238E27FC236}">
                <a16:creationId xmlns:a16="http://schemas.microsoft.com/office/drawing/2014/main" xmlns="" id="{8091AFD1-9EEB-4051-B35F-88D55DD7D1E4}"/>
              </a:ext>
            </a:extLst>
          </p:cNvPr>
          <p:cNvSpPr/>
          <p:nvPr/>
        </p:nvSpPr>
        <p:spPr>
          <a:xfrm>
            <a:off x="2174184" y="4273661"/>
            <a:ext cx="158675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bg1"/>
                </a:solidFill>
              </a:rPr>
              <a:t>Member Name </a:t>
            </a:r>
          </a:p>
        </p:txBody>
      </p:sp>
      <p:sp>
        <p:nvSpPr>
          <p:cNvPr id="16" name="직사각형 1">
            <a:extLst>
              <a:ext uri="{FF2B5EF4-FFF2-40B4-BE49-F238E27FC236}">
                <a16:creationId xmlns:a16="http://schemas.microsoft.com/office/drawing/2014/main" xmlns="" id="{1343BBAD-6D86-4308-8D0D-F5FB9538E79D}"/>
              </a:ext>
            </a:extLst>
          </p:cNvPr>
          <p:cNvSpPr/>
          <p:nvPr/>
        </p:nvSpPr>
        <p:spPr>
          <a:xfrm>
            <a:off x="5972693" y="5138100"/>
            <a:ext cx="15867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Get a modern PowerPoint  Presentation that is beautifully designed.</a:t>
            </a:r>
          </a:p>
        </p:txBody>
      </p:sp>
      <p:sp>
        <p:nvSpPr>
          <p:cNvPr id="17" name="직사각형 2">
            <a:extLst>
              <a:ext uri="{FF2B5EF4-FFF2-40B4-BE49-F238E27FC236}">
                <a16:creationId xmlns:a16="http://schemas.microsoft.com/office/drawing/2014/main" xmlns="" id="{209C1F41-9A84-4273-AF20-F979789CADFE}"/>
              </a:ext>
            </a:extLst>
          </p:cNvPr>
          <p:cNvSpPr/>
          <p:nvPr/>
        </p:nvSpPr>
        <p:spPr>
          <a:xfrm>
            <a:off x="5981755" y="4842531"/>
            <a:ext cx="15776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Contents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Here</a:t>
            </a:r>
          </a:p>
        </p:txBody>
      </p:sp>
      <p:sp>
        <p:nvSpPr>
          <p:cNvPr id="18" name="직사각형 3">
            <a:extLst>
              <a:ext uri="{FF2B5EF4-FFF2-40B4-BE49-F238E27FC236}">
                <a16:creationId xmlns:a16="http://schemas.microsoft.com/office/drawing/2014/main" xmlns="" id="{12A08502-002F-4EA9-92BF-E7AB487D3103}"/>
              </a:ext>
            </a:extLst>
          </p:cNvPr>
          <p:cNvSpPr/>
          <p:nvPr/>
        </p:nvSpPr>
        <p:spPr>
          <a:xfrm>
            <a:off x="5972692" y="4273661"/>
            <a:ext cx="158675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bg1"/>
                </a:solidFill>
              </a:rPr>
              <a:t>Member Name </a:t>
            </a:r>
          </a:p>
        </p:txBody>
      </p:sp>
      <p:sp>
        <p:nvSpPr>
          <p:cNvPr id="20" name="직사각형 1">
            <a:extLst>
              <a:ext uri="{FF2B5EF4-FFF2-40B4-BE49-F238E27FC236}">
                <a16:creationId xmlns:a16="http://schemas.microsoft.com/office/drawing/2014/main" xmlns="" id="{32EEDC2A-1F55-482F-9B9A-AE98323672FA}"/>
              </a:ext>
            </a:extLst>
          </p:cNvPr>
          <p:cNvSpPr/>
          <p:nvPr/>
        </p:nvSpPr>
        <p:spPr>
          <a:xfrm>
            <a:off x="9771201" y="5138100"/>
            <a:ext cx="15867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Get a modern PowerPoint  Presentation that is beautifully designed.</a:t>
            </a:r>
          </a:p>
        </p:txBody>
      </p:sp>
      <p:sp>
        <p:nvSpPr>
          <p:cNvPr id="21" name="직사각형 2">
            <a:extLst>
              <a:ext uri="{FF2B5EF4-FFF2-40B4-BE49-F238E27FC236}">
                <a16:creationId xmlns:a16="http://schemas.microsoft.com/office/drawing/2014/main" xmlns="" id="{C8B54090-4242-4D93-B456-B390694D0CD8}"/>
              </a:ext>
            </a:extLst>
          </p:cNvPr>
          <p:cNvSpPr/>
          <p:nvPr/>
        </p:nvSpPr>
        <p:spPr>
          <a:xfrm>
            <a:off x="9780263" y="4842531"/>
            <a:ext cx="15776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Contents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Here</a:t>
            </a:r>
          </a:p>
        </p:txBody>
      </p:sp>
      <p:sp>
        <p:nvSpPr>
          <p:cNvPr id="22" name="직사각형 3">
            <a:extLst>
              <a:ext uri="{FF2B5EF4-FFF2-40B4-BE49-F238E27FC236}">
                <a16:creationId xmlns:a16="http://schemas.microsoft.com/office/drawing/2014/main" xmlns="" id="{887AFDD3-0D17-4756-825B-9CAB64D9E4F6}"/>
              </a:ext>
            </a:extLst>
          </p:cNvPr>
          <p:cNvSpPr/>
          <p:nvPr/>
        </p:nvSpPr>
        <p:spPr>
          <a:xfrm>
            <a:off x="9771200" y="4273661"/>
            <a:ext cx="158675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bg1"/>
                </a:solidFill>
              </a:rPr>
              <a:t>Member Name </a:t>
            </a:r>
          </a:p>
        </p:txBody>
      </p:sp>
      <p:sp>
        <p:nvSpPr>
          <p:cNvPr id="24" name="직사각형 1">
            <a:extLst>
              <a:ext uri="{FF2B5EF4-FFF2-40B4-BE49-F238E27FC236}">
                <a16:creationId xmlns:a16="http://schemas.microsoft.com/office/drawing/2014/main" xmlns="" id="{270DD782-24D0-459C-82A2-DD90BC763417}"/>
              </a:ext>
            </a:extLst>
          </p:cNvPr>
          <p:cNvSpPr/>
          <p:nvPr/>
        </p:nvSpPr>
        <p:spPr>
          <a:xfrm>
            <a:off x="5942061" y="2501177"/>
            <a:ext cx="25586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5" name="직사각형 2">
            <a:extLst>
              <a:ext uri="{FF2B5EF4-FFF2-40B4-BE49-F238E27FC236}">
                <a16:creationId xmlns:a16="http://schemas.microsoft.com/office/drawing/2014/main" xmlns="" id="{C96F45AC-D4E3-4CEF-934F-6F76A64112A9}"/>
              </a:ext>
            </a:extLst>
          </p:cNvPr>
          <p:cNvSpPr/>
          <p:nvPr/>
        </p:nvSpPr>
        <p:spPr>
          <a:xfrm>
            <a:off x="5956673" y="2205608"/>
            <a:ext cx="25440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Contents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Here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6" name="직사각형 3">
            <a:extLst>
              <a:ext uri="{FF2B5EF4-FFF2-40B4-BE49-F238E27FC236}">
                <a16:creationId xmlns:a16="http://schemas.microsoft.com/office/drawing/2014/main" xmlns="" id="{28807DD9-DF5C-4E35-AB64-43197B341185}"/>
              </a:ext>
            </a:extLst>
          </p:cNvPr>
          <p:cNvSpPr/>
          <p:nvPr/>
        </p:nvSpPr>
        <p:spPr>
          <a:xfrm>
            <a:off x="5942059" y="1636738"/>
            <a:ext cx="25586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bg1"/>
                </a:solidFill>
              </a:rPr>
              <a:t>Member Name </a:t>
            </a:r>
          </a:p>
        </p:txBody>
      </p:sp>
      <p:cxnSp>
        <p:nvCxnSpPr>
          <p:cNvPr id="27" name="Straight Connector 32">
            <a:extLst>
              <a:ext uri="{FF2B5EF4-FFF2-40B4-BE49-F238E27FC236}">
                <a16:creationId xmlns:a16="http://schemas.microsoft.com/office/drawing/2014/main" xmlns="" id="{322BDC5C-4EF8-4616-B4E5-F74ABF683FC8}"/>
              </a:ext>
            </a:extLst>
          </p:cNvPr>
          <p:cNvCxnSpPr>
            <a:cxnSpLocks/>
          </p:cNvCxnSpPr>
          <p:nvPr/>
        </p:nvCxnSpPr>
        <p:spPr>
          <a:xfrm>
            <a:off x="5383883" y="3200400"/>
            <a:ext cx="0" cy="276957"/>
          </a:xfrm>
          <a:prstGeom prst="line">
            <a:avLst/>
          </a:prstGeom>
          <a:ln w="19050">
            <a:solidFill>
              <a:schemeClr val="accent5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34">
            <a:extLst>
              <a:ext uri="{FF2B5EF4-FFF2-40B4-BE49-F238E27FC236}">
                <a16:creationId xmlns:a16="http://schemas.microsoft.com/office/drawing/2014/main" xmlns="" id="{72399B37-0B7C-44BE-90E9-0A114EF0AB6C}"/>
              </a:ext>
            </a:extLst>
          </p:cNvPr>
          <p:cNvCxnSpPr>
            <a:cxnSpLocks/>
          </p:cNvCxnSpPr>
          <p:nvPr/>
        </p:nvCxnSpPr>
        <p:spPr>
          <a:xfrm>
            <a:off x="1540723" y="3477357"/>
            <a:ext cx="7597016" cy="0"/>
          </a:xfrm>
          <a:prstGeom prst="line">
            <a:avLst/>
          </a:prstGeom>
          <a:ln w="19050">
            <a:solidFill>
              <a:schemeClr val="accent5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36">
            <a:extLst>
              <a:ext uri="{FF2B5EF4-FFF2-40B4-BE49-F238E27FC236}">
                <a16:creationId xmlns:a16="http://schemas.microsoft.com/office/drawing/2014/main" xmlns="" id="{9CB02F96-C8E2-48B1-9524-161A7698976F}"/>
              </a:ext>
            </a:extLst>
          </p:cNvPr>
          <p:cNvCxnSpPr>
            <a:cxnSpLocks/>
          </p:cNvCxnSpPr>
          <p:nvPr/>
        </p:nvCxnSpPr>
        <p:spPr>
          <a:xfrm>
            <a:off x="1535921" y="3477357"/>
            <a:ext cx="0" cy="404291"/>
          </a:xfrm>
          <a:prstGeom prst="line">
            <a:avLst/>
          </a:prstGeom>
          <a:ln w="19050">
            <a:solidFill>
              <a:schemeClr val="accent5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39">
            <a:extLst>
              <a:ext uri="{FF2B5EF4-FFF2-40B4-BE49-F238E27FC236}">
                <a16:creationId xmlns:a16="http://schemas.microsoft.com/office/drawing/2014/main" xmlns="" id="{57C5228D-CAC8-4D93-A680-CA1F4AEBCB7E}"/>
              </a:ext>
            </a:extLst>
          </p:cNvPr>
          <p:cNvCxnSpPr>
            <a:cxnSpLocks/>
          </p:cNvCxnSpPr>
          <p:nvPr/>
        </p:nvCxnSpPr>
        <p:spPr>
          <a:xfrm>
            <a:off x="5383883" y="3477357"/>
            <a:ext cx="0" cy="404291"/>
          </a:xfrm>
          <a:prstGeom prst="line">
            <a:avLst/>
          </a:prstGeom>
          <a:ln w="19050">
            <a:solidFill>
              <a:schemeClr val="accent5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40">
            <a:extLst>
              <a:ext uri="{FF2B5EF4-FFF2-40B4-BE49-F238E27FC236}">
                <a16:creationId xmlns:a16="http://schemas.microsoft.com/office/drawing/2014/main" xmlns="" id="{BFB38B48-9733-4190-AE10-31A8CB587F36}"/>
              </a:ext>
            </a:extLst>
          </p:cNvPr>
          <p:cNvCxnSpPr>
            <a:cxnSpLocks/>
          </p:cNvCxnSpPr>
          <p:nvPr/>
        </p:nvCxnSpPr>
        <p:spPr>
          <a:xfrm>
            <a:off x="9137679" y="3477357"/>
            <a:ext cx="0" cy="404291"/>
          </a:xfrm>
          <a:prstGeom prst="line">
            <a:avLst/>
          </a:prstGeom>
          <a:ln w="19050">
            <a:solidFill>
              <a:schemeClr val="accent5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xmlns="" id="{BC56228C-7EE9-4E24-8A8A-8C2CFBB1FF2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</p:sp>
      <p:sp>
        <p:nvSpPr>
          <p:cNvPr id="23" name="그림 개체 틀 22">
            <a:extLst>
              <a:ext uri="{FF2B5EF4-FFF2-40B4-BE49-F238E27FC236}">
                <a16:creationId xmlns:a16="http://schemas.microsoft.com/office/drawing/2014/main" xmlns="" id="{71682BC0-F9CB-4FF6-A06F-2C1EFC08AC8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/>
      </p:sp>
      <p:sp>
        <p:nvSpPr>
          <p:cNvPr id="33" name="그림 개체 틀 32">
            <a:extLst>
              <a:ext uri="{FF2B5EF4-FFF2-40B4-BE49-F238E27FC236}">
                <a16:creationId xmlns:a16="http://schemas.microsoft.com/office/drawing/2014/main" xmlns="" id="{26650C86-A7A0-4DF9-88AA-A34B671A247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/>
      </p:sp>
      <p:sp>
        <p:nvSpPr>
          <p:cNvPr id="35" name="그림 개체 틀 34">
            <a:extLst>
              <a:ext uri="{FF2B5EF4-FFF2-40B4-BE49-F238E27FC236}">
                <a16:creationId xmlns:a16="http://schemas.microsoft.com/office/drawing/2014/main" xmlns="" id="{BCAF7DB2-BD88-4AB7-B866-909CF162DEA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</p:sp>
    </p:spTree>
    <p:extLst>
      <p:ext uri="{BB962C8B-B14F-4D97-AF65-F5344CB8AC3E}">
        <p14:creationId xmlns:p14="http://schemas.microsoft.com/office/powerpoint/2010/main" val="141078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>
            <a:extLst>
              <a:ext uri="{FF2B5EF4-FFF2-40B4-BE49-F238E27FC236}">
                <a16:creationId xmlns:a16="http://schemas.microsoft.com/office/drawing/2014/main" xmlns="" id="{1620EA02-56AD-4721-A724-32067FCC5D8A}"/>
              </a:ext>
            </a:extLst>
          </p:cNvPr>
          <p:cNvSpPr/>
          <p:nvPr/>
        </p:nvSpPr>
        <p:spPr>
          <a:xfrm flipH="1">
            <a:off x="5357752" y="5981911"/>
            <a:ext cx="6388770" cy="43257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xmlns="" id="{CF780496-48B4-4245-9174-9BB1B5E3F169}"/>
              </a:ext>
            </a:extLst>
          </p:cNvPr>
          <p:cNvGrpSpPr/>
          <p:nvPr/>
        </p:nvGrpSpPr>
        <p:grpSpPr>
          <a:xfrm>
            <a:off x="6483920" y="4043349"/>
            <a:ext cx="987806" cy="2215458"/>
            <a:chOff x="6518735" y="4013021"/>
            <a:chExt cx="987806" cy="2215458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xmlns="" id="{AFCBE7A4-089D-4080-A1C6-FF4D732C545E}"/>
                </a:ext>
              </a:extLst>
            </p:cNvPr>
            <p:cNvGrpSpPr/>
            <p:nvPr/>
          </p:nvGrpSpPr>
          <p:grpSpPr>
            <a:xfrm rot="9167135" flipH="1">
              <a:off x="7179058" y="4013021"/>
              <a:ext cx="308906" cy="464587"/>
              <a:chOff x="9979267" y="4236569"/>
              <a:chExt cx="1414785" cy="2127797"/>
            </a:xfrm>
          </p:grpSpPr>
          <p:sp>
            <p:nvSpPr>
              <p:cNvPr id="63" name="자유형: 도형 62">
                <a:extLst>
                  <a:ext uri="{FF2B5EF4-FFF2-40B4-BE49-F238E27FC236}">
                    <a16:creationId xmlns:a16="http://schemas.microsoft.com/office/drawing/2014/main" xmlns="" id="{7A6E0E23-158E-43A0-BB25-A2285DF589BA}"/>
                  </a:ext>
                </a:extLst>
              </p:cNvPr>
              <p:cNvSpPr/>
              <p:nvPr/>
            </p:nvSpPr>
            <p:spPr>
              <a:xfrm>
                <a:off x="9979267" y="4236569"/>
                <a:ext cx="1414785" cy="1520293"/>
              </a:xfrm>
              <a:custGeom>
                <a:avLst/>
                <a:gdLst>
                  <a:gd name="connsiteX0" fmla="*/ 675051 w 1414785"/>
                  <a:gd name="connsiteY0" fmla="*/ 454 h 1520293"/>
                  <a:gd name="connsiteX1" fmla="*/ 829004 w 1414785"/>
                  <a:gd name="connsiteY1" fmla="*/ 9145 h 1520293"/>
                  <a:gd name="connsiteX2" fmla="*/ 1174869 w 1414785"/>
                  <a:gd name="connsiteY2" fmla="*/ 167635 h 1520293"/>
                  <a:gd name="connsiteX3" fmla="*/ 1410815 w 1414785"/>
                  <a:gd name="connsiteY3" fmla="*/ 779099 h 1520293"/>
                  <a:gd name="connsiteX4" fmla="*/ 1270731 w 1414785"/>
                  <a:gd name="connsiteY4" fmla="*/ 1118830 h 1520293"/>
                  <a:gd name="connsiteX5" fmla="*/ 1164900 w 1414785"/>
                  <a:gd name="connsiteY5" fmla="*/ 1235908 h 1520293"/>
                  <a:gd name="connsiteX6" fmla="*/ 1026605 w 1414785"/>
                  <a:gd name="connsiteY6" fmla="*/ 1453448 h 1520293"/>
                  <a:gd name="connsiteX7" fmla="*/ 998997 w 1414785"/>
                  <a:gd name="connsiteY7" fmla="*/ 1512754 h 1520293"/>
                  <a:gd name="connsiteX8" fmla="*/ 999145 w 1414785"/>
                  <a:gd name="connsiteY8" fmla="*/ 1520293 h 1520293"/>
                  <a:gd name="connsiteX9" fmla="*/ 416778 w 1414785"/>
                  <a:gd name="connsiteY9" fmla="*/ 1520293 h 1520293"/>
                  <a:gd name="connsiteX10" fmla="*/ 416931 w 1414785"/>
                  <a:gd name="connsiteY10" fmla="*/ 1513265 h 1520293"/>
                  <a:gd name="connsiteX11" fmla="*/ 394435 w 1414785"/>
                  <a:gd name="connsiteY11" fmla="*/ 1468019 h 1520293"/>
                  <a:gd name="connsiteX12" fmla="*/ 362226 w 1414785"/>
                  <a:gd name="connsiteY12" fmla="*/ 1389796 h 1520293"/>
                  <a:gd name="connsiteX13" fmla="*/ 258441 w 1414785"/>
                  <a:gd name="connsiteY13" fmla="*/ 1244344 h 1520293"/>
                  <a:gd name="connsiteX14" fmla="*/ 149543 w 1414785"/>
                  <a:gd name="connsiteY14" fmla="*/ 1123431 h 1520293"/>
                  <a:gd name="connsiteX15" fmla="*/ 4601 w 1414785"/>
                  <a:gd name="connsiteY15" fmla="*/ 777054 h 1520293"/>
                  <a:gd name="connsiteX16" fmla="*/ 0 w 1414785"/>
                  <a:gd name="connsiteY16" fmla="*/ 731808 h 1520293"/>
                  <a:gd name="connsiteX17" fmla="*/ 0 w 1414785"/>
                  <a:gd name="connsiteY17" fmla="*/ 665345 h 1520293"/>
                  <a:gd name="connsiteX18" fmla="*/ 1278 w 1414785"/>
                  <a:gd name="connsiteY18" fmla="*/ 658187 h 1520293"/>
                  <a:gd name="connsiteX19" fmla="*/ 92793 w 1414785"/>
                  <a:gd name="connsiteY19" fmla="*/ 349132 h 1520293"/>
                  <a:gd name="connsiteX20" fmla="*/ 522249 w 1414785"/>
                  <a:gd name="connsiteY20" fmla="*/ 21671 h 1520293"/>
                  <a:gd name="connsiteX21" fmla="*/ 675051 w 1414785"/>
                  <a:gd name="connsiteY21" fmla="*/ 454 h 1520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14785" h="1520293">
                    <a:moveTo>
                      <a:pt x="675051" y="454"/>
                    </a:moveTo>
                    <a:cubicBezTo>
                      <a:pt x="726241" y="-1272"/>
                      <a:pt x="777622" y="1988"/>
                      <a:pt x="829004" y="9145"/>
                    </a:cubicBezTo>
                    <a:cubicBezTo>
                      <a:pt x="959886" y="27295"/>
                      <a:pt x="1076964" y="78932"/>
                      <a:pt x="1174869" y="167635"/>
                    </a:cubicBezTo>
                    <a:cubicBezTo>
                      <a:pt x="1355088" y="331494"/>
                      <a:pt x="1434077" y="536507"/>
                      <a:pt x="1410815" y="779099"/>
                    </a:cubicBezTo>
                    <a:cubicBezTo>
                      <a:pt x="1398545" y="905891"/>
                      <a:pt x="1350487" y="1019646"/>
                      <a:pt x="1270731" y="1118830"/>
                    </a:cubicBezTo>
                    <a:cubicBezTo>
                      <a:pt x="1237754" y="1159731"/>
                      <a:pt x="1201200" y="1197819"/>
                      <a:pt x="1164900" y="1235908"/>
                    </a:cubicBezTo>
                    <a:cubicBezTo>
                      <a:pt x="1104316" y="1299304"/>
                      <a:pt x="1055491" y="1369858"/>
                      <a:pt x="1026605" y="1453448"/>
                    </a:cubicBezTo>
                    <a:cubicBezTo>
                      <a:pt x="1019447" y="1473899"/>
                      <a:pt x="1008711" y="1493326"/>
                      <a:pt x="998997" y="1512754"/>
                    </a:cubicBezTo>
                    <a:lnTo>
                      <a:pt x="999145" y="1520293"/>
                    </a:lnTo>
                    <a:lnTo>
                      <a:pt x="416778" y="1520293"/>
                    </a:lnTo>
                    <a:lnTo>
                      <a:pt x="416931" y="1513265"/>
                    </a:lnTo>
                    <a:cubicBezTo>
                      <a:pt x="409006" y="1498438"/>
                      <a:pt x="401081" y="1483356"/>
                      <a:pt x="394435" y="1468019"/>
                    </a:cubicBezTo>
                    <a:cubicBezTo>
                      <a:pt x="383187" y="1442200"/>
                      <a:pt x="374240" y="1415359"/>
                      <a:pt x="362226" y="1389796"/>
                    </a:cubicBezTo>
                    <a:cubicBezTo>
                      <a:pt x="336408" y="1335092"/>
                      <a:pt x="298574" y="1288823"/>
                      <a:pt x="258441" y="1244344"/>
                    </a:cubicBezTo>
                    <a:cubicBezTo>
                      <a:pt x="222141" y="1203954"/>
                      <a:pt x="184053" y="1165354"/>
                      <a:pt x="149543" y="1123431"/>
                    </a:cubicBezTo>
                    <a:cubicBezTo>
                      <a:pt x="66208" y="1022969"/>
                      <a:pt x="18661" y="906914"/>
                      <a:pt x="4601" y="777054"/>
                    </a:cubicBezTo>
                    <a:cubicBezTo>
                      <a:pt x="3067" y="761972"/>
                      <a:pt x="1534" y="746890"/>
                      <a:pt x="0" y="731808"/>
                    </a:cubicBezTo>
                    <a:cubicBezTo>
                      <a:pt x="0" y="709568"/>
                      <a:pt x="0" y="687584"/>
                      <a:pt x="0" y="665345"/>
                    </a:cubicBezTo>
                    <a:cubicBezTo>
                      <a:pt x="511" y="663044"/>
                      <a:pt x="1023" y="660488"/>
                      <a:pt x="1278" y="658187"/>
                    </a:cubicBezTo>
                    <a:cubicBezTo>
                      <a:pt x="7924" y="548011"/>
                      <a:pt x="37577" y="444481"/>
                      <a:pt x="92793" y="349132"/>
                    </a:cubicBezTo>
                    <a:cubicBezTo>
                      <a:pt x="190444" y="180672"/>
                      <a:pt x="332573" y="69474"/>
                      <a:pt x="522249" y="21671"/>
                    </a:cubicBezTo>
                    <a:cubicBezTo>
                      <a:pt x="572864" y="8890"/>
                      <a:pt x="623862" y="2179"/>
                      <a:pt x="675051" y="45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4539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xmlns="" id="{AAE0D66C-A380-499D-9398-8C80095CEACD}"/>
                  </a:ext>
                </a:extLst>
              </p:cNvPr>
              <p:cNvSpPr/>
              <p:nvPr/>
            </p:nvSpPr>
            <p:spPr>
              <a:xfrm>
                <a:off x="10376035" y="5756862"/>
                <a:ext cx="621798" cy="607504"/>
              </a:xfrm>
              <a:custGeom>
                <a:avLst/>
                <a:gdLst>
                  <a:gd name="connsiteX0" fmla="*/ 20010 w 621798"/>
                  <a:gd name="connsiteY0" fmla="*/ 0 h 607504"/>
                  <a:gd name="connsiteX1" fmla="*/ 602377 w 621798"/>
                  <a:gd name="connsiteY1" fmla="*/ 0 h 607504"/>
                  <a:gd name="connsiteX2" fmla="*/ 602485 w 621798"/>
                  <a:gd name="connsiteY2" fmla="*/ 5498 h 607504"/>
                  <a:gd name="connsiteX3" fmla="*/ 604785 w 621798"/>
                  <a:gd name="connsiteY3" fmla="*/ 125388 h 607504"/>
                  <a:gd name="connsiteX4" fmla="*/ 604274 w 621798"/>
                  <a:gd name="connsiteY4" fmla="*/ 138680 h 607504"/>
                  <a:gd name="connsiteX5" fmla="*/ 604018 w 621798"/>
                  <a:gd name="connsiteY5" fmla="*/ 242722 h 607504"/>
                  <a:gd name="connsiteX6" fmla="*/ 602485 w 621798"/>
                  <a:gd name="connsiteY6" fmla="*/ 274164 h 607504"/>
                  <a:gd name="connsiteX7" fmla="*/ 585869 w 621798"/>
                  <a:gd name="connsiteY7" fmla="*/ 389452 h 607504"/>
                  <a:gd name="connsiteX8" fmla="*/ 583824 w 621798"/>
                  <a:gd name="connsiteY8" fmla="*/ 396865 h 607504"/>
                  <a:gd name="connsiteX9" fmla="*/ 469302 w 621798"/>
                  <a:gd name="connsiteY9" fmla="*/ 522891 h 607504"/>
                  <a:gd name="connsiteX10" fmla="*/ 452175 w 621798"/>
                  <a:gd name="connsiteY10" fmla="*/ 537973 h 607504"/>
                  <a:gd name="connsiteX11" fmla="*/ 388779 w 621798"/>
                  <a:gd name="connsiteY11" fmla="*/ 604947 h 607504"/>
                  <a:gd name="connsiteX12" fmla="*/ 379321 w 621798"/>
                  <a:gd name="connsiteY12" fmla="*/ 607504 h 607504"/>
                  <a:gd name="connsiteX13" fmla="*/ 244604 w 621798"/>
                  <a:gd name="connsiteY13" fmla="*/ 607504 h 607504"/>
                  <a:gd name="connsiteX14" fmla="*/ 241537 w 621798"/>
                  <a:gd name="connsiteY14" fmla="*/ 606226 h 607504"/>
                  <a:gd name="connsiteX15" fmla="*/ 169705 w 621798"/>
                  <a:gd name="connsiteY15" fmla="*/ 538740 h 607504"/>
                  <a:gd name="connsiteX16" fmla="*/ 151300 w 621798"/>
                  <a:gd name="connsiteY16" fmla="*/ 523146 h 607504"/>
                  <a:gd name="connsiteX17" fmla="*/ 38312 w 621798"/>
                  <a:gd name="connsiteY17" fmla="*/ 397121 h 607504"/>
                  <a:gd name="connsiteX18" fmla="*/ 36267 w 621798"/>
                  <a:gd name="connsiteY18" fmla="*/ 389708 h 607504"/>
                  <a:gd name="connsiteX19" fmla="*/ 19140 w 621798"/>
                  <a:gd name="connsiteY19" fmla="*/ 275953 h 607504"/>
                  <a:gd name="connsiteX20" fmla="*/ 17351 w 621798"/>
                  <a:gd name="connsiteY20" fmla="*/ 241443 h 607504"/>
                  <a:gd name="connsiteX21" fmla="*/ 17862 w 621798"/>
                  <a:gd name="connsiteY21" fmla="*/ 137914 h 607504"/>
                  <a:gd name="connsiteX22" fmla="*/ 18117 w 621798"/>
                  <a:gd name="connsiteY22" fmla="*/ 127689 h 607504"/>
                  <a:gd name="connsiteX23" fmla="*/ 19907 w 621798"/>
                  <a:gd name="connsiteY23" fmla="*/ 4731 h 607504"/>
                  <a:gd name="connsiteX24" fmla="*/ 20010 w 621798"/>
                  <a:gd name="connsiteY24" fmla="*/ 0 h 607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21798" h="607504">
                    <a:moveTo>
                      <a:pt x="20010" y="0"/>
                    </a:moveTo>
                    <a:lnTo>
                      <a:pt x="602377" y="0"/>
                    </a:lnTo>
                    <a:lnTo>
                      <a:pt x="602485" y="5498"/>
                    </a:lnTo>
                    <a:cubicBezTo>
                      <a:pt x="626514" y="44865"/>
                      <a:pt x="629070" y="84998"/>
                      <a:pt x="604785" y="125388"/>
                    </a:cubicBezTo>
                    <a:cubicBezTo>
                      <a:pt x="601718" y="130500"/>
                      <a:pt x="601718" y="133568"/>
                      <a:pt x="604274" y="138680"/>
                    </a:cubicBezTo>
                    <a:cubicBezTo>
                      <a:pt x="621146" y="173446"/>
                      <a:pt x="623702" y="208978"/>
                      <a:pt x="604018" y="242722"/>
                    </a:cubicBezTo>
                    <a:cubicBezTo>
                      <a:pt x="597117" y="254481"/>
                      <a:pt x="597628" y="262149"/>
                      <a:pt x="602485" y="274164"/>
                    </a:cubicBezTo>
                    <a:cubicBezTo>
                      <a:pt x="619101" y="315320"/>
                      <a:pt x="617567" y="354687"/>
                      <a:pt x="585869" y="389452"/>
                    </a:cubicBezTo>
                    <a:cubicBezTo>
                      <a:pt x="584335" y="391242"/>
                      <a:pt x="583568" y="394565"/>
                      <a:pt x="583824" y="396865"/>
                    </a:cubicBezTo>
                    <a:cubicBezTo>
                      <a:pt x="589192" y="450803"/>
                      <a:pt x="547269" y="517778"/>
                      <a:pt x="469302" y="522891"/>
                    </a:cubicBezTo>
                    <a:cubicBezTo>
                      <a:pt x="454987" y="523913"/>
                      <a:pt x="454987" y="523913"/>
                      <a:pt x="452175" y="537973"/>
                    </a:cubicBezTo>
                    <a:cubicBezTo>
                      <a:pt x="444762" y="573250"/>
                      <a:pt x="424312" y="596000"/>
                      <a:pt x="388779" y="604947"/>
                    </a:cubicBezTo>
                    <a:cubicBezTo>
                      <a:pt x="385712" y="605970"/>
                      <a:pt x="382389" y="606737"/>
                      <a:pt x="379321" y="607504"/>
                    </a:cubicBezTo>
                    <a:cubicBezTo>
                      <a:pt x="334330" y="607504"/>
                      <a:pt x="289595" y="607504"/>
                      <a:pt x="244604" y="607504"/>
                    </a:cubicBezTo>
                    <a:cubicBezTo>
                      <a:pt x="243582" y="606992"/>
                      <a:pt x="242560" y="606481"/>
                      <a:pt x="241537" y="606226"/>
                    </a:cubicBezTo>
                    <a:cubicBezTo>
                      <a:pt x="202681" y="600857"/>
                      <a:pt x="177374" y="577084"/>
                      <a:pt x="169705" y="538740"/>
                    </a:cubicBezTo>
                    <a:cubicBezTo>
                      <a:pt x="166638" y="524169"/>
                      <a:pt x="166638" y="524169"/>
                      <a:pt x="151300" y="523146"/>
                    </a:cubicBezTo>
                    <a:cubicBezTo>
                      <a:pt x="83558" y="518800"/>
                      <a:pt x="35245" y="464607"/>
                      <a:pt x="38312" y="397121"/>
                    </a:cubicBezTo>
                    <a:cubicBezTo>
                      <a:pt x="38312" y="394565"/>
                      <a:pt x="37801" y="391498"/>
                      <a:pt x="36267" y="389708"/>
                    </a:cubicBezTo>
                    <a:cubicBezTo>
                      <a:pt x="5080" y="355710"/>
                      <a:pt x="2780" y="316598"/>
                      <a:pt x="19140" y="275953"/>
                    </a:cubicBezTo>
                    <a:cubicBezTo>
                      <a:pt x="24508" y="262660"/>
                      <a:pt x="24508" y="254225"/>
                      <a:pt x="17351" y="241443"/>
                    </a:cubicBezTo>
                    <a:cubicBezTo>
                      <a:pt x="-1566" y="207445"/>
                      <a:pt x="1501" y="172424"/>
                      <a:pt x="17862" y="137914"/>
                    </a:cubicBezTo>
                    <a:cubicBezTo>
                      <a:pt x="19140" y="135102"/>
                      <a:pt x="19651" y="130245"/>
                      <a:pt x="18117" y="127689"/>
                    </a:cubicBezTo>
                    <a:cubicBezTo>
                      <a:pt x="-7446" y="86277"/>
                      <a:pt x="-5145" y="45376"/>
                      <a:pt x="19907" y="4731"/>
                    </a:cubicBezTo>
                    <a:lnTo>
                      <a:pt x="200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4539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xmlns="" id="{2794040C-39C7-464A-B96F-24D1B7CEA0A8}"/>
                </a:ext>
              </a:extLst>
            </p:cNvPr>
            <p:cNvGrpSpPr/>
            <p:nvPr/>
          </p:nvGrpSpPr>
          <p:grpSpPr>
            <a:xfrm rot="11205143" flipH="1">
              <a:off x="7197635" y="4599651"/>
              <a:ext cx="308906" cy="464587"/>
              <a:chOff x="9979267" y="4236569"/>
              <a:chExt cx="1414785" cy="2127797"/>
            </a:xfrm>
          </p:grpSpPr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xmlns="" id="{6BDAF514-5CC3-4D2D-A458-3DDB0EFABED2}"/>
                  </a:ext>
                </a:extLst>
              </p:cNvPr>
              <p:cNvSpPr/>
              <p:nvPr/>
            </p:nvSpPr>
            <p:spPr>
              <a:xfrm>
                <a:off x="9979267" y="4236569"/>
                <a:ext cx="1414785" cy="1520293"/>
              </a:xfrm>
              <a:custGeom>
                <a:avLst/>
                <a:gdLst>
                  <a:gd name="connsiteX0" fmla="*/ 675051 w 1414785"/>
                  <a:gd name="connsiteY0" fmla="*/ 454 h 1520293"/>
                  <a:gd name="connsiteX1" fmla="*/ 829004 w 1414785"/>
                  <a:gd name="connsiteY1" fmla="*/ 9145 h 1520293"/>
                  <a:gd name="connsiteX2" fmla="*/ 1174869 w 1414785"/>
                  <a:gd name="connsiteY2" fmla="*/ 167635 h 1520293"/>
                  <a:gd name="connsiteX3" fmla="*/ 1410815 w 1414785"/>
                  <a:gd name="connsiteY3" fmla="*/ 779099 h 1520293"/>
                  <a:gd name="connsiteX4" fmla="*/ 1270731 w 1414785"/>
                  <a:gd name="connsiteY4" fmla="*/ 1118830 h 1520293"/>
                  <a:gd name="connsiteX5" fmla="*/ 1164900 w 1414785"/>
                  <a:gd name="connsiteY5" fmla="*/ 1235908 h 1520293"/>
                  <a:gd name="connsiteX6" fmla="*/ 1026605 w 1414785"/>
                  <a:gd name="connsiteY6" fmla="*/ 1453448 h 1520293"/>
                  <a:gd name="connsiteX7" fmla="*/ 998997 w 1414785"/>
                  <a:gd name="connsiteY7" fmla="*/ 1512754 h 1520293"/>
                  <a:gd name="connsiteX8" fmla="*/ 999145 w 1414785"/>
                  <a:gd name="connsiteY8" fmla="*/ 1520293 h 1520293"/>
                  <a:gd name="connsiteX9" fmla="*/ 416778 w 1414785"/>
                  <a:gd name="connsiteY9" fmla="*/ 1520293 h 1520293"/>
                  <a:gd name="connsiteX10" fmla="*/ 416931 w 1414785"/>
                  <a:gd name="connsiteY10" fmla="*/ 1513265 h 1520293"/>
                  <a:gd name="connsiteX11" fmla="*/ 394435 w 1414785"/>
                  <a:gd name="connsiteY11" fmla="*/ 1468019 h 1520293"/>
                  <a:gd name="connsiteX12" fmla="*/ 362226 w 1414785"/>
                  <a:gd name="connsiteY12" fmla="*/ 1389796 h 1520293"/>
                  <a:gd name="connsiteX13" fmla="*/ 258441 w 1414785"/>
                  <a:gd name="connsiteY13" fmla="*/ 1244344 h 1520293"/>
                  <a:gd name="connsiteX14" fmla="*/ 149543 w 1414785"/>
                  <a:gd name="connsiteY14" fmla="*/ 1123431 h 1520293"/>
                  <a:gd name="connsiteX15" fmla="*/ 4601 w 1414785"/>
                  <a:gd name="connsiteY15" fmla="*/ 777054 h 1520293"/>
                  <a:gd name="connsiteX16" fmla="*/ 0 w 1414785"/>
                  <a:gd name="connsiteY16" fmla="*/ 731808 h 1520293"/>
                  <a:gd name="connsiteX17" fmla="*/ 0 w 1414785"/>
                  <a:gd name="connsiteY17" fmla="*/ 665345 h 1520293"/>
                  <a:gd name="connsiteX18" fmla="*/ 1278 w 1414785"/>
                  <a:gd name="connsiteY18" fmla="*/ 658187 h 1520293"/>
                  <a:gd name="connsiteX19" fmla="*/ 92793 w 1414785"/>
                  <a:gd name="connsiteY19" fmla="*/ 349132 h 1520293"/>
                  <a:gd name="connsiteX20" fmla="*/ 522249 w 1414785"/>
                  <a:gd name="connsiteY20" fmla="*/ 21671 h 1520293"/>
                  <a:gd name="connsiteX21" fmla="*/ 675051 w 1414785"/>
                  <a:gd name="connsiteY21" fmla="*/ 454 h 1520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14785" h="1520293">
                    <a:moveTo>
                      <a:pt x="675051" y="454"/>
                    </a:moveTo>
                    <a:cubicBezTo>
                      <a:pt x="726241" y="-1272"/>
                      <a:pt x="777622" y="1988"/>
                      <a:pt x="829004" y="9145"/>
                    </a:cubicBezTo>
                    <a:cubicBezTo>
                      <a:pt x="959886" y="27295"/>
                      <a:pt x="1076964" y="78932"/>
                      <a:pt x="1174869" y="167635"/>
                    </a:cubicBezTo>
                    <a:cubicBezTo>
                      <a:pt x="1355088" y="331494"/>
                      <a:pt x="1434077" y="536507"/>
                      <a:pt x="1410815" y="779099"/>
                    </a:cubicBezTo>
                    <a:cubicBezTo>
                      <a:pt x="1398545" y="905891"/>
                      <a:pt x="1350487" y="1019646"/>
                      <a:pt x="1270731" y="1118830"/>
                    </a:cubicBezTo>
                    <a:cubicBezTo>
                      <a:pt x="1237754" y="1159731"/>
                      <a:pt x="1201200" y="1197819"/>
                      <a:pt x="1164900" y="1235908"/>
                    </a:cubicBezTo>
                    <a:cubicBezTo>
                      <a:pt x="1104316" y="1299304"/>
                      <a:pt x="1055491" y="1369858"/>
                      <a:pt x="1026605" y="1453448"/>
                    </a:cubicBezTo>
                    <a:cubicBezTo>
                      <a:pt x="1019447" y="1473899"/>
                      <a:pt x="1008711" y="1493326"/>
                      <a:pt x="998997" y="1512754"/>
                    </a:cubicBezTo>
                    <a:lnTo>
                      <a:pt x="999145" y="1520293"/>
                    </a:lnTo>
                    <a:lnTo>
                      <a:pt x="416778" y="1520293"/>
                    </a:lnTo>
                    <a:lnTo>
                      <a:pt x="416931" y="1513265"/>
                    </a:lnTo>
                    <a:cubicBezTo>
                      <a:pt x="409006" y="1498438"/>
                      <a:pt x="401081" y="1483356"/>
                      <a:pt x="394435" y="1468019"/>
                    </a:cubicBezTo>
                    <a:cubicBezTo>
                      <a:pt x="383187" y="1442200"/>
                      <a:pt x="374240" y="1415359"/>
                      <a:pt x="362226" y="1389796"/>
                    </a:cubicBezTo>
                    <a:cubicBezTo>
                      <a:pt x="336408" y="1335092"/>
                      <a:pt x="298574" y="1288823"/>
                      <a:pt x="258441" y="1244344"/>
                    </a:cubicBezTo>
                    <a:cubicBezTo>
                      <a:pt x="222141" y="1203954"/>
                      <a:pt x="184053" y="1165354"/>
                      <a:pt x="149543" y="1123431"/>
                    </a:cubicBezTo>
                    <a:cubicBezTo>
                      <a:pt x="66208" y="1022969"/>
                      <a:pt x="18661" y="906914"/>
                      <a:pt x="4601" y="777054"/>
                    </a:cubicBezTo>
                    <a:cubicBezTo>
                      <a:pt x="3067" y="761972"/>
                      <a:pt x="1534" y="746890"/>
                      <a:pt x="0" y="731808"/>
                    </a:cubicBezTo>
                    <a:cubicBezTo>
                      <a:pt x="0" y="709568"/>
                      <a:pt x="0" y="687584"/>
                      <a:pt x="0" y="665345"/>
                    </a:cubicBezTo>
                    <a:cubicBezTo>
                      <a:pt x="511" y="663044"/>
                      <a:pt x="1023" y="660488"/>
                      <a:pt x="1278" y="658187"/>
                    </a:cubicBezTo>
                    <a:cubicBezTo>
                      <a:pt x="7924" y="548011"/>
                      <a:pt x="37577" y="444481"/>
                      <a:pt x="92793" y="349132"/>
                    </a:cubicBezTo>
                    <a:cubicBezTo>
                      <a:pt x="190444" y="180672"/>
                      <a:pt x="332573" y="69474"/>
                      <a:pt x="522249" y="21671"/>
                    </a:cubicBezTo>
                    <a:cubicBezTo>
                      <a:pt x="572864" y="8890"/>
                      <a:pt x="623862" y="2179"/>
                      <a:pt x="675051" y="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4539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xmlns="" id="{2C40D7CF-F17F-49BC-AA0A-F8B1AA70A342}"/>
                  </a:ext>
                </a:extLst>
              </p:cNvPr>
              <p:cNvSpPr/>
              <p:nvPr/>
            </p:nvSpPr>
            <p:spPr>
              <a:xfrm>
                <a:off x="10376035" y="5756862"/>
                <a:ext cx="621798" cy="607504"/>
              </a:xfrm>
              <a:custGeom>
                <a:avLst/>
                <a:gdLst>
                  <a:gd name="connsiteX0" fmla="*/ 20010 w 621798"/>
                  <a:gd name="connsiteY0" fmla="*/ 0 h 607504"/>
                  <a:gd name="connsiteX1" fmla="*/ 602377 w 621798"/>
                  <a:gd name="connsiteY1" fmla="*/ 0 h 607504"/>
                  <a:gd name="connsiteX2" fmla="*/ 602485 w 621798"/>
                  <a:gd name="connsiteY2" fmla="*/ 5498 h 607504"/>
                  <a:gd name="connsiteX3" fmla="*/ 604785 w 621798"/>
                  <a:gd name="connsiteY3" fmla="*/ 125388 h 607504"/>
                  <a:gd name="connsiteX4" fmla="*/ 604274 w 621798"/>
                  <a:gd name="connsiteY4" fmla="*/ 138680 h 607504"/>
                  <a:gd name="connsiteX5" fmla="*/ 604018 w 621798"/>
                  <a:gd name="connsiteY5" fmla="*/ 242722 h 607504"/>
                  <a:gd name="connsiteX6" fmla="*/ 602485 w 621798"/>
                  <a:gd name="connsiteY6" fmla="*/ 274164 h 607504"/>
                  <a:gd name="connsiteX7" fmla="*/ 585869 w 621798"/>
                  <a:gd name="connsiteY7" fmla="*/ 389452 h 607504"/>
                  <a:gd name="connsiteX8" fmla="*/ 583824 w 621798"/>
                  <a:gd name="connsiteY8" fmla="*/ 396865 h 607504"/>
                  <a:gd name="connsiteX9" fmla="*/ 469302 w 621798"/>
                  <a:gd name="connsiteY9" fmla="*/ 522891 h 607504"/>
                  <a:gd name="connsiteX10" fmla="*/ 452175 w 621798"/>
                  <a:gd name="connsiteY10" fmla="*/ 537973 h 607504"/>
                  <a:gd name="connsiteX11" fmla="*/ 388779 w 621798"/>
                  <a:gd name="connsiteY11" fmla="*/ 604947 h 607504"/>
                  <a:gd name="connsiteX12" fmla="*/ 379321 w 621798"/>
                  <a:gd name="connsiteY12" fmla="*/ 607504 h 607504"/>
                  <a:gd name="connsiteX13" fmla="*/ 244604 w 621798"/>
                  <a:gd name="connsiteY13" fmla="*/ 607504 h 607504"/>
                  <a:gd name="connsiteX14" fmla="*/ 241537 w 621798"/>
                  <a:gd name="connsiteY14" fmla="*/ 606226 h 607504"/>
                  <a:gd name="connsiteX15" fmla="*/ 169705 w 621798"/>
                  <a:gd name="connsiteY15" fmla="*/ 538740 h 607504"/>
                  <a:gd name="connsiteX16" fmla="*/ 151300 w 621798"/>
                  <a:gd name="connsiteY16" fmla="*/ 523146 h 607504"/>
                  <a:gd name="connsiteX17" fmla="*/ 38312 w 621798"/>
                  <a:gd name="connsiteY17" fmla="*/ 397121 h 607504"/>
                  <a:gd name="connsiteX18" fmla="*/ 36267 w 621798"/>
                  <a:gd name="connsiteY18" fmla="*/ 389708 h 607504"/>
                  <a:gd name="connsiteX19" fmla="*/ 19140 w 621798"/>
                  <a:gd name="connsiteY19" fmla="*/ 275953 h 607504"/>
                  <a:gd name="connsiteX20" fmla="*/ 17351 w 621798"/>
                  <a:gd name="connsiteY20" fmla="*/ 241443 h 607504"/>
                  <a:gd name="connsiteX21" fmla="*/ 17862 w 621798"/>
                  <a:gd name="connsiteY21" fmla="*/ 137914 h 607504"/>
                  <a:gd name="connsiteX22" fmla="*/ 18117 w 621798"/>
                  <a:gd name="connsiteY22" fmla="*/ 127689 h 607504"/>
                  <a:gd name="connsiteX23" fmla="*/ 19907 w 621798"/>
                  <a:gd name="connsiteY23" fmla="*/ 4731 h 607504"/>
                  <a:gd name="connsiteX24" fmla="*/ 20010 w 621798"/>
                  <a:gd name="connsiteY24" fmla="*/ 0 h 607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21798" h="607504">
                    <a:moveTo>
                      <a:pt x="20010" y="0"/>
                    </a:moveTo>
                    <a:lnTo>
                      <a:pt x="602377" y="0"/>
                    </a:lnTo>
                    <a:lnTo>
                      <a:pt x="602485" y="5498"/>
                    </a:lnTo>
                    <a:cubicBezTo>
                      <a:pt x="626514" y="44865"/>
                      <a:pt x="629070" y="84998"/>
                      <a:pt x="604785" y="125388"/>
                    </a:cubicBezTo>
                    <a:cubicBezTo>
                      <a:pt x="601718" y="130500"/>
                      <a:pt x="601718" y="133568"/>
                      <a:pt x="604274" y="138680"/>
                    </a:cubicBezTo>
                    <a:cubicBezTo>
                      <a:pt x="621146" y="173446"/>
                      <a:pt x="623702" y="208978"/>
                      <a:pt x="604018" y="242722"/>
                    </a:cubicBezTo>
                    <a:cubicBezTo>
                      <a:pt x="597117" y="254481"/>
                      <a:pt x="597628" y="262149"/>
                      <a:pt x="602485" y="274164"/>
                    </a:cubicBezTo>
                    <a:cubicBezTo>
                      <a:pt x="619101" y="315320"/>
                      <a:pt x="617567" y="354687"/>
                      <a:pt x="585869" y="389452"/>
                    </a:cubicBezTo>
                    <a:cubicBezTo>
                      <a:pt x="584335" y="391242"/>
                      <a:pt x="583568" y="394565"/>
                      <a:pt x="583824" y="396865"/>
                    </a:cubicBezTo>
                    <a:cubicBezTo>
                      <a:pt x="589192" y="450803"/>
                      <a:pt x="547269" y="517778"/>
                      <a:pt x="469302" y="522891"/>
                    </a:cubicBezTo>
                    <a:cubicBezTo>
                      <a:pt x="454987" y="523913"/>
                      <a:pt x="454987" y="523913"/>
                      <a:pt x="452175" y="537973"/>
                    </a:cubicBezTo>
                    <a:cubicBezTo>
                      <a:pt x="444762" y="573250"/>
                      <a:pt x="424312" y="596000"/>
                      <a:pt x="388779" y="604947"/>
                    </a:cubicBezTo>
                    <a:cubicBezTo>
                      <a:pt x="385712" y="605970"/>
                      <a:pt x="382389" y="606737"/>
                      <a:pt x="379321" y="607504"/>
                    </a:cubicBezTo>
                    <a:cubicBezTo>
                      <a:pt x="334330" y="607504"/>
                      <a:pt x="289595" y="607504"/>
                      <a:pt x="244604" y="607504"/>
                    </a:cubicBezTo>
                    <a:cubicBezTo>
                      <a:pt x="243582" y="606992"/>
                      <a:pt x="242560" y="606481"/>
                      <a:pt x="241537" y="606226"/>
                    </a:cubicBezTo>
                    <a:cubicBezTo>
                      <a:pt x="202681" y="600857"/>
                      <a:pt x="177374" y="577084"/>
                      <a:pt x="169705" y="538740"/>
                    </a:cubicBezTo>
                    <a:cubicBezTo>
                      <a:pt x="166638" y="524169"/>
                      <a:pt x="166638" y="524169"/>
                      <a:pt x="151300" y="523146"/>
                    </a:cubicBezTo>
                    <a:cubicBezTo>
                      <a:pt x="83558" y="518800"/>
                      <a:pt x="35245" y="464607"/>
                      <a:pt x="38312" y="397121"/>
                    </a:cubicBezTo>
                    <a:cubicBezTo>
                      <a:pt x="38312" y="394565"/>
                      <a:pt x="37801" y="391498"/>
                      <a:pt x="36267" y="389708"/>
                    </a:cubicBezTo>
                    <a:cubicBezTo>
                      <a:pt x="5080" y="355710"/>
                      <a:pt x="2780" y="316598"/>
                      <a:pt x="19140" y="275953"/>
                    </a:cubicBezTo>
                    <a:cubicBezTo>
                      <a:pt x="24508" y="262660"/>
                      <a:pt x="24508" y="254225"/>
                      <a:pt x="17351" y="241443"/>
                    </a:cubicBezTo>
                    <a:cubicBezTo>
                      <a:pt x="-1566" y="207445"/>
                      <a:pt x="1501" y="172424"/>
                      <a:pt x="17862" y="137914"/>
                    </a:cubicBezTo>
                    <a:cubicBezTo>
                      <a:pt x="19140" y="135102"/>
                      <a:pt x="19651" y="130245"/>
                      <a:pt x="18117" y="127689"/>
                    </a:cubicBezTo>
                    <a:cubicBezTo>
                      <a:pt x="-7446" y="86277"/>
                      <a:pt x="-5145" y="45376"/>
                      <a:pt x="19907" y="4731"/>
                    </a:cubicBezTo>
                    <a:lnTo>
                      <a:pt x="200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4539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xmlns="" id="{21F7BFE9-84FC-4CF1-B919-FBFEC249E9D6}"/>
                </a:ext>
              </a:extLst>
            </p:cNvPr>
            <p:cNvGrpSpPr/>
            <p:nvPr/>
          </p:nvGrpSpPr>
          <p:grpSpPr>
            <a:xfrm rot="8979368" flipH="1">
              <a:off x="7197634" y="5243529"/>
              <a:ext cx="308906" cy="464587"/>
              <a:chOff x="9979267" y="4236569"/>
              <a:chExt cx="1414785" cy="2127797"/>
            </a:xfrm>
          </p:grpSpPr>
          <p:sp>
            <p:nvSpPr>
              <p:cNvPr id="27" name="자유형: 도형 26">
                <a:extLst>
                  <a:ext uri="{FF2B5EF4-FFF2-40B4-BE49-F238E27FC236}">
                    <a16:creationId xmlns:a16="http://schemas.microsoft.com/office/drawing/2014/main" xmlns="" id="{EAE34306-37CF-4EBD-B3B4-600B06D6F4AD}"/>
                  </a:ext>
                </a:extLst>
              </p:cNvPr>
              <p:cNvSpPr/>
              <p:nvPr/>
            </p:nvSpPr>
            <p:spPr>
              <a:xfrm>
                <a:off x="9979267" y="4236569"/>
                <a:ext cx="1414785" cy="1520293"/>
              </a:xfrm>
              <a:custGeom>
                <a:avLst/>
                <a:gdLst>
                  <a:gd name="connsiteX0" fmla="*/ 675051 w 1414785"/>
                  <a:gd name="connsiteY0" fmla="*/ 454 h 1520293"/>
                  <a:gd name="connsiteX1" fmla="*/ 829004 w 1414785"/>
                  <a:gd name="connsiteY1" fmla="*/ 9145 h 1520293"/>
                  <a:gd name="connsiteX2" fmla="*/ 1174869 w 1414785"/>
                  <a:gd name="connsiteY2" fmla="*/ 167635 h 1520293"/>
                  <a:gd name="connsiteX3" fmla="*/ 1410815 w 1414785"/>
                  <a:gd name="connsiteY3" fmla="*/ 779099 h 1520293"/>
                  <a:gd name="connsiteX4" fmla="*/ 1270731 w 1414785"/>
                  <a:gd name="connsiteY4" fmla="*/ 1118830 h 1520293"/>
                  <a:gd name="connsiteX5" fmla="*/ 1164900 w 1414785"/>
                  <a:gd name="connsiteY5" fmla="*/ 1235908 h 1520293"/>
                  <a:gd name="connsiteX6" fmla="*/ 1026605 w 1414785"/>
                  <a:gd name="connsiteY6" fmla="*/ 1453448 h 1520293"/>
                  <a:gd name="connsiteX7" fmla="*/ 998997 w 1414785"/>
                  <a:gd name="connsiteY7" fmla="*/ 1512754 h 1520293"/>
                  <a:gd name="connsiteX8" fmla="*/ 999145 w 1414785"/>
                  <a:gd name="connsiteY8" fmla="*/ 1520293 h 1520293"/>
                  <a:gd name="connsiteX9" fmla="*/ 416778 w 1414785"/>
                  <a:gd name="connsiteY9" fmla="*/ 1520293 h 1520293"/>
                  <a:gd name="connsiteX10" fmla="*/ 416931 w 1414785"/>
                  <a:gd name="connsiteY10" fmla="*/ 1513265 h 1520293"/>
                  <a:gd name="connsiteX11" fmla="*/ 394435 w 1414785"/>
                  <a:gd name="connsiteY11" fmla="*/ 1468019 h 1520293"/>
                  <a:gd name="connsiteX12" fmla="*/ 362226 w 1414785"/>
                  <a:gd name="connsiteY12" fmla="*/ 1389796 h 1520293"/>
                  <a:gd name="connsiteX13" fmla="*/ 258441 w 1414785"/>
                  <a:gd name="connsiteY13" fmla="*/ 1244344 h 1520293"/>
                  <a:gd name="connsiteX14" fmla="*/ 149543 w 1414785"/>
                  <a:gd name="connsiteY14" fmla="*/ 1123431 h 1520293"/>
                  <a:gd name="connsiteX15" fmla="*/ 4601 w 1414785"/>
                  <a:gd name="connsiteY15" fmla="*/ 777054 h 1520293"/>
                  <a:gd name="connsiteX16" fmla="*/ 0 w 1414785"/>
                  <a:gd name="connsiteY16" fmla="*/ 731808 h 1520293"/>
                  <a:gd name="connsiteX17" fmla="*/ 0 w 1414785"/>
                  <a:gd name="connsiteY17" fmla="*/ 665345 h 1520293"/>
                  <a:gd name="connsiteX18" fmla="*/ 1278 w 1414785"/>
                  <a:gd name="connsiteY18" fmla="*/ 658187 h 1520293"/>
                  <a:gd name="connsiteX19" fmla="*/ 92793 w 1414785"/>
                  <a:gd name="connsiteY19" fmla="*/ 349132 h 1520293"/>
                  <a:gd name="connsiteX20" fmla="*/ 522249 w 1414785"/>
                  <a:gd name="connsiteY20" fmla="*/ 21671 h 1520293"/>
                  <a:gd name="connsiteX21" fmla="*/ 675051 w 1414785"/>
                  <a:gd name="connsiteY21" fmla="*/ 454 h 1520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14785" h="1520293">
                    <a:moveTo>
                      <a:pt x="675051" y="454"/>
                    </a:moveTo>
                    <a:cubicBezTo>
                      <a:pt x="726241" y="-1272"/>
                      <a:pt x="777622" y="1988"/>
                      <a:pt x="829004" y="9145"/>
                    </a:cubicBezTo>
                    <a:cubicBezTo>
                      <a:pt x="959886" y="27295"/>
                      <a:pt x="1076964" y="78932"/>
                      <a:pt x="1174869" y="167635"/>
                    </a:cubicBezTo>
                    <a:cubicBezTo>
                      <a:pt x="1355088" y="331494"/>
                      <a:pt x="1434077" y="536507"/>
                      <a:pt x="1410815" y="779099"/>
                    </a:cubicBezTo>
                    <a:cubicBezTo>
                      <a:pt x="1398545" y="905891"/>
                      <a:pt x="1350487" y="1019646"/>
                      <a:pt x="1270731" y="1118830"/>
                    </a:cubicBezTo>
                    <a:cubicBezTo>
                      <a:pt x="1237754" y="1159731"/>
                      <a:pt x="1201200" y="1197819"/>
                      <a:pt x="1164900" y="1235908"/>
                    </a:cubicBezTo>
                    <a:cubicBezTo>
                      <a:pt x="1104316" y="1299304"/>
                      <a:pt x="1055491" y="1369858"/>
                      <a:pt x="1026605" y="1453448"/>
                    </a:cubicBezTo>
                    <a:cubicBezTo>
                      <a:pt x="1019447" y="1473899"/>
                      <a:pt x="1008711" y="1493326"/>
                      <a:pt x="998997" y="1512754"/>
                    </a:cubicBezTo>
                    <a:lnTo>
                      <a:pt x="999145" y="1520293"/>
                    </a:lnTo>
                    <a:lnTo>
                      <a:pt x="416778" y="1520293"/>
                    </a:lnTo>
                    <a:lnTo>
                      <a:pt x="416931" y="1513265"/>
                    </a:lnTo>
                    <a:cubicBezTo>
                      <a:pt x="409006" y="1498438"/>
                      <a:pt x="401081" y="1483356"/>
                      <a:pt x="394435" y="1468019"/>
                    </a:cubicBezTo>
                    <a:cubicBezTo>
                      <a:pt x="383187" y="1442200"/>
                      <a:pt x="374240" y="1415359"/>
                      <a:pt x="362226" y="1389796"/>
                    </a:cubicBezTo>
                    <a:cubicBezTo>
                      <a:pt x="336408" y="1335092"/>
                      <a:pt x="298574" y="1288823"/>
                      <a:pt x="258441" y="1244344"/>
                    </a:cubicBezTo>
                    <a:cubicBezTo>
                      <a:pt x="222141" y="1203954"/>
                      <a:pt x="184053" y="1165354"/>
                      <a:pt x="149543" y="1123431"/>
                    </a:cubicBezTo>
                    <a:cubicBezTo>
                      <a:pt x="66208" y="1022969"/>
                      <a:pt x="18661" y="906914"/>
                      <a:pt x="4601" y="777054"/>
                    </a:cubicBezTo>
                    <a:cubicBezTo>
                      <a:pt x="3067" y="761972"/>
                      <a:pt x="1534" y="746890"/>
                      <a:pt x="0" y="731808"/>
                    </a:cubicBezTo>
                    <a:cubicBezTo>
                      <a:pt x="0" y="709568"/>
                      <a:pt x="0" y="687584"/>
                      <a:pt x="0" y="665345"/>
                    </a:cubicBezTo>
                    <a:cubicBezTo>
                      <a:pt x="511" y="663044"/>
                      <a:pt x="1023" y="660488"/>
                      <a:pt x="1278" y="658187"/>
                    </a:cubicBezTo>
                    <a:cubicBezTo>
                      <a:pt x="7924" y="548011"/>
                      <a:pt x="37577" y="444481"/>
                      <a:pt x="92793" y="349132"/>
                    </a:cubicBezTo>
                    <a:cubicBezTo>
                      <a:pt x="190444" y="180672"/>
                      <a:pt x="332573" y="69474"/>
                      <a:pt x="522249" y="21671"/>
                    </a:cubicBezTo>
                    <a:cubicBezTo>
                      <a:pt x="572864" y="8890"/>
                      <a:pt x="623862" y="2179"/>
                      <a:pt x="675051" y="454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4539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xmlns="" id="{B9EB0437-73EB-4E60-B9D3-A8F44308CA72}"/>
                  </a:ext>
                </a:extLst>
              </p:cNvPr>
              <p:cNvSpPr/>
              <p:nvPr/>
            </p:nvSpPr>
            <p:spPr>
              <a:xfrm>
                <a:off x="10376035" y="5756862"/>
                <a:ext cx="621798" cy="607504"/>
              </a:xfrm>
              <a:custGeom>
                <a:avLst/>
                <a:gdLst>
                  <a:gd name="connsiteX0" fmla="*/ 20010 w 621798"/>
                  <a:gd name="connsiteY0" fmla="*/ 0 h 607504"/>
                  <a:gd name="connsiteX1" fmla="*/ 602377 w 621798"/>
                  <a:gd name="connsiteY1" fmla="*/ 0 h 607504"/>
                  <a:gd name="connsiteX2" fmla="*/ 602485 w 621798"/>
                  <a:gd name="connsiteY2" fmla="*/ 5498 h 607504"/>
                  <a:gd name="connsiteX3" fmla="*/ 604785 w 621798"/>
                  <a:gd name="connsiteY3" fmla="*/ 125388 h 607504"/>
                  <a:gd name="connsiteX4" fmla="*/ 604274 w 621798"/>
                  <a:gd name="connsiteY4" fmla="*/ 138680 h 607504"/>
                  <a:gd name="connsiteX5" fmla="*/ 604018 w 621798"/>
                  <a:gd name="connsiteY5" fmla="*/ 242722 h 607504"/>
                  <a:gd name="connsiteX6" fmla="*/ 602485 w 621798"/>
                  <a:gd name="connsiteY6" fmla="*/ 274164 h 607504"/>
                  <a:gd name="connsiteX7" fmla="*/ 585869 w 621798"/>
                  <a:gd name="connsiteY7" fmla="*/ 389452 h 607504"/>
                  <a:gd name="connsiteX8" fmla="*/ 583824 w 621798"/>
                  <a:gd name="connsiteY8" fmla="*/ 396865 h 607504"/>
                  <a:gd name="connsiteX9" fmla="*/ 469302 w 621798"/>
                  <a:gd name="connsiteY9" fmla="*/ 522891 h 607504"/>
                  <a:gd name="connsiteX10" fmla="*/ 452175 w 621798"/>
                  <a:gd name="connsiteY10" fmla="*/ 537973 h 607504"/>
                  <a:gd name="connsiteX11" fmla="*/ 388779 w 621798"/>
                  <a:gd name="connsiteY11" fmla="*/ 604947 h 607504"/>
                  <a:gd name="connsiteX12" fmla="*/ 379321 w 621798"/>
                  <a:gd name="connsiteY12" fmla="*/ 607504 h 607504"/>
                  <a:gd name="connsiteX13" fmla="*/ 244604 w 621798"/>
                  <a:gd name="connsiteY13" fmla="*/ 607504 h 607504"/>
                  <a:gd name="connsiteX14" fmla="*/ 241537 w 621798"/>
                  <a:gd name="connsiteY14" fmla="*/ 606226 h 607504"/>
                  <a:gd name="connsiteX15" fmla="*/ 169705 w 621798"/>
                  <a:gd name="connsiteY15" fmla="*/ 538740 h 607504"/>
                  <a:gd name="connsiteX16" fmla="*/ 151300 w 621798"/>
                  <a:gd name="connsiteY16" fmla="*/ 523146 h 607504"/>
                  <a:gd name="connsiteX17" fmla="*/ 38312 w 621798"/>
                  <a:gd name="connsiteY17" fmla="*/ 397121 h 607504"/>
                  <a:gd name="connsiteX18" fmla="*/ 36267 w 621798"/>
                  <a:gd name="connsiteY18" fmla="*/ 389708 h 607504"/>
                  <a:gd name="connsiteX19" fmla="*/ 19140 w 621798"/>
                  <a:gd name="connsiteY19" fmla="*/ 275953 h 607504"/>
                  <a:gd name="connsiteX20" fmla="*/ 17351 w 621798"/>
                  <a:gd name="connsiteY20" fmla="*/ 241443 h 607504"/>
                  <a:gd name="connsiteX21" fmla="*/ 17862 w 621798"/>
                  <a:gd name="connsiteY21" fmla="*/ 137914 h 607504"/>
                  <a:gd name="connsiteX22" fmla="*/ 18117 w 621798"/>
                  <a:gd name="connsiteY22" fmla="*/ 127689 h 607504"/>
                  <a:gd name="connsiteX23" fmla="*/ 19907 w 621798"/>
                  <a:gd name="connsiteY23" fmla="*/ 4731 h 607504"/>
                  <a:gd name="connsiteX24" fmla="*/ 20010 w 621798"/>
                  <a:gd name="connsiteY24" fmla="*/ 0 h 607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21798" h="607504">
                    <a:moveTo>
                      <a:pt x="20010" y="0"/>
                    </a:moveTo>
                    <a:lnTo>
                      <a:pt x="602377" y="0"/>
                    </a:lnTo>
                    <a:lnTo>
                      <a:pt x="602485" y="5498"/>
                    </a:lnTo>
                    <a:cubicBezTo>
                      <a:pt x="626514" y="44865"/>
                      <a:pt x="629070" y="84998"/>
                      <a:pt x="604785" y="125388"/>
                    </a:cubicBezTo>
                    <a:cubicBezTo>
                      <a:pt x="601718" y="130500"/>
                      <a:pt x="601718" y="133568"/>
                      <a:pt x="604274" y="138680"/>
                    </a:cubicBezTo>
                    <a:cubicBezTo>
                      <a:pt x="621146" y="173446"/>
                      <a:pt x="623702" y="208978"/>
                      <a:pt x="604018" y="242722"/>
                    </a:cubicBezTo>
                    <a:cubicBezTo>
                      <a:pt x="597117" y="254481"/>
                      <a:pt x="597628" y="262149"/>
                      <a:pt x="602485" y="274164"/>
                    </a:cubicBezTo>
                    <a:cubicBezTo>
                      <a:pt x="619101" y="315320"/>
                      <a:pt x="617567" y="354687"/>
                      <a:pt x="585869" y="389452"/>
                    </a:cubicBezTo>
                    <a:cubicBezTo>
                      <a:pt x="584335" y="391242"/>
                      <a:pt x="583568" y="394565"/>
                      <a:pt x="583824" y="396865"/>
                    </a:cubicBezTo>
                    <a:cubicBezTo>
                      <a:pt x="589192" y="450803"/>
                      <a:pt x="547269" y="517778"/>
                      <a:pt x="469302" y="522891"/>
                    </a:cubicBezTo>
                    <a:cubicBezTo>
                      <a:pt x="454987" y="523913"/>
                      <a:pt x="454987" y="523913"/>
                      <a:pt x="452175" y="537973"/>
                    </a:cubicBezTo>
                    <a:cubicBezTo>
                      <a:pt x="444762" y="573250"/>
                      <a:pt x="424312" y="596000"/>
                      <a:pt x="388779" y="604947"/>
                    </a:cubicBezTo>
                    <a:cubicBezTo>
                      <a:pt x="385712" y="605970"/>
                      <a:pt x="382389" y="606737"/>
                      <a:pt x="379321" y="607504"/>
                    </a:cubicBezTo>
                    <a:cubicBezTo>
                      <a:pt x="334330" y="607504"/>
                      <a:pt x="289595" y="607504"/>
                      <a:pt x="244604" y="607504"/>
                    </a:cubicBezTo>
                    <a:cubicBezTo>
                      <a:pt x="243582" y="606992"/>
                      <a:pt x="242560" y="606481"/>
                      <a:pt x="241537" y="606226"/>
                    </a:cubicBezTo>
                    <a:cubicBezTo>
                      <a:pt x="202681" y="600857"/>
                      <a:pt x="177374" y="577084"/>
                      <a:pt x="169705" y="538740"/>
                    </a:cubicBezTo>
                    <a:cubicBezTo>
                      <a:pt x="166638" y="524169"/>
                      <a:pt x="166638" y="524169"/>
                      <a:pt x="151300" y="523146"/>
                    </a:cubicBezTo>
                    <a:cubicBezTo>
                      <a:pt x="83558" y="518800"/>
                      <a:pt x="35245" y="464607"/>
                      <a:pt x="38312" y="397121"/>
                    </a:cubicBezTo>
                    <a:cubicBezTo>
                      <a:pt x="38312" y="394565"/>
                      <a:pt x="37801" y="391498"/>
                      <a:pt x="36267" y="389708"/>
                    </a:cubicBezTo>
                    <a:cubicBezTo>
                      <a:pt x="5080" y="355710"/>
                      <a:pt x="2780" y="316598"/>
                      <a:pt x="19140" y="275953"/>
                    </a:cubicBezTo>
                    <a:cubicBezTo>
                      <a:pt x="24508" y="262660"/>
                      <a:pt x="24508" y="254225"/>
                      <a:pt x="17351" y="241443"/>
                    </a:cubicBezTo>
                    <a:cubicBezTo>
                      <a:pt x="-1566" y="207445"/>
                      <a:pt x="1501" y="172424"/>
                      <a:pt x="17862" y="137914"/>
                    </a:cubicBezTo>
                    <a:cubicBezTo>
                      <a:pt x="19140" y="135102"/>
                      <a:pt x="19651" y="130245"/>
                      <a:pt x="18117" y="127689"/>
                    </a:cubicBezTo>
                    <a:cubicBezTo>
                      <a:pt x="-7446" y="86277"/>
                      <a:pt x="-5145" y="45376"/>
                      <a:pt x="19907" y="4731"/>
                    </a:cubicBezTo>
                    <a:lnTo>
                      <a:pt x="200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4539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xmlns="" id="{B37BE7E6-4A4A-4868-AAEC-96A4B4028D69}"/>
                </a:ext>
              </a:extLst>
            </p:cNvPr>
            <p:cNvGrpSpPr/>
            <p:nvPr/>
          </p:nvGrpSpPr>
          <p:grpSpPr>
            <a:xfrm rot="12987211" flipH="1">
              <a:off x="7160392" y="5749617"/>
              <a:ext cx="308906" cy="464587"/>
              <a:chOff x="9979267" y="4236569"/>
              <a:chExt cx="1414785" cy="2127797"/>
            </a:xfrm>
          </p:grpSpPr>
          <p:sp>
            <p:nvSpPr>
              <p:cNvPr id="30" name="자유형: 도형 29">
                <a:extLst>
                  <a:ext uri="{FF2B5EF4-FFF2-40B4-BE49-F238E27FC236}">
                    <a16:creationId xmlns:a16="http://schemas.microsoft.com/office/drawing/2014/main" xmlns="" id="{BA68CCBB-A784-4C3B-A606-9856EC39296B}"/>
                  </a:ext>
                </a:extLst>
              </p:cNvPr>
              <p:cNvSpPr/>
              <p:nvPr/>
            </p:nvSpPr>
            <p:spPr>
              <a:xfrm>
                <a:off x="9979267" y="4236569"/>
                <a:ext cx="1414785" cy="1520293"/>
              </a:xfrm>
              <a:custGeom>
                <a:avLst/>
                <a:gdLst>
                  <a:gd name="connsiteX0" fmla="*/ 675051 w 1414785"/>
                  <a:gd name="connsiteY0" fmla="*/ 454 h 1520293"/>
                  <a:gd name="connsiteX1" fmla="*/ 829004 w 1414785"/>
                  <a:gd name="connsiteY1" fmla="*/ 9145 h 1520293"/>
                  <a:gd name="connsiteX2" fmla="*/ 1174869 w 1414785"/>
                  <a:gd name="connsiteY2" fmla="*/ 167635 h 1520293"/>
                  <a:gd name="connsiteX3" fmla="*/ 1410815 w 1414785"/>
                  <a:gd name="connsiteY3" fmla="*/ 779099 h 1520293"/>
                  <a:gd name="connsiteX4" fmla="*/ 1270731 w 1414785"/>
                  <a:gd name="connsiteY4" fmla="*/ 1118830 h 1520293"/>
                  <a:gd name="connsiteX5" fmla="*/ 1164900 w 1414785"/>
                  <a:gd name="connsiteY5" fmla="*/ 1235908 h 1520293"/>
                  <a:gd name="connsiteX6" fmla="*/ 1026605 w 1414785"/>
                  <a:gd name="connsiteY6" fmla="*/ 1453448 h 1520293"/>
                  <a:gd name="connsiteX7" fmla="*/ 998997 w 1414785"/>
                  <a:gd name="connsiteY7" fmla="*/ 1512754 h 1520293"/>
                  <a:gd name="connsiteX8" fmla="*/ 999145 w 1414785"/>
                  <a:gd name="connsiteY8" fmla="*/ 1520293 h 1520293"/>
                  <a:gd name="connsiteX9" fmla="*/ 416778 w 1414785"/>
                  <a:gd name="connsiteY9" fmla="*/ 1520293 h 1520293"/>
                  <a:gd name="connsiteX10" fmla="*/ 416931 w 1414785"/>
                  <a:gd name="connsiteY10" fmla="*/ 1513265 h 1520293"/>
                  <a:gd name="connsiteX11" fmla="*/ 394435 w 1414785"/>
                  <a:gd name="connsiteY11" fmla="*/ 1468019 h 1520293"/>
                  <a:gd name="connsiteX12" fmla="*/ 362226 w 1414785"/>
                  <a:gd name="connsiteY12" fmla="*/ 1389796 h 1520293"/>
                  <a:gd name="connsiteX13" fmla="*/ 258441 w 1414785"/>
                  <a:gd name="connsiteY13" fmla="*/ 1244344 h 1520293"/>
                  <a:gd name="connsiteX14" fmla="*/ 149543 w 1414785"/>
                  <a:gd name="connsiteY14" fmla="*/ 1123431 h 1520293"/>
                  <a:gd name="connsiteX15" fmla="*/ 4601 w 1414785"/>
                  <a:gd name="connsiteY15" fmla="*/ 777054 h 1520293"/>
                  <a:gd name="connsiteX16" fmla="*/ 0 w 1414785"/>
                  <a:gd name="connsiteY16" fmla="*/ 731808 h 1520293"/>
                  <a:gd name="connsiteX17" fmla="*/ 0 w 1414785"/>
                  <a:gd name="connsiteY17" fmla="*/ 665345 h 1520293"/>
                  <a:gd name="connsiteX18" fmla="*/ 1278 w 1414785"/>
                  <a:gd name="connsiteY18" fmla="*/ 658187 h 1520293"/>
                  <a:gd name="connsiteX19" fmla="*/ 92793 w 1414785"/>
                  <a:gd name="connsiteY19" fmla="*/ 349132 h 1520293"/>
                  <a:gd name="connsiteX20" fmla="*/ 522249 w 1414785"/>
                  <a:gd name="connsiteY20" fmla="*/ 21671 h 1520293"/>
                  <a:gd name="connsiteX21" fmla="*/ 675051 w 1414785"/>
                  <a:gd name="connsiteY21" fmla="*/ 454 h 1520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14785" h="1520293">
                    <a:moveTo>
                      <a:pt x="675051" y="454"/>
                    </a:moveTo>
                    <a:cubicBezTo>
                      <a:pt x="726241" y="-1272"/>
                      <a:pt x="777622" y="1988"/>
                      <a:pt x="829004" y="9145"/>
                    </a:cubicBezTo>
                    <a:cubicBezTo>
                      <a:pt x="959886" y="27295"/>
                      <a:pt x="1076964" y="78932"/>
                      <a:pt x="1174869" y="167635"/>
                    </a:cubicBezTo>
                    <a:cubicBezTo>
                      <a:pt x="1355088" y="331494"/>
                      <a:pt x="1434077" y="536507"/>
                      <a:pt x="1410815" y="779099"/>
                    </a:cubicBezTo>
                    <a:cubicBezTo>
                      <a:pt x="1398545" y="905891"/>
                      <a:pt x="1350487" y="1019646"/>
                      <a:pt x="1270731" y="1118830"/>
                    </a:cubicBezTo>
                    <a:cubicBezTo>
                      <a:pt x="1237754" y="1159731"/>
                      <a:pt x="1201200" y="1197819"/>
                      <a:pt x="1164900" y="1235908"/>
                    </a:cubicBezTo>
                    <a:cubicBezTo>
                      <a:pt x="1104316" y="1299304"/>
                      <a:pt x="1055491" y="1369858"/>
                      <a:pt x="1026605" y="1453448"/>
                    </a:cubicBezTo>
                    <a:cubicBezTo>
                      <a:pt x="1019447" y="1473899"/>
                      <a:pt x="1008711" y="1493326"/>
                      <a:pt x="998997" y="1512754"/>
                    </a:cubicBezTo>
                    <a:lnTo>
                      <a:pt x="999145" y="1520293"/>
                    </a:lnTo>
                    <a:lnTo>
                      <a:pt x="416778" y="1520293"/>
                    </a:lnTo>
                    <a:lnTo>
                      <a:pt x="416931" y="1513265"/>
                    </a:lnTo>
                    <a:cubicBezTo>
                      <a:pt x="409006" y="1498438"/>
                      <a:pt x="401081" y="1483356"/>
                      <a:pt x="394435" y="1468019"/>
                    </a:cubicBezTo>
                    <a:cubicBezTo>
                      <a:pt x="383187" y="1442200"/>
                      <a:pt x="374240" y="1415359"/>
                      <a:pt x="362226" y="1389796"/>
                    </a:cubicBezTo>
                    <a:cubicBezTo>
                      <a:pt x="336408" y="1335092"/>
                      <a:pt x="298574" y="1288823"/>
                      <a:pt x="258441" y="1244344"/>
                    </a:cubicBezTo>
                    <a:cubicBezTo>
                      <a:pt x="222141" y="1203954"/>
                      <a:pt x="184053" y="1165354"/>
                      <a:pt x="149543" y="1123431"/>
                    </a:cubicBezTo>
                    <a:cubicBezTo>
                      <a:pt x="66208" y="1022969"/>
                      <a:pt x="18661" y="906914"/>
                      <a:pt x="4601" y="777054"/>
                    </a:cubicBezTo>
                    <a:cubicBezTo>
                      <a:pt x="3067" y="761972"/>
                      <a:pt x="1534" y="746890"/>
                      <a:pt x="0" y="731808"/>
                    </a:cubicBezTo>
                    <a:cubicBezTo>
                      <a:pt x="0" y="709568"/>
                      <a:pt x="0" y="687584"/>
                      <a:pt x="0" y="665345"/>
                    </a:cubicBezTo>
                    <a:cubicBezTo>
                      <a:pt x="511" y="663044"/>
                      <a:pt x="1023" y="660488"/>
                      <a:pt x="1278" y="658187"/>
                    </a:cubicBezTo>
                    <a:cubicBezTo>
                      <a:pt x="7924" y="548011"/>
                      <a:pt x="37577" y="444481"/>
                      <a:pt x="92793" y="349132"/>
                    </a:cubicBezTo>
                    <a:cubicBezTo>
                      <a:pt x="190444" y="180672"/>
                      <a:pt x="332573" y="69474"/>
                      <a:pt x="522249" y="21671"/>
                    </a:cubicBezTo>
                    <a:cubicBezTo>
                      <a:pt x="572864" y="8890"/>
                      <a:pt x="623862" y="2179"/>
                      <a:pt x="675051" y="45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4539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1" name="자유형: 도형 30">
                <a:extLst>
                  <a:ext uri="{FF2B5EF4-FFF2-40B4-BE49-F238E27FC236}">
                    <a16:creationId xmlns:a16="http://schemas.microsoft.com/office/drawing/2014/main" xmlns="" id="{E0268761-769E-47C9-8A9E-9C5CD19B3164}"/>
                  </a:ext>
                </a:extLst>
              </p:cNvPr>
              <p:cNvSpPr/>
              <p:nvPr/>
            </p:nvSpPr>
            <p:spPr>
              <a:xfrm>
                <a:off x="10376035" y="5756862"/>
                <a:ext cx="621798" cy="607504"/>
              </a:xfrm>
              <a:custGeom>
                <a:avLst/>
                <a:gdLst>
                  <a:gd name="connsiteX0" fmla="*/ 20010 w 621798"/>
                  <a:gd name="connsiteY0" fmla="*/ 0 h 607504"/>
                  <a:gd name="connsiteX1" fmla="*/ 602377 w 621798"/>
                  <a:gd name="connsiteY1" fmla="*/ 0 h 607504"/>
                  <a:gd name="connsiteX2" fmla="*/ 602485 w 621798"/>
                  <a:gd name="connsiteY2" fmla="*/ 5498 h 607504"/>
                  <a:gd name="connsiteX3" fmla="*/ 604785 w 621798"/>
                  <a:gd name="connsiteY3" fmla="*/ 125388 h 607504"/>
                  <a:gd name="connsiteX4" fmla="*/ 604274 w 621798"/>
                  <a:gd name="connsiteY4" fmla="*/ 138680 h 607504"/>
                  <a:gd name="connsiteX5" fmla="*/ 604018 w 621798"/>
                  <a:gd name="connsiteY5" fmla="*/ 242722 h 607504"/>
                  <a:gd name="connsiteX6" fmla="*/ 602485 w 621798"/>
                  <a:gd name="connsiteY6" fmla="*/ 274164 h 607504"/>
                  <a:gd name="connsiteX7" fmla="*/ 585869 w 621798"/>
                  <a:gd name="connsiteY7" fmla="*/ 389452 h 607504"/>
                  <a:gd name="connsiteX8" fmla="*/ 583824 w 621798"/>
                  <a:gd name="connsiteY8" fmla="*/ 396865 h 607504"/>
                  <a:gd name="connsiteX9" fmla="*/ 469302 w 621798"/>
                  <a:gd name="connsiteY9" fmla="*/ 522891 h 607504"/>
                  <a:gd name="connsiteX10" fmla="*/ 452175 w 621798"/>
                  <a:gd name="connsiteY10" fmla="*/ 537973 h 607504"/>
                  <a:gd name="connsiteX11" fmla="*/ 388779 w 621798"/>
                  <a:gd name="connsiteY11" fmla="*/ 604947 h 607504"/>
                  <a:gd name="connsiteX12" fmla="*/ 379321 w 621798"/>
                  <a:gd name="connsiteY12" fmla="*/ 607504 h 607504"/>
                  <a:gd name="connsiteX13" fmla="*/ 244604 w 621798"/>
                  <a:gd name="connsiteY13" fmla="*/ 607504 h 607504"/>
                  <a:gd name="connsiteX14" fmla="*/ 241537 w 621798"/>
                  <a:gd name="connsiteY14" fmla="*/ 606226 h 607504"/>
                  <a:gd name="connsiteX15" fmla="*/ 169705 w 621798"/>
                  <a:gd name="connsiteY15" fmla="*/ 538740 h 607504"/>
                  <a:gd name="connsiteX16" fmla="*/ 151300 w 621798"/>
                  <a:gd name="connsiteY16" fmla="*/ 523146 h 607504"/>
                  <a:gd name="connsiteX17" fmla="*/ 38312 w 621798"/>
                  <a:gd name="connsiteY17" fmla="*/ 397121 h 607504"/>
                  <a:gd name="connsiteX18" fmla="*/ 36267 w 621798"/>
                  <a:gd name="connsiteY18" fmla="*/ 389708 h 607504"/>
                  <a:gd name="connsiteX19" fmla="*/ 19140 w 621798"/>
                  <a:gd name="connsiteY19" fmla="*/ 275953 h 607504"/>
                  <a:gd name="connsiteX20" fmla="*/ 17351 w 621798"/>
                  <a:gd name="connsiteY20" fmla="*/ 241443 h 607504"/>
                  <a:gd name="connsiteX21" fmla="*/ 17862 w 621798"/>
                  <a:gd name="connsiteY21" fmla="*/ 137914 h 607504"/>
                  <a:gd name="connsiteX22" fmla="*/ 18117 w 621798"/>
                  <a:gd name="connsiteY22" fmla="*/ 127689 h 607504"/>
                  <a:gd name="connsiteX23" fmla="*/ 19907 w 621798"/>
                  <a:gd name="connsiteY23" fmla="*/ 4731 h 607504"/>
                  <a:gd name="connsiteX24" fmla="*/ 20010 w 621798"/>
                  <a:gd name="connsiteY24" fmla="*/ 0 h 607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21798" h="607504">
                    <a:moveTo>
                      <a:pt x="20010" y="0"/>
                    </a:moveTo>
                    <a:lnTo>
                      <a:pt x="602377" y="0"/>
                    </a:lnTo>
                    <a:lnTo>
                      <a:pt x="602485" y="5498"/>
                    </a:lnTo>
                    <a:cubicBezTo>
                      <a:pt x="626514" y="44865"/>
                      <a:pt x="629070" y="84998"/>
                      <a:pt x="604785" y="125388"/>
                    </a:cubicBezTo>
                    <a:cubicBezTo>
                      <a:pt x="601718" y="130500"/>
                      <a:pt x="601718" y="133568"/>
                      <a:pt x="604274" y="138680"/>
                    </a:cubicBezTo>
                    <a:cubicBezTo>
                      <a:pt x="621146" y="173446"/>
                      <a:pt x="623702" y="208978"/>
                      <a:pt x="604018" y="242722"/>
                    </a:cubicBezTo>
                    <a:cubicBezTo>
                      <a:pt x="597117" y="254481"/>
                      <a:pt x="597628" y="262149"/>
                      <a:pt x="602485" y="274164"/>
                    </a:cubicBezTo>
                    <a:cubicBezTo>
                      <a:pt x="619101" y="315320"/>
                      <a:pt x="617567" y="354687"/>
                      <a:pt x="585869" y="389452"/>
                    </a:cubicBezTo>
                    <a:cubicBezTo>
                      <a:pt x="584335" y="391242"/>
                      <a:pt x="583568" y="394565"/>
                      <a:pt x="583824" y="396865"/>
                    </a:cubicBezTo>
                    <a:cubicBezTo>
                      <a:pt x="589192" y="450803"/>
                      <a:pt x="547269" y="517778"/>
                      <a:pt x="469302" y="522891"/>
                    </a:cubicBezTo>
                    <a:cubicBezTo>
                      <a:pt x="454987" y="523913"/>
                      <a:pt x="454987" y="523913"/>
                      <a:pt x="452175" y="537973"/>
                    </a:cubicBezTo>
                    <a:cubicBezTo>
                      <a:pt x="444762" y="573250"/>
                      <a:pt x="424312" y="596000"/>
                      <a:pt x="388779" y="604947"/>
                    </a:cubicBezTo>
                    <a:cubicBezTo>
                      <a:pt x="385712" y="605970"/>
                      <a:pt x="382389" y="606737"/>
                      <a:pt x="379321" y="607504"/>
                    </a:cubicBezTo>
                    <a:cubicBezTo>
                      <a:pt x="334330" y="607504"/>
                      <a:pt x="289595" y="607504"/>
                      <a:pt x="244604" y="607504"/>
                    </a:cubicBezTo>
                    <a:cubicBezTo>
                      <a:pt x="243582" y="606992"/>
                      <a:pt x="242560" y="606481"/>
                      <a:pt x="241537" y="606226"/>
                    </a:cubicBezTo>
                    <a:cubicBezTo>
                      <a:pt x="202681" y="600857"/>
                      <a:pt x="177374" y="577084"/>
                      <a:pt x="169705" y="538740"/>
                    </a:cubicBezTo>
                    <a:cubicBezTo>
                      <a:pt x="166638" y="524169"/>
                      <a:pt x="166638" y="524169"/>
                      <a:pt x="151300" y="523146"/>
                    </a:cubicBezTo>
                    <a:cubicBezTo>
                      <a:pt x="83558" y="518800"/>
                      <a:pt x="35245" y="464607"/>
                      <a:pt x="38312" y="397121"/>
                    </a:cubicBezTo>
                    <a:cubicBezTo>
                      <a:pt x="38312" y="394565"/>
                      <a:pt x="37801" y="391498"/>
                      <a:pt x="36267" y="389708"/>
                    </a:cubicBezTo>
                    <a:cubicBezTo>
                      <a:pt x="5080" y="355710"/>
                      <a:pt x="2780" y="316598"/>
                      <a:pt x="19140" y="275953"/>
                    </a:cubicBezTo>
                    <a:cubicBezTo>
                      <a:pt x="24508" y="262660"/>
                      <a:pt x="24508" y="254225"/>
                      <a:pt x="17351" y="241443"/>
                    </a:cubicBezTo>
                    <a:cubicBezTo>
                      <a:pt x="-1566" y="207445"/>
                      <a:pt x="1501" y="172424"/>
                      <a:pt x="17862" y="137914"/>
                    </a:cubicBezTo>
                    <a:cubicBezTo>
                      <a:pt x="19140" y="135102"/>
                      <a:pt x="19651" y="130245"/>
                      <a:pt x="18117" y="127689"/>
                    </a:cubicBezTo>
                    <a:cubicBezTo>
                      <a:pt x="-7446" y="86277"/>
                      <a:pt x="-5145" y="45376"/>
                      <a:pt x="19907" y="4731"/>
                    </a:cubicBezTo>
                    <a:lnTo>
                      <a:pt x="200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4539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xmlns="" id="{68830FDC-3EB9-41C7-8CF3-38B87D9B4CAE}"/>
                </a:ext>
              </a:extLst>
            </p:cNvPr>
            <p:cNvGrpSpPr/>
            <p:nvPr/>
          </p:nvGrpSpPr>
          <p:grpSpPr>
            <a:xfrm rot="7389558" flipH="1">
              <a:off x="6596576" y="5841732"/>
              <a:ext cx="308906" cy="464587"/>
              <a:chOff x="9979267" y="4236569"/>
              <a:chExt cx="1414785" cy="2127797"/>
            </a:xfrm>
          </p:grpSpPr>
          <p:sp>
            <p:nvSpPr>
              <p:cNvPr id="33" name="자유형: 도형 32">
                <a:extLst>
                  <a:ext uri="{FF2B5EF4-FFF2-40B4-BE49-F238E27FC236}">
                    <a16:creationId xmlns:a16="http://schemas.microsoft.com/office/drawing/2014/main" xmlns="" id="{1D4BE87C-701E-47C0-814F-39B92F0B29C3}"/>
                  </a:ext>
                </a:extLst>
              </p:cNvPr>
              <p:cNvSpPr/>
              <p:nvPr/>
            </p:nvSpPr>
            <p:spPr>
              <a:xfrm>
                <a:off x="9979267" y="4236569"/>
                <a:ext cx="1414785" cy="1520293"/>
              </a:xfrm>
              <a:custGeom>
                <a:avLst/>
                <a:gdLst>
                  <a:gd name="connsiteX0" fmla="*/ 675051 w 1414785"/>
                  <a:gd name="connsiteY0" fmla="*/ 454 h 1520293"/>
                  <a:gd name="connsiteX1" fmla="*/ 829004 w 1414785"/>
                  <a:gd name="connsiteY1" fmla="*/ 9145 h 1520293"/>
                  <a:gd name="connsiteX2" fmla="*/ 1174869 w 1414785"/>
                  <a:gd name="connsiteY2" fmla="*/ 167635 h 1520293"/>
                  <a:gd name="connsiteX3" fmla="*/ 1410815 w 1414785"/>
                  <a:gd name="connsiteY3" fmla="*/ 779099 h 1520293"/>
                  <a:gd name="connsiteX4" fmla="*/ 1270731 w 1414785"/>
                  <a:gd name="connsiteY4" fmla="*/ 1118830 h 1520293"/>
                  <a:gd name="connsiteX5" fmla="*/ 1164900 w 1414785"/>
                  <a:gd name="connsiteY5" fmla="*/ 1235908 h 1520293"/>
                  <a:gd name="connsiteX6" fmla="*/ 1026605 w 1414785"/>
                  <a:gd name="connsiteY6" fmla="*/ 1453448 h 1520293"/>
                  <a:gd name="connsiteX7" fmla="*/ 998997 w 1414785"/>
                  <a:gd name="connsiteY7" fmla="*/ 1512754 h 1520293"/>
                  <a:gd name="connsiteX8" fmla="*/ 999145 w 1414785"/>
                  <a:gd name="connsiteY8" fmla="*/ 1520293 h 1520293"/>
                  <a:gd name="connsiteX9" fmla="*/ 416778 w 1414785"/>
                  <a:gd name="connsiteY9" fmla="*/ 1520293 h 1520293"/>
                  <a:gd name="connsiteX10" fmla="*/ 416931 w 1414785"/>
                  <a:gd name="connsiteY10" fmla="*/ 1513265 h 1520293"/>
                  <a:gd name="connsiteX11" fmla="*/ 394435 w 1414785"/>
                  <a:gd name="connsiteY11" fmla="*/ 1468019 h 1520293"/>
                  <a:gd name="connsiteX12" fmla="*/ 362226 w 1414785"/>
                  <a:gd name="connsiteY12" fmla="*/ 1389796 h 1520293"/>
                  <a:gd name="connsiteX13" fmla="*/ 258441 w 1414785"/>
                  <a:gd name="connsiteY13" fmla="*/ 1244344 h 1520293"/>
                  <a:gd name="connsiteX14" fmla="*/ 149543 w 1414785"/>
                  <a:gd name="connsiteY14" fmla="*/ 1123431 h 1520293"/>
                  <a:gd name="connsiteX15" fmla="*/ 4601 w 1414785"/>
                  <a:gd name="connsiteY15" fmla="*/ 777054 h 1520293"/>
                  <a:gd name="connsiteX16" fmla="*/ 0 w 1414785"/>
                  <a:gd name="connsiteY16" fmla="*/ 731808 h 1520293"/>
                  <a:gd name="connsiteX17" fmla="*/ 0 w 1414785"/>
                  <a:gd name="connsiteY17" fmla="*/ 665345 h 1520293"/>
                  <a:gd name="connsiteX18" fmla="*/ 1278 w 1414785"/>
                  <a:gd name="connsiteY18" fmla="*/ 658187 h 1520293"/>
                  <a:gd name="connsiteX19" fmla="*/ 92793 w 1414785"/>
                  <a:gd name="connsiteY19" fmla="*/ 349132 h 1520293"/>
                  <a:gd name="connsiteX20" fmla="*/ 522249 w 1414785"/>
                  <a:gd name="connsiteY20" fmla="*/ 21671 h 1520293"/>
                  <a:gd name="connsiteX21" fmla="*/ 675051 w 1414785"/>
                  <a:gd name="connsiteY21" fmla="*/ 454 h 1520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14785" h="1520293">
                    <a:moveTo>
                      <a:pt x="675051" y="454"/>
                    </a:moveTo>
                    <a:cubicBezTo>
                      <a:pt x="726241" y="-1272"/>
                      <a:pt x="777622" y="1988"/>
                      <a:pt x="829004" y="9145"/>
                    </a:cubicBezTo>
                    <a:cubicBezTo>
                      <a:pt x="959886" y="27295"/>
                      <a:pt x="1076964" y="78932"/>
                      <a:pt x="1174869" y="167635"/>
                    </a:cubicBezTo>
                    <a:cubicBezTo>
                      <a:pt x="1355088" y="331494"/>
                      <a:pt x="1434077" y="536507"/>
                      <a:pt x="1410815" y="779099"/>
                    </a:cubicBezTo>
                    <a:cubicBezTo>
                      <a:pt x="1398545" y="905891"/>
                      <a:pt x="1350487" y="1019646"/>
                      <a:pt x="1270731" y="1118830"/>
                    </a:cubicBezTo>
                    <a:cubicBezTo>
                      <a:pt x="1237754" y="1159731"/>
                      <a:pt x="1201200" y="1197819"/>
                      <a:pt x="1164900" y="1235908"/>
                    </a:cubicBezTo>
                    <a:cubicBezTo>
                      <a:pt x="1104316" y="1299304"/>
                      <a:pt x="1055491" y="1369858"/>
                      <a:pt x="1026605" y="1453448"/>
                    </a:cubicBezTo>
                    <a:cubicBezTo>
                      <a:pt x="1019447" y="1473899"/>
                      <a:pt x="1008711" y="1493326"/>
                      <a:pt x="998997" y="1512754"/>
                    </a:cubicBezTo>
                    <a:lnTo>
                      <a:pt x="999145" y="1520293"/>
                    </a:lnTo>
                    <a:lnTo>
                      <a:pt x="416778" y="1520293"/>
                    </a:lnTo>
                    <a:lnTo>
                      <a:pt x="416931" y="1513265"/>
                    </a:lnTo>
                    <a:cubicBezTo>
                      <a:pt x="409006" y="1498438"/>
                      <a:pt x="401081" y="1483356"/>
                      <a:pt x="394435" y="1468019"/>
                    </a:cubicBezTo>
                    <a:cubicBezTo>
                      <a:pt x="383187" y="1442200"/>
                      <a:pt x="374240" y="1415359"/>
                      <a:pt x="362226" y="1389796"/>
                    </a:cubicBezTo>
                    <a:cubicBezTo>
                      <a:pt x="336408" y="1335092"/>
                      <a:pt x="298574" y="1288823"/>
                      <a:pt x="258441" y="1244344"/>
                    </a:cubicBezTo>
                    <a:cubicBezTo>
                      <a:pt x="222141" y="1203954"/>
                      <a:pt x="184053" y="1165354"/>
                      <a:pt x="149543" y="1123431"/>
                    </a:cubicBezTo>
                    <a:cubicBezTo>
                      <a:pt x="66208" y="1022969"/>
                      <a:pt x="18661" y="906914"/>
                      <a:pt x="4601" y="777054"/>
                    </a:cubicBezTo>
                    <a:cubicBezTo>
                      <a:pt x="3067" y="761972"/>
                      <a:pt x="1534" y="746890"/>
                      <a:pt x="0" y="731808"/>
                    </a:cubicBezTo>
                    <a:cubicBezTo>
                      <a:pt x="0" y="709568"/>
                      <a:pt x="0" y="687584"/>
                      <a:pt x="0" y="665345"/>
                    </a:cubicBezTo>
                    <a:cubicBezTo>
                      <a:pt x="511" y="663044"/>
                      <a:pt x="1023" y="660488"/>
                      <a:pt x="1278" y="658187"/>
                    </a:cubicBezTo>
                    <a:cubicBezTo>
                      <a:pt x="7924" y="548011"/>
                      <a:pt x="37577" y="444481"/>
                      <a:pt x="92793" y="349132"/>
                    </a:cubicBezTo>
                    <a:cubicBezTo>
                      <a:pt x="190444" y="180672"/>
                      <a:pt x="332573" y="69474"/>
                      <a:pt x="522249" y="21671"/>
                    </a:cubicBezTo>
                    <a:cubicBezTo>
                      <a:pt x="572864" y="8890"/>
                      <a:pt x="623862" y="2179"/>
                      <a:pt x="675051" y="454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4539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4" name="자유형: 도형 33">
                <a:extLst>
                  <a:ext uri="{FF2B5EF4-FFF2-40B4-BE49-F238E27FC236}">
                    <a16:creationId xmlns:a16="http://schemas.microsoft.com/office/drawing/2014/main" xmlns="" id="{ACFF8151-CF51-495A-84B0-DA61580B8683}"/>
                  </a:ext>
                </a:extLst>
              </p:cNvPr>
              <p:cNvSpPr/>
              <p:nvPr/>
            </p:nvSpPr>
            <p:spPr>
              <a:xfrm>
                <a:off x="10376035" y="5756862"/>
                <a:ext cx="621798" cy="607504"/>
              </a:xfrm>
              <a:custGeom>
                <a:avLst/>
                <a:gdLst>
                  <a:gd name="connsiteX0" fmla="*/ 20010 w 621798"/>
                  <a:gd name="connsiteY0" fmla="*/ 0 h 607504"/>
                  <a:gd name="connsiteX1" fmla="*/ 602377 w 621798"/>
                  <a:gd name="connsiteY1" fmla="*/ 0 h 607504"/>
                  <a:gd name="connsiteX2" fmla="*/ 602485 w 621798"/>
                  <a:gd name="connsiteY2" fmla="*/ 5498 h 607504"/>
                  <a:gd name="connsiteX3" fmla="*/ 604785 w 621798"/>
                  <a:gd name="connsiteY3" fmla="*/ 125388 h 607504"/>
                  <a:gd name="connsiteX4" fmla="*/ 604274 w 621798"/>
                  <a:gd name="connsiteY4" fmla="*/ 138680 h 607504"/>
                  <a:gd name="connsiteX5" fmla="*/ 604018 w 621798"/>
                  <a:gd name="connsiteY5" fmla="*/ 242722 h 607504"/>
                  <a:gd name="connsiteX6" fmla="*/ 602485 w 621798"/>
                  <a:gd name="connsiteY6" fmla="*/ 274164 h 607504"/>
                  <a:gd name="connsiteX7" fmla="*/ 585869 w 621798"/>
                  <a:gd name="connsiteY7" fmla="*/ 389452 h 607504"/>
                  <a:gd name="connsiteX8" fmla="*/ 583824 w 621798"/>
                  <a:gd name="connsiteY8" fmla="*/ 396865 h 607504"/>
                  <a:gd name="connsiteX9" fmla="*/ 469302 w 621798"/>
                  <a:gd name="connsiteY9" fmla="*/ 522891 h 607504"/>
                  <a:gd name="connsiteX10" fmla="*/ 452175 w 621798"/>
                  <a:gd name="connsiteY10" fmla="*/ 537973 h 607504"/>
                  <a:gd name="connsiteX11" fmla="*/ 388779 w 621798"/>
                  <a:gd name="connsiteY11" fmla="*/ 604947 h 607504"/>
                  <a:gd name="connsiteX12" fmla="*/ 379321 w 621798"/>
                  <a:gd name="connsiteY12" fmla="*/ 607504 h 607504"/>
                  <a:gd name="connsiteX13" fmla="*/ 244604 w 621798"/>
                  <a:gd name="connsiteY13" fmla="*/ 607504 h 607504"/>
                  <a:gd name="connsiteX14" fmla="*/ 241537 w 621798"/>
                  <a:gd name="connsiteY14" fmla="*/ 606226 h 607504"/>
                  <a:gd name="connsiteX15" fmla="*/ 169705 w 621798"/>
                  <a:gd name="connsiteY15" fmla="*/ 538740 h 607504"/>
                  <a:gd name="connsiteX16" fmla="*/ 151300 w 621798"/>
                  <a:gd name="connsiteY16" fmla="*/ 523146 h 607504"/>
                  <a:gd name="connsiteX17" fmla="*/ 38312 w 621798"/>
                  <a:gd name="connsiteY17" fmla="*/ 397121 h 607504"/>
                  <a:gd name="connsiteX18" fmla="*/ 36267 w 621798"/>
                  <a:gd name="connsiteY18" fmla="*/ 389708 h 607504"/>
                  <a:gd name="connsiteX19" fmla="*/ 19140 w 621798"/>
                  <a:gd name="connsiteY19" fmla="*/ 275953 h 607504"/>
                  <a:gd name="connsiteX20" fmla="*/ 17351 w 621798"/>
                  <a:gd name="connsiteY20" fmla="*/ 241443 h 607504"/>
                  <a:gd name="connsiteX21" fmla="*/ 17862 w 621798"/>
                  <a:gd name="connsiteY21" fmla="*/ 137914 h 607504"/>
                  <a:gd name="connsiteX22" fmla="*/ 18117 w 621798"/>
                  <a:gd name="connsiteY22" fmla="*/ 127689 h 607504"/>
                  <a:gd name="connsiteX23" fmla="*/ 19907 w 621798"/>
                  <a:gd name="connsiteY23" fmla="*/ 4731 h 607504"/>
                  <a:gd name="connsiteX24" fmla="*/ 20010 w 621798"/>
                  <a:gd name="connsiteY24" fmla="*/ 0 h 607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21798" h="607504">
                    <a:moveTo>
                      <a:pt x="20010" y="0"/>
                    </a:moveTo>
                    <a:lnTo>
                      <a:pt x="602377" y="0"/>
                    </a:lnTo>
                    <a:lnTo>
                      <a:pt x="602485" y="5498"/>
                    </a:lnTo>
                    <a:cubicBezTo>
                      <a:pt x="626514" y="44865"/>
                      <a:pt x="629070" y="84998"/>
                      <a:pt x="604785" y="125388"/>
                    </a:cubicBezTo>
                    <a:cubicBezTo>
                      <a:pt x="601718" y="130500"/>
                      <a:pt x="601718" y="133568"/>
                      <a:pt x="604274" y="138680"/>
                    </a:cubicBezTo>
                    <a:cubicBezTo>
                      <a:pt x="621146" y="173446"/>
                      <a:pt x="623702" y="208978"/>
                      <a:pt x="604018" y="242722"/>
                    </a:cubicBezTo>
                    <a:cubicBezTo>
                      <a:pt x="597117" y="254481"/>
                      <a:pt x="597628" y="262149"/>
                      <a:pt x="602485" y="274164"/>
                    </a:cubicBezTo>
                    <a:cubicBezTo>
                      <a:pt x="619101" y="315320"/>
                      <a:pt x="617567" y="354687"/>
                      <a:pt x="585869" y="389452"/>
                    </a:cubicBezTo>
                    <a:cubicBezTo>
                      <a:pt x="584335" y="391242"/>
                      <a:pt x="583568" y="394565"/>
                      <a:pt x="583824" y="396865"/>
                    </a:cubicBezTo>
                    <a:cubicBezTo>
                      <a:pt x="589192" y="450803"/>
                      <a:pt x="547269" y="517778"/>
                      <a:pt x="469302" y="522891"/>
                    </a:cubicBezTo>
                    <a:cubicBezTo>
                      <a:pt x="454987" y="523913"/>
                      <a:pt x="454987" y="523913"/>
                      <a:pt x="452175" y="537973"/>
                    </a:cubicBezTo>
                    <a:cubicBezTo>
                      <a:pt x="444762" y="573250"/>
                      <a:pt x="424312" y="596000"/>
                      <a:pt x="388779" y="604947"/>
                    </a:cubicBezTo>
                    <a:cubicBezTo>
                      <a:pt x="385712" y="605970"/>
                      <a:pt x="382389" y="606737"/>
                      <a:pt x="379321" y="607504"/>
                    </a:cubicBezTo>
                    <a:cubicBezTo>
                      <a:pt x="334330" y="607504"/>
                      <a:pt x="289595" y="607504"/>
                      <a:pt x="244604" y="607504"/>
                    </a:cubicBezTo>
                    <a:cubicBezTo>
                      <a:pt x="243582" y="606992"/>
                      <a:pt x="242560" y="606481"/>
                      <a:pt x="241537" y="606226"/>
                    </a:cubicBezTo>
                    <a:cubicBezTo>
                      <a:pt x="202681" y="600857"/>
                      <a:pt x="177374" y="577084"/>
                      <a:pt x="169705" y="538740"/>
                    </a:cubicBezTo>
                    <a:cubicBezTo>
                      <a:pt x="166638" y="524169"/>
                      <a:pt x="166638" y="524169"/>
                      <a:pt x="151300" y="523146"/>
                    </a:cubicBezTo>
                    <a:cubicBezTo>
                      <a:pt x="83558" y="518800"/>
                      <a:pt x="35245" y="464607"/>
                      <a:pt x="38312" y="397121"/>
                    </a:cubicBezTo>
                    <a:cubicBezTo>
                      <a:pt x="38312" y="394565"/>
                      <a:pt x="37801" y="391498"/>
                      <a:pt x="36267" y="389708"/>
                    </a:cubicBezTo>
                    <a:cubicBezTo>
                      <a:pt x="5080" y="355710"/>
                      <a:pt x="2780" y="316598"/>
                      <a:pt x="19140" y="275953"/>
                    </a:cubicBezTo>
                    <a:cubicBezTo>
                      <a:pt x="24508" y="262660"/>
                      <a:pt x="24508" y="254225"/>
                      <a:pt x="17351" y="241443"/>
                    </a:cubicBezTo>
                    <a:cubicBezTo>
                      <a:pt x="-1566" y="207445"/>
                      <a:pt x="1501" y="172424"/>
                      <a:pt x="17862" y="137914"/>
                    </a:cubicBezTo>
                    <a:cubicBezTo>
                      <a:pt x="19140" y="135102"/>
                      <a:pt x="19651" y="130245"/>
                      <a:pt x="18117" y="127689"/>
                    </a:cubicBezTo>
                    <a:cubicBezTo>
                      <a:pt x="-7446" y="86277"/>
                      <a:pt x="-5145" y="45376"/>
                      <a:pt x="19907" y="4731"/>
                    </a:cubicBezTo>
                    <a:lnTo>
                      <a:pt x="200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4539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61" name="자유형: 도형 60">
            <a:extLst>
              <a:ext uri="{FF2B5EF4-FFF2-40B4-BE49-F238E27FC236}">
                <a16:creationId xmlns:a16="http://schemas.microsoft.com/office/drawing/2014/main" xmlns="" id="{F4AFCFC5-8ED1-4776-A935-52F735E21C00}"/>
              </a:ext>
            </a:extLst>
          </p:cNvPr>
          <p:cNvSpPr/>
          <p:nvPr/>
        </p:nvSpPr>
        <p:spPr>
          <a:xfrm>
            <a:off x="7070823" y="2714719"/>
            <a:ext cx="2348390" cy="1408142"/>
          </a:xfrm>
          <a:custGeom>
            <a:avLst/>
            <a:gdLst>
              <a:gd name="connsiteX0" fmla="*/ 944309 w 1981049"/>
              <a:gd name="connsiteY0" fmla="*/ 0 h 1187877"/>
              <a:gd name="connsiteX1" fmla="*/ 784989 w 1981049"/>
              <a:gd name="connsiteY1" fmla="*/ 0 h 1187877"/>
              <a:gd name="connsiteX2" fmla="*/ 776348 w 1981049"/>
              <a:gd name="connsiteY2" fmla="*/ 8642 h 1187877"/>
              <a:gd name="connsiteX3" fmla="*/ 776348 w 1981049"/>
              <a:gd name="connsiteY3" fmla="*/ 46446 h 1187877"/>
              <a:gd name="connsiteX4" fmla="*/ 758256 w 1981049"/>
              <a:gd name="connsiteY4" fmla="*/ 58867 h 1187877"/>
              <a:gd name="connsiteX5" fmla="*/ 631070 w 1981049"/>
              <a:gd name="connsiteY5" fmla="*/ 33214 h 1187877"/>
              <a:gd name="connsiteX6" fmla="*/ 558162 w 1981049"/>
              <a:gd name="connsiteY6" fmla="*/ 27813 h 1187877"/>
              <a:gd name="connsiteX7" fmla="*/ 497674 w 1981049"/>
              <a:gd name="connsiteY7" fmla="*/ 24033 h 1187877"/>
              <a:gd name="connsiteX8" fmla="*/ 467160 w 1981049"/>
              <a:gd name="connsiteY8" fmla="*/ 46986 h 1187877"/>
              <a:gd name="connsiteX9" fmla="*/ 467700 w 1981049"/>
              <a:gd name="connsiteY9" fmla="*/ 114494 h 1187877"/>
              <a:gd name="connsiteX10" fmla="*/ 494974 w 1981049"/>
              <a:gd name="connsiteY10" fmla="*/ 135827 h 1187877"/>
              <a:gd name="connsiteX11" fmla="*/ 509555 w 1981049"/>
              <a:gd name="connsiteY11" fmla="*/ 135557 h 1187877"/>
              <a:gd name="connsiteX12" fmla="*/ 653483 w 1981049"/>
              <a:gd name="connsiteY12" fmla="*/ 125836 h 1187877"/>
              <a:gd name="connsiteX13" fmla="*/ 727202 w 1981049"/>
              <a:gd name="connsiteY13" fmla="*/ 112604 h 1187877"/>
              <a:gd name="connsiteX14" fmla="*/ 764737 w 1981049"/>
              <a:gd name="connsiteY14" fmla="*/ 99372 h 1187877"/>
              <a:gd name="connsiteX15" fmla="*/ 776888 w 1981049"/>
              <a:gd name="connsiteY15" fmla="*/ 107473 h 1187877"/>
              <a:gd name="connsiteX16" fmla="*/ 776888 w 1981049"/>
              <a:gd name="connsiteY16" fmla="*/ 139067 h 1187877"/>
              <a:gd name="connsiteX17" fmla="*/ 798221 w 1981049"/>
              <a:gd name="connsiteY17" fmla="*/ 161210 h 1187877"/>
              <a:gd name="connsiteX18" fmla="*/ 809022 w 1981049"/>
              <a:gd name="connsiteY18" fmla="*/ 171202 h 1187877"/>
              <a:gd name="connsiteX19" fmla="*/ 809022 w 1981049"/>
              <a:gd name="connsiteY19" fmla="*/ 223588 h 1187877"/>
              <a:gd name="connsiteX20" fmla="*/ 799301 w 1981049"/>
              <a:gd name="connsiteY20" fmla="*/ 233579 h 1187877"/>
              <a:gd name="connsiteX21" fmla="*/ 789850 w 1981049"/>
              <a:gd name="connsiteY21" fmla="*/ 233579 h 1187877"/>
              <a:gd name="connsiteX22" fmla="*/ 673735 w 1981049"/>
              <a:gd name="connsiteY22" fmla="*/ 351314 h 1187877"/>
              <a:gd name="connsiteX23" fmla="*/ 673735 w 1981049"/>
              <a:gd name="connsiteY23" fmla="*/ 434214 h 1187877"/>
              <a:gd name="connsiteX24" fmla="*/ 662934 w 1981049"/>
              <a:gd name="connsiteY24" fmla="*/ 445285 h 1187877"/>
              <a:gd name="connsiteX25" fmla="*/ 596776 w 1981049"/>
              <a:gd name="connsiteY25" fmla="*/ 445016 h 1187877"/>
              <a:gd name="connsiteX26" fmla="*/ 585975 w 1981049"/>
              <a:gd name="connsiteY26" fmla="*/ 456086 h 1187877"/>
              <a:gd name="connsiteX27" fmla="*/ 585975 w 1981049"/>
              <a:gd name="connsiteY27" fmla="*/ 515764 h 1187877"/>
              <a:gd name="connsiteX28" fmla="*/ 598396 w 1981049"/>
              <a:gd name="connsiteY28" fmla="*/ 527376 h 1187877"/>
              <a:gd name="connsiteX29" fmla="*/ 660234 w 1981049"/>
              <a:gd name="connsiteY29" fmla="*/ 527105 h 1187877"/>
              <a:gd name="connsiteX30" fmla="*/ 673735 w 1981049"/>
              <a:gd name="connsiteY30" fmla="*/ 541147 h 1187877"/>
              <a:gd name="connsiteX31" fmla="*/ 673465 w 1981049"/>
              <a:gd name="connsiteY31" fmla="*/ 568420 h 1187877"/>
              <a:gd name="connsiteX32" fmla="*/ 628370 w 1981049"/>
              <a:gd name="connsiteY32" fmla="*/ 613246 h 1187877"/>
              <a:gd name="connsiteX33" fmla="*/ 416394 w 1981049"/>
              <a:gd name="connsiteY33" fmla="*/ 612976 h 1187877"/>
              <a:gd name="connsiteX34" fmla="*/ 227640 w 1981049"/>
              <a:gd name="connsiteY34" fmla="*/ 657531 h 1187877"/>
              <a:gd name="connsiteX35" fmla="*/ 47259 w 1981049"/>
              <a:gd name="connsiteY35" fmla="*/ 809560 h 1187877"/>
              <a:gd name="connsiteX36" fmla="*/ 813 w 1981049"/>
              <a:gd name="connsiteY36" fmla="*/ 944577 h 1187877"/>
              <a:gd name="connsiteX37" fmla="*/ 273 w 1981049"/>
              <a:gd name="connsiteY37" fmla="*/ 1177346 h 1187877"/>
              <a:gd name="connsiteX38" fmla="*/ 10264 w 1981049"/>
              <a:gd name="connsiteY38" fmla="*/ 1187877 h 1187877"/>
              <a:gd name="connsiteX39" fmla="*/ 297579 w 1981049"/>
              <a:gd name="connsiteY39" fmla="*/ 1187877 h 1187877"/>
              <a:gd name="connsiteX40" fmla="*/ 307300 w 1981049"/>
              <a:gd name="connsiteY40" fmla="*/ 1177886 h 1187877"/>
              <a:gd name="connsiteX41" fmla="*/ 308651 w 1981049"/>
              <a:gd name="connsiteY41" fmla="*/ 1134951 h 1187877"/>
              <a:gd name="connsiteX42" fmla="*/ 341864 w 1981049"/>
              <a:gd name="connsiteY42" fmla="*/ 1033688 h 1187877"/>
              <a:gd name="connsiteX43" fmla="*/ 435296 w 1981049"/>
              <a:gd name="connsiteY43" fmla="*/ 969960 h 1187877"/>
              <a:gd name="connsiteX44" fmla="*/ 495784 w 1981049"/>
              <a:gd name="connsiteY44" fmla="*/ 969420 h 1187877"/>
              <a:gd name="connsiteX45" fmla="*/ 607307 w 1981049"/>
              <a:gd name="connsiteY45" fmla="*/ 986162 h 1187877"/>
              <a:gd name="connsiteX46" fmla="*/ 703439 w 1981049"/>
              <a:gd name="connsiteY46" fmla="*/ 1019376 h 1187877"/>
              <a:gd name="connsiteX47" fmla="*/ 897053 w 1981049"/>
              <a:gd name="connsiteY47" fmla="*/ 1039089 h 1187877"/>
              <a:gd name="connsiteX48" fmla="*/ 1033689 w 1981049"/>
              <a:gd name="connsiteY48" fmla="*/ 1010195 h 1187877"/>
              <a:gd name="connsiteX49" fmla="*/ 1258357 w 1981049"/>
              <a:gd name="connsiteY49" fmla="*/ 967530 h 1187877"/>
              <a:gd name="connsiteX50" fmla="*/ 1267539 w 1981049"/>
              <a:gd name="connsiteY50" fmla="*/ 956188 h 1187877"/>
              <a:gd name="connsiteX51" fmla="*/ 1267539 w 1981049"/>
              <a:gd name="connsiteY51" fmla="*/ 917203 h 1187877"/>
              <a:gd name="connsiteX52" fmla="*/ 1981049 w 1981049"/>
              <a:gd name="connsiteY52" fmla="*/ 917203 h 1187877"/>
              <a:gd name="connsiteX53" fmla="*/ 1981049 w 1981049"/>
              <a:gd name="connsiteY53" fmla="*/ 640311 h 1187877"/>
              <a:gd name="connsiteX54" fmla="*/ 1267287 w 1981049"/>
              <a:gd name="connsiteY54" fmla="*/ 640311 h 1187877"/>
              <a:gd name="connsiteX55" fmla="*/ 1267269 w 1981049"/>
              <a:gd name="connsiteY55" fmla="*/ 629178 h 1187877"/>
              <a:gd name="connsiteX56" fmla="*/ 1251066 w 1981049"/>
              <a:gd name="connsiteY56" fmla="*/ 612706 h 1187877"/>
              <a:gd name="connsiteX57" fmla="*/ 1097958 w 1981049"/>
              <a:gd name="connsiteY57" fmla="*/ 612706 h 1187877"/>
              <a:gd name="connsiteX58" fmla="*/ 1055833 w 1981049"/>
              <a:gd name="connsiteY58" fmla="*/ 570581 h 1187877"/>
              <a:gd name="connsiteX59" fmla="*/ 1055833 w 1981049"/>
              <a:gd name="connsiteY59" fmla="*/ 541147 h 1187877"/>
              <a:gd name="connsiteX60" fmla="*/ 1069604 w 1981049"/>
              <a:gd name="connsiteY60" fmla="*/ 526835 h 1187877"/>
              <a:gd name="connsiteX61" fmla="*/ 1131442 w 1981049"/>
              <a:gd name="connsiteY61" fmla="*/ 526835 h 1187877"/>
              <a:gd name="connsiteX62" fmla="*/ 1141703 w 1981049"/>
              <a:gd name="connsiteY62" fmla="*/ 516304 h 1187877"/>
              <a:gd name="connsiteX63" fmla="*/ 1141703 w 1981049"/>
              <a:gd name="connsiteY63" fmla="*/ 454466 h 1187877"/>
              <a:gd name="connsiteX64" fmla="*/ 1131172 w 1981049"/>
              <a:gd name="connsiteY64" fmla="*/ 444475 h 1187877"/>
              <a:gd name="connsiteX65" fmla="*/ 1069334 w 1981049"/>
              <a:gd name="connsiteY65" fmla="*/ 444745 h 1187877"/>
              <a:gd name="connsiteX66" fmla="*/ 1055563 w 1981049"/>
              <a:gd name="connsiteY66" fmla="*/ 431514 h 1187877"/>
              <a:gd name="connsiteX67" fmla="*/ 1055563 w 1981049"/>
              <a:gd name="connsiteY67" fmla="*/ 351854 h 1187877"/>
              <a:gd name="connsiteX68" fmla="*/ 1008037 w 1981049"/>
              <a:gd name="connsiteY68" fmla="*/ 258152 h 1187877"/>
              <a:gd name="connsiteX69" fmla="*/ 932967 w 1981049"/>
              <a:gd name="connsiteY69" fmla="*/ 233309 h 1187877"/>
              <a:gd name="connsiteX70" fmla="*/ 919195 w 1981049"/>
              <a:gd name="connsiteY70" fmla="*/ 219267 h 1187877"/>
              <a:gd name="connsiteX71" fmla="*/ 919195 w 1981049"/>
              <a:gd name="connsiteY71" fmla="*/ 187673 h 1187877"/>
              <a:gd name="connsiteX72" fmla="*/ 921086 w 1981049"/>
              <a:gd name="connsiteY72" fmla="*/ 163370 h 1187877"/>
              <a:gd name="connsiteX73" fmla="*/ 944309 w 1981049"/>
              <a:gd name="connsiteY73" fmla="*/ 160940 h 1187877"/>
              <a:gd name="connsiteX74" fmla="*/ 952950 w 1981049"/>
              <a:gd name="connsiteY74" fmla="*/ 152299 h 1187877"/>
              <a:gd name="connsiteX75" fmla="*/ 952950 w 1981049"/>
              <a:gd name="connsiteY75" fmla="*/ 107203 h 1187877"/>
              <a:gd name="connsiteX76" fmla="*/ 964021 w 1981049"/>
              <a:gd name="connsiteY76" fmla="*/ 98833 h 1187877"/>
              <a:gd name="connsiteX77" fmla="*/ 1002366 w 1981049"/>
              <a:gd name="connsiteY77" fmla="*/ 112604 h 1187877"/>
              <a:gd name="connsiteX78" fmla="*/ 1059343 w 1981049"/>
              <a:gd name="connsiteY78" fmla="*/ 124485 h 1187877"/>
              <a:gd name="connsiteX79" fmla="*/ 1127121 w 1981049"/>
              <a:gd name="connsiteY79" fmla="*/ 128536 h 1187877"/>
              <a:gd name="connsiteX80" fmla="*/ 1231354 w 1981049"/>
              <a:gd name="connsiteY80" fmla="*/ 135557 h 1187877"/>
              <a:gd name="connsiteX81" fmla="*/ 1262408 w 1981049"/>
              <a:gd name="connsiteY81" fmla="*/ 110984 h 1187877"/>
              <a:gd name="connsiteX82" fmla="*/ 1262138 w 1981049"/>
              <a:gd name="connsiteY82" fmla="*/ 47526 h 1187877"/>
              <a:gd name="connsiteX83" fmla="*/ 1231894 w 1981049"/>
              <a:gd name="connsiteY83" fmla="*/ 24303 h 1187877"/>
              <a:gd name="connsiteX84" fmla="*/ 1170327 w 1981049"/>
              <a:gd name="connsiteY84" fmla="*/ 28084 h 1187877"/>
              <a:gd name="connsiteX85" fmla="*/ 1053402 w 1981049"/>
              <a:gd name="connsiteY85" fmla="*/ 36185 h 1187877"/>
              <a:gd name="connsiteX86" fmla="*/ 1019648 w 1981049"/>
              <a:gd name="connsiteY86" fmla="*/ 41855 h 1187877"/>
              <a:gd name="connsiteX87" fmla="*/ 961321 w 1981049"/>
              <a:gd name="connsiteY87" fmla="*/ 62378 h 1187877"/>
              <a:gd name="connsiteX88" fmla="*/ 952680 w 1981049"/>
              <a:gd name="connsiteY88" fmla="*/ 56167 h 1187877"/>
              <a:gd name="connsiteX89" fmla="*/ 952680 w 1981049"/>
              <a:gd name="connsiteY89" fmla="*/ 8911 h 1187877"/>
              <a:gd name="connsiteX90" fmla="*/ 944309 w 1981049"/>
              <a:gd name="connsiteY90" fmla="*/ 0 h 1187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1049" h="1187877">
                <a:moveTo>
                  <a:pt x="944309" y="0"/>
                </a:moveTo>
                <a:cubicBezTo>
                  <a:pt x="891382" y="270"/>
                  <a:pt x="838186" y="270"/>
                  <a:pt x="784989" y="0"/>
                </a:cubicBezTo>
                <a:cubicBezTo>
                  <a:pt x="778508" y="0"/>
                  <a:pt x="776348" y="2430"/>
                  <a:pt x="776348" y="8642"/>
                </a:cubicBezTo>
                <a:cubicBezTo>
                  <a:pt x="776618" y="21333"/>
                  <a:pt x="776348" y="33754"/>
                  <a:pt x="776348" y="46446"/>
                </a:cubicBezTo>
                <a:cubicBezTo>
                  <a:pt x="776348" y="65348"/>
                  <a:pt x="776078" y="66428"/>
                  <a:pt x="758256" y="58867"/>
                </a:cubicBezTo>
                <a:cubicBezTo>
                  <a:pt x="717481" y="41315"/>
                  <a:pt x="675086" y="34024"/>
                  <a:pt x="631070" y="33214"/>
                </a:cubicBezTo>
                <a:cubicBezTo>
                  <a:pt x="606768" y="32674"/>
                  <a:pt x="582465" y="29434"/>
                  <a:pt x="558162" y="27813"/>
                </a:cubicBezTo>
                <a:cubicBezTo>
                  <a:pt x="538179" y="26463"/>
                  <a:pt x="517926" y="25113"/>
                  <a:pt x="497674" y="24033"/>
                </a:cubicBezTo>
                <a:cubicBezTo>
                  <a:pt x="482012" y="23223"/>
                  <a:pt x="470670" y="31324"/>
                  <a:pt x="467160" y="46986"/>
                </a:cubicBezTo>
                <a:cubicBezTo>
                  <a:pt x="462299" y="69399"/>
                  <a:pt x="462299" y="92082"/>
                  <a:pt x="467700" y="114494"/>
                </a:cubicBezTo>
                <a:cubicBezTo>
                  <a:pt x="470941" y="128806"/>
                  <a:pt x="480391" y="135557"/>
                  <a:pt x="494974" y="135827"/>
                </a:cubicBezTo>
                <a:cubicBezTo>
                  <a:pt x="499834" y="135827"/>
                  <a:pt x="504694" y="135827"/>
                  <a:pt x="509555" y="135557"/>
                </a:cubicBezTo>
                <a:cubicBezTo>
                  <a:pt x="557351" y="132317"/>
                  <a:pt x="605417" y="129346"/>
                  <a:pt x="653483" y="125836"/>
                </a:cubicBezTo>
                <a:cubicBezTo>
                  <a:pt x="678596" y="124215"/>
                  <a:pt x="703709" y="123675"/>
                  <a:pt x="727202" y="112604"/>
                </a:cubicBezTo>
                <a:cubicBezTo>
                  <a:pt x="739083" y="106933"/>
                  <a:pt x="752045" y="103693"/>
                  <a:pt x="764737" y="99372"/>
                </a:cubicBezTo>
                <a:cubicBezTo>
                  <a:pt x="776078" y="95322"/>
                  <a:pt x="776888" y="95862"/>
                  <a:pt x="776888" y="107473"/>
                </a:cubicBezTo>
                <a:cubicBezTo>
                  <a:pt x="776888" y="118005"/>
                  <a:pt x="776888" y="128536"/>
                  <a:pt x="776888" y="139067"/>
                </a:cubicBezTo>
                <a:cubicBezTo>
                  <a:pt x="776888" y="160670"/>
                  <a:pt x="776888" y="160940"/>
                  <a:pt x="798221" y="161210"/>
                </a:cubicBezTo>
                <a:cubicBezTo>
                  <a:pt x="805511" y="161210"/>
                  <a:pt x="809292" y="163100"/>
                  <a:pt x="809022" y="171202"/>
                </a:cubicBezTo>
                <a:cubicBezTo>
                  <a:pt x="808752" y="188754"/>
                  <a:pt x="808752" y="206036"/>
                  <a:pt x="809022" y="223588"/>
                </a:cubicBezTo>
                <a:cubicBezTo>
                  <a:pt x="809022" y="230609"/>
                  <a:pt x="806592" y="234119"/>
                  <a:pt x="799301" y="233579"/>
                </a:cubicBezTo>
                <a:cubicBezTo>
                  <a:pt x="796061" y="233309"/>
                  <a:pt x="793090" y="233579"/>
                  <a:pt x="789850" y="233579"/>
                </a:cubicBezTo>
                <a:cubicBezTo>
                  <a:pt x="727202" y="234659"/>
                  <a:pt x="674005" y="288936"/>
                  <a:pt x="673735" y="351314"/>
                </a:cubicBezTo>
                <a:cubicBezTo>
                  <a:pt x="673465" y="378857"/>
                  <a:pt x="673465" y="406671"/>
                  <a:pt x="673735" y="434214"/>
                </a:cubicBezTo>
                <a:cubicBezTo>
                  <a:pt x="673735" y="442315"/>
                  <a:pt x="671305" y="445555"/>
                  <a:pt x="662934" y="445285"/>
                </a:cubicBezTo>
                <a:cubicBezTo>
                  <a:pt x="640792" y="444745"/>
                  <a:pt x="618919" y="445555"/>
                  <a:pt x="596776" y="445016"/>
                </a:cubicBezTo>
                <a:cubicBezTo>
                  <a:pt x="588135" y="445016"/>
                  <a:pt x="585705" y="447986"/>
                  <a:pt x="585975" y="456086"/>
                </a:cubicBezTo>
                <a:cubicBezTo>
                  <a:pt x="586515" y="475799"/>
                  <a:pt x="586515" y="495781"/>
                  <a:pt x="585975" y="515764"/>
                </a:cubicBezTo>
                <a:cubicBezTo>
                  <a:pt x="585705" y="525215"/>
                  <a:pt x="589485" y="527646"/>
                  <a:pt x="598396" y="527376"/>
                </a:cubicBezTo>
                <a:cubicBezTo>
                  <a:pt x="618919" y="527105"/>
                  <a:pt x="639711" y="527916"/>
                  <a:pt x="660234" y="527105"/>
                </a:cubicBezTo>
                <a:cubicBezTo>
                  <a:pt x="671305" y="526835"/>
                  <a:pt x="674545" y="530886"/>
                  <a:pt x="673735" y="541147"/>
                </a:cubicBezTo>
                <a:cubicBezTo>
                  <a:pt x="672925" y="550328"/>
                  <a:pt x="673465" y="559240"/>
                  <a:pt x="673465" y="568420"/>
                </a:cubicBezTo>
                <a:cubicBezTo>
                  <a:pt x="673465" y="601095"/>
                  <a:pt x="661314" y="613246"/>
                  <a:pt x="628370" y="613246"/>
                </a:cubicBezTo>
                <a:cubicBezTo>
                  <a:pt x="557621" y="613246"/>
                  <a:pt x="486872" y="614056"/>
                  <a:pt x="416394" y="612976"/>
                </a:cubicBezTo>
                <a:cubicBezTo>
                  <a:pt x="349696" y="611896"/>
                  <a:pt x="287318" y="628908"/>
                  <a:pt x="227640" y="657531"/>
                </a:cubicBezTo>
                <a:cubicBezTo>
                  <a:pt x="154461" y="692636"/>
                  <a:pt x="92354" y="741242"/>
                  <a:pt x="47259" y="809560"/>
                </a:cubicBezTo>
                <a:cubicBezTo>
                  <a:pt x="20255" y="850606"/>
                  <a:pt x="1893" y="895161"/>
                  <a:pt x="813" y="944577"/>
                </a:cubicBezTo>
                <a:cubicBezTo>
                  <a:pt x="-808" y="1022077"/>
                  <a:pt x="543" y="1099847"/>
                  <a:pt x="273" y="1177346"/>
                </a:cubicBezTo>
                <a:cubicBezTo>
                  <a:pt x="273" y="1184907"/>
                  <a:pt x="2163" y="1187877"/>
                  <a:pt x="10264" y="1187877"/>
                </a:cubicBezTo>
                <a:cubicBezTo>
                  <a:pt x="105856" y="1187607"/>
                  <a:pt x="201718" y="1187607"/>
                  <a:pt x="297579" y="1187877"/>
                </a:cubicBezTo>
                <a:cubicBezTo>
                  <a:pt x="304870" y="1187877"/>
                  <a:pt x="307300" y="1184907"/>
                  <a:pt x="307300" y="1177886"/>
                </a:cubicBezTo>
                <a:cubicBezTo>
                  <a:pt x="307300" y="1163574"/>
                  <a:pt x="307840" y="1149262"/>
                  <a:pt x="308651" y="1134951"/>
                </a:cubicBezTo>
                <a:cubicBezTo>
                  <a:pt x="310811" y="1097956"/>
                  <a:pt x="321072" y="1064202"/>
                  <a:pt x="341864" y="1033688"/>
                </a:cubicBezTo>
                <a:cubicBezTo>
                  <a:pt x="364818" y="1000474"/>
                  <a:pt x="394521" y="977251"/>
                  <a:pt x="435296" y="969960"/>
                </a:cubicBezTo>
                <a:cubicBezTo>
                  <a:pt x="455548" y="966179"/>
                  <a:pt x="475531" y="969150"/>
                  <a:pt x="495784" y="969420"/>
                </a:cubicBezTo>
                <a:cubicBezTo>
                  <a:pt x="533588" y="970230"/>
                  <a:pt x="570853" y="975631"/>
                  <a:pt x="607307" y="986162"/>
                </a:cubicBezTo>
                <a:cubicBezTo>
                  <a:pt x="639981" y="995614"/>
                  <a:pt x="671035" y="1009385"/>
                  <a:pt x="703439" y="1019376"/>
                </a:cubicBezTo>
                <a:cubicBezTo>
                  <a:pt x="766627" y="1038818"/>
                  <a:pt x="831165" y="1043139"/>
                  <a:pt x="897053" y="1039089"/>
                </a:cubicBezTo>
                <a:cubicBezTo>
                  <a:pt x="944309" y="1036118"/>
                  <a:pt x="990215" y="1028287"/>
                  <a:pt x="1033689" y="1010195"/>
                </a:cubicBezTo>
                <a:cubicBezTo>
                  <a:pt x="1105788" y="980491"/>
                  <a:pt x="1180588" y="966990"/>
                  <a:pt x="1258357" y="967530"/>
                </a:cubicBezTo>
                <a:cubicBezTo>
                  <a:pt x="1266999" y="967530"/>
                  <a:pt x="1267539" y="962939"/>
                  <a:pt x="1267539" y="956188"/>
                </a:cubicBezTo>
                <a:lnTo>
                  <a:pt x="1267539" y="917203"/>
                </a:lnTo>
                <a:lnTo>
                  <a:pt x="1981049" y="917203"/>
                </a:lnTo>
                <a:lnTo>
                  <a:pt x="1981049" y="640311"/>
                </a:lnTo>
                <a:lnTo>
                  <a:pt x="1267287" y="640311"/>
                </a:lnTo>
                <a:lnTo>
                  <a:pt x="1267269" y="629178"/>
                </a:lnTo>
                <a:cubicBezTo>
                  <a:pt x="1267269" y="612706"/>
                  <a:pt x="1267269" y="612706"/>
                  <a:pt x="1251066" y="612706"/>
                </a:cubicBezTo>
                <a:cubicBezTo>
                  <a:pt x="1200030" y="612706"/>
                  <a:pt x="1148994" y="612706"/>
                  <a:pt x="1097958" y="612706"/>
                </a:cubicBezTo>
                <a:cubicBezTo>
                  <a:pt x="1068254" y="612706"/>
                  <a:pt x="1055833" y="600014"/>
                  <a:pt x="1055833" y="570581"/>
                </a:cubicBezTo>
                <a:cubicBezTo>
                  <a:pt x="1055833" y="560859"/>
                  <a:pt x="1055833" y="550868"/>
                  <a:pt x="1055833" y="541147"/>
                </a:cubicBezTo>
                <a:cubicBezTo>
                  <a:pt x="1055833" y="526835"/>
                  <a:pt x="1055833" y="526835"/>
                  <a:pt x="1069604" y="526835"/>
                </a:cubicBezTo>
                <a:cubicBezTo>
                  <a:pt x="1090127" y="526565"/>
                  <a:pt x="1110919" y="526565"/>
                  <a:pt x="1131442" y="526835"/>
                </a:cubicBezTo>
                <a:cubicBezTo>
                  <a:pt x="1139273" y="526835"/>
                  <a:pt x="1141973" y="523865"/>
                  <a:pt x="1141703" y="516304"/>
                </a:cubicBezTo>
                <a:cubicBezTo>
                  <a:pt x="1141433" y="495781"/>
                  <a:pt x="1141163" y="474989"/>
                  <a:pt x="1141703" y="454466"/>
                </a:cubicBezTo>
                <a:cubicBezTo>
                  <a:pt x="1141703" y="446365"/>
                  <a:pt x="1138733" y="444205"/>
                  <a:pt x="1131172" y="444475"/>
                </a:cubicBezTo>
                <a:cubicBezTo>
                  <a:pt x="1110649" y="444745"/>
                  <a:pt x="1089857" y="443935"/>
                  <a:pt x="1069334" y="444745"/>
                </a:cubicBezTo>
                <a:cubicBezTo>
                  <a:pt x="1059073" y="445285"/>
                  <a:pt x="1055292" y="442585"/>
                  <a:pt x="1055563" y="431514"/>
                </a:cubicBezTo>
                <a:cubicBezTo>
                  <a:pt x="1056103" y="405050"/>
                  <a:pt x="1056103" y="378317"/>
                  <a:pt x="1055563" y="351854"/>
                </a:cubicBezTo>
                <a:cubicBezTo>
                  <a:pt x="1054752" y="313239"/>
                  <a:pt x="1038821" y="281645"/>
                  <a:pt x="1008037" y="258152"/>
                </a:cubicBezTo>
                <a:cubicBezTo>
                  <a:pt x="986164" y="241140"/>
                  <a:pt x="960780" y="233309"/>
                  <a:pt x="932967" y="233309"/>
                </a:cubicBezTo>
                <a:cubicBezTo>
                  <a:pt x="919195" y="233309"/>
                  <a:pt x="919195" y="233309"/>
                  <a:pt x="919195" y="219267"/>
                </a:cubicBezTo>
                <a:cubicBezTo>
                  <a:pt x="919195" y="208736"/>
                  <a:pt x="918925" y="198205"/>
                  <a:pt x="919195" y="187673"/>
                </a:cubicBezTo>
                <a:cubicBezTo>
                  <a:pt x="919465" y="179572"/>
                  <a:pt x="915685" y="169581"/>
                  <a:pt x="921086" y="163370"/>
                </a:cubicBezTo>
                <a:cubicBezTo>
                  <a:pt x="926486" y="157160"/>
                  <a:pt x="936477" y="161210"/>
                  <a:pt x="944309" y="160940"/>
                </a:cubicBezTo>
                <a:cubicBezTo>
                  <a:pt x="950519" y="160670"/>
                  <a:pt x="952950" y="158779"/>
                  <a:pt x="952950" y="152299"/>
                </a:cubicBezTo>
                <a:cubicBezTo>
                  <a:pt x="952680" y="137177"/>
                  <a:pt x="952950" y="122325"/>
                  <a:pt x="952950" y="107203"/>
                </a:cubicBezTo>
                <a:cubicBezTo>
                  <a:pt x="952950" y="95862"/>
                  <a:pt x="953760" y="95322"/>
                  <a:pt x="964021" y="98833"/>
                </a:cubicBezTo>
                <a:cubicBezTo>
                  <a:pt x="976713" y="103423"/>
                  <a:pt x="989674" y="108014"/>
                  <a:pt x="1002366" y="112604"/>
                </a:cubicBezTo>
                <a:cubicBezTo>
                  <a:pt x="1020728" y="119355"/>
                  <a:pt x="1039360" y="123945"/>
                  <a:pt x="1059343" y="124485"/>
                </a:cubicBezTo>
                <a:cubicBezTo>
                  <a:pt x="1081755" y="125026"/>
                  <a:pt x="1104439" y="127186"/>
                  <a:pt x="1127121" y="128536"/>
                </a:cubicBezTo>
                <a:cubicBezTo>
                  <a:pt x="1161685" y="130696"/>
                  <a:pt x="1196520" y="133667"/>
                  <a:pt x="1231354" y="135557"/>
                </a:cubicBezTo>
                <a:cubicBezTo>
                  <a:pt x="1249176" y="136637"/>
                  <a:pt x="1258897" y="128536"/>
                  <a:pt x="1262408" y="110984"/>
                </a:cubicBezTo>
                <a:cubicBezTo>
                  <a:pt x="1266458" y="89921"/>
                  <a:pt x="1266458" y="68588"/>
                  <a:pt x="1262138" y="47526"/>
                </a:cubicBezTo>
                <a:cubicBezTo>
                  <a:pt x="1259167" y="32134"/>
                  <a:pt x="1247826" y="23763"/>
                  <a:pt x="1231894" y="24303"/>
                </a:cubicBezTo>
                <a:cubicBezTo>
                  <a:pt x="1211372" y="25383"/>
                  <a:pt x="1190849" y="26733"/>
                  <a:pt x="1170327" y="28084"/>
                </a:cubicBezTo>
                <a:cubicBezTo>
                  <a:pt x="1131172" y="30784"/>
                  <a:pt x="1092287" y="33754"/>
                  <a:pt x="1053402" y="36185"/>
                </a:cubicBezTo>
                <a:cubicBezTo>
                  <a:pt x="1042061" y="36725"/>
                  <a:pt x="1030719" y="38075"/>
                  <a:pt x="1019648" y="41855"/>
                </a:cubicBezTo>
                <a:cubicBezTo>
                  <a:pt x="1000206" y="48876"/>
                  <a:pt x="980763" y="55357"/>
                  <a:pt x="961321" y="62378"/>
                </a:cubicBezTo>
                <a:cubicBezTo>
                  <a:pt x="954570" y="64808"/>
                  <a:pt x="952680" y="62918"/>
                  <a:pt x="952680" y="56167"/>
                </a:cubicBezTo>
                <a:cubicBezTo>
                  <a:pt x="952680" y="40505"/>
                  <a:pt x="952410" y="24573"/>
                  <a:pt x="952680" y="8911"/>
                </a:cubicBezTo>
                <a:cubicBezTo>
                  <a:pt x="952680" y="2700"/>
                  <a:pt x="950789" y="0"/>
                  <a:pt x="944309" y="0"/>
                </a:cubicBezTo>
                <a:close/>
              </a:path>
            </a:pathLst>
          </a:custGeom>
          <a:solidFill>
            <a:schemeClr val="accent4"/>
          </a:solidFill>
          <a:ln w="3810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xmlns="" id="{1462BEDB-1D19-4E90-B1AE-5266F41A1AF4}"/>
              </a:ext>
            </a:extLst>
          </p:cNvPr>
          <p:cNvSpPr/>
          <p:nvPr/>
        </p:nvSpPr>
        <p:spPr>
          <a:xfrm flipH="1">
            <a:off x="8547872" y="3319484"/>
            <a:ext cx="198301" cy="68576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xmlns="" id="{7B7D7CA0-919C-4F29-BCE7-AF68A57F63F3}"/>
              </a:ext>
            </a:extLst>
          </p:cNvPr>
          <p:cNvGrpSpPr/>
          <p:nvPr/>
        </p:nvGrpSpPr>
        <p:grpSpPr>
          <a:xfrm>
            <a:off x="9238103" y="3424490"/>
            <a:ext cx="1999368" cy="2777053"/>
            <a:chOff x="9238103" y="3424490"/>
            <a:chExt cx="1999368" cy="277705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xmlns="" id="{2E95653A-4031-4D09-95A0-411231E7D245}"/>
                </a:ext>
              </a:extLst>
            </p:cNvPr>
            <p:cNvGrpSpPr/>
            <p:nvPr/>
          </p:nvGrpSpPr>
          <p:grpSpPr>
            <a:xfrm flipH="1">
              <a:off x="9238103" y="5736960"/>
              <a:ext cx="1738952" cy="464583"/>
              <a:chOff x="972634" y="5913280"/>
              <a:chExt cx="1466941" cy="391912"/>
            </a:xfrm>
          </p:grpSpPr>
          <p:sp>
            <p:nvSpPr>
              <p:cNvPr id="41" name="자유형: 도형 40">
                <a:extLst>
                  <a:ext uri="{FF2B5EF4-FFF2-40B4-BE49-F238E27FC236}">
                    <a16:creationId xmlns:a16="http://schemas.microsoft.com/office/drawing/2014/main" xmlns="" id="{E7309AED-1831-4ABC-8064-C73FD17133EC}"/>
                  </a:ext>
                </a:extLst>
              </p:cNvPr>
              <p:cNvSpPr/>
              <p:nvPr/>
            </p:nvSpPr>
            <p:spPr>
              <a:xfrm flipH="1">
                <a:off x="972634" y="5913280"/>
                <a:ext cx="1466941" cy="391912"/>
              </a:xfrm>
              <a:custGeom>
                <a:avLst/>
                <a:gdLst>
                  <a:gd name="connsiteX0" fmla="*/ 1364856 w 1466941"/>
                  <a:gd name="connsiteY0" fmla="*/ 68150 h 391912"/>
                  <a:gd name="connsiteX1" fmla="*/ 1364856 w 1466941"/>
                  <a:gd name="connsiteY1" fmla="*/ 323896 h 391912"/>
                  <a:gd name="connsiteX2" fmla="*/ 174208 w 1466941"/>
                  <a:gd name="connsiteY2" fmla="*/ 323896 h 391912"/>
                  <a:gd name="connsiteX3" fmla="*/ 174208 w 1466941"/>
                  <a:gd name="connsiteY3" fmla="*/ 323750 h 391912"/>
                  <a:gd name="connsiteX4" fmla="*/ 103272 w 1466941"/>
                  <a:gd name="connsiteY4" fmla="*/ 323750 h 391912"/>
                  <a:gd name="connsiteX5" fmla="*/ 75759 w 1466941"/>
                  <a:gd name="connsiteY5" fmla="*/ 296237 h 391912"/>
                  <a:gd name="connsiteX6" fmla="*/ 75759 w 1466941"/>
                  <a:gd name="connsiteY6" fmla="*/ 95663 h 391912"/>
                  <a:gd name="connsiteX7" fmla="*/ 103272 w 1466941"/>
                  <a:gd name="connsiteY7" fmla="*/ 68150 h 391912"/>
                  <a:gd name="connsiteX8" fmla="*/ 174208 w 1466941"/>
                  <a:gd name="connsiteY8" fmla="*/ 68150 h 391912"/>
                  <a:gd name="connsiteX9" fmla="*/ 442035 w 1466941"/>
                  <a:gd name="connsiteY9" fmla="*/ 68150 h 391912"/>
                  <a:gd name="connsiteX10" fmla="*/ 1404882 w 1466941"/>
                  <a:gd name="connsiteY10" fmla="*/ 0 h 391912"/>
                  <a:gd name="connsiteX11" fmla="*/ 63813 w 1466941"/>
                  <a:gd name="connsiteY11" fmla="*/ 0 h 391912"/>
                  <a:gd name="connsiteX12" fmla="*/ 0 w 1466941"/>
                  <a:gd name="connsiteY12" fmla="*/ 77328 h 391912"/>
                  <a:gd name="connsiteX13" fmla="*/ 0 w 1466941"/>
                  <a:gd name="connsiteY13" fmla="*/ 314584 h 391912"/>
                  <a:gd name="connsiteX14" fmla="*/ 63813 w 1466941"/>
                  <a:gd name="connsiteY14" fmla="*/ 391912 h 391912"/>
                  <a:gd name="connsiteX15" fmla="*/ 1404882 w 1466941"/>
                  <a:gd name="connsiteY15" fmla="*/ 391912 h 391912"/>
                  <a:gd name="connsiteX16" fmla="*/ 1450005 w 1466941"/>
                  <a:gd name="connsiteY16" fmla="*/ 369263 h 391912"/>
                  <a:gd name="connsiteX17" fmla="*/ 1466940 w 1466941"/>
                  <a:gd name="connsiteY17" fmla="*/ 319718 h 391912"/>
                  <a:gd name="connsiteX18" fmla="*/ 1385452 w 1466941"/>
                  <a:gd name="connsiteY18" fmla="*/ 319718 h 391912"/>
                  <a:gd name="connsiteX19" fmla="*/ 1364140 w 1466941"/>
                  <a:gd name="connsiteY19" fmla="*/ 264245 h 391912"/>
                  <a:gd name="connsiteX20" fmla="*/ 1363441 w 1466941"/>
                  <a:gd name="connsiteY20" fmla="*/ 127726 h 391912"/>
                  <a:gd name="connsiteX21" fmla="*/ 1383686 w 1466941"/>
                  <a:gd name="connsiteY21" fmla="*/ 72196 h 391912"/>
                  <a:gd name="connsiteX22" fmla="*/ 1466941 w 1466941"/>
                  <a:gd name="connsiteY22" fmla="*/ 72196 h 391912"/>
                  <a:gd name="connsiteX23" fmla="*/ 1450005 w 1466941"/>
                  <a:gd name="connsiteY23" fmla="*/ 22649 h 391912"/>
                  <a:gd name="connsiteX24" fmla="*/ 1404882 w 1466941"/>
                  <a:gd name="connsiteY24" fmla="*/ 0 h 391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66941" h="391912">
                    <a:moveTo>
                      <a:pt x="1364856" y="68150"/>
                    </a:moveTo>
                    <a:cubicBezTo>
                      <a:pt x="1319792" y="165616"/>
                      <a:pt x="1322044" y="235593"/>
                      <a:pt x="1364856" y="323896"/>
                    </a:cubicBezTo>
                    <a:lnTo>
                      <a:pt x="174208" y="323896"/>
                    </a:lnTo>
                    <a:lnTo>
                      <a:pt x="174208" y="323750"/>
                    </a:lnTo>
                    <a:lnTo>
                      <a:pt x="103272" y="323750"/>
                    </a:lnTo>
                    <a:cubicBezTo>
                      <a:pt x="88077" y="323750"/>
                      <a:pt x="75759" y="311432"/>
                      <a:pt x="75759" y="296237"/>
                    </a:cubicBezTo>
                    <a:lnTo>
                      <a:pt x="75759" y="95663"/>
                    </a:lnTo>
                    <a:cubicBezTo>
                      <a:pt x="75759" y="80468"/>
                      <a:pt x="88077" y="68150"/>
                      <a:pt x="103272" y="68150"/>
                    </a:cubicBezTo>
                    <a:lnTo>
                      <a:pt x="174208" y="68150"/>
                    </a:lnTo>
                    <a:lnTo>
                      <a:pt x="442035" y="68150"/>
                    </a:lnTo>
                    <a:close/>
                    <a:moveTo>
                      <a:pt x="1404882" y="0"/>
                    </a:moveTo>
                    <a:lnTo>
                      <a:pt x="63813" y="0"/>
                    </a:lnTo>
                    <a:cubicBezTo>
                      <a:pt x="28570" y="0"/>
                      <a:pt x="0" y="34621"/>
                      <a:pt x="0" y="77328"/>
                    </a:cubicBezTo>
                    <a:lnTo>
                      <a:pt x="0" y="314584"/>
                    </a:lnTo>
                    <a:cubicBezTo>
                      <a:pt x="0" y="357291"/>
                      <a:pt x="28570" y="391912"/>
                      <a:pt x="63813" y="391912"/>
                    </a:cubicBezTo>
                    <a:lnTo>
                      <a:pt x="1404882" y="391912"/>
                    </a:lnTo>
                    <a:cubicBezTo>
                      <a:pt x="1422504" y="391912"/>
                      <a:pt x="1438457" y="383257"/>
                      <a:pt x="1450005" y="369263"/>
                    </a:cubicBezTo>
                    <a:lnTo>
                      <a:pt x="1466940" y="319718"/>
                    </a:lnTo>
                    <a:lnTo>
                      <a:pt x="1385452" y="319718"/>
                    </a:lnTo>
                    <a:lnTo>
                      <a:pt x="1364140" y="264245"/>
                    </a:lnTo>
                    <a:cubicBezTo>
                      <a:pt x="1351928" y="218950"/>
                      <a:pt x="1351384" y="175552"/>
                      <a:pt x="1363441" y="127726"/>
                    </a:cubicBezTo>
                    <a:lnTo>
                      <a:pt x="1383686" y="72196"/>
                    </a:lnTo>
                    <a:lnTo>
                      <a:pt x="1466941" y="72196"/>
                    </a:lnTo>
                    <a:lnTo>
                      <a:pt x="1450005" y="22649"/>
                    </a:lnTo>
                    <a:cubicBezTo>
                      <a:pt x="1438457" y="8656"/>
                      <a:pt x="1422504" y="0"/>
                      <a:pt x="14048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0" name="자유형: 도형 49">
                <a:extLst>
                  <a:ext uri="{FF2B5EF4-FFF2-40B4-BE49-F238E27FC236}">
                    <a16:creationId xmlns:a16="http://schemas.microsoft.com/office/drawing/2014/main" xmlns="" id="{1E49809D-7D1C-4F02-969A-FE0175569D1B}"/>
                  </a:ext>
                </a:extLst>
              </p:cNvPr>
              <p:cNvSpPr/>
              <p:nvPr/>
            </p:nvSpPr>
            <p:spPr>
              <a:xfrm flipH="1">
                <a:off x="1077955" y="5981363"/>
                <a:ext cx="1289097" cy="255746"/>
              </a:xfrm>
              <a:custGeom>
                <a:avLst/>
                <a:gdLst>
                  <a:gd name="connsiteX0" fmla="*/ 1289097 w 1289097"/>
                  <a:gd name="connsiteY0" fmla="*/ 0 h 255746"/>
                  <a:gd name="connsiteX1" fmla="*/ 366276 w 1289097"/>
                  <a:gd name="connsiteY1" fmla="*/ 0 h 255746"/>
                  <a:gd name="connsiteX2" fmla="*/ 98449 w 1289097"/>
                  <a:gd name="connsiteY2" fmla="*/ 0 h 255746"/>
                  <a:gd name="connsiteX3" fmla="*/ 27513 w 1289097"/>
                  <a:gd name="connsiteY3" fmla="*/ 0 h 255746"/>
                  <a:gd name="connsiteX4" fmla="*/ 0 w 1289097"/>
                  <a:gd name="connsiteY4" fmla="*/ 27513 h 255746"/>
                  <a:gd name="connsiteX5" fmla="*/ 0 w 1289097"/>
                  <a:gd name="connsiteY5" fmla="*/ 228087 h 255746"/>
                  <a:gd name="connsiteX6" fmla="*/ 27513 w 1289097"/>
                  <a:gd name="connsiteY6" fmla="*/ 255600 h 255746"/>
                  <a:gd name="connsiteX7" fmla="*/ 98449 w 1289097"/>
                  <a:gd name="connsiteY7" fmla="*/ 255600 h 255746"/>
                  <a:gd name="connsiteX8" fmla="*/ 98449 w 1289097"/>
                  <a:gd name="connsiteY8" fmla="*/ 255746 h 255746"/>
                  <a:gd name="connsiteX9" fmla="*/ 1289097 w 1289097"/>
                  <a:gd name="connsiteY9" fmla="*/ 255746 h 255746"/>
                  <a:gd name="connsiteX10" fmla="*/ 1289097 w 1289097"/>
                  <a:gd name="connsiteY10" fmla="*/ 0 h 255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89097" h="255746">
                    <a:moveTo>
                      <a:pt x="1289097" y="0"/>
                    </a:moveTo>
                    <a:lnTo>
                      <a:pt x="366276" y="0"/>
                    </a:lnTo>
                    <a:lnTo>
                      <a:pt x="98449" y="0"/>
                    </a:lnTo>
                    <a:lnTo>
                      <a:pt x="27513" y="0"/>
                    </a:lnTo>
                    <a:cubicBezTo>
                      <a:pt x="12318" y="0"/>
                      <a:pt x="0" y="12318"/>
                      <a:pt x="0" y="27513"/>
                    </a:cubicBezTo>
                    <a:lnTo>
                      <a:pt x="0" y="228087"/>
                    </a:lnTo>
                    <a:cubicBezTo>
                      <a:pt x="0" y="243282"/>
                      <a:pt x="12318" y="255600"/>
                      <a:pt x="27513" y="255600"/>
                    </a:cubicBezTo>
                    <a:lnTo>
                      <a:pt x="98449" y="255600"/>
                    </a:lnTo>
                    <a:lnTo>
                      <a:pt x="98449" y="255746"/>
                    </a:lnTo>
                    <a:lnTo>
                      <a:pt x="1289097" y="255746"/>
                    </a:lnTo>
                    <a:cubicBezTo>
                      <a:pt x="1246285" y="167443"/>
                      <a:pt x="1244033" y="97466"/>
                      <a:pt x="128909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xmlns="" id="{6F61603C-5585-497F-B13B-6A8F1A908162}"/>
                </a:ext>
              </a:extLst>
            </p:cNvPr>
            <p:cNvSpPr/>
            <p:nvPr/>
          </p:nvSpPr>
          <p:spPr>
            <a:xfrm>
              <a:off x="9419213" y="5275085"/>
              <a:ext cx="1738952" cy="464583"/>
            </a:xfrm>
            <a:custGeom>
              <a:avLst/>
              <a:gdLst>
                <a:gd name="connsiteX0" fmla="*/ 1364856 w 1466941"/>
                <a:gd name="connsiteY0" fmla="*/ 68150 h 391912"/>
                <a:gd name="connsiteX1" fmla="*/ 1364856 w 1466941"/>
                <a:gd name="connsiteY1" fmla="*/ 323896 h 391912"/>
                <a:gd name="connsiteX2" fmla="*/ 174208 w 1466941"/>
                <a:gd name="connsiteY2" fmla="*/ 323896 h 391912"/>
                <a:gd name="connsiteX3" fmla="*/ 174208 w 1466941"/>
                <a:gd name="connsiteY3" fmla="*/ 323750 h 391912"/>
                <a:gd name="connsiteX4" fmla="*/ 103272 w 1466941"/>
                <a:gd name="connsiteY4" fmla="*/ 323750 h 391912"/>
                <a:gd name="connsiteX5" fmla="*/ 75759 w 1466941"/>
                <a:gd name="connsiteY5" fmla="*/ 296237 h 391912"/>
                <a:gd name="connsiteX6" fmla="*/ 75759 w 1466941"/>
                <a:gd name="connsiteY6" fmla="*/ 95663 h 391912"/>
                <a:gd name="connsiteX7" fmla="*/ 103272 w 1466941"/>
                <a:gd name="connsiteY7" fmla="*/ 68150 h 391912"/>
                <a:gd name="connsiteX8" fmla="*/ 174208 w 1466941"/>
                <a:gd name="connsiteY8" fmla="*/ 68150 h 391912"/>
                <a:gd name="connsiteX9" fmla="*/ 442035 w 1466941"/>
                <a:gd name="connsiteY9" fmla="*/ 68150 h 391912"/>
                <a:gd name="connsiteX10" fmla="*/ 1404882 w 1466941"/>
                <a:gd name="connsiteY10" fmla="*/ 0 h 391912"/>
                <a:gd name="connsiteX11" fmla="*/ 63813 w 1466941"/>
                <a:gd name="connsiteY11" fmla="*/ 0 h 391912"/>
                <a:gd name="connsiteX12" fmla="*/ 0 w 1466941"/>
                <a:gd name="connsiteY12" fmla="*/ 77328 h 391912"/>
                <a:gd name="connsiteX13" fmla="*/ 0 w 1466941"/>
                <a:gd name="connsiteY13" fmla="*/ 314584 h 391912"/>
                <a:gd name="connsiteX14" fmla="*/ 63813 w 1466941"/>
                <a:gd name="connsiteY14" fmla="*/ 391912 h 391912"/>
                <a:gd name="connsiteX15" fmla="*/ 1404882 w 1466941"/>
                <a:gd name="connsiteY15" fmla="*/ 391912 h 391912"/>
                <a:gd name="connsiteX16" fmla="*/ 1450005 w 1466941"/>
                <a:gd name="connsiteY16" fmla="*/ 369263 h 391912"/>
                <a:gd name="connsiteX17" fmla="*/ 1466940 w 1466941"/>
                <a:gd name="connsiteY17" fmla="*/ 319718 h 391912"/>
                <a:gd name="connsiteX18" fmla="*/ 1385452 w 1466941"/>
                <a:gd name="connsiteY18" fmla="*/ 319718 h 391912"/>
                <a:gd name="connsiteX19" fmla="*/ 1364140 w 1466941"/>
                <a:gd name="connsiteY19" fmla="*/ 264245 h 391912"/>
                <a:gd name="connsiteX20" fmla="*/ 1363441 w 1466941"/>
                <a:gd name="connsiteY20" fmla="*/ 127726 h 391912"/>
                <a:gd name="connsiteX21" fmla="*/ 1383686 w 1466941"/>
                <a:gd name="connsiteY21" fmla="*/ 72196 h 391912"/>
                <a:gd name="connsiteX22" fmla="*/ 1466941 w 1466941"/>
                <a:gd name="connsiteY22" fmla="*/ 72196 h 391912"/>
                <a:gd name="connsiteX23" fmla="*/ 1450005 w 1466941"/>
                <a:gd name="connsiteY23" fmla="*/ 22649 h 391912"/>
                <a:gd name="connsiteX24" fmla="*/ 1404882 w 1466941"/>
                <a:gd name="connsiteY24" fmla="*/ 0 h 39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66941" h="391912">
                  <a:moveTo>
                    <a:pt x="1364856" y="68150"/>
                  </a:moveTo>
                  <a:cubicBezTo>
                    <a:pt x="1319792" y="165616"/>
                    <a:pt x="1322044" y="235593"/>
                    <a:pt x="1364856" y="323896"/>
                  </a:cubicBezTo>
                  <a:lnTo>
                    <a:pt x="174208" y="323896"/>
                  </a:lnTo>
                  <a:lnTo>
                    <a:pt x="174208" y="323750"/>
                  </a:lnTo>
                  <a:lnTo>
                    <a:pt x="103272" y="323750"/>
                  </a:lnTo>
                  <a:cubicBezTo>
                    <a:pt x="88077" y="323750"/>
                    <a:pt x="75759" y="311432"/>
                    <a:pt x="75759" y="296237"/>
                  </a:cubicBezTo>
                  <a:lnTo>
                    <a:pt x="75759" y="95663"/>
                  </a:lnTo>
                  <a:cubicBezTo>
                    <a:pt x="75759" y="80468"/>
                    <a:pt x="88077" y="68150"/>
                    <a:pt x="103272" y="68150"/>
                  </a:cubicBezTo>
                  <a:lnTo>
                    <a:pt x="174208" y="68150"/>
                  </a:lnTo>
                  <a:lnTo>
                    <a:pt x="442035" y="68150"/>
                  </a:lnTo>
                  <a:close/>
                  <a:moveTo>
                    <a:pt x="1404882" y="0"/>
                  </a:moveTo>
                  <a:lnTo>
                    <a:pt x="63813" y="0"/>
                  </a:lnTo>
                  <a:cubicBezTo>
                    <a:pt x="28570" y="0"/>
                    <a:pt x="0" y="34621"/>
                    <a:pt x="0" y="77328"/>
                  </a:cubicBezTo>
                  <a:lnTo>
                    <a:pt x="0" y="314584"/>
                  </a:lnTo>
                  <a:cubicBezTo>
                    <a:pt x="0" y="357291"/>
                    <a:pt x="28570" y="391912"/>
                    <a:pt x="63813" y="391912"/>
                  </a:cubicBezTo>
                  <a:lnTo>
                    <a:pt x="1404882" y="391912"/>
                  </a:lnTo>
                  <a:cubicBezTo>
                    <a:pt x="1422504" y="391912"/>
                    <a:pt x="1438457" y="383257"/>
                    <a:pt x="1450005" y="369263"/>
                  </a:cubicBezTo>
                  <a:lnTo>
                    <a:pt x="1466940" y="319718"/>
                  </a:lnTo>
                  <a:lnTo>
                    <a:pt x="1385452" y="319718"/>
                  </a:lnTo>
                  <a:lnTo>
                    <a:pt x="1364140" y="264245"/>
                  </a:lnTo>
                  <a:cubicBezTo>
                    <a:pt x="1351928" y="218950"/>
                    <a:pt x="1351384" y="175552"/>
                    <a:pt x="1363441" y="127726"/>
                  </a:cubicBezTo>
                  <a:lnTo>
                    <a:pt x="1383686" y="72196"/>
                  </a:lnTo>
                  <a:lnTo>
                    <a:pt x="1466941" y="72196"/>
                  </a:lnTo>
                  <a:lnTo>
                    <a:pt x="1450005" y="22649"/>
                  </a:lnTo>
                  <a:cubicBezTo>
                    <a:pt x="1438457" y="8656"/>
                    <a:pt x="1422504" y="0"/>
                    <a:pt x="14048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xmlns="" id="{2F0B7638-0B05-472C-BEC3-D17908105B92}"/>
                </a:ext>
              </a:extLst>
            </p:cNvPr>
            <p:cNvSpPr/>
            <p:nvPr/>
          </p:nvSpPr>
          <p:spPr>
            <a:xfrm>
              <a:off x="9289093" y="4816295"/>
              <a:ext cx="1738952" cy="464583"/>
            </a:xfrm>
            <a:custGeom>
              <a:avLst/>
              <a:gdLst>
                <a:gd name="connsiteX0" fmla="*/ 1364856 w 1466941"/>
                <a:gd name="connsiteY0" fmla="*/ 68150 h 391912"/>
                <a:gd name="connsiteX1" fmla="*/ 1364856 w 1466941"/>
                <a:gd name="connsiteY1" fmla="*/ 323896 h 391912"/>
                <a:gd name="connsiteX2" fmla="*/ 174208 w 1466941"/>
                <a:gd name="connsiteY2" fmla="*/ 323896 h 391912"/>
                <a:gd name="connsiteX3" fmla="*/ 174208 w 1466941"/>
                <a:gd name="connsiteY3" fmla="*/ 323750 h 391912"/>
                <a:gd name="connsiteX4" fmla="*/ 103272 w 1466941"/>
                <a:gd name="connsiteY4" fmla="*/ 323750 h 391912"/>
                <a:gd name="connsiteX5" fmla="*/ 75759 w 1466941"/>
                <a:gd name="connsiteY5" fmla="*/ 296237 h 391912"/>
                <a:gd name="connsiteX6" fmla="*/ 75759 w 1466941"/>
                <a:gd name="connsiteY6" fmla="*/ 95663 h 391912"/>
                <a:gd name="connsiteX7" fmla="*/ 103272 w 1466941"/>
                <a:gd name="connsiteY7" fmla="*/ 68150 h 391912"/>
                <a:gd name="connsiteX8" fmla="*/ 174208 w 1466941"/>
                <a:gd name="connsiteY8" fmla="*/ 68150 h 391912"/>
                <a:gd name="connsiteX9" fmla="*/ 442035 w 1466941"/>
                <a:gd name="connsiteY9" fmla="*/ 68150 h 391912"/>
                <a:gd name="connsiteX10" fmla="*/ 1404882 w 1466941"/>
                <a:gd name="connsiteY10" fmla="*/ 0 h 391912"/>
                <a:gd name="connsiteX11" fmla="*/ 63813 w 1466941"/>
                <a:gd name="connsiteY11" fmla="*/ 0 h 391912"/>
                <a:gd name="connsiteX12" fmla="*/ 0 w 1466941"/>
                <a:gd name="connsiteY12" fmla="*/ 77328 h 391912"/>
                <a:gd name="connsiteX13" fmla="*/ 0 w 1466941"/>
                <a:gd name="connsiteY13" fmla="*/ 314584 h 391912"/>
                <a:gd name="connsiteX14" fmla="*/ 63813 w 1466941"/>
                <a:gd name="connsiteY14" fmla="*/ 391912 h 391912"/>
                <a:gd name="connsiteX15" fmla="*/ 1404882 w 1466941"/>
                <a:gd name="connsiteY15" fmla="*/ 391912 h 391912"/>
                <a:gd name="connsiteX16" fmla="*/ 1450005 w 1466941"/>
                <a:gd name="connsiteY16" fmla="*/ 369263 h 391912"/>
                <a:gd name="connsiteX17" fmla="*/ 1466940 w 1466941"/>
                <a:gd name="connsiteY17" fmla="*/ 319718 h 391912"/>
                <a:gd name="connsiteX18" fmla="*/ 1385452 w 1466941"/>
                <a:gd name="connsiteY18" fmla="*/ 319718 h 391912"/>
                <a:gd name="connsiteX19" fmla="*/ 1364140 w 1466941"/>
                <a:gd name="connsiteY19" fmla="*/ 264245 h 391912"/>
                <a:gd name="connsiteX20" fmla="*/ 1363441 w 1466941"/>
                <a:gd name="connsiteY20" fmla="*/ 127726 h 391912"/>
                <a:gd name="connsiteX21" fmla="*/ 1383686 w 1466941"/>
                <a:gd name="connsiteY21" fmla="*/ 72196 h 391912"/>
                <a:gd name="connsiteX22" fmla="*/ 1466941 w 1466941"/>
                <a:gd name="connsiteY22" fmla="*/ 72196 h 391912"/>
                <a:gd name="connsiteX23" fmla="*/ 1450005 w 1466941"/>
                <a:gd name="connsiteY23" fmla="*/ 22649 h 391912"/>
                <a:gd name="connsiteX24" fmla="*/ 1404882 w 1466941"/>
                <a:gd name="connsiteY24" fmla="*/ 0 h 39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66941" h="391912">
                  <a:moveTo>
                    <a:pt x="1364856" y="68150"/>
                  </a:moveTo>
                  <a:cubicBezTo>
                    <a:pt x="1319792" y="165616"/>
                    <a:pt x="1322044" y="235593"/>
                    <a:pt x="1364856" y="323896"/>
                  </a:cubicBezTo>
                  <a:lnTo>
                    <a:pt x="174208" y="323896"/>
                  </a:lnTo>
                  <a:lnTo>
                    <a:pt x="174208" y="323750"/>
                  </a:lnTo>
                  <a:lnTo>
                    <a:pt x="103272" y="323750"/>
                  </a:lnTo>
                  <a:cubicBezTo>
                    <a:pt x="88077" y="323750"/>
                    <a:pt x="75759" y="311432"/>
                    <a:pt x="75759" y="296237"/>
                  </a:cubicBezTo>
                  <a:lnTo>
                    <a:pt x="75759" y="95663"/>
                  </a:lnTo>
                  <a:cubicBezTo>
                    <a:pt x="75759" y="80468"/>
                    <a:pt x="88077" y="68150"/>
                    <a:pt x="103272" y="68150"/>
                  </a:cubicBezTo>
                  <a:lnTo>
                    <a:pt x="174208" y="68150"/>
                  </a:lnTo>
                  <a:lnTo>
                    <a:pt x="442035" y="68150"/>
                  </a:lnTo>
                  <a:close/>
                  <a:moveTo>
                    <a:pt x="1404882" y="0"/>
                  </a:moveTo>
                  <a:lnTo>
                    <a:pt x="63813" y="0"/>
                  </a:lnTo>
                  <a:cubicBezTo>
                    <a:pt x="28570" y="0"/>
                    <a:pt x="0" y="34621"/>
                    <a:pt x="0" y="77328"/>
                  </a:cubicBezTo>
                  <a:lnTo>
                    <a:pt x="0" y="314584"/>
                  </a:lnTo>
                  <a:cubicBezTo>
                    <a:pt x="0" y="357291"/>
                    <a:pt x="28570" y="391912"/>
                    <a:pt x="63813" y="391912"/>
                  </a:cubicBezTo>
                  <a:lnTo>
                    <a:pt x="1404882" y="391912"/>
                  </a:lnTo>
                  <a:cubicBezTo>
                    <a:pt x="1422504" y="391912"/>
                    <a:pt x="1438457" y="383257"/>
                    <a:pt x="1450005" y="369263"/>
                  </a:cubicBezTo>
                  <a:lnTo>
                    <a:pt x="1466940" y="319718"/>
                  </a:lnTo>
                  <a:lnTo>
                    <a:pt x="1385452" y="319718"/>
                  </a:lnTo>
                  <a:lnTo>
                    <a:pt x="1364140" y="264245"/>
                  </a:lnTo>
                  <a:cubicBezTo>
                    <a:pt x="1351928" y="218950"/>
                    <a:pt x="1351384" y="175552"/>
                    <a:pt x="1363441" y="127726"/>
                  </a:cubicBezTo>
                  <a:lnTo>
                    <a:pt x="1383686" y="72196"/>
                  </a:lnTo>
                  <a:lnTo>
                    <a:pt x="1466941" y="72196"/>
                  </a:lnTo>
                  <a:lnTo>
                    <a:pt x="1450005" y="22649"/>
                  </a:lnTo>
                  <a:cubicBezTo>
                    <a:pt x="1438457" y="8656"/>
                    <a:pt x="1422504" y="0"/>
                    <a:pt x="14048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xmlns="" id="{10A92BC5-A0F2-4562-8606-DF510156CC3F}"/>
                </a:ext>
              </a:extLst>
            </p:cNvPr>
            <p:cNvSpPr/>
            <p:nvPr/>
          </p:nvSpPr>
          <p:spPr>
            <a:xfrm>
              <a:off x="9498519" y="4348815"/>
              <a:ext cx="1738952" cy="464583"/>
            </a:xfrm>
            <a:custGeom>
              <a:avLst/>
              <a:gdLst>
                <a:gd name="connsiteX0" fmla="*/ 1364856 w 1466941"/>
                <a:gd name="connsiteY0" fmla="*/ 68150 h 391912"/>
                <a:gd name="connsiteX1" fmla="*/ 1364856 w 1466941"/>
                <a:gd name="connsiteY1" fmla="*/ 323896 h 391912"/>
                <a:gd name="connsiteX2" fmla="*/ 174208 w 1466941"/>
                <a:gd name="connsiteY2" fmla="*/ 323896 h 391912"/>
                <a:gd name="connsiteX3" fmla="*/ 174208 w 1466941"/>
                <a:gd name="connsiteY3" fmla="*/ 323750 h 391912"/>
                <a:gd name="connsiteX4" fmla="*/ 103272 w 1466941"/>
                <a:gd name="connsiteY4" fmla="*/ 323750 h 391912"/>
                <a:gd name="connsiteX5" fmla="*/ 75759 w 1466941"/>
                <a:gd name="connsiteY5" fmla="*/ 296237 h 391912"/>
                <a:gd name="connsiteX6" fmla="*/ 75759 w 1466941"/>
                <a:gd name="connsiteY6" fmla="*/ 95663 h 391912"/>
                <a:gd name="connsiteX7" fmla="*/ 103272 w 1466941"/>
                <a:gd name="connsiteY7" fmla="*/ 68150 h 391912"/>
                <a:gd name="connsiteX8" fmla="*/ 174208 w 1466941"/>
                <a:gd name="connsiteY8" fmla="*/ 68150 h 391912"/>
                <a:gd name="connsiteX9" fmla="*/ 442035 w 1466941"/>
                <a:gd name="connsiteY9" fmla="*/ 68150 h 391912"/>
                <a:gd name="connsiteX10" fmla="*/ 1404882 w 1466941"/>
                <a:gd name="connsiteY10" fmla="*/ 0 h 391912"/>
                <a:gd name="connsiteX11" fmla="*/ 63813 w 1466941"/>
                <a:gd name="connsiteY11" fmla="*/ 0 h 391912"/>
                <a:gd name="connsiteX12" fmla="*/ 0 w 1466941"/>
                <a:gd name="connsiteY12" fmla="*/ 77328 h 391912"/>
                <a:gd name="connsiteX13" fmla="*/ 0 w 1466941"/>
                <a:gd name="connsiteY13" fmla="*/ 314584 h 391912"/>
                <a:gd name="connsiteX14" fmla="*/ 63813 w 1466941"/>
                <a:gd name="connsiteY14" fmla="*/ 391912 h 391912"/>
                <a:gd name="connsiteX15" fmla="*/ 1404882 w 1466941"/>
                <a:gd name="connsiteY15" fmla="*/ 391912 h 391912"/>
                <a:gd name="connsiteX16" fmla="*/ 1450005 w 1466941"/>
                <a:gd name="connsiteY16" fmla="*/ 369263 h 391912"/>
                <a:gd name="connsiteX17" fmla="*/ 1466940 w 1466941"/>
                <a:gd name="connsiteY17" fmla="*/ 319718 h 391912"/>
                <a:gd name="connsiteX18" fmla="*/ 1385452 w 1466941"/>
                <a:gd name="connsiteY18" fmla="*/ 319718 h 391912"/>
                <a:gd name="connsiteX19" fmla="*/ 1364140 w 1466941"/>
                <a:gd name="connsiteY19" fmla="*/ 264245 h 391912"/>
                <a:gd name="connsiteX20" fmla="*/ 1363441 w 1466941"/>
                <a:gd name="connsiteY20" fmla="*/ 127726 h 391912"/>
                <a:gd name="connsiteX21" fmla="*/ 1383686 w 1466941"/>
                <a:gd name="connsiteY21" fmla="*/ 72196 h 391912"/>
                <a:gd name="connsiteX22" fmla="*/ 1466941 w 1466941"/>
                <a:gd name="connsiteY22" fmla="*/ 72196 h 391912"/>
                <a:gd name="connsiteX23" fmla="*/ 1450005 w 1466941"/>
                <a:gd name="connsiteY23" fmla="*/ 22649 h 391912"/>
                <a:gd name="connsiteX24" fmla="*/ 1404882 w 1466941"/>
                <a:gd name="connsiteY24" fmla="*/ 0 h 39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66941" h="391912">
                  <a:moveTo>
                    <a:pt x="1364856" y="68150"/>
                  </a:moveTo>
                  <a:cubicBezTo>
                    <a:pt x="1319792" y="165616"/>
                    <a:pt x="1322044" y="235593"/>
                    <a:pt x="1364856" y="323896"/>
                  </a:cubicBezTo>
                  <a:lnTo>
                    <a:pt x="174208" y="323896"/>
                  </a:lnTo>
                  <a:lnTo>
                    <a:pt x="174208" y="323750"/>
                  </a:lnTo>
                  <a:lnTo>
                    <a:pt x="103272" y="323750"/>
                  </a:lnTo>
                  <a:cubicBezTo>
                    <a:pt x="88077" y="323750"/>
                    <a:pt x="75759" y="311432"/>
                    <a:pt x="75759" y="296237"/>
                  </a:cubicBezTo>
                  <a:lnTo>
                    <a:pt x="75759" y="95663"/>
                  </a:lnTo>
                  <a:cubicBezTo>
                    <a:pt x="75759" y="80468"/>
                    <a:pt x="88077" y="68150"/>
                    <a:pt x="103272" y="68150"/>
                  </a:cubicBezTo>
                  <a:lnTo>
                    <a:pt x="174208" y="68150"/>
                  </a:lnTo>
                  <a:lnTo>
                    <a:pt x="442035" y="68150"/>
                  </a:lnTo>
                  <a:close/>
                  <a:moveTo>
                    <a:pt x="1404882" y="0"/>
                  </a:moveTo>
                  <a:lnTo>
                    <a:pt x="63813" y="0"/>
                  </a:lnTo>
                  <a:cubicBezTo>
                    <a:pt x="28570" y="0"/>
                    <a:pt x="0" y="34621"/>
                    <a:pt x="0" y="77328"/>
                  </a:cubicBezTo>
                  <a:lnTo>
                    <a:pt x="0" y="314584"/>
                  </a:lnTo>
                  <a:cubicBezTo>
                    <a:pt x="0" y="357291"/>
                    <a:pt x="28570" y="391912"/>
                    <a:pt x="63813" y="391912"/>
                  </a:cubicBezTo>
                  <a:lnTo>
                    <a:pt x="1404882" y="391912"/>
                  </a:lnTo>
                  <a:cubicBezTo>
                    <a:pt x="1422504" y="391912"/>
                    <a:pt x="1438457" y="383257"/>
                    <a:pt x="1450005" y="369263"/>
                  </a:cubicBezTo>
                  <a:lnTo>
                    <a:pt x="1466940" y="319718"/>
                  </a:lnTo>
                  <a:lnTo>
                    <a:pt x="1385452" y="319718"/>
                  </a:lnTo>
                  <a:lnTo>
                    <a:pt x="1364140" y="264245"/>
                  </a:lnTo>
                  <a:cubicBezTo>
                    <a:pt x="1351928" y="218950"/>
                    <a:pt x="1351384" y="175552"/>
                    <a:pt x="1363441" y="127726"/>
                  </a:cubicBezTo>
                  <a:lnTo>
                    <a:pt x="1383686" y="72196"/>
                  </a:lnTo>
                  <a:lnTo>
                    <a:pt x="1466941" y="72196"/>
                  </a:lnTo>
                  <a:lnTo>
                    <a:pt x="1450005" y="22649"/>
                  </a:lnTo>
                  <a:cubicBezTo>
                    <a:pt x="1438457" y="8656"/>
                    <a:pt x="1422504" y="0"/>
                    <a:pt x="14048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xmlns="" id="{292D0C42-9883-42FA-9BB3-921D6509A4E7}"/>
                </a:ext>
              </a:extLst>
            </p:cNvPr>
            <p:cNvSpPr/>
            <p:nvPr/>
          </p:nvSpPr>
          <p:spPr>
            <a:xfrm>
              <a:off x="9324459" y="3885458"/>
              <a:ext cx="1738952" cy="464583"/>
            </a:xfrm>
            <a:custGeom>
              <a:avLst/>
              <a:gdLst>
                <a:gd name="connsiteX0" fmla="*/ 1364856 w 1466941"/>
                <a:gd name="connsiteY0" fmla="*/ 68150 h 391912"/>
                <a:gd name="connsiteX1" fmla="*/ 1364856 w 1466941"/>
                <a:gd name="connsiteY1" fmla="*/ 323896 h 391912"/>
                <a:gd name="connsiteX2" fmla="*/ 174208 w 1466941"/>
                <a:gd name="connsiteY2" fmla="*/ 323896 h 391912"/>
                <a:gd name="connsiteX3" fmla="*/ 174208 w 1466941"/>
                <a:gd name="connsiteY3" fmla="*/ 323750 h 391912"/>
                <a:gd name="connsiteX4" fmla="*/ 103272 w 1466941"/>
                <a:gd name="connsiteY4" fmla="*/ 323750 h 391912"/>
                <a:gd name="connsiteX5" fmla="*/ 75759 w 1466941"/>
                <a:gd name="connsiteY5" fmla="*/ 296237 h 391912"/>
                <a:gd name="connsiteX6" fmla="*/ 75759 w 1466941"/>
                <a:gd name="connsiteY6" fmla="*/ 95663 h 391912"/>
                <a:gd name="connsiteX7" fmla="*/ 103272 w 1466941"/>
                <a:gd name="connsiteY7" fmla="*/ 68150 h 391912"/>
                <a:gd name="connsiteX8" fmla="*/ 174208 w 1466941"/>
                <a:gd name="connsiteY8" fmla="*/ 68150 h 391912"/>
                <a:gd name="connsiteX9" fmla="*/ 442035 w 1466941"/>
                <a:gd name="connsiteY9" fmla="*/ 68150 h 391912"/>
                <a:gd name="connsiteX10" fmla="*/ 1404882 w 1466941"/>
                <a:gd name="connsiteY10" fmla="*/ 0 h 391912"/>
                <a:gd name="connsiteX11" fmla="*/ 63813 w 1466941"/>
                <a:gd name="connsiteY11" fmla="*/ 0 h 391912"/>
                <a:gd name="connsiteX12" fmla="*/ 0 w 1466941"/>
                <a:gd name="connsiteY12" fmla="*/ 77328 h 391912"/>
                <a:gd name="connsiteX13" fmla="*/ 0 w 1466941"/>
                <a:gd name="connsiteY13" fmla="*/ 314584 h 391912"/>
                <a:gd name="connsiteX14" fmla="*/ 63813 w 1466941"/>
                <a:gd name="connsiteY14" fmla="*/ 391912 h 391912"/>
                <a:gd name="connsiteX15" fmla="*/ 1404882 w 1466941"/>
                <a:gd name="connsiteY15" fmla="*/ 391912 h 391912"/>
                <a:gd name="connsiteX16" fmla="*/ 1450005 w 1466941"/>
                <a:gd name="connsiteY16" fmla="*/ 369263 h 391912"/>
                <a:gd name="connsiteX17" fmla="*/ 1466940 w 1466941"/>
                <a:gd name="connsiteY17" fmla="*/ 319718 h 391912"/>
                <a:gd name="connsiteX18" fmla="*/ 1385452 w 1466941"/>
                <a:gd name="connsiteY18" fmla="*/ 319718 h 391912"/>
                <a:gd name="connsiteX19" fmla="*/ 1364140 w 1466941"/>
                <a:gd name="connsiteY19" fmla="*/ 264245 h 391912"/>
                <a:gd name="connsiteX20" fmla="*/ 1363441 w 1466941"/>
                <a:gd name="connsiteY20" fmla="*/ 127726 h 391912"/>
                <a:gd name="connsiteX21" fmla="*/ 1383686 w 1466941"/>
                <a:gd name="connsiteY21" fmla="*/ 72196 h 391912"/>
                <a:gd name="connsiteX22" fmla="*/ 1466941 w 1466941"/>
                <a:gd name="connsiteY22" fmla="*/ 72196 h 391912"/>
                <a:gd name="connsiteX23" fmla="*/ 1450005 w 1466941"/>
                <a:gd name="connsiteY23" fmla="*/ 22649 h 391912"/>
                <a:gd name="connsiteX24" fmla="*/ 1404882 w 1466941"/>
                <a:gd name="connsiteY24" fmla="*/ 0 h 39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66941" h="391912">
                  <a:moveTo>
                    <a:pt x="1364856" y="68150"/>
                  </a:moveTo>
                  <a:cubicBezTo>
                    <a:pt x="1319792" y="165616"/>
                    <a:pt x="1322044" y="235593"/>
                    <a:pt x="1364856" y="323896"/>
                  </a:cubicBezTo>
                  <a:lnTo>
                    <a:pt x="174208" y="323896"/>
                  </a:lnTo>
                  <a:lnTo>
                    <a:pt x="174208" y="323750"/>
                  </a:lnTo>
                  <a:lnTo>
                    <a:pt x="103272" y="323750"/>
                  </a:lnTo>
                  <a:cubicBezTo>
                    <a:pt x="88077" y="323750"/>
                    <a:pt x="75759" y="311432"/>
                    <a:pt x="75759" y="296237"/>
                  </a:cubicBezTo>
                  <a:lnTo>
                    <a:pt x="75759" y="95663"/>
                  </a:lnTo>
                  <a:cubicBezTo>
                    <a:pt x="75759" y="80468"/>
                    <a:pt x="88077" y="68150"/>
                    <a:pt x="103272" y="68150"/>
                  </a:cubicBezTo>
                  <a:lnTo>
                    <a:pt x="174208" y="68150"/>
                  </a:lnTo>
                  <a:lnTo>
                    <a:pt x="442035" y="68150"/>
                  </a:lnTo>
                  <a:close/>
                  <a:moveTo>
                    <a:pt x="1404882" y="0"/>
                  </a:moveTo>
                  <a:lnTo>
                    <a:pt x="63813" y="0"/>
                  </a:lnTo>
                  <a:cubicBezTo>
                    <a:pt x="28570" y="0"/>
                    <a:pt x="0" y="34621"/>
                    <a:pt x="0" y="77328"/>
                  </a:cubicBezTo>
                  <a:lnTo>
                    <a:pt x="0" y="314584"/>
                  </a:lnTo>
                  <a:cubicBezTo>
                    <a:pt x="0" y="357291"/>
                    <a:pt x="28570" y="391912"/>
                    <a:pt x="63813" y="391912"/>
                  </a:cubicBezTo>
                  <a:lnTo>
                    <a:pt x="1404882" y="391912"/>
                  </a:lnTo>
                  <a:cubicBezTo>
                    <a:pt x="1422504" y="391912"/>
                    <a:pt x="1438457" y="383257"/>
                    <a:pt x="1450005" y="369263"/>
                  </a:cubicBezTo>
                  <a:lnTo>
                    <a:pt x="1466940" y="319718"/>
                  </a:lnTo>
                  <a:lnTo>
                    <a:pt x="1385452" y="319718"/>
                  </a:lnTo>
                  <a:lnTo>
                    <a:pt x="1364140" y="264245"/>
                  </a:lnTo>
                  <a:cubicBezTo>
                    <a:pt x="1351928" y="218950"/>
                    <a:pt x="1351384" y="175552"/>
                    <a:pt x="1363441" y="127726"/>
                  </a:cubicBezTo>
                  <a:lnTo>
                    <a:pt x="1383686" y="72196"/>
                  </a:lnTo>
                  <a:lnTo>
                    <a:pt x="1466941" y="72196"/>
                  </a:lnTo>
                  <a:lnTo>
                    <a:pt x="1450005" y="22649"/>
                  </a:lnTo>
                  <a:cubicBezTo>
                    <a:pt x="1438457" y="8656"/>
                    <a:pt x="1422504" y="0"/>
                    <a:pt x="1404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xmlns="" id="{D6D0FD28-EE6C-48FF-8B57-3E78C53710A0}"/>
                </a:ext>
              </a:extLst>
            </p:cNvPr>
            <p:cNvSpPr/>
            <p:nvPr/>
          </p:nvSpPr>
          <p:spPr>
            <a:xfrm>
              <a:off x="9417794" y="3424490"/>
              <a:ext cx="1738952" cy="464583"/>
            </a:xfrm>
            <a:custGeom>
              <a:avLst/>
              <a:gdLst>
                <a:gd name="connsiteX0" fmla="*/ 1364856 w 1466941"/>
                <a:gd name="connsiteY0" fmla="*/ 68150 h 391912"/>
                <a:gd name="connsiteX1" fmla="*/ 1364856 w 1466941"/>
                <a:gd name="connsiteY1" fmla="*/ 323896 h 391912"/>
                <a:gd name="connsiteX2" fmla="*/ 174208 w 1466941"/>
                <a:gd name="connsiteY2" fmla="*/ 323896 h 391912"/>
                <a:gd name="connsiteX3" fmla="*/ 174208 w 1466941"/>
                <a:gd name="connsiteY3" fmla="*/ 323750 h 391912"/>
                <a:gd name="connsiteX4" fmla="*/ 103272 w 1466941"/>
                <a:gd name="connsiteY4" fmla="*/ 323750 h 391912"/>
                <a:gd name="connsiteX5" fmla="*/ 75759 w 1466941"/>
                <a:gd name="connsiteY5" fmla="*/ 296237 h 391912"/>
                <a:gd name="connsiteX6" fmla="*/ 75759 w 1466941"/>
                <a:gd name="connsiteY6" fmla="*/ 95663 h 391912"/>
                <a:gd name="connsiteX7" fmla="*/ 103272 w 1466941"/>
                <a:gd name="connsiteY7" fmla="*/ 68150 h 391912"/>
                <a:gd name="connsiteX8" fmla="*/ 174208 w 1466941"/>
                <a:gd name="connsiteY8" fmla="*/ 68150 h 391912"/>
                <a:gd name="connsiteX9" fmla="*/ 442035 w 1466941"/>
                <a:gd name="connsiteY9" fmla="*/ 68150 h 391912"/>
                <a:gd name="connsiteX10" fmla="*/ 1404882 w 1466941"/>
                <a:gd name="connsiteY10" fmla="*/ 0 h 391912"/>
                <a:gd name="connsiteX11" fmla="*/ 63813 w 1466941"/>
                <a:gd name="connsiteY11" fmla="*/ 0 h 391912"/>
                <a:gd name="connsiteX12" fmla="*/ 0 w 1466941"/>
                <a:gd name="connsiteY12" fmla="*/ 77328 h 391912"/>
                <a:gd name="connsiteX13" fmla="*/ 0 w 1466941"/>
                <a:gd name="connsiteY13" fmla="*/ 314584 h 391912"/>
                <a:gd name="connsiteX14" fmla="*/ 63813 w 1466941"/>
                <a:gd name="connsiteY14" fmla="*/ 391912 h 391912"/>
                <a:gd name="connsiteX15" fmla="*/ 1404882 w 1466941"/>
                <a:gd name="connsiteY15" fmla="*/ 391912 h 391912"/>
                <a:gd name="connsiteX16" fmla="*/ 1450005 w 1466941"/>
                <a:gd name="connsiteY16" fmla="*/ 369263 h 391912"/>
                <a:gd name="connsiteX17" fmla="*/ 1466940 w 1466941"/>
                <a:gd name="connsiteY17" fmla="*/ 319718 h 391912"/>
                <a:gd name="connsiteX18" fmla="*/ 1385452 w 1466941"/>
                <a:gd name="connsiteY18" fmla="*/ 319718 h 391912"/>
                <a:gd name="connsiteX19" fmla="*/ 1364140 w 1466941"/>
                <a:gd name="connsiteY19" fmla="*/ 264245 h 391912"/>
                <a:gd name="connsiteX20" fmla="*/ 1363441 w 1466941"/>
                <a:gd name="connsiteY20" fmla="*/ 127726 h 391912"/>
                <a:gd name="connsiteX21" fmla="*/ 1383686 w 1466941"/>
                <a:gd name="connsiteY21" fmla="*/ 72196 h 391912"/>
                <a:gd name="connsiteX22" fmla="*/ 1466941 w 1466941"/>
                <a:gd name="connsiteY22" fmla="*/ 72196 h 391912"/>
                <a:gd name="connsiteX23" fmla="*/ 1450005 w 1466941"/>
                <a:gd name="connsiteY23" fmla="*/ 22649 h 391912"/>
                <a:gd name="connsiteX24" fmla="*/ 1404882 w 1466941"/>
                <a:gd name="connsiteY24" fmla="*/ 0 h 39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66941" h="391912">
                  <a:moveTo>
                    <a:pt x="1364856" y="68150"/>
                  </a:moveTo>
                  <a:cubicBezTo>
                    <a:pt x="1319792" y="165616"/>
                    <a:pt x="1322044" y="235593"/>
                    <a:pt x="1364856" y="323896"/>
                  </a:cubicBezTo>
                  <a:lnTo>
                    <a:pt x="174208" y="323896"/>
                  </a:lnTo>
                  <a:lnTo>
                    <a:pt x="174208" y="323750"/>
                  </a:lnTo>
                  <a:lnTo>
                    <a:pt x="103272" y="323750"/>
                  </a:lnTo>
                  <a:cubicBezTo>
                    <a:pt x="88077" y="323750"/>
                    <a:pt x="75759" y="311432"/>
                    <a:pt x="75759" y="296237"/>
                  </a:cubicBezTo>
                  <a:lnTo>
                    <a:pt x="75759" y="95663"/>
                  </a:lnTo>
                  <a:cubicBezTo>
                    <a:pt x="75759" y="80468"/>
                    <a:pt x="88077" y="68150"/>
                    <a:pt x="103272" y="68150"/>
                  </a:cubicBezTo>
                  <a:lnTo>
                    <a:pt x="174208" y="68150"/>
                  </a:lnTo>
                  <a:lnTo>
                    <a:pt x="442035" y="68150"/>
                  </a:lnTo>
                  <a:close/>
                  <a:moveTo>
                    <a:pt x="1404882" y="0"/>
                  </a:moveTo>
                  <a:lnTo>
                    <a:pt x="63813" y="0"/>
                  </a:lnTo>
                  <a:cubicBezTo>
                    <a:pt x="28570" y="0"/>
                    <a:pt x="0" y="34621"/>
                    <a:pt x="0" y="77328"/>
                  </a:cubicBezTo>
                  <a:lnTo>
                    <a:pt x="0" y="314584"/>
                  </a:lnTo>
                  <a:cubicBezTo>
                    <a:pt x="0" y="357291"/>
                    <a:pt x="28570" y="391912"/>
                    <a:pt x="63813" y="391912"/>
                  </a:cubicBezTo>
                  <a:lnTo>
                    <a:pt x="1404882" y="391912"/>
                  </a:lnTo>
                  <a:cubicBezTo>
                    <a:pt x="1422504" y="391912"/>
                    <a:pt x="1438457" y="383257"/>
                    <a:pt x="1450005" y="369263"/>
                  </a:cubicBezTo>
                  <a:lnTo>
                    <a:pt x="1466940" y="319718"/>
                  </a:lnTo>
                  <a:lnTo>
                    <a:pt x="1385452" y="319718"/>
                  </a:lnTo>
                  <a:lnTo>
                    <a:pt x="1364140" y="264245"/>
                  </a:lnTo>
                  <a:cubicBezTo>
                    <a:pt x="1351928" y="218950"/>
                    <a:pt x="1351384" y="175552"/>
                    <a:pt x="1363441" y="127726"/>
                  </a:cubicBezTo>
                  <a:lnTo>
                    <a:pt x="1383686" y="72196"/>
                  </a:lnTo>
                  <a:lnTo>
                    <a:pt x="1466941" y="72196"/>
                  </a:lnTo>
                  <a:lnTo>
                    <a:pt x="1450005" y="22649"/>
                  </a:lnTo>
                  <a:cubicBezTo>
                    <a:pt x="1438457" y="8656"/>
                    <a:pt x="1422504" y="0"/>
                    <a:pt x="140488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2701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F0E4DA3F-85F3-4266-8350-0199FE92B214}"/>
              </a:ext>
            </a:extLst>
          </p:cNvPr>
          <p:cNvSpPr txBox="1"/>
          <p:nvPr/>
        </p:nvSpPr>
        <p:spPr>
          <a:xfrm flipH="1">
            <a:off x="4489711" y="1926660"/>
            <a:ext cx="17157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accent3"/>
                </a:solidFill>
              </a:rPr>
              <a:t>34,800</a:t>
            </a:r>
          </a:p>
        </p:txBody>
      </p:sp>
      <p:grpSp>
        <p:nvGrpSpPr>
          <p:cNvPr id="36" name="그룹 1">
            <a:extLst>
              <a:ext uri="{FF2B5EF4-FFF2-40B4-BE49-F238E27FC236}">
                <a16:creationId xmlns:a16="http://schemas.microsoft.com/office/drawing/2014/main" xmlns="" id="{A4CA61F2-B60B-4691-A073-30D9E9F5D495}"/>
              </a:ext>
            </a:extLst>
          </p:cNvPr>
          <p:cNvGrpSpPr/>
          <p:nvPr/>
        </p:nvGrpSpPr>
        <p:grpSpPr>
          <a:xfrm flipH="1">
            <a:off x="719539" y="1770406"/>
            <a:ext cx="3112282" cy="897285"/>
            <a:chOff x="6888088" y="2012008"/>
            <a:chExt cx="2880320" cy="89728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C3FAFCB0-FE3C-42ED-A0D8-5EAE92CBCED9}"/>
                </a:ext>
              </a:extLst>
            </p:cNvPr>
            <p:cNvSpPr txBox="1"/>
            <p:nvPr/>
          </p:nvSpPr>
          <p:spPr>
            <a:xfrm>
              <a:off x="6888088" y="2012008"/>
              <a:ext cx="2880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cs typeface="Calibri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ED451D1F-D08C-444C-8D48-9C4E75C69B9A}"/>
                </a:ext>
              </a:extLst>
            </p:cNvPr>
            <p:cNvSpPr txBox="1"/>
            <p:nvPr/>
          </p:nvSpPr>
          <p:spPr>
            <a:xfrm>
              <a:off x="6888088" y="2262962"/>
              <a:ext cx="28803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Text : 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B133BE68-9B9D-4A88-BACD-2A663B86FD6C}"/>
              </a:ext>
            </a:extLst>
          </p:cNvPr>
          <p:cNvSpPr txBox="1"/>
          <p:nvPr/>
        </p:nvSpPr>
        <p:spPr>
          <a:xfrm flipH="1">
            <a:off x="4489711" y="3072972"/>
            <a:ext cx="17157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accent2"/>
                </a:solidFill>
              </a:rPr>
              <a:t>25,600</a:t>
            </a:r>
          </a:p>
        </p:txBody>
      </p:sp>
      <p:grpSp>
        <p:nvGrpSpPr>
          <p:cNvPr id="40" name="그룹 2">
            <a:extLst>
              <a:ext uri="{FF2B5EF4-FFF2-40B4-BE49-F238E27FC236}">
                <a16:creationId xmlns:a16="http://schemas.microsoft.com/office/drawing/2014/main" xmlns="" id="{F0C62802-F33F-4863-BD43-0A8A43800D56}"/>
              </a:ext>
            </a:extLst>
          </p:cNvPr>
          <p:cNvGrpSpPr/>
          <p:nvPr/>
        </p:nvGrpSpPr>
        <p:grpSpPr>
          <a:xfrm flipH="1">
            <a:off x="719539" y="2916718"/>
            <a:ext cx="3112282" cy="897285"/>
            <a:chOff x="6888088" y="3198441"/>
            <a:chExt cx="2880320" cy="89728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666BE613-5C0D-416A-9A27-4C1CC6ADF392}"/>
                </a:ext>
              </a:extLst>
            </p:cNvPr>
            <p:cNvSpPr txBox="1"/>
            <p:nvPr/>
          </p:nvSpPr>
          <p:spPr>
            <a:xfrm>
              <a:off x="6888088" y="3198441"/>
              <a:ext cx="2880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cs typeface="Calibri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96BAEFFE-AB0E-404B-A897-40355CB49A4D}"/>
                </a:ext>
              </a:extLst>
            </p:cNvPr>
            <p:cNvSpPr txBox="1"/>
            <p:nvPr/>
          </p:nvSpPr>
          <p:spPr>
            <a:xfrm>
              <a:off x="6888088" y="3449395"/>
              <a:ext cx="28803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Text : 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A1780740-3B81-43B4-A291-7F4057434228}"/>
              </a:ext>
            </a:extLst>
          </p:cNvPr>
          <p:cNvSpPr txBox="1"/>
          <p:nvPr/>
        </p:nvSpPr>
        <p:spPr>
          <a:xfrm flipH="1">
            <a:off x="4489711" y="5365594"/>
            <a:ext cx="17157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accent1"/>
                </a:solidFill>
              </a:rPr>
              <a:t>14,200</a:t>
            </a:r>
          </a:p>
        </p:txBody>
      </p:sp>
      <p:grpSp>
        <p:nvGrpSpPr>
          <p:cNvPr id="45" name="그룹 6">
            <a:extLst>
              <a:ext uri="{FF2B5EF4-FFF2-40B4-BE49-F238E27FC236}">
                <a16:creationId xmlns:a16="http://schemas.microsoft.com/office/drawing/2014/main" xmlns="" id="{5BAF5463-408A-4903-99DF-B60D5FC94D30}"/>
              </a:ext>
            </a:extLst>
          </p:cNvPr>
          <p:cNvGrpSpPr/>
          <p:nvPr/>
        </p:nvGrpSpPr>
        <p:grpSpPr>
          <a:xfrm flipH="1">
            <a:off x="719539" y="5209341"/>
            <a:ext cx="3112282" cy="897285"/>
            <a:chOff x="6888088" y="4413449"/>
            <a:chExt cx="2880320" cy="897285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B690B732-9F9C-4882-90FC-18E00926CC9F}"/>
                </a:ext>
              </a:extLst>
            </p:cNvPr>
            <p:cNvSpPr txBox="1"/>
            <p:nvPr/>
          </p:nvSpPr>
          <p:spPr>
            <a:xfrm>
              <a:off x="6888088" y="4413449"/>
              <a:ext cx="2880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cs typeface="Calibri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83EB5E43-C685-413A-91ED-24F80B31C285}"/>
                </a:ext>
              </a:extLst>
            </p:cNvPr>
            <p:cNvSpPr txBox="1"/>
            <p:nvPr/>
          </p:nvSpPr>
          <p:spPr>
            <a:xfrm>
              <a:off x="6888088" y="4664403"/>
              <a:ext cx="28803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Text : 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50400C36-16B7-4116-AADD-2B8E9AF1D847}"/>
              </a:ext>
            </a:extLst>
          </p:cNvPr>
          <p:cNvSpPr txBox="1"/>
          <p:nvPr/>
        </p:nvSpPr>
        <p:spPr>
          <a:xfrm flipH="1">
            <a:off x="4489711" y="4219282"/>
            <a:ext cx="17157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accent4"/>
                </a:solidFill>
              </a:rPr>
              <a:t>25,600</a:t>
            </a:r>
          </a:p>
        </p:txBody>
      </p:sp>
      <p:grpSp>
        <p:nvGrpSpPr>
          <p:cNvPr id="49" name="그룹 40">
            <a:extLst>
              <a:ext uri="{FF2B5EF4-FFF2-40B4-BE49-F238E27FC236}">
                <a16:creationId xmlns:a16="http://schemas.microsoft.com/office/drawing/2014/main" xmlns="" id="{8A9E483F-1CC1-42EB-BF92-84E6854B511A}"/>
              </a:ext>
            </a:extLst>
          </p:cNvPr>
          <p:cNvGrpSpPr/>
          <p:nvPr/>
        </p:nvGrpSpPr>
        <p:grpSpPr>
          <a:xfrm flipH="1">
            <a:off x="719539" y="4063029"/>
            <a:ext cx="3112282" cy="897285"/>
            <a:chOff x="6888088" y="3198441"/>
            <a:chExt cx="2880320" cy="897285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7F956D6B-DE56-4BF5-BC70-F39FAD82DA77}"/>
                </a:ext>
              </a:extLst>
            </p:cNvPr>
            <p:cNvSpPr txBox="1"/>
            <p:nvPr/>
          </p:nvSpPr>
          <p:spPr>
            <a:xfrm>
              <a:off x="6888088" y="3198441"/>
              <a:ext cx="2880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cs typeface="Calibri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1ADD0143-49FB-4C5C-99F9-73A5177F2CC9}"/>
                </a:ext>
              </a:extLst>
            </p:cNvPr>
            <p:cNvSpPr txBox="1"/>
            <p:nvPr/>
          </p:nvSpPr>
          <p:spPr>
            <a:xfrm>
              <a:off x="6888088" y="3449395"/>
              <a:ext cx="28803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Text : 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53" name="Straight Connector 26">
            <a:extLst>
              <a:ext uri="{FF2B5EF4-FFF2-40B4-BE49-F238E27FC236}">
                <a16:creationId xmlns:a16="http://schemas.microsoft.com/office/drawing/2014/main" xmlns="" id="{D36507A3-449E-41AD-9E97-F657EB8F00D2}"/>
              </a:ext>
            </a:extLst>
          </p:cNvPr>
          <p:cNvCxnSpPr>
            <a:cxnSpLocks/>
          </p:cNvCxnSpPr>
          <p:nvPr/>
        </p:nvCxnSpPr>
        <p:spPr>
          <a:xfrm flipH="1">
            <a:off x="3817748" y="2219048"/>
            <a:ext cx="822960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26">
            <a:extLst>
              <a:ext uri="{FF2B5EF4-FFF2-40B4-BE49-F238E27FC236}">
                <a16:creationId xmlns:a16="http://schemas.microsoft.com/office/drawing/2014/main" xmlns="" id="{BC185036-245F-49E2-BC4C-2A278B22A157}"/>
              </a:ext>
            </a:extLst>
          </p:cNvPr>
          <p:cNvCxnSpPr>
            <a:cxnSpLocks/>
          </p:cNvCxnSpPr>
          <p:nvPr/>
        </p:nvCxnSpPr>
        <p:spPr>
          <a:xfrm flipH="1">
            <a:off x="3817748" y="3365360"/>
            <a:ext cx="82296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26">
            <a:extLst>
              <a:ext uri="{FF2B5EF4-FFF2-40B4-BE49-F238E27FC236}">
                <a16:creationId xmlns:a16="http://schemas.microsoft.com/office/drawing/2014/main" xmlns="" id="{A88D430C-BEA9-4BF7-80BD-57532AB7F411}"/>
              </a:ext>
            </a:extLst>
          </p:cNvPr>
          <p:cNvCxnSpPr>
            <a:cxnSpLocks/>
          </p:cNvCxnSpPr>
          <p:nvPr/>
        </p:nvCxnSpPr>
        <p:spPr>
          <a:xfrm flipH="1">
            <a:off x="3817748" y="4511670"/>
            <a:ext cx="822960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26">
            <a:extLst>
              <a:ext uri="{FF2B5EF4-FFF2-40B4-BE49-F238E27FC236}">
                <a16:creationId xmlns:a16="http://schemas.microsoft.com/office/drawing/2014/main" xmlns="" id="{FA2E86B4-C3DD-472F-A637-4AEC1A0AC8B7}"/>
              </a:ext>
            </a:extLst>
          </p:cNvPr>
          <p:cNvCxnSpPr>
            <a:cxnSpLocks/>
          </p:cNvCxnSpPr>
          <p:nvPr/>
        </p:nvCxnSpPr>
        <p:spPr>
          <a:xfrm flipH="1">
            <a:off x="3817748" y="5657980"/>
            <a:ext cx="822960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">
            <a:extLst>
              <a:ext uri="{FF2B5EF4-FFF2-40B4-BE49-F238E27FC236}">
                <a16:creationId xmlns:a16="http://schemas.microsoft.com/office/drawing/2014/main" xmlns="" id="{86340C4F-A749-4171-A713-BF64D9E3F6D7}"/>
              </a:ext>
            </a:extLst>
          </p:cNvPr>
          <p:cNvGrpSpPr/>
          <p:nvPr/>
        </p:nvGrpSpPr>
        <p:grpSpPr>
          <a:xfrm>
            <a:off x="1066800" y="1664230"/>
            <a:ext cx="4276678" cy="4590833"/>
            <a:chOff x="827365" y="1409323"/>
            <a:chExt cx="4759543" cy="5109168"/>
          </a:xfrm>
        </p:grpSpPr>
        <p:sp>
          <p:nvSpPr>
            <p:cNvPr id="4" name="원형: 비어 있음 1">
              <a:extLst>
                <a:ext uri="{FF2B5EF4-FFF2-40B4-BE49-F238E27FC236}">
                  <a16:creationId xmlns:a16="http://schemas.microsoft.com/office/drawing/2014/main" xmlns="" id="{58B8D911-5EF8-4C88-8D88-B1C41DF56B8F}"/>
                </a:ext>
              </a:extLst>
            </p:cNvPr>
            <p:cNvSpPr/>
            <p:nvPr/>
          </p:nvSpPr>
          <p:spPr>
            <a:xfrm>
              <a:off x="827366" y="1758949"/>
              <a:ext cx="4759542" cy="4759542"/>
            </a:xfrm>
            <a:prstGeom prst="donut">
              <a:avLst>
                <a:gd name="adj" fmla="val 1105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5" name="자유형: 도형 19">
              <a:extLst>
                <a:ext uri="{FF2B5EF4-FFF2-40B4-BE49-F238E27FC236}">
                  <a16:creationId xmlns:a16="http://schemas.microsoft.com/office/drawing/2014/main" xmlns="" id="{7F94C316-8125-41CE-854A-1F8F9D786149}"/>
                </a:ext>
              </a:extLst>
            </p:cNvPr>
            <p:cNvSpPr txBox="1">
              <a:spLocks/>
            </p:cNvSpPr>
            <p:nvPr/>
          </p:nvSpPr>
          <p:spPr>
            <a:xfrm>
              <a:off x="3465911" y="1843292"/>
              <a:ext cx="1822409" cy="2586876"/>
            </a:xfrm>
            <a:custGeom>
              <a:avLst/>
              <a:gdLst>
                <a:gd name="connsiteX0" fmla="*/ 863642 w 1822409"/>
                <a:gd name="connsiteY0" fmla="*/ 0 h 2586876"/>
                <a:gd name="connsiteX1" fmla="*/ 1706307 w 1822409"/>
                <a:gd name="connsiteY1" fmla="*/ 2577164 h 2586876"/>
                <a:gd name="connsiteX2" fmla="*/ 0 w 1822409"/>
                <a:gd name="connsiteY2" fmla="*/ 2586876 h 258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2409" h="2586876">
                  <a:moveTo>
                    <a:pt x="863642" y="0"/>
                  </a:moveTo>
                  <a:cubicBezTo>
                    <a:pt x="1679882" y="581132"/>
                    <a:pt x="2021522" y="1626487"/>
                    <a:pt x="1706307" y="2577164"/>
                  </a:cubicBezTo>
                  <a:lnTo>
                    <a:pt x="0" y="2586876"/>
                  </a:lnTo>
                  <a:close/>
                </a:path>
              </a:pathLst>
            </a:custGeom>
            <a:solidFill>
              <a:schemeClr val="accent3"/>
            </a:solidFill>
            <a:effectLst/>
          </p:spPr>
          <p:txBody>
            <a:bodyPr wrap="square" anchor="ctr">
              <a:noAutofit/>
            </a:bodyPr>
            <a:lstStyle>
              <a:lvl1pPr marL="0" marR="0" indent="0" algn="ctr" defTabSz="914446" rtl="0" eaLnBrk="1" fontAlgn="auto" latinLnBrk="1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b="0" kern="1200" baseline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+mn-ea"/>
                  <a:cs typeface="Arial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dirty="0"/>
            </a:p>
          </p:txBody>
        </p:sp>
        <p:sp>
          <p:nvSpPr>
            <p:cNvPr id="6" name="자유형: 도형 12">
              <a:extLst>
                <a:ext uri="{FF2B5EF4-FFF2-40B4-BE49-F238E27FC236}">
                  <a16:creationId xmlns:a16="http://schemas.microsoft.com/office/drawing/2014/main" xmlns="" id="{FFAB8DBC-5FD2-4E3D-B475-DE40494E1B02}"/>
                </a:ext>
              </a:extLst>
            </p:cNvPr>
            <p:cNvSpPr txBox="1">
              <a:spLocks/>
            </p:cNvSpPr>
            <p:nvPr/>
          </p:nvSpPr>
          <p:spPr>
            <a:xfrm>
              <a:off x="1553519" y="1409323"/>
              <a:ext cx="2719605" cy="2144179"/>
            </a:xfrm>
            <a:custGeom>
              <a:avLst/>
              <a:gdLst>
                <a:gd name="connsiteX0" fmla="*/ 1401769 w 2719605"/>
                <a:gd name="connsiteY0" fmla="*/ 1 h 2144179"/>
                <a:gd name="connsiteX1" fmla="*/ 2719605 w 2719605"/>
                <a:gd name="connsiteY1" fmla="*/ 421978 h 2144179"/>
                <a:gd name="connsiteX2" fmla="*/ 2144640 w 2719605"/>
                <a:gd name="connsiteY2" fmla="*/ 2144179 h 2144179"/>
                <a:gd name="connsiteX3" fmla="*/ 2136701 w 2719605"/>
                <a:gd name="connsiteY3" fmla="*/ 2144179 h 2144179"/>
                <a:gd name="connsiteX4" fmla="*/ 0 w 2719605"/>
                <a:gd name="connsiteY4" fmla="*/ 480476 h 2144179"/>
                <a:gd name="connsiteX5" fmla="*/ 1401769 w 2719605"/>
                <a:gd name="connsiteY5" fmla="*/ 1 h 2144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605" h="2144179">
                  <a:moveTo>
                    <a:pt x="1401769" y="1"/>
                  </a:moveTo>
                  <a:cubicBezTo>
                    <a:pt x="1863929" y="178"/>
                    <a:pt x="2326036" y="140289"/>
                    <a:pt x="2719605" y="421978"/>
                  </a:cubicBezTo>
                  <a:lnTo>
                    <a:pt x="2144640" y="2144179"/>
                  </a:lnTo>
                  <a:lnTo>
                    <a:pt x="2136701" y="2144179"/>
                  </a:lnTo>
                  <a:lnTo>
                    <a:pt x="0" y="480476"/>
                  </a:lnTo>
                  <a:cubicBezTo>
                    <a:pt x="412291" y="159962"/>
                    <a:pt x="907061" y="-188"/>
                    <a:pt x="1401769" y="1"/>
                  </a:cubicBezTo>
                  <a:close/>
                </a:path>
              </a:pathLst>
            </a:custGeom>
            <a:solidFill>
              <a:schemeClr val="accent2"/>
            </a:solidFill>
            <a:effectLst/>
          </p:spPr>
          <p:txBody>
            <a:bodyPr wrap="square" anchor="ctr">
              <a:noAutofit/>
            </a:bodyPr>
            <a:lstStyle>
              <a:lvl1pPr marL="0" marR="0" indent="0" algn="ctr" defTabSz="914446" rtl="0" eaLnBrk="1" fontAlgn="auto" latinLnBrk="1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dirty="0"/>
            </a:p>
          </p:txBody>
        </p:sp>
        <p:sp>
          <p:nvSpPr>
            <p:cNvPr id="7" name="자유형: 도형 23">
              <a:extLst>
                <a:ext uri="{FF2B5EF4-FFF2-40B4-BE49-F238E27FC236}">
                  <a16:creationId xmlns:a16="http://schemas.microsoft.com/office/drawing/2014/main" xmlns="" id="{0E0A9D1A-F773-47C7-ACD3-D829B92D15AB}"/>
                </a:ext>
              </a:extLst>
            </p:cNvPr>
            <p:cNvSpPr txBox="1">
              <a:spLocks/>
            </p:cNvSpPr>
            <p:nvPr/>
          </p:nvSpPr>
          <p:spPr>
            <a:xfrm>
              <a:off x="2547215" y="4499226"/>
              <a:ext cx="2626805" cy="1570156"/>
            </a:xfrm>
            <a:custGeom>
              <a:avLst/>
              <a:gdLst>
                <a:gd name="connsiteX0" fmla="*/ 462339 w 2626805"/>
                <a:gd name="connsiteY0" fmla="*/ 1569148 h 1570156"/>
                <a:gd name="connsiteX1" fmla="*/ 483227 w 2626805"/>
                <a:gd name="connsiteY1" fmla="*/ 1569612 h 1570156"/>
                <a:gd name="connsiteX2" fmla="*/ 471294 w 2626805"/>
                <a:gd name="connsiteY2" fmla="*/ 1570156 h 1570156"/>
                <a:gd name="connsiteX3" fmla="*/ 462562 w 2626805"/>
                <a:gd name="connsiteY3" fmla="*/ 1569858 h 1570156"/>
                <a:gd name="connsiteX4" fmla="*/ 2626805 w 2626805"/>
                <a:gd name="connsiteY4" fmla="*/ 0 h 1570156"/>
                <a:gd name="connsiteX5" fmla="*/ 495284 w 2626805"/>
                <a:gd name="connsiteY5" fmla="*/ 1569062 h 1570156"/>
                <a:gd name="connsiteX6" fmla="*/ 0 w 2626805"/>
                <a:gd name="connsiteY6" fmla="*/ 14951 h 1570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26805" h="1570156">
                  <a:moveTo>
                    <a:pt x="462339" y="1569148"/>
                  </a:moveTo>
                  <a:lnTo>
                    <a:pt x="483227" y="1569612"/>
                  </a:lnTo>
                  <a:cubicBezTo>
                    <a:pt x="479254" y="1570099"/>
                    <a:pt x="475275" y="1570133"/>
                    <a:pt x="471294" y="1570156"/>
                  </a:cubicBezTo>
                  <a:lnTo>
                    <a:pt x="462562" y="1569858"/>
                  </a:lnTo>
                  <a:close/>
                  <a:moveTo>
                    <a:pt x="2626805" y="0"/>
                  </a:moveTo>
                  <a:cubicBezTo>
                    <a:pt x="2323053" y="924730"/>
                    <a:pt x="1466758" y="1554229"/>
                    <a:pt x="495284" y="1569062"/>
                  </a:cubicBezTo>
                  <a:lnTo>
                    <a:pt x="0" y="14951"/>
                  </a:lnTo>
                  <a:close/>
                </a:path>
              </a:pathLst>
            </a:custGeom>
            <a:solidFill>
              <a:schemeClr val="accent4"/>
            </a:solidFill>
            <a:effectLst/>
          </p:spPr>
          <p:txBody>
            <a:bodyPr wrap="square" anchor="ctr">
              <a:noAutofit/>
            </a:bodyPr>
            <a:lstStyle>
              <a:lvl1pPr marL="0" marR="0" indent="0" algn="ctr" defTabSz="914446" rtl="0" eaLnBrk="1" fontAlgn="auto" latinLnBrk="1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dirty="0"/>
            </a:p>
          </p:txBody>
        </p:sp>
        <p:sp>
          <p:nvSpPr>
            <p:cNvPr id="8" name="자유형: 도형 25">
              <a:extLst>
                <a:ext uri="{FF2B5EF4-FFF2-40B4-BE49-F238E27FC236}">
                  <a16:creationId xmlns:a16="http://schemas.microsoft.com/office/drawing/2014/main" xmlns="" id="{1644CFE7-D8BC-4E6B-9623-58D8BD9E12E1}"/>
                </a:ext>
              </a:extLst>
            </p:cNvPr>
            <p:cNvSpPr txBox="1">
              <a:spLocks/>
            </p:cNvSpPr>
            <p:nvPr/>
          </p:nvSpPr>
          <p:spPr>
            <a:xfrm>
              <a:off x="827365" y="3622560"/>
              <a:ext cx="2195336" cy="2446823"/>
            </a:xfrm>
            <a:custGeom>
              <a:avLst/>
              <a:gdLst>
                <a:gd name="connsiteX0" fmla="*/ 1374390 w 2195336"/>
                <a:gd name="connsiteY0" fmla="*/ 0 h 2446823"/>
                <a:gd name="connsiteX1" fmla="*/ 2151590 w 2195336"/>
                <a:gd name="connsiteY1" fmla="*/ 2438716 h 2446823"/>
                <a:gd name="connsiteX2" fmla="*/ 2195126 w 2195336"/>
                <a:gd name="connsiteY2" fmla="*/ 2439683 h 2446823"/>
                <a:gd name="connsiteX3" fmla="*/ 2195336 w 2195336"/>
                <a:gd name="connsiteY3" fmla="*/ 2440337 h 2446823"/>
                <a:gd name="connsiteX4" fmla="*/ 2192990 w 2195336"/>
                <a:gd name="connsiteY4" fmla="*/ 2440444 h 2446823"/>
                <a:gd name="connsiteX5" fmla="*/ 2151693 w 2195336"/>
                <a:gd name="connsiteY5" fmla="*/ 2439035 h 2446823"/>
                <a:gd name="connsiteX6" fmla="*/ 2154077 w 2195336"/>
                <a:gd name="connsiteY6" fmla="*/ 2446517 h 2446823"/>
                <a:gd name="connsiteX7" fmla="*/ 0 w 2195336"/>
                <a:gd name="connsiteY7" fmla="*/ 1016322 h 244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5336" h="2446823">
                  <a:moveTo>
                    <a:pt x="1374390" y="0"/>
                  </a:moveTo>
                  <a:lnTo>
                    <a:pt x="2151590" y="2438716"/>
                  </a:lnTo>
                  <a:lnTo>
                    <a:pt x="2195126" y="2439683"/>
                  </a:lnTo>
                  <a:lnTo>
                    <a:pt x="2195336" y="2440337"/>
                  </a:lnTo>
                  <a:lnTo>
                    <a:pt x="2192990" y="2440444"/>
                  </a:lnTo>
                  <a:lnTo>
                    <a:pt x="2151693" y="2439035"/>
                  </a:lnTo>
                  <a:lnTo>
                    <a:pt x="2154077" y="2446517"/>
                  </a:lnTo>
                  <a:cubicBezTo>
                    <a:pt x="1203619" y="2462028"/>
                    <a:pt x="349619" y="1887845"/>
                    <a:pt x="0" y="1016322"/>
                  </a:cubicBezTo>
                  <a:close/>
                </a:path>
              </a:pathLst>
            </a:custGeom>
            <a:solidFill>
              <a:schemeClr val="accent1"/>
            </a:solidFill>
            <a:effectLst/>
          </p:spPr>
          <p:txBody>
            <a:bodyPr wrap="square" anchor="ctr">
              <a:noAutofit/>
            </a:bodyPr>
            <a:lstStyle>
              <a:lvl1pPr marL="0" marR="0" indent="0" algn="ctr" defTabSz="914446" rtl="0" eaLnBrk="1" fontAlgn="auto" latinLnBrk="1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dirty="0"/>
            </a:p>
          </p:txBody>
        </p:sp>
      </p:grpSp>
      <p:sp>
        <p:nvSpPr>
          <p:cNvPr id="30" name="Oval 2">
            <a:extLst>
              <a:ext uri="{FF2B5EF4-FFF2-40B4-BE49-F238E27FC236}">
                <a16:creationId xmlns:a16="http://schemas.microsoft.com/office/drawing/2014/main" xmlns="" id="{34A8CF6D-108E-413C-8639-733AC9776EFA}"/>
              </a:ext>
            </a:extLst>
          </p:cNvPr>
          <p:cNvSpPr/>
          <p:nvPr/>
        </p:nvSpPr>
        <p:spPr>
          <a:xfrm>
            <a:off x="2769142" y="6069584"/>
            <a:ext cx="270274" cy="27027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46">
            <a:extLst>
              <a:ext uri="{FF2B5EF4-FFF2-40B4-BE49-F238E27FC236}">
                <a16:creationId xmlns:a16="http://schemas.microsoft.com/office/drawing/2014/main" xmlns="" id="{C47E58FB-3FF5-4E0D-8E69-85AF1D9117AF}"/>
              </a:ext>
            </a:extLst>
          </p:cNvPr>
          <p:cNvSpPr/>
          <p:nvPr/>
        </p:nvSpPr>
        <p:spPr>
          <a:xfrm>
            <a:off x="4314508" y="5675020"/>
            <a:ext cx="270274" cy="27027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47">
            <a:extLst>
              <a:ext uri="{FF2B5EF4-FFF2-40B4-BE49-F238E27FC236}">
                <a16:creationId xmlns:a16="http://schemas.microsoft.com/office/drawing/2014/main" xmlns="" id="{0A2FC102-7769-4A21-BA54-D2FC7BDA1BEB}"/>
              </a:ext>
            </a:extLst>
          </p:cNvPr>
          <p:cNvSpPr/>
          <p:nvPr/>
        </p:nvSpPr>
        <p:spPr>
          <a:xfrm>
            <a:off x="5112966" y="4614855"/>
            <a:ext cx="270274" cy="27027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48">
            <a:extLst>
              <a:ext uri="{FF2B5EF4-FFF2-40B4-BE49-F238E27FC236}">
                <a16:creationId xmlns:a16="http://schemas.microsoft.com/office/drawing/2014/main" xmlns="" id="{DA0E56FC-B9CE-4E08-94C1-6AAA379D7C64}"/>
              </a:ext>
            </a:extLst>
          </p:cNvPr>
          <p:cNvSpPr/>
          <p:nvPr/>
        </p:nvSpPr>
        <p:spPr>
          <a:xfrm>
            <a:off x="5055823" y="3270688"/>
            <a:ext cx="270274" cy="2702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xmlns="" id="{AEB8B3B0-856A-4F4D-A344-E634638B9540}"/>
              </a:ext>
            </a:extLst>
          </p:cNvPr>
          <p:cNvSpPr/>
          <p:nvPr/>
        </p:nvSpPr>
        <p:spPr>
          <a:xfrm flipH="1">
            <a:off x="5581997" y="5355382"/>
            <a:ext cx="508316" cy="419330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0" name="Teardrop 1">
            <a:extLst>
              <a:ext uri="{FF2B5EF4-FFF2-40B4-BE49-F238E27FC236}">
                <a16:creationId xmlns:a16="http://schemas.microsoft.com/office/drawing/2014/main" xmlns="" id="{D77EA933-2CB1-442A-8D6E-88E5709AC17E}"/>
              </a:ext>
            </a:extLst>
          </p:cNvPr>
          <p:cNvSpPr/>
          <p:nvPr/>
        </p:nvSpPr>
        <p:spPr>
          <a:xfrm rot="18805991">
            <a:off x="6452763" y="2955819"/>
            <a:ext cx="519752" cy="514330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Rectangle 130">
            <a:extLst>
              <a:ext uri="{FF2B5EF4-FFF2-40B4-BE49-F238E27FC236}">
                <a16:creationId xmlns:a16="http://schemas.microsoft.com/office/drawing/2014/main" xmlns="" id="{79D9A381-F0B2-4B8E-BA5B-56B8378A2FB4}"/>
              </a:ext>
            </a:extLst>
          </p:cNvPr>
          <p:cNvSpPr/>
          <p:nvPr/>
        </p:nvSpPr>
        <p:spPr>
          <a:xfrm>
            <a:off x="6498383" y="4174316"/>
            <a:ext cx="439166" cy="441156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Block Arc 25">
            <a:extLst>
              <a:ext uri="{FF2B5EF4-FFF2-40B4-BE49-F238E27FC236}">
                <a16:creationId xmlns:a16="http://schemas.microsoft.com/office/drawing/2014/main" xmlns="" id="{395D05AC-8886-4B4E-96C1-EC386174E575}"/>
              </a:ext>
            </a:extLst>
          </p:cNvPr>
          <p:cNvSpPr>
            <a:spLocks noChangeAspect="1"/>
          </p:cNvSpPr>
          <p:nvPr/>
        </p:nvSpPr>
        <p:spPr>
          <a:xfrm>
            <a:off x="5652013" y="1766672"/>
            <a:ext cx="368284" cy="532058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3" name="Group 22">
            <a:extLst>
              <a:ext uri="{FF2B5EF4-FFF2-40B4-BE49-F238E27FC236}">
                <a16:creationId xmlns:a16="http://schemas.microsoft.com/office/drawing/2014/main" xmlns="" id="{596B8665-8003-4A4E-9923-5A9ABA9F7567}"/>
              </a:ext>
            </a:extLst>
          </p:cNvPr>
          <p:cNvGrpSpPr/>
          <p:nvPr/>
        </p:nvGrpSpPr>
        <p:grpSpPr>
          <a:xfrm>
            <a:off x="7447092" y="2802071"/>
            <a:ext cx="4177569" cy="931444"/>
            <a:chOff x="2543198" y="4450714"/>
            <a:chExt cx="2569255" cy="72890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E3B3AC23-4870-418C-BA9C-5BBC9B9E03EB}"/>
                </a:ext>
              </a:extLst>
            </p:cNvPr>
            <p:cNvSpPr txBox="1"/>
            <p:nvPr/>
          </p:nvSpPr>
          <p:spPr>
            <a:xfrm>
              <a:off x="2543198" y="4673829"/>
              <a:ext cx="2569255" cy="505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F37B0778-309B-4246-B4B0-63E53C7D278D}"/>
                </a:ext>
              </a:extLst>
            </p:cNvPr>
            <p:cNvSpPr txBox="1"/>
            <p:nvPr/>
          </p:nvSpPr>
          <p:spPr>
            <a:xfrm>
              <a:off x="2543198" y="4450714"/>
              <a:ext cx="2569255" cy="216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22">
            <a:extLst>
              <a:ext uri="{FF2B5EF4-FFF2-40B4-BE49-F238E27FC236}">
                <a16:creationId xmlns:a16="http://schemas.microsoft.com/office/drawing/2014/main" xmlns="" id="{D5DB57BE-8B77-4719-B3AA-923C34365DE0}"/>
              </a:ext>
            </a:extLst>
          </p:cNvPr>
          <p:cNvGrpSpPr/>
          <p:nvPr/>
        </p:nvGrpSpPr>
        <p:grpSpPr>
          <a:xfrm>
            <a:off x="7447092" y="3993071"/>
            <a:ext cx="4177569" cy="931444"/>
            <a:chOff x="2543198" y="4450714"/>
            <a:chExt cx="2569255" cy="72890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90EA40A7-FCE1-4F93-92CF-F8961D6CAFF9}"/>
                </a:ext>
              </a:extLst>
            </p:cNvPr>
            <p:cNvSpPr txBox="1"/>
            <p:nvPr/>
          </p:nvSpPr>
          <p:spPr>
            <a:xfrm>
              <a:off x="2543198" y="4673829"/>
              <a:ext cx="2569255" cy="505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090F2A05-1047-41B5-95C6-0C3B212A5E65}"/>
                </a:ext>
              </a:extLst>
            </p:cNvPr>
            <p:cNvSpPr txBox="1"/>
            <p:nvPr/>
          </p:nvSpPr>
          <p:spPr>
            <a:xfrm>
              <a:off x="2543198" y="4450714"/>
              <a:ext cx="2569255" cy="216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22">
            <a:extLst>
              <a:ext uri="{FF2B5EF4-FFF2-40B4-BE49-F238E27FC236}">
                <a16:creationId xmlns:a16="http://schemas.microsoft.com/office/drawing/2014/main" xmlns="" id="{A4731619-209A-44FA-863C-130F1AD68ECB}"/>
              </a:ext>
            </a:extLst>
          </p:cNvPr>
          <p:cNvGrpSpPr/>
          <p:nvPr/>
        </p:nvGrpSpPr>
        <p:grpSpPr>
          <a:xfrm>
            <a:off x="6520670" y="5122270"/>
            <a:ext cx="4177569" cy="931444"/>
            <a:chOff x="2543198" y="4450714"/>
            <a:chExt cx="2569255" cy="72890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A711424C-01E3-4BBE-AB03-CBEFE95F5A93}"/>
                </a:ext>
              </a:extLst>
            </p:cNvPr>
            <p:cNvSpPr txBox="1"/>
            <p:nvPr/>
          </p:nvSpPr>
          <p:spPr>
            <a:xfrm>
              <a:off x="2543198" y="4673829"/>
              <a:ext cx="2569255" cy="505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4C15B2D6-8510-48BB-BB1D-95DB97D1AF81}"/>
                </a:ext>
              </a:extLst>
            </p:cNvPr>
            <p:cNvSpPr txBox="1"/>
            <p:nvPr/>
          </p:nvSpPr>
          <p:spPr>
            <a:xfrm>
              <a:off x="2543198" y="4450714"/>
              <a:ext cx="2569255" cy="216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181A0FB7-2274-4951-A873-A1500757F6A1}"/>
              </a:ext>
            </a:extLst>
          </p:cNvPr>
          <p:cNvGrpSpPr/>
          <p:nvPr/>
        </p:nvGrpSpPr>
        <p:grpSpPr>
          <a:xfrm>
            <a:off x="6520670" y="1532070"/>
            <a:ext cx="4177569" cy="931444"/>
            <a:chOff x="2543198" y="4450714"/>
            <a:chExt cx="2569255" cy="72890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C1B43BED-1524-49F3-B3B8-36B62C554192}"/>
                </a:ext>
              </a:extLst>
            </p:cNvPr>
            <p:cNvSpPr txBox="1"/>
            <p:nvPr/>
          </p:nvSpPr>
          <p:spPr>
            <a:xfrm>
              <a:off x="2543198" y="4673829"/>
              <a:ext cx="2569255" cy="505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96C597A5-9C40-4022-9069-1F92FF969D2A}"/>
                </a:ext>
              </a:extLst>
            </p:cNvPr>
            <p:cNvSpPr txBox="1"/>
            <p:nvPr/>
          </p:nvSpPr>
          <p:spPr>
            <a:xfrm>
              <a:off x="2543198" y="4450714"/>
              <a:ext cx="2569255" cy="216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3777873A-B508-4D05-A653-08A926AA6F9F}"/>
              </a:ext>
            </a:extLst>
          </p:cNvPr>
          <p:cNvSpPr txBox="1"/>
          <p:nvPr/>
        </p:nvSpPr>
        <p:spPr>
          <a:xfrm>
            <a:off x="2589387" y="2236090"/>
            <a:ext cx="1145928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r"/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Contents </a:t>
            </a:r>
          </a:p>
          <a:p>
            <a:pPr algn="r"/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Title</a:t>
            </a:r>
            <a:endParaRPr lang="ko-KR" altLang="en-US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06991ACB-EFDA-4F41-A38E-83F4891FE09F}"/>
              </a:ext>
            </a:extLst>
          </p:cNvPr>
          <p:cNvSpPr txBox="1"/>
          <p:nvPr/>
        </p:nvSpPr>
        <p:spPr>
          <a:xfrm>
            <a:off x="3682437" y="3552765"/>
            <a:ext cx="1145928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r"/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Contents </a:t>
            </a:r>
          </a:p>
          <a:p>
            <a:pPr algn="r"/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Title</a:t>
            </a:r>
            <a:endParaRPr lang="ko-KR" altLang="en-US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C27972E4-3624-44AC-9656-C7B9DA5C07D5}"/>
              </a:ext>
            </a:extLst>
          </p:cNvPr>
          <p:cNvSpPr txBox="1"/>
          <p:nvPr/>
        </p:nvSpPr>
        <p:spPr>
          <a:xfrm>
            <a:off x="3006848" y="4584499"/>
            <a:ext cx="1145928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Contents </a:t>
            </a:r>
          </a:p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Title</a:t>
            </a:r>
            <a:endParaRPr lang="ko-KR" altLang="en-US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28FAF803-C5E9-431C-9DDB-78FEAA6BA46C}"/>
              </a:ext>
            </a:extLst>
          </p:cNvPr>
          <p:cNvSpPr txBox="1"/>
          <p:nvPr/>
        </p:nvSpPr>
        <p:spPr>
          <a:xfrm>
            <a:off x="1395996" y="4375708"/>
            <a:ext cx="1145928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Contents </a:t>
            </a:r>
          </a:p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Title</a:t>
            </a:r>
            <a:endParaRPr lang="ko-KR" altLang="en-US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0" name="Freeform: Shape 393">
            <a:extLst>
              <a:ext uri="{FF2B5EF4-FFF2-40B4-BE49-F238E27FC236}">
                <a16:creationId xmlns:a16="http://schemas.microsoft.com/office/drawing/2014/main" xmlns="" id="{B0D67934-853A-440E-AFD2-3726848418FA}"/>
              </a:ext>
            </a:extLst>
          </p:cNvPr>
          <p:cNvSpPr/>
          <p:nvPr/>
        </p:nvSpPr>
        <p:spPr>
          <a:xfrm>
            <a:off x="2664695" y="3320281"/>
            <a:ext cx="703916" cy="1058666"/>
          </a:xfrm>
          <a:custGeom>
            <a:avLst/>
            <a:gdLst>
              <a:gd name="connsiteX0" fmla="*/ 1382768 w 2520742"/>
              <a:gd name="connsiteY0" fmla="*/ 3791123 h 3791122"/>
              <a:gd name="connsiteX1" fmla="*/ 1142742 w 2520742"/>
              <a:gd name="connsiteY1" fmla="*/ 3791123 h 3791122"/>
              <a:gd name="connsiteX2" fmla="*/ 1137277 w 2520742"/>
              <a:gd name="connsiteY2" fmla="*/ 3788846 h 3791122"/>
              <a:gd name="connsiteX3" fmla="*/ 1009293 w 2520742"/>
              <a:gd name="connsiteY3" fmla="*/ 3668605 h 3791122"/>
              <a:gd name="connsiteX4" fmla="*/ 976500 w 2520742"/>
              <a:gd name="connsiteY4" fmla="*/ 3640822 h 3791122"/>
              <a:gd name="connsiteX5" fmla="*/ 775188 w 2520742"/>
              <a:gd name="connsiteY5" fmla="*/ 3416282 h 3791122"/>
              <a:gd name="connsiteX6" fmla="*/ 771545 w 2520742"/>
              <a:gd name="connsiteY6" fmla="*/ 3403073 h 3791122"/>
              <a:gd name="connsiteX7" fmla="*/ 741029 w 2520742"/>
              <a:gd name="connsiteY7" fmla="*/ 3200395 h 3791122"/>
              <a:gd name="connsiteX8" fmla="*/ 737841 w 2520742"/>
              <a:gd name="connsiteY8" fmla="*/ 3138908 h 3791122"/>
              <a:gd name="connsiteX9" fmla="*/ 738752 w 2520742"/>
              <a:gd name="connsiteY9" fmla="*/ 2954448 h 3791122"/>
              <a:gd name="connsiteX10" fmla="*/ 739207 w 2520742"/>
              <a:gd name="connsiteY10" fmla="*/ 2936230 h 3791122"/>
              <a:gd name="connsiteX11" fmla="*/ 742395 w 2520742"/>
              <a:gd name="connsiteY11" fmla="*/ 2717155 h 3791122"/>
              <a:gd name="connsiteX12" fmla="*/ 742851 w 2520742"/>
              <a:gd name="connsiteY12" fmla="*/ 2696204 h 3791122"/>
              <a:gd name="connsiteX13" fmla="*/ 702771 w 2520742"/>
              <a:gd name="connsiteY13" fmla="*/ 2615588 h 3791122"/>
              <a:gd name="connsiteX14" fmla="*/ 645383 w 2520742"/>
              <a:gd name="connsiteY14" fmla="*/ 2476218 h 3791122"/>
              <a:gd name="connsiteX15" fmla="*/ 460467 w 2520742"/>
              <a:gd name="connsiteY15" fmla="*/ 2217063 h 3791122"/>
              <a:gd name="connsiteX16" fmla="*/ 266442 w 2520742"/>
              <a:gd name="connsiteY16" fmla="*/ 2001632 h 3791122"/>
              <a:gd name="connsiteX17" fmla="*/ 8198 w 2520742"/>
              <a:gd name="connsiteY17" fmla="*/ 1384487 h 3791122"/>
              <a:gd name="connsiteX18" fmla="*/ 0 w 2520742"/>
              <a:gd name="connsiteY18" fmla="*/ 1303871 h 3791122"/>
              <a:gd name="connsiteX19" fmla="*/ 0 w 2520742"/>
              <a:gd name="connsiteY19" fmla="*/ 1185453 h 3791122"/>
              <a:gd name="connsiteX20" fmla="*/ 2277 w 2520742"/>
              <a:gd name="connsiteY20" fmla="*/ 1172700 h 3791122"/>
              <a:gd name="connsiteX21" fmla="*/ 165331 w 2520742"/>
              <a:gd name="connsiteY21" fmla="*/ 622052 h 3791122"/>
              <a:gd name="connsiteX22" fmla="*/ 930499 w 2520742"/>
              <a:gd name="connsiteY22" fmla="*/ 38611 h 3791122"/>
              <a:gd name="connsiteX23" fmla="*/ 1477048 w 2520742"/>
              <a:gd name="connsiteY23" fmla="*/ 16294 h 3791122"/>
              <a:gd name="connsiteX24" fmla="*/ 2093281 w 2520742"/>
              <a:gd name="connsiteY24" fmla="*/ 298677 h 3791122"/>
              <a:gd name="connsiteX25" fmla="*/ 2513669 w 2520742"/>
              <a:gd name="connsiteY25" fmla="*/ 1388131 h 3791122"/>
              <a:gd name="connsiteX26" fmla="*/ 2264078 w 2520742"/>
              <a:gd name="connsiteY26" fmla="*/ 1993434 h 3791122"/>
              <a:gd name="connsiteX27" fmla="*/ 2075519 w 2520742"/>
              <a:gd name="connsiteY27" fmla="*/ 2202033 h 3791122"/>
              <a:gd name="connsiteX28" fmla="*/ 1829116 w 2520742"/>
              <a:gd name="connsiteY28" fmla="*/ 2589627 h 3791122"/>
              <a:gd name="connsiteX29" fmla="*/ 1779927 w 2520742"/>
              <a:gd name="connsiteY29" fmla="*/ 2695293 h 3791122"/>
              <a:gd name="connsiteX30" fmla="*/ 1780382 w 2520742"/>
              <a:gd name="connsiteY30" fmla="*/ 2718521 h 3791122"/>
              <a:gd name="connsiteX31" fmla="*/ 1784481 w 2520742"/>
              <a:gd name="connsiteY31" fmla="*/ 2932131 h 3791122"/>
              <a:gd name="connsiteX32" fmla="*/ 1783571 w 2520742"/>
              <a:gd name="connsiteY32" fmla="*/ 2955814 h 3791122"/>
              <a:gd name="connsiteX33" fmla="*/ 1783115 w 2520742"/>
              <a:gd name="connsiteY33" fmla="*/ 3141186 h 3791122"/>
              <a:gd name="connsiteX34" fmla="*/ 1780382 w 2520742"/>
              <a:gd name="connsiteY34" fmla="*/ 3197207 h 3791122"/>
              <a:gd name="connsiteX35" fmla="*/ 1750778 w 2520742"/>
              <a:gd name="connsiteY35" fmla="*/ 3402618 h 3791122"/>
              <a:gd name="connsiteX36" fmla="*/ 1747134 w 2520742"/>
              <a:gd name="connsiteY36" fmla="*/ 3415826 h 3791122"/>
              <a:gd name="connsiteX37" fmla="*/ 1543089 w 2520742"/>
              <a:gd name="connsiteY37" fmla="*/ 3640367 h 3791122"/>
              <a:gd name="connsiteX38" fmla="*/ 1512574 w 2520742"/>
              <a:gd name="connsiteY38" fmla="*/ 3667239 h 3791122"/>
              <a:gd name="connsiteX39" fmla="*/ 1399620 w 2520742"/>
              <a:gd name="connsiteY39" fmla="*/ 3786568 h 3791122"/>
              <a:gd name="connsiteX40" fmla="*/ 1382768 w 2520742"/>
              <a:gd name="connsiteY40" fmla="*/ 3791123 h 3791122"/>
              <a:gd name="connsiteX41" fmla="*/ 1561307 w 2520742"/>
              <a:gd name="connsiteY41" fmla="*/ 1757051 h 3791122"/>
              <a:gd name="connsiteX42" fmla="*/ 1573149 w 2520742"/>
              <a:gd name="connsiteY42" fmla="*/ 1704218 h 3791122"/>
              <a:gd name="connsiteX43" fmla="*/ 1716163 w 2520742"/>
              <a:gd name="connsiteY43" fmla="*/ 1844499 h 3791122"/>
              <a:gd name="connsiteX44" fmla="*/ 1791313 w 2520742"/>
              <a:gd name="connsiteY44" fmla="*/ 1818083 h 3791122"/>
              <a:gd name="connsiteX45" fmla="*/ 1839136 w 2520742"/>
              <a:gd name="connsiteY45" fmla="*/ 1725169 h 3791122"/>
              <a:gd name="connsiteX46" fmla="*/ 1785848 w 2520742"/>
              <a:gd name="connsiteY46" fmla="*/ 1624969 h 3791122"/>
              <a:gd name="connsiteX47" fmla="*/ 1744857 w 2520742"/>
              <a:gd name="connsiteY47" fmla="*/ 1595364 h 3791122"/>
              <a:gd name="connsiteX48" fmla="*/ 1748956 w 2520742"/>
              <a:gd name="connsiteY48" fmla="*/ 1542075 h 3791122"/>
              <a:gd name="connsiteX49" fmla="*/ 1650577 w 2520742"/>
              <a:gd name="connsiteY49" fmla="*/ 1467381 h 3791122"/>
              <a:gd name="connsiteX50" fmla="*/ 1572238 w 2520742"/>
              <a:gd name="connsiteY50" fmla="*/ 1504728 h 3791122"/>
              <a:gd name="connsiteX51" fmla="*/ 1540812 w 2520742"/>
              <a:gd name="connsiteY51" fmla="*/ 1486054 h 3791122"/>
              <a:gd name="connsiteX52" fmla="*/ 1470671 w 2520742"/>
              <a:gd name="connsiteY52" fmla="*/ 1474668 h 3791122"/>
              <a:gd name="connsiteX53" fmla="*/ 1369560 w 2520742"/>
              <a:gd name="connsiteY53" fmla="*/ 1547086 h 3791122"/>
              <a:gd name="connsiteX54" fmla="*/ 1383679 w 2520742"/>
              <a:gd name="connsiteY54" fmla="*/ 1800775 h 3791122"/>
              <a:gd name="connsiteX55" fmla="*/ 1411917 w 2520742"/>
              <a:gd name="connsiteY55" fmla="*/ 1838123 h 3791122"/>
              <a:gd name="connsiteX56" fmla="*/ 1352253 w 2520742"/>
              <a:gd name="connsiteY56" fmla="*/ 1940145 h 3791122"/>
              <a:gd name="connsiteX57" fmla="*/ 1368194 w 2520742"/>
              <a:gd name="connsiteY57" fmla="*/ 2159675 h 3791122"/>
              <a:gd name="connsiteX58" fmla="*/ 1528970 w 2520742"/>
              <a:gd name="connsiteY58" fmla="*/ 2227539 h 3791122"/>
              <a:gd name="connsiteX59" fmla="*/ 1645112 w 2520742"/>
              <a:gd name="connsiteY59" fmla="*/ 2163319 h 3791122"/>
              <a:gd name="connsiteX60" fmla="*/ 1666063 w 2520742"/>
              <a:gd name="connsiteY60" fmla="*/ 2159220 h 3791122"/>
              <a:gd name="connsiteX61" fmla="*/ 1721628 w 2520742"/>
              <a:gd name="connsiteY61" fmla="*/ 2173795 h 3791122"/>
              <a:gd name="connsiteX62" fmla="*/ 1866919 w 2520742"/>
              <a:gd name="connsiteY62" fmla="*/ 2113674 h 3791122"/>
              <a:gd name="connsiteX63" fmla="*/ 1891969 w 2520742"/>
              <a:gd name="connsiteY63" fmla="*/ 2032603 h 3791122"/>
              <a:gd name="connsiteX64" fmla="*/ 1891969 w 2520742"/>
              <a:gd name="connsiteY64" fmla="*/ 1965195 h 3791122"/>
              <a:gd name="connsiteX65" fmla="*/ 1931139 w 2520742"/>
              <a:gd name="connsiteY65" fmla="*/ 1971572 h 3791122"/>
              <a:gd name="connsiteX66" fmla="*/ 2122431 w 2520742"/>
              <a:gd name="connsiteY66" fmla="*/ 1813528 h 3791122"/>
              <a:gd name="connsiteX67" fmla="*/ 2116054 w 2520742"/>
              <a:gd name="connsiteY67" fmla="*/ 1712872 h 3791122"/>
              <a:gd name="connsiteX68" fmla="*/ 2116054 w 2520742"/>
              <a:gd name="connsiteY68" fmla="*/ 1712872 h 3791122"/>
              <a:gd name="connsiteX69" fmla="*/ 2124253 w 2520742"/>
              <a:gd name="connsiteY69" fmla="*/ 1709684 h 3791122"/>
              <a:gd name="connsiteX70" fmla="*/ 2252236 w 2520742"/>
              <a:gd name="connsiteY70" fmla="*/ 1617681 h 3791122"/>
              <a:gd name="connsiteX71" fmla="*/ 2280019 w 2520742"/>
              <a:gd name="connsiteY71" fmla="*/ 1238741 h 3791122"/>
              <a:gd name="connsiteX72" fmla="*/ 2123797 w 2520742"/>
              <a:gd name="connsiteY72" fmla="*/ 1150382 h 3791122"/>
              <a:gd name="connsiteX73" fmla="*/ 2015854 w 2520742"/>
              <a:gd name="connsiteY73" fmla="*/ 1284287 h 3791122"/>
              <a:gd name="connsiteX74" fmla="*/ 2029973 w 2520742"/>
              <a:gd name="connsiteY74" fmla="*/ 1335298 h 3791122"/>
              <a:gd name="connsiteX75" fmla="*/ 1925673 w 2520742"/>
              <a:gd name="connsiteY75" fmla="*/ 1309337 h 3791122"/>
              <a:gd name="connsiteX76" fmla="*/ 1784481 w 2520742"/>
              <a:gd name="connsiteY76" fmla="*/ 1359893 h 3791122"/>
              <a:gd name="connsiteX77" fmla="*/ 1753055 w 2520742"/>
              <a:gd name="connsiteY77" fmla="*/ 1423201 h 3791122"/>
              <a:gd name="connsiteX78" fmla="*/ 1758520 w 2520742"/>
              <a:gd name="connsiteY78" fmla="*/ 1441875 h 3791122"/>
              <a:gd name="connsiteX79" fmla="*/ 1807710 w 2520742"/>
              <a:gd name="connsiteY79" fmla="*/ 1548452 h 3791122"/>
              <a:gd name="connsiteX80" fmla="*/ 1823651 w 2520742"/>
              <a:gd name="connsiteY80" fmla="*/ 1580789 h 3791122"/>
              <a:gd name="connsiteX81" fmla="*/ 1888781 w 2520742"/>
              <a:gd name="connsiteY81" fmla="*/ 1767527 h 3791122"/>
              <a:gd name="connsiteX82" fmla="*/ 1743035 w 2520742"/>
              <a:gd name="connsiteY82" fmla="*/ 1895966 h 3791122"/>
              <a:gd name="connsiteX83" fmla="*/ 1710697 w 2520742"/>
              <a:gd name="connsiteY83" fmla="*/ 1926026 h 3791122"/>
              <a:gd name="connsiteX84" fmla="*/ 1588179 w 2520742"/>
              <a:gd name="connsiteY84" fmla="*/ 2056287 h 3791122"/>
              <a:gd name="connsiteX85" fmla="*/ 1568595 w 2520742"/>
              <a:gd name="connsiteY85" fmla="*/ 2005275 h 3791122"/>
              <a:gd name="connsiteX86" fmla="*/ 1662874 w 2520742"/>
              <a:gd name="connsiteY86" fmla="*/ 1871371 h 3791122"/>
              <a:gd name="connsiteX87" fmla="*/ 1561307 w 2520742"/>
              <a:gd name="connsiteY87" fmla="*/ 1757051 h 3791122"/>
              <a:gd name="connsiteX88" fmla="*/ 776555 w 2520742"/>
              <a:gd name="connsiteY88" fmla="*/ 1591265 h 3791122"/>
              <a:gd name="connsiteX89" fmla="*/ 709602 w 2520742"/>
              <a:gd name="connsiteY89" fmla="*/ 1654118 h 3791122"/>
              <a:gd name="connsiteX90" fmla="*/ 685919 w 2520742"/>
              <a:gd name="connsiteY90" fmla="*/ 1756596 h 3791122"/>
              <a:gd name="connsiteX91" fmla="*/ 805248 w 2520742"/>
              <a:gd name="connsiteY91" fmla="*/ 1843133 h 3791122"/>
              <a:gd name="connsiteX92" fmla="*/ 949173 w 2520742"/>
              <a:gd name="connsiteY92" fmla="*/ 1705585 h 3791122"/>
              <a:gd name="connsiteX93" fmla="*/ 960104 w 2520742"/>
              <a:gd name="connsiteY93" fmla="*/ 1756140 h 3791122"/>
              <a:gd name="connsiteX94" fmla="*/ 858992 w 2520742"/>
              <a:gd name="connsiteY94" fmla="*/ 1861806 h 3791122"/>
              <a:gd name="connsiteX95" fmla="*/ 953272 w 2520742"/>
              <a:gd name="connsiteY95" fmla="*/ 2004820 h 3791122"/>
              <a:gd name="connsiteX96" fmla="*/ 933232 w 2520742"/>
              <a:gd name="connsiteY96" fmla="*/ 2055376 h 3791122"/>
              <a:gd name="connsiteX97" fmla="*/ 804338 w 2520742"/>
              <a:gd name="connsiteY97" fmla="*/ 1901431 h 3791122"/>
              <a:gd name="connsiteX98" fmla="*/ 746494 w 2520742"/>
              <a:gd name="connsiteY98" fmla="*/ 1885946 h 3791122"/>
              <a:gd name="connsiteX99" fmla="*/ 627165 w 2520742"/>
              <a:gd name="connsiteY99" fmla="*/ 1711050 h 3791122"/>
              <a:gd name="connsiteX100" fmla="*/ 703681 w 2520742"/>
              <a:gd name="connsiteY100" fmla="*/ 1573502 h 3791122"/>
              <a:gd name="connsiteX101" fmla="*/ 712791 w 2520742"/>
              <a:gd name="connsiteY101" fmla="*/ 1557561 h 3791122"/>
              <a:gd name="connsiteX102" fmla="*/ 764257 w 2520742"/>
              <a:gd name="connsiteY102" fmla="*/ 1438231 h 3791122"/>
              <a:gd name="connsiteX103" fmla="*/ 768812 w 2520742"/>
              <a:gd name="connsiteY103" fmla="*/ 1426389 h 3791122"/>
              <a:gd name="connsiteX104" fmla="*/ 716890 w 2520742"/>
              <a:gd name="connsiteY104" fmla="*/ 1337120 h 3791122"/>
              <a:gd name="connsiteX105" fmla="*/ 578431 w 2520742"/>
              <a:gd name="connsiteY105" fmla="*/ 1310248 h 3791122"/>
              <a:gd name="connsiteX106" fmla="*/ 490527 w 2520742"/>
              <a:gd name="connsiteY106" fmla="*/ 1335298 h 3791122"/>
              <a:gd name="connsiteX107" fmla="*/ 503736 w 2520742"/>
              <a:gd name="connsiteY107" fmla="*/ 1290208 h 3791122"/>
              <a:gd name="connsiteX108" fmla="*/ 373930 w 2520742"/>
              <a:gd name="connsiteY108" fmla="*/ 1148561 h 3791122"/>
              <a:gd name="connsiteX109" fmla="*/ 227729 w 2520742"/>
              <a:gd name="connsiteY109" fmla="*/ 1266524 h 3791122"/>
              <a:gd name="connsiteX110" fmla="*/ 209966 w 2520742"/>
              <a:gd name="connsiteY110" fmla="*/ 1483777 h 3791122"/>
              <a:gd name="connsiteX111" fmla="*/ 379851 w 2520742"/>
              <a:gd name="connsiteY111" fmla="*/ 1701030 h 3791122"/>
              <a:gd name="connsiteX112" fmla="*/ 408090 w 2520742"/>
              <a:gd name="connsiteY112" fmla="*/ 1711961 h 3791122"/>
              <a:gd name="connsiteX113" fmla="*/ 398981 w 2520742"/>
              <a:gd name="connsiteY113" fmla="*/ 1763883 h 3791122"/>
              <a:gd name="connsiteX114" fmla="*/ 398525 w 2520742"/>
              <a:gd name="connsiteY114" fmla="*/ 1817172 h 3791122"/>
              <a:gd name="connsiteX115" fmla="*/ 564312 w 2520742"/>
              <a:gd name="connsiteY115" fmla="*/ 1971116 h 3791122"/>
              <a:gd name="connsiteX116" fmla="*/ 629442 w 2520742"/>
              <a:gd name="connsiteY116" fmla="*/ 1963829 h 3791122"/>
              <a:gd name="connsiteX117" fmla="*/ 628531 w 2520742"/>
              <a:gd name="connsiteY117" fmla="*/ 1979314 h 3791122"/>
              <a:gd name="connsiteX118" fmla="*/ 633086 w 2520742"/>
              <a:gd name="connsiteY118" fmla="*/ 2057198 h 3791122"/>
              <a:gd name="connsiteX119" fmla="*/ 745128 w 2520742"/>
              <a:gd name="connsiteY119" fmla="*/ 2171517 h 3791122"/>
              <a:gd name="connsiteX120" fmla="*/ 853982 w 2520742"/>
              <a:gd name="connsiteY120" fmla="*/ 2157398 h 3791122"/>
              <a:gd name="connsiteX121" fmla="*/ 877211 w 2520742"/>
              <a:gd name="connsiteY121" fmla="*/ 2162408 h 3791122"/>
              <a:gd name="connsiteX122" fmla="*/ 936876 w 2520742"/>
              <a:gd name="connsiteY122" fmla="*/ 2205677 h 3791122"/>
              <a:gd name="connsiteX123" fmla="*/ 1034799 w 2520742"/>
              <a:gd name="connsiteY123" fmla="*/ 2227539 h 3791122"/>
              <a:gd name="connsiteX124" fmla="*/ 1174169 w 2520742"/>
              <a:gd name="connsiteY124" fmla="*/ 2118684 h 3791122"/>
              <a:gd name="connsiteX125" fmla="*/ 1151851 w 2520742"/>
              <a:gd name="connsiteY125" fmla="*/ 1903253 h 3791122"/>
              <a:gd name="connsiteX126" fmla="*/ 1106761 w 2520742"/>
              <a:gd name="connsiteY126" fmla="*/ 1838123 h 3791122"/>
              <a:gd name="connsiteX127" fmla="*/ 1116326 w 2520742"/>
              <a:gd name="connsiteY127" fmla="*/ 1826736 h 3791122"/>
              <a:gd name="connsiteX128" fmla="*/ 1181912 w 2520742"/>
              <a:gd name="connsiteY128" fmla="*/ 1665504 h 3791122"/>
              <a:gd name="connsiteX129" fmla="*/ 1120880 w 2520742"/>
              <a:gd name="connsiteY129" fmla="*/ 1507916 h 3791122"/>
              <a:gd name="connsiteX130" fmla="*/ 966025 w 2520742"/>
              <a:gd name="connsiteY130" fmla="*/ 1491520 h 3791122"/>
              <a:gd name="connsiteX131" fmla="*/ 947807 w 2520742"/>
              <a:gd name="connsiteY131" fmla="*/ 1503817 h 3791122"/>
              <a:gd name="connsiteX132" fmla="*/ 878122 w 2520742"/>
              <a:gd name="connsiteY132" fmla="*/ 1466925 h 3791122"/>
              <a:gd name="connsiteX133" fmla="*/ 772456 w 2520742"/>
              <a:gd name="connsiteY133" fmla="*/ 1542531 h 3791122"/>
              <a:gd name="connsiteX134" fmla="*/ 776555 w 2520742"/>
              <a:gd name="connsiteY134" fmla="*/ 1591265 h 3791122"/>
              <a:gd name="connsiteX135" fmla="*/ 1617784 w 2520742"/>
              <a:gd name="connsiteY135" fmla="*/ 559199 h 3791122"/>
              <a:gd name="connsiteX136" fmla="*/ 1705687 w 2520742"/>
              <a:gd name="connsiteY136" fmla="*/ 673974 h 3791122"/>
              <a:gd name="connsiteX137" fmla="*/ 1827294 w 2520742"/>
              <a:gd name="connsiteY137" fmla="*/ 661677 h 3791122"/>
              <a:gd name="connsiteX138" fmla="*/ 1961199 w 2520742"/>
              <a:gd name="connsiteY138" fmla="*/ 534149 h 3791122"/>
              <a:gd name="connsiteX139" fmla="*/ 1931594 w 2520742"/>
              <a:gd name="connsiteY139" fmla="*/ 391591 h 3791122"/>
              <a:gd name="connsiteX140" fmla="*/ 1797690 w 2520742"/>
              <a:gd name="connsiteY140" fmla="*/ 358798 h 3791122"/>
              <a:gd name="connsiteX141" fmla="*/ 1781293 w 2520742"/>
              <a:gd name="connsiteY141" fmla="*/ 351966 h 3791122"/>
              <a:gd name="connsiteX142" fmla="*/ 1686103 w 2520742"/>
              <a:gd name="connsiteY142" fmla="*/ 245389 h 3791122"/>
              <a:gd name="connsiteX143" fmla="*/ 1579981 w 2520742"/>
              <a:gd name="connsiteY143" fmla="*/ 201210 h 3791122"/>
              <a:gd name="connsiteX144" fmla="*/ 1431958 w 2520742"/>
              <a:gd name="connsiteY144" fmla="*/ 279093 h 3791122"/>
              <a:gd name="connsiteX145" fmla="*/ 1404630 w 2520742"/>
              <a:gd name="connsiteY145" fmla="*/ 566031 h 3791122"/>
              <a:gd name="connsiteX146" fmla="*/ 1449265 w 2520742"/>
              <a:gd name="connsiteY146" fmla="*/ 651657 h 3791122"/>
              <a:gd name="connsiteX147" fmla="*/ 1373659 w 2520742"/>
              <a:gd name="connsiteY147" fmla="*/ 859345 h 3791122"/>
              <a:gd name="connsiteX148" fmla="*/ 1480236 w 2520742"/>
              <a:gd name="connsiteY148" fmla="*/ 1056103 h 3791122"/>
              <a:gd name="connsiteX149" fmla="*/ 1411462 w 2520742"/>
              <a:gd name="connsiteY149" fmla="*/ 1434588 h 3791122"/>
              <a:gd name="connsiteX150" fmla="*/ 1415561 w 2520742"/>
              <a:gd name="connsiteY150" fmla="*/ 1434132 h 3791122"/>
              <a:gd name="connsiteX151" fmla="*/ 1568139 w 2520742"/>
              <a:gd name="connsiteY151" fmla="*/ 1434588 h 3791122"/>
              <a:gd name="connsiteX152" fmla="*/ 1578615 w 2520742"/>
              <a:gd name="connsiteY152" fmla="*/ 1433221 h 3791122"/>
              <a:gd name="connsiteX153" fmla="*/ 1698400 w 2520742"/>
              <a:gd name="connsiteY153" fmla="*/ 1409537 h 3791122"/>
              <a:gd name="connsiteX154" fmla="*/ 1957555 w 2520742"/>
              <a:gd name="connsiteY154" fmla="*/ 1255593 h 3791122"/>
              <a:gd name="connsiteX155" fmla="*/ 1978506 w 2520742"/>
              <a:gd name="connsiteY155" fmla="*/ 1171333 h 3791122"/>
              <a:gd name="connsiteX156" fmla="*/ 1912009 w 2520742"/>
              <a:gd name="connsiteY156" fmla="*/ 1150382 h 3791122"/>
              <a:gd name="connsiteX157" fmla="*/ 1848701 w 2520742"/>
              <a:gd name="connsiteY157" fmla="*/ 1113035 h 3791122"/>
              <a:gd name="connsiteX158" fmla="*/ 1637824 w 2520742"/>
              <a:gd name="connsiteY158" fmla="*/ 1144006 h 3791122"/>
              <a:gd name="connsiteX159" fmla="*/ 1543089 w 2520742"/>
              <a:gd name="connsiteY159" fmla="*/ 1234642 h 3791122"/>
              <a:gd name="connsiteX160" fmla="*/ 1522593 w 2520742"/>
              <a:gd name="connsiteY160" fmla="*/ 1184542 h 3791122"/>
              <a:gd name="connsiteX161" fmla="*/ 1600021 w 2520742"/>
              <a:gd name="connsiteY161" fmla="*/ 1072044 h 3791122"/>
              <a:gd name="connsiteX162" fmla="*/ 1542634 w 2520742"/>
              <a:gd name="connsiteY162" fmla="*/ 948159 h 3791122"/>
              <a:gd name="connsiteX163" fmla="*/ 1573605 w 2520742"/>
              <a:gd name="connsiteY163" fmla="*/ 903069 h 3791122"/>
              <a:gd name="connsiteX164" fmla="*/ 1585447 w 2520742"/>
              <a:gd name="connsiteY164" fmla="*/ 911267 h 3791122"/>
              <a:gd name="connsiteX165" fmla="*/ 1655587 w 2520742"/>
              <a:gd name="connsiteY165" fmla="*/ 1071588 h 3791122"/>
              <a:gd name="connsiteX166" fmla="*/ 1661508 w 2520742"/>
              <a:gd name="connsiteY166" fmla="*/ 1090717 h 3791122"/>
              <a:gd name="connsiteX167" fmla="*/ 1809076 w 2520742"/>
              <a:gd name="connsiteY167" fmla="*/ 1074321 h 3791122"/>
              <a:gd name="connsiteX168" fmla="*/ 1811809 w 2520742"/>
              <a:gd name="connsiteY168" fmla="*/ 1054281 h 3791122"/>
              <a:gd name="connsiteX169" fmla="*/ 1800878 w 2520742"/>
              <a:gd name="connsiteY169" fmla="*/ 963189 h 3791122"/>
              <a:gd name="connsiteX170" fmla="*/ 1794502 w 2520742"/>
              <a:gd name="connsiteY170" fmla="*/ 948159 h 3791122"/>
              <a:gd name="connsiteX171" fmla="*/ 1733470 w 2520742"/>
              <a:gd name="connsiteY171" fmla="*/ 790116 h 3791122"/>
              <a:gd name="connsiteX172" fmla="*/ 1748045 w 2520742"/>
              <a:gd name="connsiteY172" fmla="*/ 733184 h 3791122"/>
              <a:gd name="connsiteX173" fmla="*/ 1645567 w 2520742"/>
              <a:gd name="connsiteY173" fmla="*/ 704945 h 3791122"/>
              <a:gd name="connsiteX174" fmla="*/ 1563129 w 2520742"/>
              <a:gd name="connsiteY174" fmla="*/ 573318 h 3791122"/>
              <a:gd name="connsiteX175" fmla="*/ 1543089 w 2520742"/>
              <a:gd name="connsiteY175" fmla="*/ 542803 h 3791122"/>
              <a:gd name="connsiteX176" fmla="*/ 1453820 w 2520742"/>
              <a:gd name="connsiteY176" fmla="*/ 433948 h 3791122"/>
              <a:gd name="connsiteX177" fmla="*/ 1506197 w 2520742"/>
              <a:gd name="connsiteY177" fmla="*/ 421651 h 3791122"/>
              <a:gd name="connsiteX178" fmla="*/ 1597289 w 2520742"/>
              <a:gd name="connsiteY178" fmla="*/ 501356 h 3791122"/>
              <a:gd name="connsiteX179" fmla="*/ 1711608 w 2520742"/>
              <a:gd name="connsiteY179" fmla="*/ 453077 h 3791122"/>
              <a:gd name="connsiteX180" fmla="*/ 1752599 w 2520742"/>
              <a:gd name="connsiteY180" fmla="*/ 489514 h 3791122"/>
              <a:gd name="connsiteX181" fmla="*/ 1617784 w 2520742"/>
              <a:gd name="connsiteY181" fmla="*/ 559199 h 3791122"/>
              <a:gd name="connsiteX182" fmla="*/ 1068047 w 2520742"/>
              <a:gd name="connsiteY182" fmla="*/ 433948 h 3791122"/>
              <a:gd name="connsiteX183" fmla="*/ 975134 w 2520742"/>
              <a:gd name="connsiteY183" fmla="*/ 544624 h 3791122"/>
              <a:gd name="connsiteX184" fmla="*/ 959193 w 2520742"/>
              <a:gd name="connsiteY184" fmla="*/ 566942 h 3791122"/>
              <a:gd name="connsiteX185" fmla="*/ 818457 w 2520742"/>
              <a:gd name="connsiteY185" fmla="*/ 726807 h 3791122"/>
              <a:gd name="connsiteX186" fmla="*/ 772000 w 2520742"/>
              <a:gd name="connsiteY186" fmla="*/ 734095 h 3791122"/>
              <a:gd name="connsiteX187" fmla="*/ 775644 w 2520742"/>
              <a:gd name="connsiteY187" fmla="*/ 744570 h 3791122"/>
              <a:gd name="connsiteX188" fmla="*/ 723722 w 2520742"/>
              <a:gd name="connsiteY188" fmla="*/ 949981 h 3791122"/>
              <a:gd name="connsiteX189" fmla="*/ 719622 w 2520742"/>
              <a:gd name="connsiteY189" fmla="*/ 962279 h 3791122"/>
              <a:gd name="connsiteX190" fmla="*/ 709147 w 2520742"/>
              <a:gd name="connsiteY190" fmla="*/ 1056103 h 3791122"/>
              <a:gd name="connsiteX191" fmla="*/ 710969 w 2520742"/>
              <a:gd name="connsiteY191" fmla="*/ 1071588 h 3791122"/>
              <a:gd name="connsiteX192" fmla="*/ 859903 w 2520742"/>
              <a:gd name="connsiteY192" fmla="*/ 1090262 h 3791122"/>
              <a:gd name="connsiteX193" fmla="*/ 865824 w 2520742"/>
              <a:gd name="connsiteY193" fmla="*/ 1077054 h 3791122"/>
              <a:gd name="connsiteX194" fmla="*/ 870834 w 2520742"/>
              <a:gd name="connsiteY194" fmla="*/ 1014201 h 3791122"/>
              <a:gd name="connsiteX195" fmla="*/ 947351 w 2520742"/>
              <a:gd name="connsiteY195" fmla="*/ 902614 h 3791122"/>
              <a:gd name="connsiteX196" fmla="*/ 978322 w 2520742"/>
              <a:gd name="connsiteY196" fmla="*/ 947704 h 3791122"/>
              <a:gd name="connsiteX197" fmla="*/ 920935 w 2520742"/>
              <a:gd name="connsiteY197" fmla="*/ 1070677 h 3791122"/>
              <a:gd name="connsiteX198" fmla="*/ 998362 w 2520742"/>
              <a:gd name="connsiteY198" fmla="*/ 1184086 h 3791122"/>
              <a:gd name="connsiteX199" fmla="*/ 977867 w 2520742"/>
              <a:gd name="connsiteY199" fmla="*/ 1234186 h 3791122"/>
              <a:gd name="connsiteX200" fmla="*/ 883132 w 2520742"/>
              <a:gd name="connsiteY200" fmla="*/ 1143550 h 3791122"/>
              <a:gd name="connsiteX201" fmla="*/ 669978 w 2520742"/>
              <a:gd name="connsiteY201" fmla="*/ 1110758 h 3791122"/>
              <a:gd name="connsiteX202" fmla="*/ 542450 w 2520742"/>
              <a:gd name="connsiteY202" fmla="*/ 1169512 h 3791122"/>
              <a:gd name="connsiteX203" fmla="*/ 564312 w 2520742"/>
              <a:gd name="connsiteY203" fmla="*/ 1256504 h 3791122"/>
              <a:gd name="connsiteX204" fmla="*/ 725088 w 2520742"/>
              <a:gd name="connsiteY204" fmla="*/ 1277000 h 3791122"/>
              <a:gd name="connsiteX205" fmla="*/ 822556 w 2520742"/>
              <a:gd name="connsiteY205" fmla="*/ 1408627 h 3791122"/>
              <a:gd name="connsiteX206" fmla="*/ 943707 w 2520742"/>
              <a:gd name="connsiteY206" fmla="*/ 1432766 h 3791122"/>
              <a:gd name="connsiteX207" fmla="*/ 958282 w 2520742"/>
              <a:gd name="connsiteY207" fmla="*/ 1432310 h 3791122"/>
              <a:gd name="connsiteX208" fmla="*/ 1024323 w 2520742"/>
              <a:gd name="connsiteY208" fmla="*/ 1420013 h 3791122"/>
              <a:gd name="connsiteX209" fmla="*/ 1113137 w 2520742"/>
              <a:gd name="connsiteY209" fmla="*/ 1430944 h 3791122"/>
              <a:gd name="connsiteX210" fmla="*/ 1151851 w 2520742"/>
              <a:gd name="connsiteY210" fmla="*/ 1273356 h 3791122"/>
              <a:gd name="connsiteX211" fmla="*/ 1042086 w 2520742"/>
              <a:gd name="connsiteY211" fmla="*/ 1055647 h 3791122"/>
              <a:gd name="connsiteX212" fmla="*/ 1072602 w 2520742"/>
              <a:gd name="connsiteY212" fmla="*/ 649379 h 3791122"/>
              <a:gd name="connsiteX213" fmla="*/ 1114048 w 2520742"/>
              <a:gd name="connsiteY213" fmla="*/ 569219 h 3791122"/>
              <a:gd name="connsiteX214" fmla="*/ 1095830 w 2520742"/>
              <a:gd name="connsiteY214" fmla="*/ 284103 h 3791122"/>
              <a:gd name="connsiteX215" fmla="*/ 995630 w 2520742"/>
              <a:gd name="connsiteY215" fmla="*/ 206220 h 3791122"/>
              <a:gd name="connsiteX216" fmla="*/ 860359 w 2520742"/>
              <a:gd name="connsiteY216" fmla="*/ 231725 h 3791122"/>
              <a:gd name="connsiteX217" fmla="*/ 741029 w 2520742"/>
              <a:gd name="connsiteY217" fmla="*/ 351510 h 3791122"/>
              <a:gd name="connsiteX218" fmla="*/ 721900 w 2520742"/>
              <a:gd name="connsiteY218" fmla="*/ 357887 h 3791122"/>
              <a:gd name="connsiteX219" fmla="*/ 631264 w 2520742"/>
              <a:gd name="connsiteY219" fmla="*/ 361986 h 3791122"/>
              <a:gd name="connsiteX220" fmla="*/ 579342 w 2520742"/>
              <a:gd name="connsiteY220" fmla="*/ 570585 h 3791122"/>
              <a:gd name="connsiteX221" fmla="*/ 772000 w 2520742"/>
              <a:gd name="connsiteY221" fmla="*/ 678984 h 3791122"/>
              <a:gd name="connsiteX222" fmla="*/ 904538 w 2520742"/>
              <a:gd name="connsiteY222" fmla="*/ 560565 h 3791122"/>
              <a:gd name="connsiteX223" fmla="*/ 769723 w 2520742"/>
              <a:gd name="connsiteY223" fmla="*/ 489059 h 3791122"/>
              <a:gd name="connsiteX224" fmla="*/ 809347 w 2520742"/>
              <a:gd name="connsiteY224" fmla="*/ 454444 h 3791122"/>
              <a:gd name="connsiteX225" fmla="*/ 1016581 w 2520742"/>
              <a:gd name="connsiteY225" fmla="*/ 422562 h 3791122"/>
              <a:gd name="connsiteX226" fmla="*/ 1068047 w 2520742"/>
              <a:gd name="connsiteY226" fmla="*/ 433948 h 3791122"/>
              <a:gd name="connsiteX227" fmla="*/ 637185 w 2520742"/>
              <a:gd name="connsiteY227" fmla="*/ 921743 h 3791122"/>
              <a:gd name="connsiteX228" fmla="*/ 676354 w 2520742"/>
              <a:gd name="connsiteY228" fmla="*/ 912178 h 3791122"/>
              <a:gd name="connsiteX229" fmla="*/ 736019 w 2520742"/>
              <a:gd name="connsiteY229" fmla="*/ 791938 h 3791122"/>
              <a:gd name="connsiteX230" fmla="*/ 671799 w 2520742"/>
              <a:gd name="connsiteY230" fmla="*/ 712688 h 3791122"/>
              <a:gd name="connsiteX231" fmla="*/ 514667 w 2520742"/>
              <a:gd name="connsiteY231" fmla="*/ 565120 h 3791122"/>
              <a:gd name="connsiteX232" fmla="*/ 506468 w 2520742"/>
              <a:gd name="connsiteY232" fmla="*/ 546902 h 3791122"/>
              <a:gd name="connsiteX233" fmla="*/ 383040 w 2520742"/>
              <a:gd name="connsiteY233" fmla="*/ 655756 h 3791122"/>
              <a:gd name="connsiteX234" fmla="*/ 423120 w 2520742"/>
              <a:gd name="connsiteY234" fmla="*/ 810156 h 3791122"/>
              <a:gd name="connsiteX235" fmla="*/ 431773 w 2520742"/>
              <a:gd name="connsiteY235" fmla="*/ 821998 h 3791122"/>
              <a:gd name="connsiteX236" fmla="*/ 242759 w 2520742"/>
              <a:gd name="connsiteY236" fmla="*/ 970932 h 3791122"/>
              <a:gd name="connsiteX237" fmla="*/ 275552 w 2520742"/>
              <a:gd name="connsiteY237" fmla="*/ 1126699 h 3791122"/>
              <a:gd name="connsiteX238" fmla="*/ 465933 w 2520742"/>
              <a:gd name="connsiteY238" fmla="*/ 1108025 h 3791122"/>
              <a:gd name="connsiteX239" fmla="*/ 640373 w 2520742"/>
              <a:gd name="connsiteY239" fmla="*/ 1064301 h 3791122"/>
              <a:gd name="connsiteX240" fmla="*/ 659502 w 2520742"/>
              <a:gd name="connsiteY240" fmla="*/ 955447 h 3791122"/>
              <a:gd name="connsiteX241" fmla="*/ 637185 w 2520742"/>
              <a:gd name="connsiteY241" fmla="*/ 921743 h 3791122"/>
              <a:gd name="connsiteX242" fmla="*/ 2016309 w 2520742"/>
              <a:gd name="connsiteY242" fmla="*/ 546902 h 3791122"/>
              <a:gd name="connsiteX243" fmla="*/ 2013121 w 2520742"/>
              <a:gd name="connsiteY243" fmla="*/ 552823 h 3791122"/>
              <a:gd name="connsiteX244" fmla="*/ 1842325 w 2520742"/>
              <a:gd name="connsiteY244" fmla="*/ 715876 h 3791122"/>
              <a:gd name="connsiteX245" fmla="*/ 1800878 w 2520742"/>
              <a:gd name="connsiteY245" fmla="*/ 751402 h 3791122"/>
              <a:gd name="connsiteX246" fmla="*/ 1785848 w 2520742"/>
              <a:gd name="connsiteY246" fmla="*/ 829741 h 3791122"/>
              <a:gd name="connsiteX247" fmla="*/ 1851434 w 2520742"/>
              <a:gd name="connsiteY247" fmla="*/ 913545 h 3791122"/>
              <a:gd name="connsiteX248" fmla="*/ 1886504 w 2520742"/>
              <a:gd name="connsiteY248" fmla="*/ 920376 h 3791122"/>
              <a:gd name="connsiteX249" fmla="*/ 1880127 w 2520742"/>
              <a:gd name="connsiteY249" fmla="*/ 929030 h 3791122"/>
              <a:gd name="connsiteX250" fmla="*/ 1853711 w 2520742"/>
              <a:gd name="connsiteY250" fmla="*/ 990517 h 3791122"/>
              <a:gd name="connsiteX251" fmla="*/ 1910643 w 2520742"/>
              <a:gd name="connsiteY251" fmla="*/ 1085252 h 3791122"/>
              <a:gd name="connsiteX252" fmla="*/ 2071419 w 2520742"/>
              <a:gd name="connsiteY252" fmla="*/ 1104381 h 3791122"/>
              <a:gd name="connsiteX253" fmla="*/ 2237206 w 2520742"/>
              <a:gd name="connsiteY253" fmla="*/ 1121689 h 3791122"/>
              <a:gd name="connsiteX254" fmla="*/ 2248137 w 2520742"/>
              <a:gd name="connsiteY254" fmla="*/ 1126243 h 3791122"/>
              <a:gd name="connsiteX255" fmla="*/ 2276831 w 2520742"/>
              <a:gd name="connsiteY255" fmla="*/ 958635 h 3791122"/>
              <a:gd name="connsiteX256" fmla="*/ 2092371 w 2520742"/>
              <a:gd name="connsiteY256" fmla="*/ 821998 h 3791122"/>
              <a:gd name="connsiteX257" fmla="*/ 2092371 w 2520742"/>
              <a:gd name="connsiteY257" fmla="*/ 820176 h 3791122"/>
              <a:gd name="connsiteX258" fmla="*/ 2096925 w 2520742"/>
              <a:gd name="connsiteY258" fmla="*/ 814255 h 3791122"/>
              <a:gd name="connsiteX259" fmla="*/ 2142471 w 2520742"/>
              <a:gd name="connsiteY259" fmla="*/ 691737 h 3791122"/>
              <a:gd name="connsiteX260" fmla="*/ 2016309 w 2520742"/>
              <a:gd name="connsiteY260" fmla="*/ 546902 h 3791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</a:cxnLst>
            <a:rect l="l" t="t" r="r" b="b"/>
            <a:pathLst>
              <a:path w="2520742" h="3791122">
                <a:moveTo>
                  <a:pt x="1382768" y="3791123"/>
                </a:moveTo>
                <a:cubicBezTo>
                  <a:pt x="1302608" y="3791123"/>
                  <a:pt x="1222903" y="3791123"/>
                  <a:pt x="1142742" y="3791123"/>
                </a:cubicBezTo>
                <a:cubicBezTo>
                  <a:pt x="1140920" y="3790212"/>
                  <a:pt x="1139099" y="3789301"/>
                  <a:pt x="1137277" y="3788846"/>
                </a:cubicBezTo>
                <a:cubicBezTo>
                  <a:pt x="1068047" y="3779281"/>
                  <a:pt x="1022957" y="3736923"/>
                  <a:pt x="1009293" y="3668605"/>
                </a:cubicBezTo>
                <a:cubicBezTo>
                  <a:pt x="1003828" y="3642644"/>
                  <a:pt x="1003828" y="3642644"/>
                  <a:pt x="976500" y="3640822"/>
                </a:cubicBezTo>
                <a:cubicBezTo>
                  <a:pt x="855804" y="3633079"/>
                  <a:pt x="769723" y="3536522"/>
                  <a:pt x="775188" y="3416282"/>
                </a:cubicBezTo>
                <a:cubicBezTo>
                  <a:pt x="775188" y="3411727"/>
                  <a:pt x="774277" y="3406262"/>
                  <a:pt x="771545" y="3403073"/>
                </a:cubicBezTo>
                <a:cubicBezTo>
                  <a:pt x="715979" y="3342498"/>
                  <a:pt x="711880" y="3272813"/>
                  <a:pt x="741029" y="3200395"/>
                </a:cubicBezTo>
                <a:cubicBezTo>
                  <a:pt x="750594" y="3176711"/>
                  <a:pt x="750594" y="3161681"/>
                  <a:pt x="737841" y="3138908"/>
                </a:cubicBezTo>
                <a:cubicBezTo>
                  <a:pt x="704137" y="3078333"/>
                  <a:pt x="709602" y="3015935"/>
                  <a:pt x="738752" y="2954448"/>
                </a:cubicBezTo>
                <a:cubicBezTo>
                  <a:pt x="741029" y="2949438"/>
                  <a:pt x="741940" y="2940784"/>
                  <a:pt x="739207" y="2936230"/>
                </a:cubicBezTo>
                <a:cubicBezTo>
                  <a:pt x="693661" y="2862446"/>
                  <a:pt x="697760" y="2789573"/>
                  <a:pt x="742395" y="2717155"/>
                </a:cubicBezTo>
                <a:cubicBezTo>
                  <a:pt x="747405" y="2709412"/>
                  <a:pt x="746950" y="2704402"/>
                  <a:pt x="742851" y="2696204"/>
                </a:cubicBezTo>
                <a:cubicBezTo>
                  <a:pt x="728732" y="2669787"/>
                  <a:pt x="714612" y="2642915"/>
                  <a:pt x="702771" y="2615588"/>
                </a:cubicBezTo>
                <a:cubicBezTo>
                  <a:pt x="682730" y="2569587"/>
                  <a:pt x="666789" y="2521764"/>
                  <a:pt x="645383" y="2476218"/>
                </a:cubicBezTo>
                <a:cubicBezTo>
                  <a:pt x="599382" y="2378750"/>
                  <a:pt x="531974" y="2296313"/>
                  <a:pt x="460467" y="2217063"/>
                </a:cubicBezTo>
                <a:cubicBezTo>
                  <a:pt x="395792" y="2145101"/>
                  <a:pt x="327929" y="2076327"/>
                  <a:pt x="266442" y="2001632"/>
                </a:cubicBezTo>
                <a:cubicBezTo>
                  <a:pt x="117963" y="1822637"/>
                  <a:pt x="33248" y="1615860"/>
                  <a:pt x="8198" y="1384487"/>
                </a:cubicBezTo>
                <a:cubicBezTo>
                  <a:pt x="5465" y="1357615"/>
                  <a:pt x="2733" y="1330743"/>
                  <a:pt x="0" y="1303871"/>
                </a:cubicBezTo>
                <a:cubicBezTo>
                  <a:pt x="0" y="1264247"/>
                  <a:pt x="0" y="1225077"/>
                  <a:pt x="0" y="1185453"/>
                </a:cubicBezTo>
                <a:cubicBezTo>
                  <a:pt x="911" y="1181354"/>
                  <a:pt x="1822" y="1176799"/>
                  <a:pt x="2277" y="1172700"/>
                </a:cubicBezTo>
                <a:cubicBezTo>
                  <a:pt x="14119" y="976398"/>
                  <a:pt x="66952" y="791938"/>
                  <a:pt x="165331" y="622052"/>
                </a:cubicBezTo>
                <a:cubicBezTo>
                  <a:pt x="339316" y="321906"/>
                  <a:pt x="592550" y="123782"/>
                  <a:pt x="930499" y="38611"/>
                </a:cubicBezTo>
                <a:cubicBezTo>
                  <a:pt x="1110860" y="-6934"/>
                  <a:pt x="1293954" y="-9212"/>
                  <a:pt x="1477048" y="16294"/>
                </a:cubicBezTo>
                <a:cubicBezTo>
                  <a:pt x="1710242" y="48631"/>
                  <a:pt x="1918841" y="140634"/>
                  <a:pt x="2093281" y="298677"/>
                </a:cubicBezTo>
                <a:cubicBezTo>
                  <a:pt x="2414379" y="590626"/>
                  <a:pt x="2555115" y="955902"/>
                  <a:pt x="2513669" y="1388131"/>
                </a:cubicBezTo>
                <a:cubicBezTo>
                  <a:pt x="2491806" y="1614038"/>
                  <a:pt x="2406181" y="1816716"/>
                  <a:pt x="2264078" y="1993434"/>
                </a:cubicBezTo>
                <a:cubicBezTo>
                  <a:pt x="2205324" y="2066307"/>
                  <a:pt x="2140194" y="2134170"/>
                  <a:pt x="2075519" y="2202033"/>
                </a:cubicBezTo>
                <a:cubicBezTo>
                  <a:pt x="1967575" y="2314986"/>
                  <a:pt x="1880583" y="2440693"/>
                  <a:pt x="1829116" y="2589627"/>
                </a:cubicBezTo>
                <a:cubicBezTo>
                  <a:pt x="1816363" y="2626064"/>
                  <a:pt x="1797234" y="2660678"/>
                  <a:pt x="1779927" y="2695293"/>
                </a:cubicBezTo>
                <a:cubicBezTo>
                  <a:pt x="1775372" y="2704402"/>
                  <a:pt x="1774917" y="2709868"/>
                  <a:pt x="1780382" y="2718521"/>
                </a:cubicBezTo>
                <a:cubicBezTo>
                  <a:pt x="1823195" y="2788662"/>
                  <a:pt x="1827750" y="2860168"/>
                  <a:pt x="1784481" y="2932131"/>
                </a:cubicBezTo>
                <a:cubicBezTo>
                  <a:pt x="1779016" y="2941240"/>
                  <a:pt x="1779016" y="2946705"/>
                  <a:pt x="1783571" y="2955814"/>
                </a:cubicBezTo>
                <a:cubicBezTo>
                  <a:pt x="1813631" y="3017757"/>
                  <a:pt x="1818185" y="3081065"/>
                  <a:pt x="1783115" y="3141186"/>
                </a:cubicBezTo>
                <a:cubicBezTo>
                  <a:pt x="1770818" y="3162137"/>
                  <a:pt x="1771729" y="3175800"/>
                  <a:pt x="1780382" y="3197207"/>
                </a:cubicBezTo>
                <a:cubicBezTo>
                  <a:pt x="1809987" y="3270536"/>
                  <a:pt x="1807254" y="3340676"/>
                  <a:pt x="1750778" y="3402618"/>
                </a:cubicBezTo>
                <a:cubicBezTo>
                  <a:pt x="1748045" y="3405806"/>
                  <a:pt x="1746679" y="3411727"/>
                  <a:pt x="1747134" y="3415826"/>
                </a:cubicBezTo>
                <a:cubicBezTo>
                  <a:pt x="1756699" y="3511928"/>
                  <a:pt x="1682004" y="3631257"/>
                  <a:pt x="1543089" y="3640367"/>
                </a:cubicBezTo>
                <a:cubicBezTo>
                  <a:pt x="1517584" y="3642188"/>
                  <a:pt x="1517584" y="3642188"/>
                  <a:pt x="1512574" y="3667239"/>
                </a:cubicBezTo>
                <a:cubicBezTo>
                  <a:pt x="1499365" y="3730092"/>
                  <a:pt x="1462929" y="3770627"/>
                  <a:pt x="1399620" y="3786568"/>
                </a:cubicBezTo>
                <a:cubicBezTo>
                  <a:pt x="1394155" y="3788390"/>
                  <a:pt x="1388234" y="3789757"/>
                  <a:pt x="1382768" y="3791123"/>
                </a:cubicBezTo>
                <a:close/>
                <a:moveTo>
                  <a:pt x="1561307" y="1757051"/>
                </a:moveTo>
                <a:cubicBezTo>
                  <a:pt x="1565407" y="1739289"/>
                  <a:pt x="1569050" y="1721981"/>
                  <a:pt x="1573149" y="1704218"/>
                </a:cubicBezTo>
                <a:cubicBezTo>
                  <a:pt x="1649666" y="1722892"/>
                  <a:pt x="1697034" y="1768893"/>
                  <a:pt x="1716163" y="1844499"/>
                </a:cubicBezTo>
                <a:cubicBezTo>
                  <a:pt x="1743946" y="1841311"/>
                  <a:pt x="1769451" y="1833568"/>
                  <a:pt x="1791313" y="1818083"/>
                </a:cubicBezTo>
                <a:cubicBezTo>
                  <a:pt x="1823195" y="1795765"/>
                  <a:pt x="1840503" y="1765249"/>
                  <a:pt x="1839136" y="1725169"/>
                </a:cubicBezTo>
                <a:cubicBezTo>
                  <a:pt x="1837314" y="1683267"/>
                  <a:pt x="1816363" y="1651385"/>
                  <a:pt x="1785848" y="1624969"/>
                </a:cubicBezTo>
                <a:cubicBezTo>
                  <a:pt x="1773095" y="1614038"/>
                  <a:pt x="1758065" y="1604929"/>
                  <a:pt x="1744857" y="1595364"/>
                </a:cubicBezTo>
                <a:cubicBezTo>
                  <a:pt x="1746223" y="1577146"/>
                  <a:pt x="1749411" y="1559838"/>
                  <a:pt x="1748956" y="1542075"/>
                </a:cubicBezTo>
                <a:cubicBezTo>
                  <a:pt x="1747134" y="1483322"/>
                  <a:pt x="1707054" y="1451440"/>
                  <a:pt x="1650577" y="1467381"/>
                </a:cubicBezTo>
                <a:cubicBezTo>
                  <a:pt x="1623705" y="1475123"/>
                  <a:pt x="1599566" y="1491520"/>
                  <a:pt x="1572238" y="1504728"/>
                </a:cubicBezTo>
                <a:cubicBezTo>
                  <a:pt x="1564496" y="1500174"/>
                  <a:pt x="1553109" y="1491975"/>
                  <a:pt x="1540812" y="1486054"/>
                </a:cubicBezTo>
                <a:cubicBezTo>
                  <a:pt x="1518950" y="1475123"/>
                  <a:pt x="1495266" y="1470569"/>
                  <a:pt x="1470671" y="1474668"/>
                </a:cubicBezTo>
                <a:cubicBezTo>
                  <a:pt x="1425126" y="1482411"/>
                  <a:pt x="1391877" y="1508372"/>
                  <a:pt x="1369560" y="1547086"/>
                </a:cubicBezTo>
                <a:cubicBezTo>
                  <a:pt x="1319915" y="1634078"/>
                  <a:pt x="1331301" y="1718793"/>
                  <a:pt x="1383679" y="1800775"/>
                </a:cubicBezTo>
                <a:cubicBezTo>
                  <a:pt x="1392788" y="1815350"/>
                  <a:pt x="1404175" y="1828103"/>
                  <a:pt x="1411917" y="1838123"/>
                </a:cubicBezTo>
                <a:cubicBezTo>
                  <a:pt x="1390966" y="1873193"/>
                  <a:pt x="1367283" y="1904619"/>
                  <a:pt x="1352253" y="1940145"/>
                </a:cubicBezTo>
                <a:cubicBezTo>
                  <a:pt x="1319915" y="2015295"/>
                  <a:pt x="1319915" y="2090446"/>
                  <a:pt x="1368194" y="2159675"/>
                </a:cubicBezTo>
                <a:cubicBezTo>
                  <a:pt x="1406907" y="2214786"/>
                  <a:pt x="1461107" y="2239380"/>
                  <a:pt x="1528970" y="2227539"/>
                </a:cubicBezTo>
                <a:cubicBezTo>
                  <a:pt x="1574516" y="2219796"/>
                  <a:pt x="1611863" y="2195201"/>
                  <a:pt x="1645112" y="2163319"/>
                </a:cubicBezTo>
                <a:cubicBezTo>
                  <a:pt x="1651943" y="2156943"/>
                  <a:pt x="1656953" y="2156032"/>
                  <a:pt x="1666063" y="2159220"/>
                </a:cubicBezTo>
                <a:cubicBezTo>
                  <a:pt x="1684281" y="2165141"/>
                  <a:pt x="1702955" y="2170151"/>
                  <a:pt x="1721628" y="2173795"/>
                </a:cubicBezTo>
                <a:cubicBezTo>
                  <a:pt x="1782204" y="2184270"/>
                  <a:pt x="1837770" y="2161497"/>
                  <a:pt x="1866919" y="2113674"/>
                </a:cubicBezTo>
                <a:cubicBezTo>
                  <a:pt x="1882405" y="2089080"/>
                  <a:pt x="1890603" y="2061752"/>
                  <a:pt x="1891969" y="2032603"/>
                </a:cubicBezTo>
                <a:cubicBezTo>
                  <a:pt x="1892880" y="2010286"/>
                  <a:pt x="1891969" y="1987513"/>
                  <a:pt x="1891969" y="1965195"/>
                </a:cubicBezTo>
                <a:cubicBezTo>
                  <a:pt x="1905633" y="1967472"/>
                  <a:pt x="1918386" y="1969750"/>
                  <a:pt x="1931139" y="1971572"/>
                </a:cubicBezTo>
                <a:cubicBezTo>
                  <a:pt x="2033617" y="1986602"/>
                  <a:pt x="2119243" y="1916917"/>
                  <a:pt x="2122431" y="1813528"/>
                </a:cubicBezTo>
                <a:cubicBezTo>
                  <a:pt x="2123342" y="1780735"/>
                  <a:pt x="2118332" y="1747487"/>
                  <a:pt x="2116054" y="1712872"/>
                </a:cubicBezTo>
                <a:cubicBezTo>
                  <a:pt x="2114233" y="1713783"/>
                  <a:pt x="2115143" y="1713327"/>
                  <a:pt x="2116054" y="1712872"/>
                </a:cubicBezTo>
                <a:cubicBezTo>
                  <a:pt x="2118787" y="1711961"/>
                  <a:pt x="2121520" y="1711050"/>
                  <a:pt x="2124253" y="1709684"/>
                </a:cubicBezTo>
                <a:cubicBezTo>
                  <a:pt x="2175264" y="1690555"/>
                  <a:pt x="2218532" y="1660494"/>
                  <a:pt x="2252236" y="1617681"/>
                </a:cubicBezTo>
                <a:cubicBezTo>
                  <a:pt x="2331030" y="1517481"/>
                  <a:pt x="2343783" y="1349417"/>
                  <a:pt x="2280019" y="1238741"/>
                </a:cubicBezTo>
                <a:cubicBezTo>
                  <a:pt x="2245404" y="1178621"/>
                  <a:pt x="2193027" y="1149016"/>
                  <a:pt x="2123797" y="1150382"/>
                </a:cubicBezTo>
                <a:cubicBezTo>
                  <a:pt x="2045003" y="1151749"/>
                  <a:pt x="2000368" y="1206859"/>
                  <a:pt x="2015854" y="1284287"/>
                </a:cubicBezTo>
                <a:cubicBezTo>
                  <a:pt x="2019497" y="1302960"/>
                  <a:pt x="2025874" y="1320723"/>
                  <a:pt x="2029973" y="1335298"/>
                </a:cubicBezTo>
                <a:cubicBezTo>
                  <a:pt x="1996269" y="1326644"/>
                  <a:pt x="1961199" y="1314802"/>
                  <a:pt x="1925673" y="1309337"/>
                </a:cubicBezTo>
                <a:cubicBezTo>
                  <a:pt x="1870563" y="1300683"/>
                  <a:pt x="1819552" y="1312070"/>
                  <a:pt x="1784481" y="1359893"/>
                </a:cubicBezTo>
                <a:cubicBezTo>
                  <a:pt x="1770818" y="1378566"/>
                  <a:pt x="1763075" y="1401795"/>
                  <a:pt x="1753055" y="1423201"/>
                </a:cubicBezTo>
                <a:cubicBezTo>
                  <a:pt x="1749411" y="1430488"/>
                  <a:pt x="1751233" y="1435954"/>
                  <a:pt x="1758520" y="1441875"/>
                </a:cubicBezTo>
                <a:cubicBezTo>
                  <a:pt x="1790858" y="1469658"/>
                  <a:pt x="1807710" y="1506094"/>
                  <a:pt x="1807710" y="1548452"/>
                </a:cubicBezTo>
                <a:cubicBezTo>
                  <a:pt x="1807710" y="1563938"/>
                  <a:pt x="1812720" y="1571680"/>
                  <a:pt x="1823651" y="1580789"/>
                </a:cubicBezTo>
                <a:cubicBezTo>
                  <a:pt x="1882405" y="1629979"/>
                  <a:pt x="1908821" y="1691921"/>
                  <a:pt x="1888781" y="1767527"/>
                </a:cubicBezTo>
                <a:cubicBezTo>
                  <a:pt x="1869196" y="1841311"/>
                  <a:pt x="1815453" y="1880936"/>
                  <a:pt x="1743035" y="1895966"/>
                </a:cubicBezTo>
                <a:cubicBezTo>
                  <a:pt x="1723450" y="1900065"/>
                  <a:pt x="1716163" y="1906441"/>
                  <a:pt x="1710697" y="1926026"/>
                </a:cubicBezTo>
                <a:cubicBezTo>
                  <a:pt x="1692935" y="1989334"/>
                  <a:pt x="1649211" y="2030326"/>
                  <a:pt x="1588179" y="2056287"/>
                </a:cubicBezTo>
                <a:cubicBezTo>
                  <a:pt x="1581348" y="2038524"/>
                  <a:pt x="1574971" y="2022127"/>
                  <a:pt x="1568595" y="2005275"/>
                </a:cubicBezTo>
                <a:cubicBezTo>
                  <a:pt x="1625982" y="1977948"/>
                  <a:pt x="1664241" y="1936501"/>
                  <a:pt x="1662874" y="1871371"/>
                </a:cubicBezTo>
                <a:cubicBezTo>
                  <a:pt x="1661508" y="1807607"/>
                  <a:pt x="1618695" y="1775270"/>
                  <a:pt x="1561307" y="1757051"/>
                </a:cubicBezTo>
                <a:close/>
                <a:moveTo>
                  <a:pt x="776555" y="1591265"/>
                </a:moveTo>
                <a:cubicBezTo>
                  <a:pt x="752871" y="1613127"/>
                  <a:pt x="728732" y="1631345"/>
                  <a:pt x="709602" y="1654118"/>
                </a:cubicBezTo>
                <a:cubicBezTo>
                  <a:pt x="685008" y="1683267"/>
                  <a:pt x="675899" y="1718793"/>
                  <a:pt x="685919" y="1756596"/>
                </a:cubicBezTo>
                <a:cubicBezTo>
                  <a:pt x="698671" y="1805330"/>
                  <a:pt x="750138" y="1842222"/>
                  <a:pt x="805248" y="1843133"/>
                </a:cubicBezTo>
                <a:cubicBezTo>
                  <a:pt x="838041" y="1757507"/>
                  <a:pt x="887686" y="1710139"/>
                  <a:pt x="949173" y="1705585"/>
                </a:cubicBezTo>
                <a:cubicBezTo>
                  <a:pt x="952817" y="1722437"/>
                  <a:pt x="956460" y="1739744"/>
                  <a:pt x="960104" y="1756140"/>
                </a:cubicBezTo>
                <a:cubicBezTo>
                  <a:pt x="891330" y="1784834"/>
                  <a:pt x="862181" y="1813528"/>
                  <a:pt x="858992" y="1861806"/>
                </a:cubicBezTo>
                <a:cubicBezTo>
                  <a:pt x="854438" y="1931947"/>
                  <a:pt x="893607" y="1975671"/>
                  <a:pt x="953272" y="2004820"/>
                </a:cubicBezTo>
                <a:cubicBezTo>
                  <a:pt x="946440" y="2021672"/>
                  <a:pt x="940064" y="2038068"/>
                  <a:pt x="933232" y="2055376"/>
                </a:cubicBezTo>
                <a:cubicBezTo>
                  <a:pt x="862636" y="2024860"/>
                  <a:pt x="818001" y="1974304"/>
                  <a:pt x="804338" y="1901431"/>
                </a:cubicBezTo>
                <a:cubicBezTo>
                  <a:pt x="783386" y="1895966"/>
                  <a:pt x="764713" y="1892322"/>
                  <a:pt x="746494" y="1885946"/>
                </a:cubicBezTo>
                <a:cubicBezTo>
                  <a:pt x="669522" y="1859074"/>
                  <a:pt x="623521" y="1792577"/>
                  <a:pt x="627165" y="1711050"/>
                </a:cubicBezTo>
                <a:cubicBezTo>
                  <a:pt x="629897" y="1653207"/>
                  <a:pt x="659047" y="1609028"/>
                  <a:pt x="703681" y="1573502"/>
                </a:cubicBezTo>
                <a:cubicBezTo>
                  <a:pt x="708236" y="1569858"/>
                  <a:pt x="712791" y="1563027"/>
                  <a:pt x="712791" y="1557561"/>
                </a:cubicBezTo>
                <a:cubicBezTo>
                  <a:pt x="711880" y="1509738"/>
                  <a:pt x="728276" y="1470113"/>
                  <a:pt x="764257" y="1438231"/>
                </a:cubicBezTo>
                <a:cubicBezTo>
                  <a:pt x="766990" y="1435499"/>
                  <a:pt x="769723" y="1429578"/>
                  <a:pt x="768812" y="1426389"/>
                </a:cubicBezTo>
                <a:cubicBezTo>
                  <a:pt x="759703" y="1391775"/>
                  <a:pt x="745128" y="1360348"/>
                  <a:pt x="716890" y="1337120"/>
                </a:cubicBezTo>
                <a:cubicBezTo>
                  <a:pt x="675899" y="1302960"/>
                  <a:pt x="627620" y="1300228"/>
                  <a:pt x="578431" y="1310248"/>
                </a:cubicBezTo>
                <a:cubicBezTo>
                  <a:pt x="548371" y="1316624"/>
                  <a:pt x="519221" y="1327100"/>
                  <a:pt x="490527" y="1335298"/>
                </a:cubicBezTo>
                <a:cubicBezTo>
                  <a:pt x="494627" y="1321179"/>
                  <a:pt x="500092" y="1305693"/>
                  <a:pt x="503736" y="1290208"/>
                </a:cubicBezTo>
                <a:cubicBezTo>
                  <a:pt x="524231" y="1201394"/>
                  <a:pt x="464111" y="1135352"/>
                  <a:pt x="373930" y="1148561"/>
                </a:cubicBezTo>
                <a:cubicBezTo>
                  <a:pt x="302424" y="1159036"/>
                  <a:pt x="256422" y="1203215"/>
                  <a:pt x="227729" y="1266524"/>
                </a:cubicBezTo>
                <a:cubicBezTo>
                  <a:pt x="195847" y="1336664"/>
                  <a:pt x="195391" y="1409993"/>
                  <a:pt x="209966" y="1483777"/>
                </a:cubicBezTo>
                <a:cubicBezTo>
                  <a:pt x="229550" y="1584433"/>
                  <a:pt x="283750" y="1659584"/>
                  <a:pt x="379851" y="1701030"/>
                </a:cubicBezTo>
                <a:cubicBezTo>
                  <a:pt x="389416" y="1705129"/>
                  <a:pt x="398981" y="1708317"/>
                  <a:pt x="408090" y="1711961"/>
                </a:cubicBezTo>
                <a:cubicBezTo>
                  <a:pt x="404901" y="1730179"/>
                  <a:pt x="400802" y="1747031"/>
                  <a:pt x="398981" y="1763883"/>
                </a:cubicBezTo>
                <a:cubicBezTo>
                  <a:pt x="397614" y="1781646"/>
                  <a:pt x="397159" y="1799409"/>
                  <a:pt x="398525" y="1817172"/>
                </a:cubicBezTo>
                <a:cubicBezTo>
                  <a:pt x="404901" y="1908718"/>
                  <a:pt x="473220" y="1972027"/>
                  <a:pt x="564312" y="1971116"/>
                </a:cubicBezTo>
                <a:cubicBezTo>
                  <a:pt x="585718" y="1971116"/>
                  <a:pt x="607125" y="1966562"/>
                  <a:pt x="629442" y="1963829"/>
                </a:cubicBezTo>
                <a:cubicBezTo>
                  <a:pt x="628986" y="1968839"/>
                  <a:pt x="628531" y="1973849"/>
                  <a:pt x="628531" y="1979314"/>
                </a:cubicBezTo>
                <a:cubicBezTo>
                  <a:pt x="629897" y="2005275"/>
                  <a:pt x="628076" y="2031692"/>
                  <a:pt x="633086" y="2057198"/>
                </a:cubicBezTo>
                <a:cubicBezTo>
                  <a:pt x="644472" y="2120506"/>
                  <a:pt x="685463" y="2161953"/>
                  <a:pt x="745128" y="2171517"/>
                </a:cubicBezTo>
                <a:cubicBezTo>
                  <a:pt x="782476" y="2177438"/>
                  <a:pt x="818912" y="2171062"/>
                  <a:pt x="853982" y="2157398"/>
                </a:cubicBezTo>
                <a:cubicBezTo>
                  <a:pt x="864002" y="2153755"/>
                  <a:pt x="869468" y="2156032"/>
                  <a:pt x="877211" y="2162408"/>
                </a:cubicBezTo>
                <a:cubicBezTo>
                  <a:pt x="896340" y="2177894"/>
                  <a:pt x="915925" y="2192924"/>
                  <a:pt x="936876" y="2205677"/>
                </a:cubicBezTo>
                <a:cubicBezTo>
                  <a:pt x="966936" y="2222984"/>
                  <a:pt x="999729" y="2231638"/>
                  <a:pt x="1034799" y="2227539"/>
                </a:cubicBezTo>
                <a:cubicBezTo>
                  <a:pt x="1103117" y="2219796"/>
                  <a:pt x="1148663" y="2180627"/>
                  <a:pt x="1174169" y="2118684"/>
                </a:cubicBezTo>
                <a:cubicBezTo>
                  <a:pt x="1204684" y="2043534"/>
                  <a:pt x="1191476" y="1971572"/>
                  <a:pt x="1151851" y="1903253"/>
                </a:cubicBezTo>
                <a:cubicBezTo>
                  <a:pt x="1138643" y="1880936"/>
                  <a:pt x="1122247" y="1860440"/>
                  <a:pt x="1106761" y="1838123"/>
                </a:cubicBezTo>
                <a:cubicBezTo>
                  <a:pt x="1109494" y="1834935"/>
                  <a:pt x="1113137" y="1830835"/>
                  <a:pt x="1116326" y="1826736"/>
                </a:cubicBezTo>
                <a:cubicBezTo>
                  <a:pt x="1155495" y="1780280"/>
                  <a:pt x="1180090" y="1727447"/>
                  <a:pt x="1181912" y="1665504"/>
                </a:cubicBezTo>
                <a:cubicBezTo>
                  <a:pt x="1183733" y="1604473"/>
                  <a:pt x="1165971" y="1550729"/>
                  <a:pt x="1120880" y="1507916"/>
                </a:cubicBezTo>
                <a:cubicBezTo>
                  <a:pt x="1076701" y="1465559"/>
                  <a:pt x="1017491" y="1459638"/>
                  <a:pt x="966025" y="1491520"/>
                </a:cubicBezTo>
                <a:cubicBezTo>
                  <a:pt x="958737" y="1496074"/>
                  <a:pt x="951450" y="1501084"/>
                  <a:pt x="947807" y="1503817"/>
                </a:cubicBezTo>
                <a:cubicBezTo>
                  <a:pt x="923212" y="1490609"/>
                  <a:pt x="901805" y="1475123"/>
                  <a:pt x="878122" y="1466925"/>
                </a:cubicBezTo>
                <a:cubicBezTo>
                  <a:pt x="818457" y="1445974"/>
                  <a:pt x="772911" y="1479678"/>
                  <a:pt x="772456" y="1542531"/>
                </a:cubicBezTo>
                <a:cubicBezTo>
                  <a:pt x="772911" y="1561205"/>
                  <a:pt x="775188" y="1578057"/>
                  <a:pt x="776555" y="1591265"/>
                </a:cubicBezTo>
                <a:close/>
                <a:moveTo>
                  <a:pt x="1617784" y="559199"/>
                </a:moveTo>
                <a:cubicBezTo>
                  <a:pt x="1614596" y="608388"/>
                  <a:pt x="1655132" y="661221"/>
                  <a:pt x="1705687" y="673974"/>
                </a:cubicBezTo>
                <a:cubicBezTo>
                  <a:pt x="1747589" y="684450"/>
                  <a:pt x="1788125" y="677618"/>
                  <a:pt x="1827294" y="661677"/>
                </a:cubicBezTo>
                <a:cubicBezTo>
                  <a:pt x="1888326" y="636627"/>
                  <a:pt x="1937971" y="597913"/>
                  <a:pt x="1961199" y="534149"/>
                </a:cubicBezTo>
                <a:cubicBezTo>
                  <a:pt x="1980328" y="481316"/>
                  <a:pt x="1969397" y="432582"/>
                  <a:pt x="1931594" y="391591"/>
                </a:cubicBezTo>
                <a:cubicBezTo>
                  <a:pt x="1895158" y="351966"/>
                  <a:pt x="1848701" y="342401"/>
                  <a:pt x="1797690" y="358798"/>
                </a:cubicBezTo>
                <a:cubicBezTo>
                  <a:pt x="1788581" y="361986"/>
                  <a:pt x="1785392" y="357887"/>
                  <a:pt x="1781293" y="351966"/>
                </a:cubicBezTo>
                <a:cubicBezTo>
                  <a:pt x="1753966" y="312341"/>
                  <a:pt x="1724361" y="274994"/>
                  <a:pt x="1686103" y="245389"/>
                </a:cubicBezTo>
                <a:cubicBezTo>
                  <a:pt x="1654676" y="221250"/>
                  <a:pt x="1620517" y="202576"/>
                  <a:pt x="1579981" y="201210"/>
                </a:cubicBezTo>
                <a:cubicBezTo>
                  <a:pt x="1516217" y="198932"/>
                  <a:pt x="1467483" y="228537"/>
                  <a:pt x="1431958" y="279093"/>
                </a:cubicBezTo>
                <a:cubicBezTo>
                  <a:pt x="1368649" y="368818"/>
                  <a:pt x="1365461" y="466286"/>
                  <a:pt x="1404630" y="566031"/>
                </a:cubicBezTo>
                <a:cubicBezTo>
                  <a:pt x="1416472" y="595636"/>
                  <a:pt x="1433779" y="622508"/>
                  <a:pt x="1449265" y="651657"/>
                </a:cubicBezTo>
                <a:cubicBezTo>
                  <a:pt x="1397798" y="709044"/>
                  <a:pt x="1367283" y="777363"/>
                  <a:pt x="1373659" y="859345"/>
                </a:cubicBezTo>
                <a:cubicBezTo>
                  <a:pt x="1380035" y="940417"/>
                  <a:pt x="1421482" y="1003270"/>
                  <a:pt x="1480236" y="1056103"/>
                </a:cubicBezTo>
                <a:cubicBezTo>
                  <a:pt x="1355896" y="1164046"/>
                  <a:pt x="1340866" y="1329832"/>
                  <a:pt x="1411462" y="1434588"/>
                </a:cubicBezTo>
                <a:cubicBezTo>
                  <a:pt x="1412828" y="1434588"/>
                  <a:pt x="1414195" y="1434588"/>
                  <a:pt x="1415561" y="1434132"/>
                </a:cubicBezTo>
                <a:cubicBezTo>
                  <a:pt x="1466572" y="1415458"/>
                  <a:pt x="1517584" y="1413181"/>
                  <a:pt x="1568139" y="1434588"/>
                </a:cubicBezTo>
                <a:cubicBezTo>
                  <a:pt x="1570872" y="1435954"/>
                  <a:pt x="1575882" y="1435043"/>
                  <a:pt x="1578615" y="1433221"/>
                </a:cubicBezTo>
                <a:cubicBezTo>
                  <a:pt x="1615507" y="1409537"/>
                  <a:pt x="1655587" y="1402250"/>
                  <a:pt x="1698400" y="1409537"/>
                </a:cubicBezTo>
                <a:cubicBezTo>
                  <a:pt x="1740758" y="1281099"/>
                  <a:pt x="1830483" y="1234186"/>
                  <a:pt x="1957555" y="1255593"/>
                </a:cubicBezTo>
                <a:cubicBezTo>
                  <a:pt x="1964842" y="1226444"/>
                  <a:pt x="1971674" y="1198205"/>
                  <a:pt x="1978506" y="1171333"/>
                </a:cubicBezTo>
                <a:cubicBezTo>
                  <a:pt x="1957555" y="1164957"/>
                  <a:pt x="1933871" y="1160402"/>
                  <a:pt x="1912009" y="1150382"/>
                </a:cubicBezTo>
                <a:cubicBezTo>
                  <a:pt x="1890148" y="1140362"/>
                  <a:pt x="1870107" y="1125788"/>
                  <a:pt x="1848701" y="1113035"/>
                </a:cubicBezTo>
                <a:cubicBezTo>
                  <a:pt x="1794046" y="1172700"/>
                  <a:pt x="1717529" y="1189552"/>
                  <a:pt x="1637824" y="1144006"/>
                </a:cubicBezTo>
                <a:cubicBezTo>
                  <a:pt x="1616873" y="1184542"/>
                  <a:pt x="1587268" y="1215968"/>
                  <a:pt x="1543089" y="1234642"/>
                </a:cubicBezTo>
                <a:cubicBezTo>
                  <a:pt x="1536257" y="1217790"/>
                  <a:pt x="1529425" y="1201394"/>
                  <a:pt x="1522593" y="1184542"/>
                </a:cubicBezTo>
                <a:cubicBezTo>
                  <a:pt x="1569506" y="1160858"/>
                  <a:pt x="1595011" y="1122599"/>
                  <a:pt x="1600021" y="1072044"/>
                </a:cubicBezTo>
                <a:cubicBezTo>
                  <a:pt x="1605487" y="1020122"/>
                  <a:pt x="1584536" y="979130"/>
                  <a:pt x="1542634" y="948159"/>
                </a:cubicBezTo>
                <a:cubicBezTo>
                  <a:pt x="1553109" y="932674"/>
                  <a:pt x="1563129" y="918099"/>
                  <a:pt x="1573605" y="903069"/>
                </a:cubicBezTo>
                <a:cubicBezTo>
                  <a:pt x="1578159" y="906257"/>
                  <a:pt x="1582258" y="908535"/>
                  <a:pt x="1585447" y="911267"/>
                </a:cubicBezTo>
                <a:cubicBezTo>
                  <a:pt x="1635091" y="953169"/>
                  <a:pt x="1657864" y="1006913"/>
                  <a:pt x="1655587" y="1071588"/>
                </a:cubicBezTo>
                <a:cubicBezTo>
                  <a:pt x="1655132" y="1077965"/>
                  <a:pt x="1656953" y="1087074"/>
                  <a:pt x="1661508" y="1090717"/>
                </a:cubicBezTo>
                <a:cubicBezTo>
                  <a:pt x="1708420" y="1128065"/>
                  <a:pt x="1771729" y="1120778"/>
                  <a:pt x="1809076" y="1074321"/>
                </a:cubicBezTo>
                <a:cubicBezTo>
                  <a:pt x="1814086" y="1067945"/>
                  <a:pt x="1815453" y="1062479"/>
                  <a:pt x="1811809" y="1054281"/>
                </a:cubicBezTo>
                <a:cubicBezTo>
                  <a:pt x="1798601" y="1025132"/>
                  <a:pt x="1795412" y="994616"/>
                  <a:pt x="1800878" y="963189"/>
                </a:cubicBezTo>
                <a:cubicBezTo>
                  <a:pt x="1801789" y="958635"/>
                  <a:pt x="1798145" y="950892"/>
                  <a:pt x="1794502" y="948159"/>
                </a:cubicBezTo>
                <a:cubicBezTo>
                  <a:pt x="1741213" y="908079"/>
                  <a:pt x="1724361" y="853880"/>
                  <a:pt x="1733470" y="790116"/>
                </a:cubicBezTo>
                <a:cubicBezTo>
                  <a:pt x="1736203" y="770987"/>
                  <a:pt x="1743035" y="752313"/>
                  <a:pt x="1748045" y="733184"/>
                </a:cubicBezTo>
                <a:cubicBezTo>
                  <a:pt x="1712064" y="731362"/>
                  <a:pt x="1676994" y="724074"/>
                  <a:pt x="1645567" y="704945"/>
                </a:cubicBezTo>
                <a:cubicBezTo>
                  <a:pt x="1596378" y="674885"/>
                  <a:pt x="1569506" y="630250"/>
                  <a:pt x="1563129" y="573318"/>
                </a:cubicBezTo>
                <a:cubicBezTo>
                  <a:pt x="1561307" y="558744"/>
                  <a:pt x="1558575" y="549634"/>
                  <a:pt x="1543089" y="542803"/>
                </a:cubicBezTo>
                <a:cubicBezTo>
                  <a:pt x="1496177" y="522307"/>
                  <a:pt x="1467483" y="484959"/>
                  <a:pt x="1453820" y="433948"/>
                </a:cubicBezTo>
                <a:cubicBezTo>
                  <a:pt x="1472038" y="429849"/>
                  <a:pt x="1488890" y="425750"/>
                  <a:pt x="1506197" y="421651"/>
                </a:cubicBezTo>
                <a:cubicBezTo>
                  <a:pt x="1519405" y="469018"/>
                  <a:pt x="1549010" y="497257"/>
                  <a:pt x="1597289" y="501356"/>
                </a:cubicBezTo>
                <a:cubicBezTo>
                  <a:pt x="1643290" y="505455"/>
                  <a:pt x="1680182" y="485415"/>
                  <a:pt x="1711608" y="453077"/>
                </a:cubicBezTo>
                <a:cubicBezTo>
                  <a:pt x="1725727" y="465375"/>
                  <a:pt x="1738936" y="477217"/>
                  <a:pt x="1752599" y="489514"/>
                </a:cubicBezTo>
                <a:cubicBezTo>
                  <a:pt x="1715707" y="530505"/>
                  <a:pt x="1671528" y="554189"/>
                  <a:pt x="1617784" y="559199"/>
                </a:cubicBezTo>
                <a:close/>
                <a:moveTo>
                  <a:pt x="1068047" y="433948"/>
                </a:moveTo>
                <a:cubicBezTo>
                  <a:pt x="1053928" y="486781"/>
                  <a:pt x="1023412" y="523673"/>
                  <a:pt x="975134" y="544624"/>
                </a:cubicBezTo>
                <a:cubicBezTo>
                  <a:pt x="963748" y="549634"/>
                  <a:pt x="960104" y="555555"/>
                  <a:pt x="959193" y="566942"/>
                </a:cubicBezTo>
                <a:cubicBezTo>
                  <a:pt x="952817" y="648013"/>
                  <a:pt x="898617" y="709500"/>
                  <a:pt x="818457" y="726807"/>
                </a:cubicBezTo>
                <a:cubicBezTo>
                  <a:pt x="803427" y="729995"/>
                  <a:pt x="787941" y="731817"/>
                  <a:pt x="772000" y="734095"/>
                </a:cubicBezTo>
                <a:cubicBezTo>
                  <a:pt x="773366" y="738194"/>
                  <a:pt x="774733" y="741382"/>
                  <a:pt x="775644" y="744570"/>
                </a:cubicBezTo>
                <a:cubicBezTo>
                  <a:pt x="806615" y="821998"/>
                  <a:pt x="787486" y="908535"/>
                  <a:pt x="723722" y="949981"/>
                </a:cubicBezTo>
                <a:cubicBezTo>
                  <a:pt x="720989" y="951803"/>
                  <a:pt x="719167" y="958635"/>
                  <a:pt x="719622" y="962279"/>
                </a:cubicBezTo>
                <a:cubicBezTo>
                  <a:pt x="725999" y="994616"/>
                  <a:pt x="721900" y="1026043"/>
                  <a:pt x="709147" y="1056103"/>
                </a:cubicBezTo>
                <a:cubicBezTo>
                  <a:pt x="707325" y="1060202"/>
                  <a:pt x="708236" y="1067945"/>
                  <a:pt x="710969" y="1071588"/>
                </a:cubicBezTo>
                <a:cubicBezTo>
                  <a:pt x="746039" y="1119867"/>
                  <a:pt x="813447" y="1128520"/>
                  <a:pt x="859903" y="1090262"/>
                </a:cubicBezTo>
                <a:cubicBezTo>
                  <a:pt x="863091" y="1087529"/>
                  <a:pt x="865369" y="1081608"/>
                  <a:pt x="865824" y="1077054"/>
                </a:cubicBezTo>
                <a:cubicBezTo>
                  <a:pt x="867646" y="1056103"/>
                  <a:pt x="866280" y="1034241"/>
                  <a:pt x="870834" y="1014201"/>
                </a:cubicBezTo>
                <a:cubicBezTo>
                  <a:pt x="881310" y="968199"/>
                  <a:pt x="906360" y="930852"/>
                  <a:pt x="947351" y="902614"/>
                </a:cubicBezTo>
                <a:cubicBezTo>
                  <a:pt x="957827" y="918099"/>
                  <a:pt x="967847" y="932674"/>
                  <a:pt x="978322" y="947704"/>
                </a:cubicBezTo>
                <a:cubicBezTo>
                  <a:pt x="936420" y="978675"/>
                  <a:pt x="915925" y="1019666"/>
                  <a:pt x="920935" y="1070677"/>
                </a:cubicBezTo>
                <a:cubicBezTo>
                  <a:pt x="925945" y="1121689"/>
                  <a:pt x="951906" y="1159947"/>
                  <a:pt x="998362" y="1184086"/>
                </a:cubicBezTo>
                <a:cubicBezTo>
                  <a:pt x="991530" y="1200938"/>
                  <a:pt x="984699" y="1217335"/>
                  <a:pt x="977867" y="1234186"/>
                </a:cubicBezTo>
                <a:cubicBezTo>
                  <a:pt x="933687" y="1215513"/>
                  <a:pt x="904083" y="1183631"/>
                  <a:pt x="883132" y="1143550"/>
                </a:cubicBezTo>
                <a:cubicBezTo>
                  <a:pt x="804338" y="1188641"/>
                  <a:pt x="728276" y="1173611"/>
                  <a:pt x="669978" y="1110758"/>
                </a:cubicBezTo>
                <a:cubicBezTo>
                  <a:pt x="633541" y="1145372"/>
                  <a:pt x="589362" y="1163591"/>
                  <a:pt x="542450" y="1169512"/>
                </a:cubicBezTo>
                <a:cubicBezTo>
                  <a:pt x="549737" y="1198661"/>
                  <a:pt x="557024" y="1226899"/>
                  <a:pt x="564312" y="1256504"/>
                </a:cubicBezTo>
                <a:cubicBezTo>
                  <a:pt x="618511" y="1245118"/>
                  <a:pt x="673621" y="1247850"/>
                  <a:pt x="725088" y="1277000"/>
                </a:cubicBezTo>
                <a:cubicBezTo>
                  <a:pt x="777010" y="1306604"/>
                  <a:pt x="806159" y="1353061"/>
                  <a:pt x="822556" y="1408627"/>
                </a:cubicBezTo>
                <a:cubicBezTo>
                  <a:pt x="869923" y="1403617"/>
                  <a:pt x="900439" y="1406805"/>
                  <a:pt x="943707" y="1432766"/>
                </a:cubicBezTo>
                <a:cubicBezTo>
                  <a:pt x="947351" y="1435043"/>
                  <a:pt x="953727" y="1433221"/>
                  <a:pt x="958282" y="1432310"/>
                </a:cubicBezTo>
                <a:cubicBezTo>
                  <a:pt x="980599" y="1428211"/>
                  <a:pt x="1002461" y="1419558"/>
                  <a:pt x="1024323" y="1420013"/>
                </a:cubicBezTo>
                <a:cubicBezTo>
                  <a:pt x="1053473" y="1420013"/>
                  <a:pt x="1082166" y="1426845"/>
                  <a:pt x="1113137" y="1430944"/>
                </a:cubicBezTo>
                <a:cubicBezTo>
                  <a:pt x="1142287" y="1384487"/>
                  <a:pt x="1155495" y="1330743"/>
                  <a:pt x="1151851" y="1273356"/>
                </a:cubicBezTo>
                <a:cubicBezTo>
                  <a:pt x="1146386" y="1184997"/>
                  <a:pt x="1106761" y="1113490"/>
                  <a:pt x="1042086" y="1055647"/>
                </a:cubicBezTo>
                <a:cubicBezTo>
                  <a:pt x="1165060" y="950437"/>
                  <a:pt x="1192387" y="782373"/>
                  <a:pt x="1072602" y="649379"/>
                </a:cubicBezTo>
                <a:cubicBezTo>
                  <a:pt x="1086721" y="622052"/>
                  <a:pt x="1103117" y="596546"/>
                  <a:pt x="1114048" y="569219"/>
                </a:cubicBezTo>
                <a:cubicBezTo>
                  <a:pt x="1152307" y="471751"/>
                  <a:pt x="1151396" y="375650"/>
                  <a:pt x="1095830" y="284103"/>
                </a:cubicBezTo>
                <a:cubicBezTo>
                  <a:pt x="1072602" y="245844"/>
                  <a:pt x="1039809" y="218062"/>
                  <a:pt x="995630" y="206220"/>
                </a:cubicBezTo>
                <a:cubicBezTo>
                  <a:pt x="946440" y="193011"/>
                  <a:pt x="901805" y="205764"/>
                  <a:pt x="860359" y="231725"/>
                </a:cubicBezTo>
                <a:cubicBezTo>
                  <a:pt x="811169" y="261785"/>
                  <a:pt x="773822" y="304598"/>
                  <a:pt x="741029" y="351510"/>
                </a:cubicBezTo>
                <a:cubicBezTo>
                  <a:pt x="735563" y="359253"/>
                  <a:pt x="731009" y="361075"/>
                  <a:pt x="721900" y="357887"/>
                </a:cubicBezTo>
                <a:cubicBezTo>
                  <a:pt x="691384" y="347411"/>
                  <a:pt x="660868" y="348322"/>
                  <a:pt x="631264" y="361986"/>
                </a:cubicBezTo>
                <a:cubicBezTo>
                  <a:pt x="553381" y="397512"/>
                  <a:pt x="527875" y="496346"/>
                  <a:pt x="579342" y="570585"/>
                </a:cubicBezTo>
                <a:cubicBezTo>
                  <a:pt x="625343" y="637538"/>
                  <a:pt x="691384" y="673519"/>
                  <a:pt x="772000" y="678984"/>
                </a:cubicBezTo>
                <a:cubicBezTo>
                  <a:pt x="845784" y="683994"/>
                  <a:pt x="901805" y="632072"/>
                  <a:pt x="904538" y="560565"/>
                </a:cubicBezTo>
                <a:cubicBezTo>
                  <a:pt x="835309" y="545535"/>
                  <a:pt x="793406" y="523673"/>
                  <a:pt x="769723" y="489059"/>
                </a:cubicBezTo>
                <a:cubicBezTo>
                  <a:pt x="782931" y="477672"/>
                  <a:pt x="796139" y="465830"/>
                  <a:pt x="809347" y="454444"/>
                </a:cubicBezTo>
                <a:cubicBezTo>
                  <a:pt x="878122" y="527772"/>
                  <a:pt x="990619" y="517752"/>
                  <a:pt x="1016581" y="422562"/>
                </a:cubicBezTo>
                <a:cubicBezTo>
                  <a:pt x="1032977" y="425750"/>
                  <a:pt x="1049829" y="429849"/>
                  <a:pt x="1068047" y="433948"/>
                </a:cubicBezTo>
                <a:close/>
                <a:moveTo>
                  <a:pt x="637185" y="921743"/>
                </a:moveTo>
                <a:cubicBezTo>
                  <a:pt x="650848" y="918555"/>
                  <a:pt x="664057" y="917188"/>
                  <a:pt x="676354" y="912178"/>
                </a:cubicBezTo>
                <a:cubicBezTo>
                  <a:pt x="720078" y="894871"/>
                  <a:pt x="746039" y="841582"/>
                  <a:pt x="736019" y="791938"/>
                </a:cubicBezTo>
                <a:cubicBezTo>
                  <a:pt x="728276" y="754590"/>
                  <a:pt x="710058" y="727263"/>
                  <a:pt x="671799" y="712688"/>
                </a:cubicBezTo>
                <a:cubicBezTo>
                  <a:pt x="599382" y="685361"/>
                  <a:pt x="546093" y="636627"/>
                  <a:pt x="514667" y="565120"/>
                </a:cubicBezTo>
                <a:cubicBezTo>
                  <a:pt x="511934" y="558744"/>
                  <a:pt x="509201" y="552823"/>
                  <a:pt x="506468" y="546902"/>
                </a:cubicBezTo>
                <a:cubicBezTo>
                  <a:pt x="437694" y="554644"/>
                  <a:pt x="392149" y="594725"/>
                  <a:pt x="383040" y="655756"/>
                </a:cubicBezTo>
                <a:cubicBezTo>
                  <a:pt x="374386" y="712688"/>
                  <a:pt x="388960" y="764155"/>
                  <a:pt x="423120" y="810156"/>
                </a:cubicBezTo>
                <a:cubicBezTo>
                  <a:pt x="425853" y="813800"/>
                  <a:pt x="428585" y="817899"/>
                  <a:pt x="431773" y="821998"/>
                </a:cubicBezTo>
                <a:cubicBezTo>
                  <a:pt x="334761" y="829741"/>
                  <a:pt x="270997" y="879385"/>
                  <a:pt x="242759" y="970932"/>
                </a:cubicBezTo>
                <a:cubicBezTo>
                  <a:pt x="224996" y="1027864"/>
                  <a:pt x="238204" y="1080242"/>
                  <a:pt x="275552" y="1126699"/>
                </a:cubicBezTo>
                <a:cubicBezTo>
                  <a:pt x="354346" y="1091173"/>
                  <a:pt x="382129" y="1087985"/>
                  <a:pt x="465933" y="1108025"/>
                </a:cubicBezTo>
                <a:cubicBezTo>
                  <a:pt x="531974" y="1123966"/>
                  <a:pt x="590273" y="1109391"/>
                  <a:pt x="640373" y="1064301"/>
                </a:cubicBezTo>
                <a:cubicBezTo>
                  <a:pt x="673621" y="1034696"/>
                  <a:pt x="679998" y="995071"/>
                  <a:pt x="659502" y="955447"/>
                </a:cubicBezTo>
                <a:cubicBezTo>
                  <a:pt x="652215" y="943605"/>
                  <a:pt x="644017" y="932674"/>
                  <a:pt x="637185" y="921743"/>
                </a:cubicBezTo>
                <a:close/>
                <a:moveTo>
                  <a:pt x="2016309" y="546902"/>
                </a:moveTo>
                <a:cubicBezTo>
                  <a:pt x="2015398" y="548723"/>
                  <a:pt x="2014032" y="551001"/>
                  <a:pt x="2013121" y="552823"/>
                </a:cubicBezTo>
                <a:cubicBezTo>
                  <a:pt x="1981239" y="633438"/>
                  <a:pt x="1922485" y="686272"/>
                  <a:pt x="1842325" y="715876"/>
                </a:cubicBezTo>
                <a:cubicBezTo>
                  <a:pt x="1823195" y="722708"/>
                  <a:pt x="1810898" y="735461"/>
                  <a:pt x="1800878" y="751402"/>
                </a:cubicBezTo>
                <a:cubicBezTo>
                  <a:pt x="1785848" y="775541"/>
                  <a:pt x="1781749" y="802413"/>
                  <a:pt x="1785848" y="829741"/>
                </a:cubicBezTo>
                <a:cubicBezTo>
                  <a:pt x="1791769" y="869365"/>
                  <a:pt x="1811809" y="899881"/>
                  <a:pt x="1851434" y="913545"/>
                </a:cubicBezTo>
                <a:cubicBezTo>
                  <a:pt x="1862365" y="917188"/>
                  <a:pt x="1873751" y="918099"/>
                  <a:pt x="1886504" y="920376"/>
                </a:cubicBezTo>
                <a:cubicBezTo>
                  <a:pt x="1884227" y="923565"/>
                  <a:pt x="1881949" y="926297"/>
                  <a:pt x="1880127" y="929030"/>
                </a:cubicBezTo>
                <a:cubicBezTo>
                  <a:pt x="1866464" y="947248"/>
                  <a:pt x="1855077" y="967289"/>
                  <a:pt x="1853711" y="990517"/>
                </a:cubicBezTo>
                <a:cubicBezTo>
                  <a:pt x="1850978" y="1035152"/>
                  <a:pt x="1875117" y="1064301"/>
                  <a:pt x="1910643" y="1085252"/>
                </a:cubicBezTo>
                <a:cubicBezTo>
                  <a:pt x="1961199" y="1114857"/>
                  <a:pt x="2014943" y="1120778"/>
                  <a:pt x="2071419" y="1104381"/>
                </a:cubicBezTo>
                <a:cubicBezTo>
                  <a:pt x="2128807" y="1087529"/>
                  <a:pt x="2184373" y="1092084"/>
                  <a:pt x="2237206" y="1121689"/>
                </a:cubicBezTo>
                <a:cubicBezTo>
                  <a:pt x="2240394" y="1123510"/>
                  <a:pt x="2244038" y="1124877"/>
                  <a:pt x="2248137" y="1126243"/>
                </a:cubicBezTo>
                <a:cubicBezTo>
                  <a:pt x="2288217" y="1074776"/>
                  <a:pt x="2298693" y="1018755"/>
                  <a:pt x="2276831" y="958635"/>
                </a:cubicBezTo>
                <a:cubicBezTo>
                  <a:pt x="2245404" y="873920"/>
                  <a:pt x="2183007" y="827919"/>
                  <a:pt x="2092371" y="821998"/>
                </a:cubicBezTo>
                <a:cubicBezTo>
                  <a:pt x="2092371" y="821087"/>
                  <a:pt x="2092371" y="820176"/>
                  <a:pt x="2092371" y="820176"/>
                </a:cubicBezTo>
                <a:cubicBezTo>
                  <a:pt x="2093737" y="818354"/>
                  <a:pt x="2095103" y="816077"/>
                  <a:pt x="2096925" y="814255"/>
                </a:cubicBezTo>
                <a:cubicBezTo>
                  <a:pt x="2125619" y="778274"/>
                  <a:pt x="2140649" y="737738"/>
                  <a:pt x="2142471" y="691737"/>
                </a:cubicBezTo>
                <a:cubicBezTo>
                  <a:pt x="2145204" y="611121"/>
                  <a:pt x="2096470" y="554644"/>
                  <a:pt x="2016309" y="546902"/>
                </a:cubicBezTo>
                <a:close/>
              </a:path>
            </a:pathLst>
          </a:custGeom>
          <a:solidFill>
            <a:schemeClr val="accent6"/>
          </a:solidFill>
          <a:ln w="45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133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3">
            <a:extLst>
              <a:ext uri="{FF2B5EF4-FFF2-40B4-BE49-F238E27FC236}">
                <a16:creationId xmlns:a16="http://schemas.microsoft.com/office/drawing/2014/main" xmlns="" id="{9A999E22-D8E7-4154-A77D-F203D2055F2D}"/>
              </a:ext>
            </a:extLst>
          </p:cNvPr>
          <p:cNvGrpSpPr/>
          <p:nvPr/>
        </p:nvGrpSpPr>
        <p:grpSpPr>
          <a:xfrm>
            <a:off x="7157425" y="2335770"/>
            <a:ext cx="4694396" cy="2186460"/>
            <a:chOff x="7157425" y="2254164"/>
            <a:chExt cx="4694396" cy="218646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231FA8E0-4E32-47BC-BF4B-AB15281C8EB0}"/>
                </a:ext>
              </a:extLst>
            </p:cNvPr>
            <p:cNvSpPr txBox="1"/>
            <p:nvPr/>
          </p:nvSpPr>
          <p:spPr>
            <a:xfrm>
              <a:off x="7157425" y="2254164"/>
              <a:ext cx="4694396" cy="861774"/>
            </a:xfrm>
            <a:prstGeom prst="rect">
              <a:avLst/>
            </a:prstGeom>
            <a:noFill/>
          </p:spPr>
          <p:txBody>
            <a:bodyPr wrap="square" lIns="48000" tIns="0" rIns="24000" bIns="0" rtlCol="0">
              <a:spAutoFit/>
            </a:bodyPr>
            <a:lstStyle/>
            <a:p>
              <a:r>
                <a:rPr lang="en-US" altLang="ko-KR" sz="2800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We Create</a:t>
              </a:r>
            </a:p>
            <a:p>
              <a:r>
                <a:rPr lang="en-US" altLang="ko-KR" sz="2800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Professional Presentation</a:t>
              </a:r>
              <a:endParaRPr lang="ko-KR" altLang="en-US" sz="2800" dirty="0">
                <a:solidFill>
                  <a:schemeClr val="bg1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xmlns="" id="{26FF6E19-4B5F-429B-8C62-8BD0C43E6578}"/>
                </a:ext>
              </a:extLst>
            </p:cNvPr>
            <p:cNvSpPr txBox="1"/>
            <p:nvPr/>
          </p:nvSpPr>
          <p:spPr>
            <a:xfrm>
              <a:off x="7157425" y="3240295"/>
              <a:ext cx="469439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You can simply impress your audience and add a unique zing and appeal to your Presentations.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192FE1D-03C0-4F00-9094-71DCE68107DC}"/>
              </a:ext>
            </a:extLst>
          </p:cNvPr>
          <p:cNvSpPr txBox="1"/>
          <p:nvPr/>
        </p:nvSpPr>
        <p:spPr>
          <a:xfrm>
            <a:off x="9504622" y="6276351"/>
            <a:ext cx="2371794" cy="30777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Add Contents Title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2452B2B-E499-443D-896D-D68E964F50FE}"/>
              </a:ext>
            </a:extLst>
          </p:cNvPr>
          <p:cNvSpPr txBox="1"/>
          <p:nvPr/>
        </p:nvSpPr>
        <p:spPr>
          <a:xfrm>
            <a:off x="5303165" y="130101"/>
            <a:ext cx="4253546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US" altLang="ko-KR" sz="7200" b="1" dirty="0">
                <a:solidFill>
                  <a:schemeClr val="accent2"/>
                </a:solidFill>
                <a:latin typeface="+mj-lt"/>
                <a:cs typeface="Arial" pitchFamily="34" charset="0"/>
              </a:rPr>
              <a:t>Dreams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6780303-31FF-460E-8A33-F17EDC56D224}"/>
              </a:ext>
            </a:extLst>
          </p:cNvPr>
          <p:cNvSpPr txBox="1"/>
          <p:nvPr/>
        </p:nvSpPr>
        <p:spPr>
          <a:xfrm>
            <a:off x="7517013" y="1149688"/>
            <a:ext cx="425354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GB" altLang="ko-KR" sz="3200" b="1" dirty="0">
                <a:solidFill>
                  <a:schemeClr val="accent2"/>
                </a:solidFill>
                <a:cs typeface="Arial" pitchFamily="34" charset="0"/>
              </a:rPr>
              <a:t>PRESENTATION</a:t>
            </a:r>
            <a:endParaRPr lang="ko-KR" altLang="en-US" sz="3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xmlns="" id="{B91F8269-E049-43F4-BA21-44D7A8983B09}"/>
              </a:ext>
            </a:extLst>
          </p:cNvPr>
          <p:cNvSpPr>
            <a:spLocks noGrp="1"/>
          </p:cNvSpPr>
          <p:nvPr>
            <p:ph type="pic" idx="10"/>
          </p:nvPr>
        </p:nvSpPr>
        <p:spPr/>
      </p:sp>
    </p:spTree>
    <p:extLst>
      <p:ext uri="{BB962C8B-B14F-4D97-AF65-F5344CB8AC3E}">
        <p14:creationId xmlns:p14="http://schemas.microsoft.com/office/powerpoint/2010/main" val="2345629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15" name="Freeform: Shape 70">
            <a:extLst>
              <a:ext uri="{FF2B5EF4-FFF2-40B4-BE49-F238E27FC236}">
                <a16:creationId xmlns:a16="http://schemas.microsoft.com/office/drawing/2014/main" xmlns="" id="{C19C4DAD-1216-4232-AAB5-2C2941423C7D}"/>
              </a:ext>
            </a:extLst>
          </p:cNvPr>
          <p:cNvSpPr/>
          <p:nvPr/>
        </p:nvSpPr>
        <p:spPr>
          <a:xfrm>
            <a:off x="7390222" y="4577964"/>
            <a:ext cx="4810458" cy="2309231"/>
          </a:xfrm>
          <a:custGeom>
            <a:avLst/>
            <a:gdLst>
              <a:gd name="connsiteX0" fmla="*/ 641385 w 2293261"/>
              <a:gd name="connsiteY0" fmla="*/ 1381649 h 1382235"/>
              <a:gd name="connsiteX1" fmla="*/ 621434 w 2293261"/>
              <a:gd name="connsiteY1" fmla="*/ 1355829 h 1382235"/>
              <a:gd name="connsiteX2" fmla="*/ 563046 w 2293261"/>
              <a:gd name="connsiteY2" fmla="*/ 1309178 h 1382235"/>
              <a:gd name="connsiteX3" fmla="*/ 519329 w 2293261"/>
              <a:gd name="connsiteY3" fmla="*/ 1181840 h 1382235"/>
              <a:gd name="connsiteX4" fmla="*/ 527250 w 2293261"/>
              <a:gd name="connsiteY4" fmla="*/ 1119638 h 1382235"/>
              <a:gd name="connsiteX5" fmla="*/ 496736 w 2293261"/>
              <a:gd name="connsiteY5" fmla="*/ 1048046 h 1382235"/>
              <a:gd name="connsiteX6" fmla="*/ 419864 w 2293261"/>
              <a:gd name="connsiteY6" fmla="*/ 959438 h 1382235"/>
              <a:gd name="connsiteX7" fmla="*/ 416343 w 2293261"/>
              <a:gd name="connsiteY7" fmla="*/ 868775 h 1382235"/>
              <a:gd name="connsiteX8" fmla="*/ 417517 w 2293261"/>
              <a:gd name="connsiteY8" fmla="*/ 808334 h 1382235"/>
              <a:gd name="connsiteX9" fmla="*/ 227390 w 2293261"/>
              <a:gd name="connsiteY9" fmla="*/ 514047 h 1382235"/>
              <a:gd name="connsiteX10" fmla="*/ 50759 w 2293261"/>
              <a:gd name="connsiteY10" fmla="*/ 255557 h 1382235"/>
              <a:gd name="connsiteX11" fmla="*/ 2934 w 2293261"/>
              <a:gd name="connsiteY11" fmla="*/ 163134 h 1382235"/>
              <a:gd name="connsiteX12" fmla="*/ 4108 w 2293261"/>
              <a:gd name="connsiteY12" fmla="*/ 84501 h 1382235"/>
              <a:gd name="connsiteX13" fmla="*/ 63376 w 2293261"/>
              <a:gd name="connsiteY13" fmla="*/ 29047 h 1382235"/>
              <a:gd name="connsiteX14" fmla="*/ 190421 w 2293261"/>
              <a:gd name="connsiteY14" fmla="*/ 27287 h 1382235"/>
              <a:gd name="connsiteX15" fmla="*/ 373799 w 2293261"/>
              <a:gd name="connsiteY15" fmla="*/ 46945 h 1382235"/>
              <a:gd name="connsiteX16" fmla="*/ 573902 w 2293261"/>
              <a:gd name="connsiteY16" fmla="*/ 74819 h 1382235"/>
              <a:gd name="connsiteX17" fmla="*/ 783687 w 2293261"/>
              <a:gd name="connsiteY17" fmla="*/ 83327 h 1382235"/>
              <a:gd name="connsiteX18" fmla="*/ 902810 w 2293261"/>
              <a:gd name="connsiteY18" fmla="*/ 95063 h 1382235"/>
              <a:gd name="connsiteX19" fmla="*/ 1066824 w 2293261"/>
              <a:gd name="connsiteY19" fmla="*/ 124404 h 1382235"/>
              <a:gd name="connsiteX20" fmla="*/ 1123745 w 2293261"/>
              <a:gd name="connsiteY20" fmla="*/ 115895 h 1382235"/>
              <a:gd name="connsiteX21" fmla="*/ 1225851 w 2293261"/>
              <a:gd name="connsiteY21" fmla="*/ 97117 h 1382235"/>
              <a:gd name="connsiteX22" fmla="*/ 1469084 w 2293261"/>
              <a:gd name="connsiteY22" fmla="*/ 107973 h 1382235"/>
              <a:gd name="connsiteX23" fmla="*/ 1645715 w 2293261"/>
              <a:gd name="connsiteY23" fmla="*/ 66897 h 1382235"/>
              <a:gd name="connsiteX24" fmla="*/ 1806207 w 2293261"/>
              <a:gd name="connsiteY24" fmla="*/ 48118 h 1382235"/>
              <a:gd name="connsiteX25" fmla="*/ 1946162 w 2293261"/>
              <a:gd name="connsiteY25" fmla="*/ 71004 h 1382235"/>
              <a:gd name="connsiteX26" fmla="*/ 2016580 w 2293261"/>
              <a:gd name="connsiteY26" fmla="*/ 48705 h 1382235"/>
              <a:gd name="connsiteX27" fmla="*/ 2026555 w 2293261"/>
              <a:gd name="connsiteY27" fmla="*/ 40197 h 1382235"/>
              <a:gd name="connsiteX28" fmla="*/ 2156241 w 2293261"/>
              <a:gd name="connsiteY28" fmla="*/ 10269 h 1382235"/>
              <a:gd name="connsiteX29" fmla="*/ 2268909 w 2293261"/>
              <a:gd name="connsiteY29" fmla="*/ 6161 h 1382235"/>
              <a:gd name="connsiteX30" fmla="*/ 2292968 w 2293261"/>
              <a:gd name="connsiteY30" fmla="*/ 0 h 1382235"/>
              <a:gd name="connsiteX31" fmla="*/ 2293262 w 2293261"/>
              <a:gd name="connsiteY31" fmla="*/ 1368739 h 1382235"/>
              <a:gd name="connsiteX32" fmla="*/ 2279765 w 2293261"/>
              <a:gd name="connsiteY32" fmla="*/ 1382236 h 1382235"/>
              <a:gd name="connsiteX33" fmla="*/ 641385 w 2293261"/>
              <a:gd name="connsiteY33" fmla="*/ 1381649 h 1382235"/>
              <a:gd name="connsiteX0" fmla="*/ 641385 w 2969161"/>
              <a:gd name="connsiteY0" fmla="*/ 1406463 h 1407050"/>
              <a:gd name="connsiteX1" fmla="*/ 621434 w 2969161"/>
              <a:gd name="connsiteY1" fmla="*/ 1380643 h 1407050"/>
              <a:gd name="connsiteX2" fmla="*/ 563046 w 2969161"/>
              <a:gd name="connsiteY2" fmla="*/ 1333992 h 1407050"/>
              <a:gd name="connsiteX3" fmla="*/ 519329 w 2969161"/>
              <a:gd name="connsiteY3" fmla="*/ 1206654 h 1407050"/>
              <a:gd name="connsiteX4" fmla="*/ 527250 w 2969161"/>
              <a:gd name="connsiteY4" fmla="*/ 1144452 h 1407050"/>
              <a:gd name="connsiteX5" fmla="*/ 496736 w 2969161"/>
              <a:gd name="connsiteY5" fmla="*/ 1072860 h 1407050"/>
              <a:gd name="connsiteX6" fmla="*/ 419864 w 2969161"/>
              <a:gd name="connsiteY6" fmla="*/ 984252 h 1407050"/>
              <a:gd name="connsiteX7" fmla="*/ 416343 w 2969161"/>
              <a:gd name="connsiteY7" fmla="*/ 893589 h 1407050"/>
              <a:gd name="connsiteX8" fmla="*/ 417517 w 2969161"/>
              <a:gd name="connsiteY8" fmla="*/ 833148 h 1407050"/>
              <a:gd name="connsiteX9" fmla="*/ 227390 w 2969161"/>
              <a:gd name="connsiteY9" fmla="*/ 538861 h 1407050"/>
              <a:gd name="connsiteX10" fmla="*/ 50759 w 2969161"/>
              <a:gd name="connsiteY10" fmla="*/ 280371 h 1407050"/>
              <a:gd name="connsiteX11" fmla="*/ 2934 w 2969161"/>
              <a:gd name="connsiteY11" fmla="*/ 187948 h 1407050"/>
              <a:gd name="connsiteX12" fmla="*/ 4108 w 2969161"/>
              <a:gd name="connsiteY12" fmla="*/ 109315 h 1407050"/>
              <a:gd name="connsiteX13" fmla="*/ 63376 w 2969161"/>
              <a:gd name="connsiteY13" fmla="*/ 53861 h 1407050"/>
              <a:gd name="connsiteX14" fmla="*/ 190421 w 2969161"/>
              <a:gd name="connsiteY14" fmla="*/ 52101 h 1407050"/>
              <a:gd name="connsiteX15" fmla="*/ 373799 w 2969161"/>
              <a:gd name="connsiteY15" fmla="*/ 71759 h 1407050"/>
              <a:gd name="connsiteX16" fmla="*/ 573902 w 2969161"/>
              <a:gd name="connsiteY16" fmla="*/ 99633 h 1407050"/>
              <a:gd name="connsiteX17" fmla="*/ 783687 w 2969161"/>
              <a:gd name="connsiteY17" fmla="*/ 108141 h 1407050"/>
              <a:gd name="connsiteX18" fmla="*/ 902810 w 2969161"/>
              <a:gd name="connsiteY18" fmla="*/ 119877 h 1407050"/>
              <a:gd name="connsiteX19" fmla="*/ 1066824 w 2969161"/>
              <a:gd name="connsiteY19" fmla="*/ 149218 h 1407050"/>
              <a:gd name="connsiteX20" fmla="*/ 1123745 w 2969161"/>
              <a:gd name="connsiteY20" fmla="*/ 140709 h 1407050"/>
              <a:gd name="connsiteX21" fmla="*/ 1225851 w 2969161"/>
              <a:gd name="connsiteY21" fmla="*/ 121931 h 1407050"/>
              <a:gd name="connsiteX22" fmla="*/ 1469084 w 2969161"/>
              <a:gd name="connsiteY22" fmla="*/ 132787 h 1407050"/>
              <a:gd name="connsiteX23" fmla="*/ 1645715 w 2969161"/>
              <a:gd name="connsiteY23" fmla="*/ 91711 h 1407050"/>
              <a:gd name="connsiteX24" fmla="*/ 1806207 w 2969161"/>
              <a:gd name="connsiteY24" fmla="*/ 72932 h 1407050"/>
              <a:gd name="connsiteX25" fmla="*/ 1946162 w 2969161"/>
              <a:gd name="connsiteY25" fmla="*/ 95818 h 1407050"/>
              <a:gd name="connsiteX26" fmla="*/ 2016580 w 2969161"/>
              <a:gd name="connsiteY26" fmla="*/ 73519 h 1407050"/>
              <a:gd name="connsiteX27" fmla="*/ 2026555 w 2969161"/>
              <a:gd name="connsiteY27" fmla="*/ 65011 h 1407050"/>
              <a:gd name="connsiteX28" fmla="*/ 2156241 w 2969161"/>
              <a:gd name="connsiteY28" fmla="*/ 35083 h 1407050"/>
              <a:gd name="connsiteX29" fmla="*/ 2268909 w 2969161"/>
              <a:gd name="connsiteY29" fmla="*/ 30975 h 1407050"/>
              <a:gd name="connsiteX30" fmla="*/ 2969161 w 2969161"/>
              <a:gd name="connsiteY30" fmla="*/ 0 h 1407050"/>
              <a:gd name="connsiteX31" fmla="*/ 2293262 w 2969161"/>
              <a:gd name="connsiteY31" fmla="*/ 1393553 h 1407050"/>
              <a:gd name="connsiteX32" fmla="*/ 2279765 w 2969161"/>
              <a:gd name="connsiteY32" fmla="*/ 1407050 h 1407050"/>
              <a:gd name="connsiteX33" fmla="*/ 641385 w 2969161"/>
              <a:gd name="connsiteY33" fmla="*/ 1406463 h 1407050"/>
              <a:gd name="connsiteX0" fmla="*/ 641385 w 2969161"/>
              <a:gd name="connsiteY0" fmla="*/ 1406463 h 1425661"/>
              <a:gd name="connsiteX1" fmla="*/ 621434 w 2969161"/>
              <a:gd name="connsiteY1" fmla="*/ 1380643 h 1425661"/>
              <a:gd name="connsiteX2" fmla="*/ 563046 w 2969161"/>
              <a:gd name="connsiteY2" fmla="*/ 1333992 h 1425661"/>
              <a:gd name="connsiteX3" fmla="*/ 519329 w 2969161"/>
              <a:gd name="connsiteY3" fmla="*/ 1206654 h 1425661"/>
              <a:gd name="connsiteX4" fmla="*/ 527250 w 2969161"/>
              <a:gd name="connsiteY4" fmla="*/ 1144452 h 1425661"/>
              <a:gd name="connsiteX5" fmla="*/ 496736 w 2969161"/>
              <a:gd name="connsiteY5" fmla="*/ 1072860 h 1425661"/>
              <a:gd name="connsiteX6" fmla="*/ 419864 w 2969161"/>
              <a:gd name="connsiteY6" fmla="*/ 984252 h 1425661"/>
              <a:gd name="connsiteX7" fmla="*/ 416343 w 2969161"/>
              <a:gd name="connsiteY7" fmla="*/ 893589 h 1425661"/>
              <a:gd name="connsiteX8" fmla="*/ 417517 w 2969161"/>
              <a:gd name="connsiteY8" fmla="*/ 833148 h 1425661"/>
              <a:gd name="connsiteX9" fmla="*/ 227390 w 2969161"/>
              <a:gd name="connsiteY9" fmla="*/ 538861 h 1425661"/>
              <a:gd name="connsiteX10" fmla="*/ 50759 w 2969161"/>
              <a:gd name="connsiteY10" fmla="*/ 280371 h 1425661"/>
              <a:gd name="connsiteX11" fmla="*/ 2934 w 2969161"/>
              <a:gd name="connsiteY11" fmla="*/ 187948 h 1425661"/>
              <a:gd name="connsiteX12" fmla="*/ 4108 w 2969161"/>
              <a:gd name="connsiteY12" fmla="*/ 109315 h 1425661"/>
              <a:gd name="connsiteX13" fmla="*/ 63376 w 2969161"/>
              <a:gd name="connsiteY13" fmla="*/ 53861 h 1425661"/>
              <a:gd name="connsiteX14" fmla="*/ 190421 w 2969161"/>
              <a:gd name="connsiteY14" fmla="*/ 52101 h 1425661"/>
              <a:gd name="connsiteX15" fmla="*/ 373799 w 2969161"/>
              <a:gd name="connsiteY15" fmla="*/ 71759 h 1425661"/>
              <a:gd name="connsiteX16" fmla="*/ 573902 w 2969161"/>
              <a:gd name="connsiteY16" fmla="*/ 99633 h 1425661"/>
              <a:gd name="connsiteX17" fmla="*/ 783687 w 2969161"/>
              <a:gd name="connsiteY17" fmla="*/ 108141 h 1425661"/>
              <a:gd name="connsiteX18" fmla="*/ 902810 w 2969161"/>
              <a:gd name="connsiteY18" fmla="*/ 119877 h 1425661"/>
              <a:gd name="connsiteX19" fmla="*/ 1066824 w 2969161"/>
              <a:gd name="connsiteY19" fmla="*/ 149218 h 1425661"/>
              <a:gd name="connsiteX20" fmla="*/ 1123745 w 2969161"/>
              <a:gd name="connsiteY20" fmla="*/ 140709 h 1425661"/>
              <a:gd name="connsiteX21" fmla="*/ 1225851 w 2969161"/>
              <a:gd name="connsiteY21" fmla="*/ 121931 h 1425661"/>
              <a:gd name="connsiteX22" fmla="*/ 1469084 w 2969161"/>
              <a:gd name="connsiteY22" fmla="*/ 132787 h 1425661"/>
              <a:gd name="connsiteX23" fmla="*/ 1645715 w 2969161"/>
              <a:gd name="connsiteY23" fmla="*/ 91711 h 1425661"/>
              <a:gd name="connsiteX24" fmla="*/ 1806207 w 2969161"/>
              <a:gd name="connsiteY24" fmla="*/ 72932 h 1425661"/>
              <a:gd name="connsiteX25" fmla="*/ 1946162 w 2969161"/>
              <a:gd name="connsiteY25" fmla="*/ 95818 h 1425661"/>
              <a:gd name="connsiteX26" fmla="*/ 2016580 w 2969161"/>
              <a:gd name="connsiteY26" fmla="*/ 73519 h 1425661"/>
              <a:gd name="connsiteX27" fmla="*/ 2026555 w 2969161"/>
              <a:gd name="connsiteY27" fmla="*/ 65011 h 1425661"/>
              <a:gd name="connsiteX28" fmla="*/ 2156241 w 2969161"/>
              <a:gd name="connsiteY28" fmla="*/ 35083 h 1425661"/>
              <a:gd name="connsiteX29" fmla="*/ 2268909 w 2969161"/>
              <a:gd name="connsiteY29" fmla="*/ 30975 h 1425661"/>
              <a:gd name="connsiteX30" fmla="*/ 2969161 w 2969161"/>
              <a:gd name="connsiteY30" fmla="*/ 0 h 1425661"/>
              <a:gd name="connsiteX31" fmla="*/ 2293262 w 2969161"/>
              <a:gd name="connsiteY31" fmla="*/ 1393553 h 1425661"/>
              <a:gd name="connsiteX32" fmla="*/ 2962161 w 2969161"/>
              <a:gd name="connsiteY32" fmla="*/ 1425661 h 1425661"/>
              <a:gd name="connsiteX33" fmla="*/ 641385 w 2969161"/>
              <a:gd name="connsiteY33" fmla="*/ 1406463 h 1425661"/>
              <a:gd name="connsiteX0" fmla="*/ 641385 w 2969161"/>
              <a:gd name="connsiteY0" fmla="*/ 1406463 h 1425661"/>
              <a:gd name="connsiteX1" fmla="*/ 621434 w 2969161"/>
              <a:gd name="connsiteY1" fmla="*/ 1380643 h 1425661"/>
              <a:gd name="connsiteX2" fmla="*/ 563046 w 2969161"/>
              <a:gd name="connsiteY2" fmla="*/ 1333992 h 1425661"/>
              <a:gd name="connsiteX3" fmla="*/ 519329 w 2969161"/>
              <a:gd name="connsiteY3" fmla="*/ 1206654 h 1425661"/>
              <a:gd name="connsiteX4" fmla="*/ 527250 w 2969161"/>
              <a:gd name="connsiteY4" fmla="*/ 1144452 h 1425661"/>
              <a:gd name="connsiteX5" fmla="*/ 496736 w 2969161"/>
              <a:gd name="connsiteY5" fmla="*/ 1072860 h 1425661"/>
              <a:gd name="connsiteX6" fmla="*/ 419864 w 2969161"/>
              <a:gd name="connsiteY6" fmla="*/ 984252 h 1425661"/>
              <a:gd name="connsiteX7" fmla="*/ 416343 w 2969161"/>
              <a:gd name="connsiteY7" fmla="*/ 893589 h 1425661"/>
              <a:gd name="connsiteX8" fmla="*/ 417517 w 2969161"/>
              <a:gd name="connsiteY8" fmla="*/ 833148 h 1425661"/>
              <a:gd name="connsiteX9" fmla="*/ 227390 w 2969161"/>
              <a:gd name="connsiteY9" fmla="*/ 538861 h 1425661"/>
              <a:gd name="connsiteX10" fmla="*/ 50759 w 2969161"/>
              <a:gd name="connsiteY10" fmla="*/ 280371 h 1425661"/>
              <a:gd name="connsiteX11" fmla="*/ 2934 w 2969161"/>
              <a:gd name="connsiteY11" fmla="*/ 187948 h 1425661"/>
              <a:gd name="connsiteX12" fmla="*/ 4108 w 2969161"/>
              <a:gd name="connsiteY12" fmla="*/ 109315 h 1425661"/>
              <a:gd name="connsiteX13" fmla="*/ 63376 w 2969161"/>
              <a:gd name="connsiteY13" fmla="*/ 53861 h 1425661"/>
              <a:gd name="connsiteX14" fmla="*/ 190421 w 2969161"/>
              <a:gd name="connsiteY14" fmla="*/ 52101 h 1425661"/>
              <a:gd name="connsiteX15" fmla="*/ 373799 w 2969161"/>
              <a:gd name="connsiteY15" fmla="*/ 71759 h 1425661"/>
              <a:gd name="connsiteX16" fmla="*/ 573902 w 2969161"/>
              <a:gd name="connsiteY16" fmla="*/ 99633 h 1425661"/>
              <a:gd name="connsiteX17" fmla="*/ 783687 w 2969161"/>
              <a:gd name="connsiteY17" fmla="*/ 108141 h 1425661"/>
              <a:gd name="connsiteX18" fmla="*/ 902810 w 2969161"/>
              <a:gd name="connsiteY18" fmla="*/ 119877 h 1425661"/>
              <a:gd name="connsiteX19" fmla="*/ 1066824 w 2969161"/>
              <a:gd name="connsiteY19" fmla="*/ 149218 h 1425661"/>
              <a:gd name="connsiteX20" fmla="*/ 1123745 w 2969161"/>
              <a:gd name="connsiteY20" fmla="*/ 140709 h 1425661"/>
              <a:gd name="connsiteX21" fmla="*/ 1225851 w 2969161"/>
              <a:gd name="connsiteY21" fmla="*/ 121931 h 1425661"/>
              <a:gd name="connsiteX22" fmla="*/ 1469084 w 2969161"/>
              <a:gd name="connsiteY22" fmla="*/ 132787 h 1425661"/>
              <a:gd name="connsiteX23" fmla="*/ 1645715 w 2969161"/>
              <a:gd name="connsiteY23" fmla="*/ 91711 h 1425661"/>
              <a:gd name="connsiteX24" fmla="*/ 1806207 w 2969161"/>
              <a:gd name="connsiteY24" fmla="*/ 72932 h 1425661"/>
              <a:gd name="connsiteX25" fmla="*/ 1946162 w 2969161"/>
              <a:gd name="connsiteY25" fmla="*/ 95818 h 1425661"/>
              <a:gd name="connsiteX26" fmla="*/ 2016580 w 2969161"/>
              <a:gd name="connsiteY26" fmla="*/ 73519 h 1425661"/>
              <a:gd name="connsiteX27" fmla="*/ 2026555 w 2969161"/>
              <a:gd name="connsiteY27" fmla="*/ 65011 h 1425661"/>
              <a:gd name="connsiteX28" fmla="*/ 2156241 w 2969161"/>
              <a:gd name="connsiteY28" fmla="*/ 35083 h 1425661"/>
              <a:gd name="connsiteX29" fmla="*/ 2268909 w 2969161"/>
              <a:gd name="connsiteY29" fmla="*/ 30975 h 1425661"/>
              <a:gd name="connsiteX30" fmla="*/ 2969161 w 2969161"/>
              <a:gd name="connsiteY30" fmla="*/ 0 h 1425661"/>
              <a:gd name="connsiteX31" fmla="*/ 2950843 w 2969161"/>
              <a:gd name="connsiteY31" fmla="*/ 1232260 h 1425661"/>
              <a:gd name="connsiteX32" fmla="*/ 2962161 w 2969161"/>
              <a:gd name="connsiteY32" fmla="*/ 1425661 h 1425661"/>
              <a:gd name="connsiteX33" fmla="*/ 641385 w 2969161"/>
              <a:gd name="connsiteY33" fmla="*/ 1406463 h 1425661"/>
              <a:gd name="connsiteX0" fmla="*/ 641385 w 3165587"/>
              <a:gd name="connsiteY0" fmla="*/ 1406463 h 1425661"/>
              <a:gd name="connsiteX1" fmla="*/ 621434 w 3165587"/>
              <a:gd name="connsiteY1" fmla="*/ 1380643 h 1425661"/>
              <a:gd name="connsiteX2" fmla="*/ 563046 w 3165587"/>
              <a:gd name="connsiteY2" fmla="*/ 1333992 h 1425661"/>
              <a:gd name="connsiteX3" fmla="*/ 519329 w 3165587"/>
              <a:gd name="connsiteY3" fmla="*/ 1206654 h 1425661"/>
              <a:gd name="connsiteX4" fmla="*/ 527250 w 3165587"/>
              <a:gd name="connsiteY4" fmla="*/ 1144452 h 1425661"/>
              <a:gd name="connsiteX5" fmla="*/ 496736 w 3165587"/>
              <a:gd name="connsiteY5" fmla="*/ 1072860 h 1425661"/>
              <a:gd name="connsiteX6" fmla="*/ 419864 w 3165587"/>
              <a:gd name="connsiteY6" fmla="*/ 984252 h 1425661"/>
              <a:gd name="connsiteX7" fmla="*/ 416343 w 3165587"/>
              <a:gd name="connsiteY7" fmla="*/ 893589 h 1425661"/>
              <a:gd name="connsiteX8" fmla="*/ 417517 w 3165587"/>
              <a:gd name="connsiteY8" fmla="*/ 833148 h 1425661"/>
              <a:gd name="connsiteX9" fmla="*/ 227390 w 3165587"/>
              <a:gd name="connsiteY9" fmla="*/ 538861 h 1425661"/>
              <a:gd name="connsiteX10" fmla="*/ 50759 w 3165587"/>
              <a:gd name="connsiteY10" fmla="*/ 280371 h 1425661"/>
              <a:gd name="connsiteX11" fmla="*/ 2934 w 3165587"/>
              <a:gd name="connsiteY11" fmla="*/ 187948 h 1425661"/>
              <a:gd name="connsiteX12" fmla="*/ 4108 w 3165587"/>
              <a:gd name="connsiteY12" fmla="*/ 109315 h 1425661"/>
              <a:gd name="connsiteX13" fmla="*/ 63376 w 3165587"/>
              <a:gd name="connsiteY13" fmla="*/ 53861 h 1425661"/>
              <a:gd name="connsiteX14" fmla="*/ 190421 w 3165587"/>
              <a:gd name="connsiteY14" fmla="*/ 52101 h 1425661"/>
              <a:gd name="connsiteX15" fmla="*/ 373799 w 3165587"/>
              <a:gd name="connsiteY15" fmla="*/ 71759 h 1425661"/>
              <a:gd name="connsiteX16" fmla="*/ 573902 w 3165587"/>
              <a:gd name="connsiteY16" fmla="*/ 99633 h 1425661"/>
              <a:gd name="connsiteX17" fmla="*/ 783687 w 3165587"/>
              <a:gd name="connsiteY17" fmla="*/ 108141 h 1425661"/>
              <a:gd name="connsiteX18" fmla="*/ 902810 w 3165587"/>
              <a:gd name="connsiteY18" fmla="*/ 119877 h 1425661"/>
              <a:gd name="connsiteX19" fmla="*/ 1066824 w 3165587"/>
              <a:gd name="connsiteY19" fmla="*/ 149218 h 1425661"/>
              <a:gd name="connsiteX20" fmla="*/ 1123745 w 3165587"/>
              <a:gd name="connsiteY20" fmla="*/ 140709 h 1425661"/>
              <a:gd name="connsiteX21" fmla="*/ 1225851 w 3165587"/>
              <a:gd name="connsiteY21" fmla="*/ 121931 h 1425661"/>
              <a:gd name="connsiteX22" fmla="*/ 1469084 w 3165587"/>
              <a:gd name="connsiteY22" fmla="*/ 132787 h 1425661"/>
              <a:gd name="connsiteX23" fmla="*/ 1645715 w 3165587"/>
              <a:gd name="connsiteY23" fmla="*/ 91711 h 1425661"/>
              <a:gd name="connsiteX24" fmla="*/ 1806207 w 3165587"/>
              <a:gd name="connsiteY24" fmla="*/ 72932 h 1425661"/>
              <a:gd name="connsiteX25" fmla="*/ 1946162 w 3165587"/>
              <a:gd name="connsiteY25" fmla="*/ 95818 h 1425661"/>
              <a:gd name="connsiteX26" fmla="*/ 2016580 w 3165587"/>
              <a:gd name="connsiteY26" fmla="*/ 73519 h 1425661"/>
              <a:gd name="connsiteX27" fmla="*/ 2026555 w 3165587"/>
              <a:gd name="connsiteY27" fmla="*/ 65011 h 1425661"/>
              <a:gd name="connsiteX28" fmla="*/ 2156241 w 3165587"/>
              <a:gd name="connsiteY28" fmla="*/ 35083 h 1425661"/>
              <a:gd name="connsiteX29" fmla="*/ 2268909 w 3165587"/>
              <a:gd name="connsiteY29" fmla="*/ 30975 h 1425661"/>
              <a:gd name="connsiteX30" fmla="*/ 2969161 w 3165587"/>
              <a:gd name="connsiteY30" fmla="*/ 0 h 1425661"/>
              <a:gd name="connsiteX31" fmla="*/ 2962161 w 3165587"/>
              <a:gd name="connsiteY31" fmla="*/ 1425661 h 1425661"/>
              <a:gd name="connsiteX32" fmla="*/ 641385 w 3165587"/>
              <a:gd name="connsiteY32" fmla="*/ 1406463 h 1425661"/>
              <a:gd name="connsiteX0" fmla="*/ 641385 w 3137303"/>
              <a:gd name="connsiteY0" fmla="*/ 1406463 h 1425661"/>
              <a:gd name="connsiteX1" fmla="*/ 621434 w 3137303"/>
              <a:gd name="connsiteY1" fmla="*/ 1380643 h 1425661"/>
              <a:gd name="connsiteX2" fmla="*/ 563046 w 3137303"/>
              <a:gd name="connsiteY2" fmla="*/ 1333992 h 1425661"/>
              <a:gd name="connsiteX3" fmla="*/ 519329 w 3137303"/>
              <a:gd name="connsiteY3" fmla="*/ 1206654 h 1425661"/>
              <a:gd name="connsiteX4" fmla="*/ 527250 w 3137303"/>
              <a:gd name="connsiteY4" fmla="*/ 1144452 h 1425661"/>
              <a:gd name="connsiteX5" fmla="*/ 496736 w 3137303"/>
              <a:gd name="connsiteY5" fmla="*/ 1072860 h 1425661"/>
              <a:gd name="connsiteX6" fmla="*/ 419864 w 3137303"/>
              <a:gd name="connsiteY6" fmla="*/ 984252 h 1425661"/>
              <a:gd name="connsiteX7" fmla="*/ 416343 w 3137303"/>
              <a:gd name="connsiteY7" fmla="*/ 893589 h 1425661"/>
              <a:gd name="connsiteX8" fmla="*/ 417517 w 3137303"/>
              <a:gd name="connsiteY8" fmla="*/ 833148 h 1425661"/>
              <a:gd name="connsiteX9" fmla="*/ 227390 w 3137303"/>
              <a:gd name="connsiteY9" fmla="*/ 538861 h 1425661"/>
              <a:gd name="connsiteX10" fmla="*/ 50759 w 3137303"/>
              <a:gd name="connsiteY10" fmla="*/ 280371 h 1425661"/>
              <a:gd name="connsiteX11" fmla="*/ 2934 w 3137303"/>
              <a:gd name="connsiteY11" fmla="*/ 187948 h 1425661"/>
              <a:gd name="connsiteX12" fmla="*/ 4108 w 3137303"/>
              <a:gd name="connsiteY12" fmla="*/ 109315 h 1425661"/>
              <a:gd name="connsiteX13" fmla="*/ 63376 w 3137303"/>
              <a:gd name="connsiteY13" fmla="*/ 53861 h 1425661"/>
              <a:gd name="connsiteX14" fmla="*/ 190421 w 3137303"/>
              <a:gd name="connsiteY14" fmla="*/ 52101 h 1425661"/>
              <a:gd name="connsiteX15" fmla="*/ 373799 w 3137303"/>
              <a:gd name="connsiteY15" fmla="*/ 71759 h 1425661"/>
              <a:gd name="connsiteX16" fmla="*/ 573902 w 3137303"/>
              <a:gd name="connsiteY16" fmla="*/ 99633 h 1425661"/>
              <a:gd name="connsiteX17" fmla="*/ 783687 w 3137303"/>
              <a:gd name="connsiteY17" fmla="*/ 108141 h 1425661"/>
              <a:gd name="connsiteX18" fmla="*/ 902810 w 3137303"/>
              <a:gd name="connsiteY18" fmla="*/ 119877 h 1425661"/>
              <a:gd name="connsiteX19" fmla="*/ 1066824 w 3137303"/>
              <a:gd name="connsiteY19" fmla="*/ 149218 h 1425661"/>
              <a:gd name="connsiteX20" fmla="*/ 1123745 w 3137303"/>
              <a:gd name="connsiteY20" fmla="*/ 140709 h 1425661"/>
              <a:gd name="connsiteX21" fmla="*/ 1225851 w 3137303"/>
              <a:gd name="connsiteY21" fmla="*/ 121931 h 1425661"/>
              <a:gd name="connsiteX22" fmla="*/ 1469084 w 3137303"/>
              <a:gd name="connsiteY22" fmla="*/ 132787 h 1425661"/>
              <a:gd name="connsiteX23" fmla="*/ 1645715 w 3137303"/>
              <a:gd name="connsiteY23" fmla="*/ 91711 h 1425661"/>
              <a:gd name="connsiteX24" fmla="*/ 1806207 w 3137303"/>
              <a:gd name="connsiteY24" fmla="*/ 72932 h 1425661"/>
              <a:gd name="connsiteX25" fmla="*/ 1946162 w 3137303"/>
              <a:gd name="connsiteY25" fmla="*/ 95818 h 1425661"/>
              <a:gd name="connsiteX26" fmla="*/ 2016580 w 3137303"/>
              <a:gd name="connsiteY26" fmla="*/ 73519 h 1425661"/>
              <a:gd name="connsiteX27" fmla="*/ 2026555 w 3137303"/>
              <a:gd name="connsiteY27" fmla="*/ 65011 h 1425661"/>
              <a:gd name="connsiteX28" fmla="*/ 2156241 w 3137303"/>
              <a:gd name="connsiteY28" fmla="*/ 35083 h 1425661"/>
              <a:gd name="connsiteX29" fmla="*/ 2268909 w 3137303"/>
              <a:gd name="connsiteY29" fmla="*/ 30975 h 1425661"/>
              <a:gd name="connsiteX30" fmla="*/ 2969161 w 3137303"/>
              <a:gd name="connsiteY30" fmla="*/ 0 h 1425661"/>
              <a:gd name="connsiteX31" fmla="*/ 2962161 w 3137303"/>
              <a:gd name="connsiteY31" fmla="*/ 1425661 h 1425661"/>
              <a:gd name="connsiteX32" fmla="*/ 641385 w 3137303"/>
              <a:gd name="connsiteY32" fmla="*/ 1406463 h 1425661"/>
              <a:gd name="connsiteX0" fmla="*/ 641385 w 2969855"/>
              <a:gd name="connsiteY0" fmla="*/ 1406463 h 1425661"/>
              <a:gd name="connsiteX1" fmla="*/ 621434 w 2969855"/>
              <a:gd name="connsiteY1" fmla="*/ 1380643 h 1425661"/>
              <a:gd name="connsiteX2" fmla="*/ 563046 w 2969855"/>
              <a:gd name="connsiteY2" fmla="*/ 1333992 h 1425661"/>
              <a:gd name="connsiteX3" fmla="*/ 519329 w 2969855"/>
              <a:gd name="connsiteY3" fmla="*/ 1206654 h 1425661"/>
              <a:gd name="connsiteX4" fmla="*/ 527250 w 2969855"/>
              <a:gd name="connsiteY4" fmla="*/ 1144452 h 1425661"/>
              <a:gd name="connsiteX5" fmla="*/ 496736 w 2969855"/>
              <a:gd name="connsiteY5" fmla="*/ 1072860 h 1425661"/>
              <a:gd name="connsiteX6" fmla="*/ 419864 w 2969855"/>
              <a:gd name="connsiteY6" fmla="*/ 984252 h 1425661"/>
              <a:gd name="connsiteX7" fmla="*/ 416343 w 2969855"/>
              <a:gd name="connsiteY7" fmla="*/ 893589 h 1425661"/>
              <a:gd name="connsiteX8" fmla="*/ 417517 w 2969855"/>
              <a:gd name="connsiteY8" fmla="*/ 833148 h 1425661"/>
              <a:gd name="connsiteX9" fmla="*/ 227390 w 2969855"/>
              <a:gd name="connsiteY9" fmla="*/ 538861 h 1425661"/>
              <a:gd name="connsiteX10" fmla="*/ 50759 w 2969855"/>
              <a:gd name="connsiteY10" fmla="*/ 280371 h 1425661"/>
              <a:gd name="connsiteX11" fmla="*/ 2934 w 2969855"/>
              <a:gd name="connsiteY11" fmla="*/ 187948 h 1425661"/>
              <a:gd name="connsiteX12" fmla="*/ 4108 w 2969855"/>
              <a:gd name="connsiteY12" fmla="*/ 109315 h 1425661"/>
              <a:gd name="connsiteX13" fmla="*/ 63376 w 2969855"/>
              <a:gd name="connsiteY13" fmla="*/ 53861 h 1425661"/>
              <a:gd name="connsiteX14" fmla="*/ 190421 w 2969855"/>
              <a:gd name="connsiteY14" fmla="*/ 52101 h 1425661"/>
              <a:gd name="connsiteX15" fmla="*/ 373799 w 2969855"/>
              <a:gd name="connsiteY15" fmla="*/ 71759 h 1425661"/>
              <a:gd name="connsiteX16" fmla="*/ 573902 w 2969855"/>
              <a:gd name="connsiteY16" fmla="*/ 99633 h 1425661"/>
              <a:gd name="connsiteX17" fmla="*/ 783687 w 2969855"/>
              <a:gd name="connsiteY17" fmla="*/ 108141 h 1425661"/>
              <a:gd name="connsiteX18" fmla="*/ 902810 w 2969855"/>
              <a:gd name="connsiteY18" fmla="*/ 119877 h 1425661"/>
              <a:gd name="connsiteX19" fmla="*/ 1066824 w 2969855"/>
              <a:gd name="connsiteY19" fmla="*/ 149218 h 1425661"/>
              <a:gd name="connsiteX20" fmla="*/ 1123745 w 2969855"/>
              <a:gd name="connsiteY20" fmla="*/ 140709 h 1425661"/>
              <a:gd name="connsiteX21" fmla="*/ 1225851 w 2969855"/>
              <a:gd name="connsiteY21" fmla="*/ 121931 h 1425661"/>
              <a:gd name="connsiteX22" fmla="*/ 1469084 w 2969855"/>
              <a:gd name="connsiteY22" fmla="*/ 132787 h 1425661"/>
              <a:gd name="connsiteX23" fmla="*/ 1645715 w 2969855"/>
              <a:gd name="connsiteY23" fmla="*/ 91711 h 1425661"/>
              <a:gd name="connsiteX24" fmla="*/ 1806207 w 2969855"/>
              <a:gd name="connsiteY24" fmla="*/ 72932 h 1425661"/>
              <a:gd name="connsiteX25" fmla="*/ 1946162 w 2969855"/>
              <a:gd name="connsiteY25" fmla="*/ 95818 h 1425661"/>
              <a:gd name="connsiteX26" fmla="*/ 2016580 w 2969855"/>
              <a:gd name="connsiteY26" fmla="*/ 73519 h 1425661"/>
              <a:gd name="connsiteX27" fmla="*/ 2026555 w 2969855"/>
              <a:gd name="connsiteY27" fmla="*/ 65011 h 1425661"/>
              <a:gd name="connsiteX28" fmla="*/ 2156241 w 2969855"/>
              <a:gd name="connsiteY28" fmla="*/ 35083 h 1425661"/>
              <a:gd name="connsiteX29" fmla="*/ 2268909 w 2969855"/>
              <a:gd name="connsiteY29" fmla="*/ 30975 h 1425661"/>
              <a:gd name="connsiteX30" fmla="*/ 2969161 w 2969855"/>
              <a:gd name="connsiteY30" fmla="*/ 0 h 1425661"/>
              <a:gd name="connsiteX31" fmla="*/ 2962161 w 2969855"/>
              <a:gd name="connsiteY31" fmla="*/ 1425661 h 1425661"/>
              <a:gd name="connsiteX32" fmla="*/ 641385 w 2969855"/>
              <a:gd name="connsiteY32" fmla="*/ 1406463 h 1425661"/>
              <a:gd name="connsiteX0" fmla="*/ 641385 w 2969855"/>
              <a:gd name="connsiteY0" fmla="*/ 1406463 h 1425661"/>
              <a:gd name="connsiteX1" fmla="*/ 621434 w 2969855"/>
              <a:gd name="connsiteY1" fmla="*/ 1380643 h 1425661"/>
              <a:gd name="connsiteX2" fmla="*/ 563046 w 2969855"/>
              <a:gd name="connsiteY2" fmla="*/ 1333992 h 1425661"/>
              <a:gd name="connsiteX3" fmla="*/ 519329 w 2969855"/>
              <a:gd name="connsiteY3" fmla="*/ 1206654 h 1425661"/>
              <a:gd name="connsiteX4" fmla="*/ 527250 w 2969855"/>
              <a:gd name="connsiteY4" fmla="*/ 1144452 h 1425661"/>
              <a:gd name="connsiteX5" fmla="*/ 496736 w 2969855"/>
              <a:gd name="connsiteY5" fmla="*/ 1072860 h 1425661"/>
              <a:gd name="connsiteX6" fmla="*/ 419864 w 2969855"/>
              <a:gd name="connsiteY6" fmla="*/ 984252 h 1425661"/>
              <a:gd name="connsiteX7" fmla="*/ 416343 w 2969855"/>
              <a:gd name="connsiteY7" fmla="*/ 893589 h 1425661"/>
              <a:gd name="connsiteX8" fmla="*/ 417517 w 2969855"/>
              <a:gd name="connsiteY8" fmla="*/ 833148 h 1425661"/>
              <a:gd name="connsiteX9" fmla="*/ 227390 w 2969855"/>
              <a:gd name="connsiteY9" fmla="*/ 538861 h 1425661"/>
              <a:gd name="connsiteX10" fmla="*/ 50759 w 2969855"/>
              <a:gd name="connsiteY10" fmla="*/ 280371 h 1425661"/>
              <a:gd name="connsiteX11" fmla="*/ 2934 w 2969855"/>
              <a:gd name="connsiteY11" fmla="*/ 187948 h 1425661"/>
              <a:gd name="connsiteX12" fmla="*/ 4108 w 2969855"/>
              <a:gd name="connsiteY12" fmla="*/ 109315 h 1425661"/>
              <a:gd name="connsiteX13" fmla="*/ 63376 w 2969855"/>
              <a:gd name="connsiteY13" fmla="*/ 53861 h 1425661"/>
              <a:gd name="connsiteX14" fmla="*/ 190421 w 2969855"/>
              <a:gd name="connsiteY14" fmla="*/ 52101 h 1425661"/>
              <a:gd name="connsiteX15" fmla="*/ 373799 w 2969855"/>
              <a:gd name="connsiteY15" fmla="*/ 71759 h 1425661"/>
              <a:gd name="connsiteX16" fmla="*/ 573902 w 2969855"/>
              <a:gd name="connsiteY16" fmla="*/ 99633 h 1425661"/>
              <a:gd name="connsiteX17" fmla="*/ 783687 w 2969855"/>
              <a:gd name="connsiteY17" fmla="*/ 108141 h 1425661"/>
              <a:gd name="connsiteX18" fmla="*/ 902810 w 2969855"/>
              <a:gd name="connsiteY18" fmla="*/ 119877 h 1425661"/>
              <a:gd name="connsiteX19" fmla="*/ 1066824 w 2969855"/>
              <a:gd name="connsiteY19" fmla="*/ 149218 h 1425661"/>
              <a:gd name="connsiteX20" fmla="*/ 1123745 w 2969855"/>
              <a:gd name="connsiteY20" fmla="*/ 140709 h 1425661"/>
              <a:gd name="connsiteX21" fmla="*/ 1225851 w 2969855"/>
              <a:gd name="connsiteY21" fmla="*/ 121931 h 1425661"/>
              <a:gd name="connsiteX22" fmla="*/ 1469084 w 2969855"/>
              <a:gd name="connsiteY22" fmla="*/ 132787 h 1425661"/>
              <a:gd name="connsiteX23" fmla="*/ 1645715 w 2969855"/>
              <a:gd name="connsiteY23" fmla="*/ 91711 h 1425661"/>
              <a:gd name="connsiteX24" fmla="*/ 1806207 w 2969855"/>
              <a:gd name="connsiteY24" fmla="*/ 72932 h 1425661"/>
              <a:gd name="connsiteX25" fmla="*/ 1946162 w 2969855"/>
              <a:gd name="connsiteY25" fmla="*/ 95818 h 1425661"/>
              <a:gd name="connsiteX26" fmla="*/ 2016580 w 2969855"/>
              <a:gd name="connsiteY26" fmla="*/ 73519 h 1425661"/>
              <a:gd name="connsiteX27" fmla="*/ 2026555 w 2969855"/>
              <a:gd name="connsiteY27" fmla="*/ 65011 h 1425661"/>
              <a:gd name="connsiteX28" fmla="*/ 2156241 w 2969855"/>
              <a:gd name="connsiteY28" fmla="*/ 35083 h 1425661"/>
              <a:gd name="connsiteX29" fmla="*/ 2461220 w 2969855"/>
              <a:gd name="connsiteY29" fmla="*/ 74400 h 1425661"/>
              <a:gd name="connsiteX30" fmla="*/ 2969161 w 2969855"/>
              <a:gd name="connsiteY30" fmla="*/ 0 h 1425661"/>
              <a:gd name="connsiteX31" fmla="*/ 2962161 w 2969855"/>
              <a:gd name="connsiteY31" fmla="*/ 1425661 h 1425661"/>
              <a:gd name="connsiteX32" fmla="*/ 641385 w 2969855"/>
              <a:gd name="connsiteY32" fmla="*/ 1406463 h 1425661"/>
              <a:gd name="connsiteX0" fmla="*/ 641385 w 2969855"/>
              <a:gd name="connsiteY0" fmla="*/ 1406463 h 1425661"/>
              <a:gd name="connsiteX1" fmla="*/ 621434 w 2969855"/>
              <a:gd name="connsiteY1" fmla="*/ 1380643 h 1425661"/>
              <a:gd name="connsiteX2" fmla="*/ 563046 w 2969855"/>
              <a:gd name="connsiteY2" fmla="*/ 1333992 h 1425661"/>
              <a:gd name="connsiteX3" fmla="*/ 519329 w 2969855"/>
              <a:gd name="connsiteY3" fmla="*/ 1206654 h 1425661"/>
              <a:gd name="connsiteX4" fmla="*/ 527250 w 2969855"/>
              <a:gd name="connsiteY4" fmla="*/ 1144452 h 1425661"/>
              <a:gd name="connsiteX5" fmla="*/ 496736 w 2969855"/>
              <a:gd name="connsiteY5" fmla="*/ 1072860 h 1425661"/>
              <a:gd name="connsiteX6" fmla="*/ 419864 w 2969855"/>
              <a:gd name="connsiteY6" fmla="*/ 984252 h 1425661"/>
              <a:gd name="connsiteX7" fmla="*/ 416343 w 2969855"/>
              <a:gd name="connsiteY7" fmla="*/ 893589 h 1425661"/>
              <a:gd name="connsiteX8" fmla="*/ 417517 w 2969855"/>
              <a:gd name="connsiteY8" fmla="*/ 833148 h 1425661"/>
              <a:gd name="connsiteX9" fmla="*/ 227390 w 2969855"/>
              <a:gd name="connsiteY9" fmla="*/ 538861 h 1425661"/>
              <a:gd name="connsiteX10" fmla="*/ 50759 w 2969855"/>
              <a:gd name="connsiteY10" fmla="*/ 280371 h 1425661"/>
              <a:gd name="connsiteX11" fmla="*/ 2934 w 2969855"/>
              <a:gd name="connsiteY11" fmla="*/ 187948 h 1425661"/>
              <a:gd name="connsiteX12" fmla="*/ 4108 w 2969855"/>
              <a:gd name="connsiteY12" fmla="*/ 109315 h 1425661"/>
              <a:gd name="connsiteX13" fmla="*/ 63376 w 2969855"/>
              <a:gd name="connsiteY13" fmla="*/ 53861 h 1425661"/>
              <a:gd name="connsiteX14" fmla="*/ 190421 w 2969855"/>
              <a:gd name="connsiteY14" fmla="*/ 52101 h 1425661"/>
              <a:gd name="connsiteX15" fmla="*/ 373799 w 2969855"/>
              <a:gd name="connsiteY15" fmla="*/ 71759 h 1425661"/>
              <a:gd name="connsiteX16" fmla="*/ 573902 w 2969855"/>
              <a:gd name="connsiteY16" fmla="*/ 99633 h 1425661"/>
              <a:gd name="connsiteX17" fmla="*/ 783687 w 2969855"/>
              <a:gd name="connsiteY17" fmla="*/ 108141 h 1425661"/>
              <a:gd name="connsiteX18" fmla="*/ 902810 w 2969855"/>
              <a:gd name="connsiteY18" fmla="*/ 119877 h 1425661"/>
              <a:gd name="connsiteX19" fmla="*/ 1066824 w 2969855"/>
              <a:gd name="connsiteY19" fmla="*/ 149218 h 1425661"/>
              <a:gd name="connsiteX20" fmla="*/ 1123745 w 2969855"/>
              <a:gd name="connsiteY20" fmla="*/ 140709 h 1425661"/>
              <a:gd name="connsiteX21" fmla="*/ 1225851 w 2969855"/>
              <a:gd name="connsiteY21" fmla="*/ 121931 h 1425661"/>
              <a:gd name="connsiteX22" fmla="*/ 1469084 w 2969855"/>
              <a:gd name="connsiteY22" fmla="*/ 132787 h 1425661"/>
              <a:gd name="connsiteX23" fmla="*/ 1645715 w 2969855"/>
              <a:gd name="connsiteY23" fmla="*/ 91711 h 1425661"/>
              <a:gd name="connsiteX24" fmla="*/ 1806207 w 2969855"/>
              <a:gd name="connsiteY24" fmla="*/ 72932 h 1425661"/>
              <a:gd name="connsiteX25" fmla="*/ 1946162 w 2969855"/>
              <a:gd name="connsiteY25" fmla="*/ 95818 h 1425661"/>
              <a:gd name="connsiteX26" fmla="*/ 2016580 w 2969855"/>
              <a:gd name="connsiteY26" fmla="*/ 73519 h 1425661"/>
              <a:gd name="connsiteX27" fmla="*/ 2026555 w 2969855"/>
              <a:gd name="connsiteY27" fmla="*/ 65011 h 1425661"/>
              <a:gd name="connsiteX28" fmla="*/ 2156241 w 2969855"/>
              <a:gd name="connsiteY28" fmla="*/ 35083 h 1425661"/>
              <a:gd name="connsiteX29" fmla="*/ 2740382 w 2969855"/>
              <a:gd name="connsiteY29" fmla="*/ 18568 h 1425661"/>
              <a:gd name="connsiteX30" fmla="*/ 2969161 w 2969855"/>
              <a:gd name="connsiteY30" fmla="*/ 0 h 1425661"/>
              <a:gd name="connsiteX31" fmla="*/ 2962161 w 2969855"/>
              <a:gd name="connsiteY31" fmla="*/ 1425661 h 1425661"/>
              <a:gd name="connsiteX32" fmla="*/ 641385 w 2969855"/>
              <a:gd name="connsiteY32" fmla="*/ 1406463 h 1425661"/>
              <a:gd name="connsiteX0" fmla="*/ 641385 w 2969855"/>
              <a:gd name="connsiteY0" fmla="*/ 1406463 h 1425661"/>
              <a:gd name="connsiteX1" fmla="*/ 621434 w 2969855"/>
              <a:gd name="connsiteY1" fmla="*/ 1380643 h 1425661"/>
              <a:gd name="connsiteX2" fmla="*/ 563046 w 2969855"/>
              <a:gd name="connsiteY2" fmla="*/ 1333992 h 1425661"/>
              <a:gd name="connsiteX3" fmla="*/ 519329 w 2969855"/>
              <a:gd name="connsiteY3" fmla="*/ 1206654 h 1425661"/>
              <a:gd name="connsiteX4" fmla="*/ 527250 w 2969855"/>
              <a:gd name="connsiteY4" fmla="*/ 1144452 h 1425661"/>
              <a:gd name="connsiteX5" fmla="*/ 496736 w 2969855"/>
              <a:gd name="connsiteY5" fmla="*/ 1072860 h 1425661"/>
              <a:gd name="connsiteX6" fmla="*/ 419864 w 2969855"/>
              <a:gd name="connsiteY6" fmla="*/ 984252 h 1425661"/>
              <a:gd name="connsiteX7" fmla="*/ 416343 w 2969855"/>
              <a:gd name="connsiteY7" fmla="*/ 893589 h 1425661"/>
              <a:gd name="connsiteX8" fmla="*/ 417517 w 2969855"/>
              <a:gd name="connsiteY8" fmla="*/ 833148 h 1425661"/>
              <a:gd name="connsiteX9" fmla="*/ 227390 w 2969855"/>
              <a:gd name="connsiteY9" fmla="*/ 538861 h 1425661"/>
              <a:gd name="connsiteX10" fmla="*/ 50759 w 2969855"/>
              <a:gd name="connsiteY10" fmla="*/ 280371 h 1425661"/>
              <a:gd name="connsiteX11" fmla="*/ 2934 w 2969855"/>
              <a:gd name="connsiteY11" fmla="*/ 187948 h 1425661"/>
              <a:gd name="connsiteX12" fmla="*/ 4108 w 2969855"/>
              <a:gd name="connsiteY12" fmla="*/ 109315 h 1425661"/>
              <a:gd name="connsiteX13" fmla="*/ 63376 w 2969855"/>
              <a:gd name="connsiteY13" fmla="*/ 53861 h 1425661"/>
              <a:gd name="connsiteX14" fmla="*/ 190421 w 2969855"/>
              <a:gd name="connsiteY14" fmla="*/ 52101 h 1425661"/>
              <a:gd name="connsiteX15" fmla="*/ 373799 w 2969855"/>
              <a:gd name="connsiteY15" fmla="*/ 71759 h 1425661"/>
              <a:gd name="connsiteX16" fmla="*/ 573902 w 2969855"/>
              <a:gd name="connsiteY16" fmla="*/ 99633 h 1425661"/>
              <a:gd name="connsiteX17" fmla="*/ 783687 w 2969855"/>
              <a:gd name="connsiteY17" fmla="*/ 108141 h 1425661"/>
              <a:gd name="connsiteX18" fmla="*/ 902810 w 2969855"/>
              <a:gd name="connsiteY18" fmla="*/ 119877 h 1425661"/>
              <a:gd name="connsiteX19" fmla="*/ 1066824 w 2969855"/>
              <a:gd name="connsiteY19" fmla="*/ 149218 h 1425661"/>
              <a:gd name="connsiteX20" fmla="*/ 1123745 w 2969855"/>
              <a:gd name="connsiteY20" fmla="*/ 140709 h 1425661"/>
              <a:gd name="connsiteX21" fmla="*/ 1225851 w 2969855"/>
              <a:gd name="connsiteY21" fmla="*/ 121931 h 1425661"/>
              <a:gd name="connsiteX22" fmla="*/ 1469084 w 2969855"/>
              <a:gd name="connsiteY22" fmla="*/ 132787 h 1425661"/>
              <a:gd name="connsiteX23" fmla="*/ 1645715 w 2969855"/>
              <a:gd name="connsiteY23" fmla="*/ 91711 h 1425661"/>
              <a:gd name="connsiteX24" fmla="*/ 1806207 w 2969855"/>
              <a:gd name="connsiteY24" fmla="*/ 72932 h 1425661"/>
              <a:gd name="connsiteX25" fmla="*/ 1946162 w 2969855"/>
              <a:gd name="connsiteY25" fmla="*/ 95818 h 1425661"/>
              <a:gd name="connsiteX26" fmla="*/ 2016580 w 2969855"/>
              <a:gd name="connsiteY26" fmla="*/ 73519 h 1425661"/>
              <a:gd name="connsiteX27" fmla="*/ 2026555 w 2969855"/>
              <a:gd name="connsiteY27" fmla="*/ 65011 h 1425661"/>
              <a:gd name="connsiteX28" fmla="*/ 2367163 w 2969855"/>
              <a:gd name="connsiteY28" fmla="*/ 84712 h 1425661"/>
              <a:gd name="connsiteX29" fmla="*/ 2740382 w 2969855"/>
              <a:gd name="connsiteY29" fmla="*/ 18568 h 1425661"/>
              <a:gd name="connsiteX30" fmla="*/ 2969161 w 2969855"/>
              <a:gd name="connsiteY30" fmla="*/ 0 h 1425661"/>
              <a:gd name="connsiteX31" fmla="*/ 2962161 w 2969855"/>
              <a:gd name="connsiteY31" fmla="*/ 1425661 h 1425661"/>
              <a:gd name="connsiteX32" fmla="*/ 641385 w 2969855"/>
              <a:gd name="connsiteY32" fmla="*/ 1406463 h 1425661"/>
              <a:gd name="connsiteX0" fmla="*/ 641385 w 2969855"/>
              <a:gd name="connsiteY0" fmla="*/ 1406463 h 1425661"/>
              <a:gd name="connsiteX1" fmla="*/ 621434 w 2969855"/>
              <a:gd name="connsiteY1" fmla="*/ 1380643 h 1425661"/>
              <a:gd name="connsiteX2" fmla="*/ 563046 w 2969855"/>
              <a:gd name="connsiteY2" fmla="*/ 1333992 h 1425661"/>
              <a:gd name="connsiteX3" fmla="*/ 519329 w 2969855"/>
              <a:gd name="connsiteY3" fmla="*/ 1206654 h 1425661"/>
              <a:gd name="connsiteX4" fmla="*/ 527250 w 2969855"/>
              <a:gd name="connsiteY4" fmla="*/ 1144452 h 1425661"/>
              <a:gd name="connsiteX5" fmla="*/ 496736 w 2969855"/>
              <a:gd name="connsiteY5" fmla="*/ 1072860 h 1425661"/>
              <a:gd name="connsiteX6" fmla="*/ 419864 w 2969855"/>
              <a:gd name="connsiteY6" fmla="*/ 984252 h 1425661"/>
              <a:gd name="connsiteX7" fmla="*/ 416343 w 2969855"/>
              <a:gd name="connsiteY7" fmla="*/ 893589 h 1425661"/>
              <a:gd name="connsiteX8" fmla="*/ 417517 w 2969855"/>
              <a:gd name="connsiteY8" fmla="*/ 833148 h 1425661"/>
              <a:gd name="connsiteX9" fmla="*/ 227390 w 2969855"/>
              <a:gd name="connsiteY9" fmla="*/ 538861 h 1425661"/>
              <a:gd name="connsiteX10" fmla="*/ 50759 w 2969855"/>
              <a:gd name="connsiteY10" fmla="*/ 280371 h 1425661"/>
              <a:gd name="connsiteX11" fmla="*/ 2934 w 2969855"/>
              <a:gd name="connsiteY11" fmla="*/ 187948 h 1425661"/>
              <a:gd name="connsiteX12" fmla="*/ 4108 w 2969855"/>
              <a:gd name="connsiteY12" fmla="*/ 109315 h 1425661"/>
              <a:gd name="connsiteX13" fmla="*/ 63376 w 2969855"/>
              <a:gd name="connsiteY13" fmla="*/ 53861 h 1425661"/>
              <a:gd name="connsiteX14" fmla="*/ 190421 w 2969855"/>
              <a:gd name="connsiteY14" fmla="*/ 52101 h 1425661"/>
              <a:gd name="connsiteX15" fmla="*/ 373799 w 2969855"/>
              <a:gd name="connsiteY15" fmla="*/ 71759 h 1425661"/>
              <a:gd name="connsiteX16" fmla="*/ 573902 w 2969855"/>
              <a:gd name="connsiteY16" fmla="*/ 99633 h 1425661"/>
              <a:gd name="connsiteX17" fmla="*/ 783687 w 2969855"/>
              <a:gd name="connsiteY17" fmla="*/ 108141 h 1425661"/>
              <a:gd name="connsiteX18" fmla="*/ 902810 w 2969855"/>
              <a:gd name="connsiteY18" fmla="*/ 119877 h 1425661"/>
              <a:gd name="connsiteX19" fmla="*/ 1066824 w 2969855"/>
              <a:gd name="connsiteY19" fmla="*/ 149218 h 1425661"/>
              <a:gd name="connsiteX20" fmla="*/ 1123745 w 2969855"/>
              <a:gd name="connsiteY20" fmla="*/ 140709 h 1425661"/>
              <a:gd name="connsiteX21" fmla="*/ 1225851 w 2969855"/>
              <a:gd name="connsiteY21" fmla="*/ 121931 h 1425661"/>
              <a:gd name="connsiteX22" fmla="*/ 1469084 w 2969855"/>
              <a:gd name="connsiteY22" fmla="*/ 132787 h 1425661"/>
              <a:gd name="connsiteX23" fmla="*/ 1645715 w 2969855"/>
              <a:gd name="connsiteY23" fmla="*/ 91711 h 1425661"/>
              <a:gd name="connsiteX24" fmla="*/ 1806207 w 2969855"/>
              <a:gd name="connsiteY24" fmla="*/ 72932 h 1425661"/>
              <a:gd name="connsiteX25" fmla="*/ 1946162 w 2969855"/>
              <a:gd name="connsiteY25" fmla="*/ 95818 h 1425661"/>
              <a:gd name="connsiteX26" fmla="*/ 2016580 w 2969855"/>
              <a:gd name="connsiteY26" fmla="*/ 73519 h 1425661"/>
              <a:gd name="connsiteX27" fmla="*/ 2107202 w 2969855"/>
              <a:gd name="connsiteY27" fmla="*/ 46400 h 1425661"/>
              <a:gd name="connsiteX28" fmla="*/ 2367163 w 2969855"/>
              <a:gd name="connsiteY28" fmla="*/ 84712 h 1425661"/>
              <a:gd name="connsiteX29" fmla="*/ 2740382 w 2969855"/>
              <a:gd name="connsiteY29" fmla="*/ 18568 h 1425661"/>
              <a:gd name="connsiteX30" fmla="*/ 2969161 w 2969855"/>
              <a:gd name="connsiteY30" fmla="*/ 0 h 1425661"/>
              <a:gd name="connsiteX31" fmla="*/ 2962161 w 2969855"/>
              <a:gd name="connsiteY31" fmla="*/ 1425661 h 1425661"/>
              <a:gd name="connsiteX32" fmla="*/ 641385 w 2969855"/>
              <a:gd name="connsiteY32" fmla="*/ 1406463 h 1425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969855" h="1425661">
                <a:moveTo>
                  <a:pt x="641385" y="1406463"/>
                </a:moveTo>
                <a:cubicBezTo>
                  <a:pt x="639918" y="1393847"/>
                  <a:pt x="629943" y="1387685"/>
                  <a:pt x="621434" y="1380643"/>
                </a:cubicBezTo>
                <a:cubicBezTo>
                  <a:pt x="602363" y="1364799"/>
                  <a:pt x="582704" y="1349542"/>
                  <a:pt x="563046" y="1333992"/>
                </a:cubicBezTo>
                <a:cubicBezTo>
                  <a:pt x="520796" y="1300837"/>
                  <a:pt x="506712" y="1258586"/>
                  <a:pt x="519329" y="1206654"/>
                </a:cubicBezTo>
                <a:cubicBezTo>
                  <a:pt x="524316" y="1186115"/>
                  <a:pt x="528131" y="1165577"/>
                  <a:pt x="527250" y="1144452"/>
                </a:cubicBezTo>
                <a:cubicBezTo>
                  <a:pt x="526077" y="1116578"/>
                  <a:pt x="512580" y="1094279"/>
                  <a:pt x="496736" y="1072860"/>
                </a:cubicBezTo>
                <a:cubicBezTo>
                  <a:pt x="473264" y="1041466"/>
                  <a:pt x="445390" y="1013886"/>
                  <a:pt x="419864" y="984252"/>
                </a:cubicBezTo>
                <a:cubicBezTo>
                  <a:pt x="384949" y="944055"/>
                  <a:pt x="384655" y="935840"/>
                  <a:pt x="416343" y="893589"/>
                </a:cubicBezTo>
                <a:cubicBezTo>
                  <a:pt x="434241" y="869823"/>
                  <a:pt x="437175" y="853686"/>
                  <a:pt x="417517" y="833148"/>
                </a:cubicBezTo>
                <a:cubicBezTo>
                  <a:pt x="335657" y="746886"/>
                  <a:pt x="287245" y="638913"/>
                  <a:pt x="227390" y="538861"/>
                </a:cubicBezTo>
                <a:cubicBezTo>
                  <a:pt x="173696" y="449079"/>
                  <a:pt x="116776" y="361644"/>
                  <a:pt x="50759" y="280371"/>
                </a:cubicBezTo>
                <a:cubicBezTo>
                  <a:pt x="28754" y="253084"/>
                  <a:pt x="7922" y="224623"/>
                  <a:pt x="2934" y="187948"/>
                </a:cubicBezTo>
                <a:cubicBezTo>
                  <a:pt x="-587" y="161541"/>
                  <a:pt x="-1760" y="135428"/>
                  <a:pt x="4108" y="109315"/>
                </a:cubicBezTo>
                <a:cubicBezTo>
                  <a:pt x="12029" y="74693"/>
                  <a:pt x="28167" y="60316"/>
                  <a:pt x="63376" y="53861"/>
                </a:cubicBezTo>
                <a:cubicBezTo>
                  <a:pt x="105626" y="45939"/>
                  <a:pt x="148170" y="47993"/>
                  <a:pt x="190421" y="52101"/>
                </a:cubicBezTo>
                <a:cubicBezTo>
                  <a:pt x="251742" y="57969"/>
                  <a:pt x="312771" y="64130"/>
                  <a:pt x="373799" y="71759"/>
                </a:cubicBezTo>
                <a:cubicBezTo>
                  <a:pt x="440696" y="79974"/>
                  <a:pt x="507299" y="89657"/>
                  <a:pt x="573902" y="99633"/>
                </a:cubicBezTo>
                <a:cubicBezTo>
                  <a:pt x="643733" y="110195"/>
                  <a:pt x="712977" y="118117"/>
                  <a:pt x="783687" y="108141"/>
                </a:cubicBezTo>
                <a:cubicBezTo>
                  <a:pt x="823884" y="102567"/>
                  <a:pt x="863200" y="112836"/>
                  <a:pt x="902810" y="119877"/>
                </a:cubicBezTo>
                <a:cubicBezTo>
                  <a:pt x="957677" y="129560"/>
                  <a:pt x="1011957" y="141590"/>
                  <a:pt x="1066824" y="149218"/>
                </a:cubicBezTo>
                <a:cubicBezTo>
                  <a:pt x="1087069" y="152152"/>
                  <a:pt x="1106141" y="150098"/>
                  <a:pt x="1123745" y="140709"/>
                </a:cubicBezTo>
                <a:cubicBezTo>
                  <a:pt x="1156020" y="123398"/>
                  <a:pt x="1190055" y="120171"/>
                  <a:pt x="1225851" y="121931"/>
                </a:cubicBezTo>
                <a:lnTo>
                  <a:pt x="1469084" y="132787"/>
                </a:lnTo>
                <a:cubicBezTo>
                  <a:pt x="1532166" y="136015"/>
                  <a:pt x="1591141" y="125159"/>
                  <a:pt x="1645715" y="91711"/>
                </a:cubicBezTo>
                <a:cubicBezTo>
                  <a:pt x="1695887" y="60903"/>
                  <a:pt x="1750460" y="63250"/>
                  <a:pt x="1806207" y="72932"/>
                </a:cubicBezTo>
                <a:cubicBezTo>
                  <a:pt x="1852859" y="81148"/>
                  <a:pt x="1898924" y="91711"/>
                  <a:pt x="1946162" y="95818"/>
                </a:cubicBezTo>
                <a:cubicBezTo>
                  <a:pt x="1973156" y="98166"/>
                  <a:pt x="1996335" y="90537"/>
                  <a:pt x="2016580" y="73519"/>
                </a:cubicBezTo>
                <a:cubicBezTo>
                  <a:pt x="2019807" y="70585"/>
                  <a:pt x="2048772" y="44535"/>
                  <a:pt x="2107202" y="46400"/>
                </a:cubicBezTo>
                <a:cubicBezTo>
                  <a:pt x="2165632" y="48265"/>
                  <a:pt x="2261633" y="89351"/>
                  <a:pt x="2367163" y="84712"/>
                </a:cubicBezTo>
                <a:cubicBezTo>
                  <a:pt x="2472693" y="80073"/>
                  <a:pt x="2640049" y="32687"/>
                  <a:pt x="2740382" y="18568"/>
                </a:cubicBezTo>
                <a:cubicBezTo>
                  <a:pt x="2840715" y="4449"/>
                  <a:pt x="2892901" y="6189"/>
                  <a:pt x="2969161" y="0"/>
                </a:cubicBezTo>
                <a:cubicBezTo>
                  <a:pt x="2973038" y="275873"/>
                  <a:pt x="2959298" y="1005144"/>
                  <a:pt x="2962161" y="1425661"/>
                </a:cubicBezTo>
                <a:lnTo>
                  <a:pt x="641385" y="1406463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 w="293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71">
            <a:extLst>
              <a:ext uri="{FF2B5EF4-FFF2-40B4-BE49-F238E27FC236}">
                <a16:creationId xmlns:a16="http://schemas.microsoft.com/office/drawing/2014/main" xmlns="" id="{03E3E64F-A8CB-47F8-8164-64796897DFC7}"/>
              </a:ext>
            </a:extLst>
          </p:cNvPr>
          <p:cNvSpPr/>
          <p:nvPr/>
        </p:nvSpPr>
        <p:spPr>
          <a:xfrm>
            <a:off x="-29670" y="4724909"/>
            <a:ext cx="4316523" cy="2131666"/>
          </a:xfrm>
          <a:custGeom>
            <a:avLst/>
            <a:gdLst>
              <a:gd name="connsiteX0" fmla="*/ 0 w 1424192"/>
              <a:gd name="connsiteY0" fmla="*/ 10309 h 1269608"/>
              <a:gd name="connsiteX1" fmla="*/ 25233 w 1424192"/>
              <a:gd name="connsiteY1" fmla="*/ 627 h 1269608"/>
              <a:gd name="connsiteX2" fmla="*/ 76286 w 1424192"/>
              <a:gd name="connsiteY2" fmla="*/ 17644 h 1269608"/>
              <a:gd name="connsiteX3" fmla="*/ 135260 w 1424192"/>
              <a:gd name="connsiteY3" fmla="*/ 33782 h 1269608"/>
              <a:gd name="connsiteX4" fmla="*/ 292819 w 1424192"/>
              <a:gd name="connsiteY4" fmla="*/ 35542 h 1269608"/>
              <a:gd name="connsiteX5" fmla="*/ 612925 w 1424192"/>
              <a:gd name="connsiteY5" fmla="*/ 22632 h 1269608"/>
              <a:gd name="connsiteX6" fmla="*/ 712097 w 1424192"/>
              <a:gd name="connsiteY6" fmla="*/ 31141 h 1269608"/>
              <a:gd name="connsiteX7" fmla="*/ 891661 w 1424192"/>
              <a:gd name="connsiteY7" fmla="*/ 22339 h 1269608"/>
              <a:gd name="connsiteX8" fmla="*/ 1135775 w 1424192"/>
              <a:gd name="connsiteY8" fmla="*/ 9723 h 1269608"/>
              <a:gd name="connsiteX9" fmla="*/ 1226731 w 1424192"/>
              <a:gd name="connsiteY9" fmla="*/ 10603 h 1269608"/>
              <a:gd name="connsiteX10" fmla="*/ 1270155 w 1424192"/>
              <a:gd name="connsiteY10" fmla="*/ 25273 h 1269608"/>
              <a:gd name="connsiteX11" fmla="*/ 1312112 w 1424192"/>
              <a:gd name="connsiteY11" fmla="*/ 39943 h 1269608"/>
              <a:gd name="connsiteX12" fmla="*/ 1369326 w 1424192"/>
              <a:gd name="connsiteY12" fmla="*/ 40237 h 1269608"/>
              <a:gd name="connsiteX13" fmla="*/ 1424193 w 1424192"/>
              <a:gd name="connsiteY13" fmla="*/ 95690 h 1269608"/>
              <a:gd name="connsiteX14" fmla="*/ 1422726 w 1424192"/>
              <a:gd name="connsiteY14" fmla="*/ 110361 h 1269608"/>
              <a:gd name="connsiteX15" fmla="*/ 1375194 w 1424192"/>
              <a:gd name="connsiteY15" fmla="*/ 251489 h 1269608"/>
              <a:gd name="connsiteX16" fmla="*/ 1319447 w 1424192"/>
              <a:gd name="connsiteY16" fmla="*/ 313984 h 1269608"/>
              <a:gd name="connsiteX17" fmla="*/ 1245509 w 1424192"/>
              <a:gd name="connsiteY17" fmla="*/ 399953 h 1269608"/>
              <a:gd name="connsiteX18" fmla="*/ 1187414 w 1424192"/>
              <a:gd name="connsiteY18" fmla="*/ 516435 h 1269608"/>
              <a:gd name="connsiteX19" fmla="*/ 1169223 w 1424192"/>
              <a:gd name="connsiteY19" fmla="*/ 638198 h 1269608"/>
              <a:gd name="connsiteX20" fmla="*/ 1180373 w 1424192"/>
              <a:gd name="connsiteY20" fmla="*/ 876444 h 1269608"/>
              <a:gd name="connsiteX21" fmla="*/ 1167756 w 1424192"/>
              <a:gd name="connsiteY21" fmla="*/ 917814 h 1269608"/>
              <a:gd name="connsiteX22" fmla="*/ 1091471 w 1424192"/>
              <a:gd name="connsiteY22" fmla="*/ 1085056 h 1269608"/>
              <a:gd name="connsiteX23" fmla="*/ 1018999 w 1424192"/>
              <a:gd name="connsiteY23" fmla="*/ 1237920 h 1269608"/>
              <a:gd name="connsiteX24" fmla="*/ 1009904 w 1424192"/>
              <a:gd name="connsiteY24" fmla="*/ 1269314 h 1269608"/>
              <a:gd name="connsiteX25" fmla="*/ 12910 w 1424192"/>
              <a:gd name="connsiteY25" fmla="*/ 1269608 h 1269608"/>
              <a:gd name="connsiteX26" fmla="*/ 293 w 1424192"/>
              <a:gd name="connsiteY26" fmla="*/ 1256698 h 1269608"/>
              <a:gd name="connsiteX27" fmla="*/ 0 w 1424192"/>
              <a:gd name="connsiteY27" fmla="*/ 10309 h 1269608"/>
              <a:gd name="connsiteX0" fmla="*/ 0 w 2664912"/>
              <a:gd name="connsiteY0" fmla="*/ 1146 h 1316277"/>
              <a:gd name="connsiteX1" fmla="*/ 1265952 w 2664912"/>
              <a:gd name="connsiteY1" fmla="*/ 47296 h 1316277"/>
              <a:gd name="connsiteX2" fmla="*/ 1317005 w 2664912"/>
              <a:gd name="connsiteY2" fmla="*/ 64313 h 1316277"/>
              <a:gd name="connsiteX3" fmla="*/ 1375979 w 2664912"/>
              <a:gd name="connsiteY3" fmla="*/ 80451 h 1316277"/>
              <a:gd name="connsiteX4" fmla="*/ 1533538 w 2664912"/>
              <a:gd name="connsiteY4" fmla="*/ 82211 h 1316277"/>
              <a:gd name="connsiteX5" fmla="*/ 1853644 w 2664912"/>
              <a:gd name="connsiteY5" fmla="*/ 69301 h 1316277"/>
              <a:gd name="connsiteX6" fmla="*/ 1952816 w 2664912"/>
              <a:gd name="connsiteY6" fmla="*/ 77810 h 1316277"/>
              <a:gd name="connsiteX7" fmla="*/ 2132380 w 2664912"/>
              <a:gd name="connsiteY7" fmla="*/ 69008 h 1316277"/>
              <a:gd name="connsiteX8" fmla="*/ 2376494 w 2664912"/>
              <a:gd name="connsiteY8" fmla="*/ 56392 h 1316277"/>
              <a:gd name="connsiteX9" fmla="*/ 2467450 w 2664912"/>
              <a:gd name="connsiteY9" fmla="*/ 57272 h 1316277"/>
              <a:gd name="connsiteX10" fmla="*/ 2510874 w 2664912"/>
              <a:gd name="connsiteY10" fmla="*/ 71942 h 1316277"/>
              <a:gd name="connsiteX11" fmla="*/ 2552831 w 2664912"/>
              <a:gd name="connsiteY11" fmla="*/ 86612 h 1316277"/>
              <a:gd name="connsiteX12" fmla="*/ 2610045 w 2664912"/>
              <a:gd name="connsiteY12" fmla="*/ 86906 h 1316277"/>
              <a:gd name="connsiteX13" fmla="*/ 2664912 w 2664912"/>
              <a:gd name="connsiteY13" fmla="*/ 142359 h 1316277"/>
              <a:gd name="connsiteX14" fmla="*/ 2663445 w 2664912"/>
              <a:gd name="connsiteY14" fmla="*/ 157030 h 1316277"/>
              <a:gd name="connsiteX15" fmla="*/ 2615913 w 2664912"/>
              <a:gd name="connsiteY15" fmla="*/ 298158 h 1316277"/>
              <a:gd name="connsiteX16" fmla="*/ 2560166 w 2664912"/>
              <a:gd name="connsiteY16" fmla="*/ 360653 h 1316277"/>
              <a:gd name="connsiteX17" fmla="*/ 2486228 w 2664912"/>
              <a:gd name="connsiteY17" fmla="*/ 446622 h 1316277"/>
              <a:gd name="connsiteX18" fmla="*/ 2428133 w 2664912"/>
              <a:gd name="connsiteY18" fmla="*/ 563104 h 1316277"/>
              <a:gd name="connsiteX19" fmla="*/ 2409942 w 2664912"/>
              <a:gd name="connsiteY19" fmla="*/ 684867 h 1316277"/>
              <a:gd name="connsiteX20" fmla="*/ 2421092 w 2664912"/>
              <a:gd name="connsiteY20" fmla="*/ 923113 h 1316277"/>
              <a:gd name="connsiteX21" fmla="*/ 2408475 w 2664912"/>
              <a:gd name="connsiteY21" fmla="*/ 964483 h 1316277"/>
              <a:gd name="connsiteX22" fmla="*/ 2332190 w 2664912"/>
              <a:gd name="connsiteY22" fmla="*/ 1131725 h 1316277"/>
              <a:gd name="connsiteX23" fmla="*/ 2259718 w 2664912"/>
              <a:gd name="connsiteY23" fmla="*/ 1284589 h 1316277"/>
              <a:gd name="connsiteX24" fmla="*/ 2250623 w 2664912"/>
              <a:gd name="connsiteY24" fmla="*/ 1315983 h 1316277"/>
              <a:gd name="connsiteX25" fmla="*/ 1253629 w 2664912"/>
              <a:gd name="connsiteY25" fmla="*/ 1316277 h 1316277"/>
              <a:gd name="connsiteX26" fmla="*/ 1241012 w 2664912"/>
              <a:gd name="connsiteY26" fmla="*/ 1303367 h 1316277"/>
              <a:gd name="connsiteX27" fmla="*/ 0 w 2664912"/>
              <a:gd name="connsiteY27" fmla="*/ 1146 h 1316277"/>
              <a:gd name="connsiteX0" fmla="*/ 0 w 2664912"/>
              <a:gd name="connsiteY0" fmla="*/ 1146 h 1316277"/>
              <a:gd name="connsiteX1" fmla="*/ 1265952 w 2664912"/>
              <a:gd name="connsiteY1" fmla="*/ 47296 h 1316277"/>
              <a:gd name="connsiteX2" fmla="*/ 1317005 w 2664912"/>
              <a:gd name="connsiteY2" fmla="*/ 64313 h 1316277"/>
              <a:gd name="connsiteX3" fmla="*/ 1375979 w 2664912"/>
              <a:gd name="connsiteY3" fmla="*/ 80451 h 1316277"/>
              <a:gd name="connsiteX4" fmla="*/ 1533538 w 2664912"/>
              <a:gd name="connsiteY4" fmla="*/ 82211 h 1316277"/>
              <a:gd name="connsiteX5" fmla="*/ 1853644 w 2664912"/>
              <a:gd name="connsiteY5" fmla="*/ 69301 h 1316277"/>
              <a:gd name="connsiteX6" fmla="*/ 1952816 w 2664912"/>
              <a:gd name="connsiteY6" fmla="*/ 77810 h 1316277"/>
              <a:gd name="connsiteX7" fmla="*/ 2132380 w 2664912"/>
              <a:gd name="connsiteY7" fmla="*/ 69008 h 1316277"/>
              <a:gd name="connsiteX8" fmla="*/ 2376494 w 2664912"/>
              <a:gd name="connsiteY8" fmla="*/ 56392 h 1316277"/>
              <a:gd name="connsiteX9" fmla="*/ 2467450 w 2664912"/>
              <a:gd name="connsiteY9" fmla="*/ 57272 h 1316277"/>
              <a:gd name="connsiteX10" fmla="*/ 2510874 w 2664912"/>
              <a:gd name="connsiteY10" fmla="*/ 71942 h 1316277"/>
              <a:gd name="connsiteX11" fmla="*/ 2552831 w 2664912"/>
              <a:gd name="connsiteY11" fmla="*/ 86612 h 1316277"/>
              <a:gd name="connsiteX12" fmla="*/ 2610045 w 2664912"/>
              <a:gd name="connsiteY12" fmla="*/ 86906 h 1316277"/>
              <a:gd name="connsiteX13" fmla="*/ 2664912 w 2664912"/>
              <a:gd name="connsiteY13" fmla="*/ 142359 h 1316277"/>
              <a:gd name="connsiteX14" fmla="*/ 2663445 w 2664912"/>
              <a:gd name="connsiteY14" fmla="*/ 157030 h 1316277"/>
              <a:gd name="connsiteX15" fmla="*/ 2615913 w 2664912"/>
              <a:gd name="connsiteY15" fmla="*/ 298158 h 1316277"/>
              <a:gd name="connsiteX16" fmla="*/ 2560166 w 2664912"/>
              <a:gd name="connsiteY16" fmla="*/ 360653 h 1316277"/>
              <a:gd name="connsiteX17" fmla="*/ 2486228 w 2664912"/>
              <a:gd name="connsiteY17" fmla="*/ 446622 h 1316277"/>
              <a:gd name="connsiteX18" fmla="*/ 2428133 w 2664912"/>
              <a:gd name="connsiteY18" fmla="*/ 563104 h 1316277"/>
              <a:gd name="connsiteX19" fmla="*/ 2409942 w 2664912"/>
              <a:gd name="connsiteY19" fmla="*/ 684867 h 1316277"/>
              <a:gd name="connsiteX20" fmla="*/ 2421092 w 2664912"/>
              <a:gd name="connsiteY20" fmla="*/ 923113 h 1316277"/>
              <a:gd name="connsiteX21" fmla="*/ 2408475 w 2664912"/>
              <a:gd name="connsiteY21" fmla="*/ 964483 h 1316277"/>
              <a:gd name="connsiteX22" fmla="*/ 2332190 w 2664912"/>
              <a:gd name="connsiteY22" fmla="*/ 1131725 h 1316277"/>
              <a:gd name="connsiteX23" fmla="*/ 2259718 w 2664912"/>
              <a:gd name="connsiteY23" fmla="*/ 1284589 h 1316277"/>
              <a:gd name="connsiteX24" fmla="*/ 2250623 w 2664912"/>
              <a:gd name="connsiteY24" fmla="*/ 1315983 h 1316277"/>
              <a:gd name="connsiteX25" fmla="*/ 1253629 w 2664912"/>
              <a:gd name="connsiteY25" fmla="*/ 1316277 h 1316277"/>
              <a:gd name="connsiteX26" fmla="*/ 25107 w 2664912"/>
              <a:gd name="connsiteY26" fmla="*/ 1309570 h 1316277"/>
              <a:gd name="connsiteX27" fmla="*/ 0 w 2664912"/>
              <a:gd name="connsiteY27" fmla="*/ 1146 h 1316277"/>
              <a:gd name="connsiteX0" fmla="*/ 0 w 2664912"/>
              <a:gd name="connsiteY0" fmla="*/ 1146 h 1315983"/>
              <a:gd name="connsiteX1" fmla="*/ 1265952 w 2664912"/>
              <a:gd name="connsiteY1" fmla="*/ 47296 h 1315983"/>
              <a:gd name="connsiteX2" fmla="*/ 1317005 w 2664912"/>
              <a:gd name="connsiteY2" fmla="*/ 64313 h 1315983"/>
              <a:gd name="connsiteX3" fmla="*/ 1375979 w 2664912"/>
              <a:gd name="connsiteY3" fmla="*/ 80451 h 1315983"/>
              <a:gd name="connsiteX4" fmla="*/ 1533538 w 2664912"/>
              <a:gd name="connsiteY4" fmla="*/ 82211 h 1315983"/>
              <a:gd name="connsiteX5" fmla="*/ 1853644 w 2664912"/>
              <a:gd name="connsiteY5" fmla="*/ 69301 h 1315983"/>
              <a:gd name="connsiteX6" fmla="*/ 1952816 w 2664912"/>
              <a:gd name="connsiteY6" fmla="*/ 77810 h 1315983"/>
              <a:gd name="connsiteX7" fmla="*/ 2132380 w 2664912"/>
              <a:gd name="connsiteY7" fmla="*/ 69008 h 1315983"/>
              <a:gd name="connsiteX8" fmla="*/ 2376494 w 2664912"/>
              <a:gd name="connsiteY8" fmla="*/ 56392 h 1315983"/>
              <a:gd name="connsiteX9" fmla="*/ 2467450 w 2664912"/>
              <a:gd name="connsiteY9" fmla="*/ 57272 h 1315983"/>
              <a:gd name="connsiteX10" fmla="*/ 2510874 w 2664912"/>
              <a:gd name="connsiteY10" fmla="*/ 71942 h 1315983"/>
              <a:gd name="connsiteX11" fmla="*/ 2552831 w 2664912"/>
              <a:gd name="connsiteY11" fmla="*/ 86612 h 1315983"/>
              <a:gd name="connsiteX12" fmla="*/ 2610045 w 2664912"/>
              <a:gd name="connsiteY12" fmla="*/ 86906 h 1315983"/>
              <a:gd name="connsiteX13" fmla="*/ 2664912 w 2664912"/>
              <a:gd name="connsiteY13" fmla="*/ 142359 h 1315983"/>
              <a:gd name="connsiteX14" fmla="*/ 2663445 w 2664912"/>
              <a:gd name="connsiteY14" fmla="*/ 157030 h 1315983"/>
              <a:gd name="connsiteX15" fmla="*/ 2615913 w 2664912"/>
              <a:gd name="connsiteY15" fmla="*/ 298158 h 1315983"/>
              <a:gd name="connsiteX16" fmla="*/ 2560166 w 2664912"/>
              <a:gd name="connsiteY16" fmla="*/ 360653 h 1315983"/>
              <a:gd name="connsiteX17" fmla="*/ 2486228 w 2664912"/>
              <a:gd name="connsiteY17" fmla="*/ 446622 h 1315983"/>
              <a:gd name="connsiteX18" fmla="*/ 2428133 w 2664912"/>
              <a:gd name="connsiteY18" fmla="*/ 563104 h 1315983"/>
              <a:gd name="connsiteX19" fmla="*/ 2409942 w 2664912"/>
              <a:gd name="connsiteY19" fmla="*/ 684867 h 1315983"/>
              <a:gd name="connsiteX20" fmla="*/ 2421092 w 2664912"/>
              <a:gd name="connsiteY20" fmla="*/ 923113 h 1315983"/>
              <a:gd name="connsiteX21" fmla="*/ 2408475 w 2664912"/>
              <a:gd name="connsiteY21" fmla="*/ 964483 h 1315983"/>
              <a:gd name="connsiteX22" fmla="*/ 2332190 w 2664912"/>
              <a:gd name="connsiteY22" fmla="*/ 1131725 h 1315983"/>
              <a:gd name="connsiteX23" fmla="*/ 2259718 w 2664912"/>
              <a:gd name="connsiteY23" fmla="*/ 1284589 h 1315983"/>
              <a:gd name="connsiteX24" fmla="*/ 2250623 w 2664912"/>
              <a:gd name="connsiteY24" fmla="*/ 1315983 h 1315983"/>
              <a:gd name="connsiteX25" fmla="*/ 25107 w 2664912"/>
              <a:gd name="connsiteY25" fmla="*/ 1309570 h 1315983"/>
              <a:gd name="connsiteX26" fmla="*/ 0 w 2664912"/>
              <a:gd name="connsiteY26" fmla="*/ 1146 h 1315983"/>
              <a:gd name="connsiteX0" fmla="*/ 0 w 2664912"/>
              <a:gd name="connsiteY0" fmla="*/ 1146 h 1315983"/>
              <a:gd name="connsiteX1" fmla="*/ 1265952 w 2664912"/>
              <a:gd name="connsiteY1" fmla="*/ 47296 h 1315983"/>
              <a:gd name="connsiteX2" fmla="*/ 1317005 w 2664912"/>
              <a:gd name="connsiteY2" fmla="*/ 64313 h 1315983"/>
              <a:gd name="connsiteX3" fmla="*/ 1375979 w 2664912"/>
              <a:gd name="connsiteY3" fmla="*/ 80451 h 1315983"/>
              <a:gd name="connsiteX4" fmla="*/ 1533538 w 2664912"/>
              <a:gd name="connsiteY4" fmla="*/ 82211 h 1315983"/>
              <a:gd name="connsiteX5" fmla="*/ 1853644 w 2664912"/>
              <a:gd name="connsiteY5" fmla="*/ 69301 h 1315983"/>
              <a:gd name="connsiteX6" fmla="*/ 1952816 w 2664912"/>
              <a:gd name="connsiteY6" fmla="*/ 77810 h 1315983"/>
              <a:gd name="connsiteX7" fmla="*/ 2132380 w 2664912"/>
              <a:gd name="connsiteY7" fmla="*/ 69008 h 1315983"/>
              <a:gd name="connsiteX8" fmla="*/ 2376494 w 2664912"/>
              <a:gd name="connsiteY8" fmla="*/ 56392 h 1315983"/>
              <a:gd name="connsiteX9" fmla="*/ 2467450 w 2664912"/>
              <a:gd name="connsiteY9" fmla="*/ 57272 h 1315983"/>
              <a:gd name="connsiteX10" fmla="*/ 2510874 w 2664912"/>
              <a:gd name="connsiteY10" fmla="*/ 71942 h 1315983"/>
              <a:gd name="connsiteX11" fmla="*/ 2552831 w 2664912"/>
              <a:gd name="connsiteY11" fmla="*/ 86612 h 1315983"/>
              <a:gd name="connsiteX12" fmla="*/ 2610045 w 2664912"/>
              <a:gd name="connsiteY12" fmla="*/ 86906 h 1315983"/>
              <a:gd name="connsiteX13" fmla="*/ 2664912 w 2664912"/>
              <a:gd name="connsiteY13" fmla="*/ 142359 h 1315983"/>
              <a:gd name="connsiteX14" fmla="*/ 2663445 w 2664912"/>
              <a:gd name="connsiteY14" fmla="*/ 157030 h 1315983"/>
              <a:gd name="connsiteX15" fmla="*/ 2615913 w 2664912"/>
              <a:gd name="connsiteY15" fmla="*/ 298158 h 1315983"/>
              <a:gd name="connsiteX16" fmla="*/ 2560166 w 2664912"/>
              <a:gd name="connsiteY16" fmla="*/ 360653 h 1315983"/>
              <a:gd name="connsiteX17" fmla="*/ 2486228 w 2664912"/>
              <a:gd name="connsiteY17" fmla="*/ 446622 h 1315983"/>
              <a:gd name="connsiteX18" fmla="*/ 2428133 w 2664912"/>
              <a:gd name="connsiteY18" fmla="*/ 563104 h 1315983"/>
              <a:gd name="connsiteX19" fmla="*/ 2409942 w 2664912"/>
              <a:gd name="connsiteY19" fmla="*/ 684867 h 1315983"/>
              <a:gd name="connsiteX20" fmla="*/ 2421092 w 2664912"/>
              <a:gd name="connsiteY20" fmla="*/ 923113 h 1315983"/>
              <a:gd name="connsiteX21" fmla="*/ 2408475 w 2664912"/>
              <a:gd name="connsiteY21" fmla="*/ 964483 h 1315983"/>
              <a:gd name="connsiteX22" fmla="*/ 2332190 w 2664912"/>
              <a:gd name="connsiteY22" fmla="*/ 1131725 h 1315983"/>
              <a:gd name="connsiteX23" fmla="*/ 2259718 w 2664912"/>
              <a:gd name="connsiteY23" fmla="*/ 1284589 h 1315983"/>
              <a:gd name="connsiteX24" fmla="*/ 2250623 w 2664912"/>
              <a:gd name="connsiteY24" fmla="*/ 1315983 h 1315983"/>
              <a:gd name="connsiteX25" fmla="*/ 25107 w 2664912"/>
              <a:gd name="connsiteY25" fmla="*/ 1309570 h 1315983"/>
              <a:gd name="connsiteX26" fmla="*/ 0 w 2664912"/>
              <a:gd name="connsiteY26" fmla="*/ 1146 h 1315983"/>
              <a:gd name="connsiteX0" fmla="*/ 0 w 2664912"/>
              <a:gd name="connsiteY0" fmla="*/ 1146 h 1315983"/>
              <a:gd name="connsiteX1" fmla="*/ 1265952 w 2664912"/>
              <a:gd name="connsiteY1" fmla="*/ 47296 h 1315983"/>
              <a:gd name="connsiteX2" fmla="*/ 1317005 w 2664912"/>
              <a:gd name="connsiteY2" fmla="*/ 64313 h 1315983"/>
              <a:gd name="connsiteX3" fmla="*/ 1375979 w 2664912"/>
              <a:gd name="connsiteY3" fmla="*/ 80451 h 1315983"/>
              <a:gd name="connsiteX4" fmla="*/ 1533538 w 2664912"/>
              <a:gd name="connsiteY4" fmla="*/ 82211 h 1315983"/>
              <a:gd name="connsiteX5" fmla="*/ 1853644 w 2664912"/>
              <a:gd name="connsiteY5" fmla="*/ 69301 h 1315983"/>
              <a:gd name="connsiteX6" fmla="*/ 1952816 w 2664912"/>
              <a:gd name="connsiteY6" fmla="*/ 77810 h 1315983"/>
              <a:gd name="connsiteX7" fmla="*/ 2132380 w 2664912"/>
              <a:gd name="connsiteY7" fmla="*/ 69008 h 1315983"/>
              <a:gd name="connsiteX8" fmla="*/ 2376494 w 2664912"/>
              <a:gd name="connsiteY8" fmla="*/ 56392 h 1315983"/>
              <a:gd name="connsiteX9" fmla="*/ 2467450 w 2664912"/>
              <a:gd name="connsiteY9" fmla="*/ 57272 h 1315983"/>
              <a:gd name="connsiteX10" fmla="*/ 2510874 w 2664912"/>
              <a:gd name="connsiteY10" fmla="*/ 71942 h 1315983"/>
              <a:gd name="connsiteX11" fmla="*/ 2552831 w 2664912"/>
              <a:gd name="connsiteY11" fmla="*/ 86612 h 1315983"/>
              <a:gd name="connsiteX12" fmla="*/ 2610045 w 2664912"/>
              <a:gd name="connsiteY12" fmla="*/ 86906 h 1315983"/>
              <a:gd name="connsiteX13" fmla="*/ 2664912 w 2664912"/>
              <a:gd name="connsiteY13" fmla="*/ 142359 h 1315983"/>
              <a:gd name="connsiteX14" fmla="*/ 2663445 w 2664912"/>
              <a:gd name="connsiteY14" fmla="*/ 157030 h 1315983"/>
              <a:gd name="connsiteX15" fmla="*/ 2615913 w 2664912"/>
              <a:gd name="connsiteY15" fmla="*/ 298158 h 1315983"/>
              <a:gd name="connsiteX16" fmla="*/ 2560166 w 2664912"/>
              <a:gd name="connsiteY16" fmla="*/ 360653 h 1315983"/>
              <a:gd name="connsiteX17" fmla="*/ 2486228 w 2664912"/>
              <a:gd name="connsiteY17" fmla="*/ 446622 h 1315983"/>
              <a:gd name="connsiteX18" fmla="*/ 2428133 w 2664912"/>
              <a:gd name="connsiteY18" fmla="*/ 563104 h 1315983"/>
              <a:gd name="connsiteX19" fmla="*/ 2409942 w 2664912"/>
              <a:gd name="connsiteY19" fmla="*/ 684867 h 1315983"/>
              <a:gd name="connsiteX20" fmla="*/ 2421092 w 2664912"/>
              <a:gd name="connsiteY20" fmla="*/ 923113 h 1315983"/>
              <a:gd name="connsiteX21" fmla="*/ 2408475 w 2664912"/>
              <a:gd name="connsiteY21" fmla="*/ 964483 h 1315983"/>
              <a:gd name="connsiteX22" fmla="*/ 2332190 w 2664912"/>
              <a:gd name="connsiteY22" fmla="*/ 1131725 h 1315983"/>
              <a:gd name="connsiteX23" fmla="*/ 2259718 w 2664912"/>
              <a:gd name="connsiteY23" fmla="*/ 1284589 h 1315983"/>
              <a:gd name="connsiteX24" fmla="*/ 2250623 w 2664912"/>
              <a:gd name="connsiteY24" fmla="*/ 1315983 h 1315983"/>
              <a:gd name="connsiteX25" fmla="*/ 12700 w 2664912"/>
              <a:gd name="connsiteY25" fmla="*/ 1315774 h 1315983"/>
              <a:gd name="connsiteX26" fmla="*/ 0 w 2664912"/>
              <a:gd name="connsiteY26" fmla="*/ 1146 h 1315983"/>
              <a:gd name="connsiteX0" fmla="*/ 0 w 2664912"/>
              <a:gd name="connsiteY0" fmla="*/ 1305 h 1316142"/>
              <a:gd name="connsiteX1" fmla="*/ 447077 w 2664912"/>
              <a:gd name="connsiteY1" fmla="*/ 41251 h 1316142"/>
              <a:gd name="connsiteX2" fmla="*/ 1317005 w 2664912"/>
              <a:gd name="connsiteY2" fmla="*/ 64472 h 1316142"/>
              <a:gd name="connsiteX3" fmla="*/ 1375979 w 2664912"/>
              <a:gd name="connsiteY3" fmla="*/ 80610 h 1316142"/>
              <a:gd name="connsiteX4" fmla="*/ 1533538 w 2664912"/>
              <a:gd name="connsiteY4" fmla="*/ 82370 h 1316142"/>
              <a:gd name="connsiteX5" fmla="*/ 1853644 w 2664912"/>
              <a:gd name="connsiteY5" fmla="*/ 69460 h 1316142"/>
              <a:gd name="connsiteX6" fmla="*/ 1952816 w 2664912"/>
              <a:gd name="connsiteY6" fmla="*/ 77969 h 1316142"/>
              <a:gd name="connsiteX7" fmla="*/ 2132380 w 2664912"/>
              <a:gd name="connsiteY7" fmla="*/ 69167 h 1316142"/>
              <a:gd name="connsiteX8" fmla="*/ 2376494 w 2664912"/>
              <a:gd name="connsiteY8" fmla="*/ 56551 h 1316142"/>
              <a:gd name="connsiteX9" fmla="*/ 2467450 w 2664912"/>
              <a:gd name="connsiteY9" fmla="*/ 57431 h 1316142"/>
              <a:gd name="connsiteX10" fmla="*/ 2510874 w 2664912"/>
              <a:gd name="connsiteY10" fmla="*/ 72101 h 1316142"/>
              <a:gd name="connsiteX11" fmla="*/ 2552831 w 2664912"/>
              <a:gd name="connsiteY11" fmla="*/ 86771 h 1316142"/>
              <a:gd name="connsiteX12" fmla="*/ 2610045 w 2664912"/>
              <a:gd name="connsiteY12" fmla="*/ 87065 h 1316142"/>
              <a:gd name="connsiteX13" fmla="*/ 2664912 w 2664912"/>
              <a:gd name="connsiteY13" fmla="*/ 142518 h 1316142"/>
              <a:gd name="connsiteX14" fmla="*/ 2663445 w 2664912"/>
              <a:gd name="connsiteY14" fmla="*/ 157189 h 1316142"/>
              <a:gd name="connsiteX15" fmla="*/ 2615913 w 2664912"/>
              <a:gd name="connsiteY15" fmla="*/ 298317 h 1316142"/>
              <a:gd name="connsiteX16" fmla="*/ 2560166 w 2664912"/>
              <a:gd name="connsiteY16" fmla="*/ 360812 h 1316142"/>
              <a:gd name="connsiteX17" fmla="*/ 2486228 w 2664912"/>
              <a:gd name="connsiteY17" fmla="*/ 446781 h 1316142"/>
              <a:gd name="connsiteX18" fmla="*/ 2428133 w 2664912"/>
              <a:gd name="connsiteY18" fmla="*/ 563263 h 1316142"/>
              <a:gd name="connsiteX19" fmla="*/ 2409942 w 2664912"/>
              <a:gd name="connsiteY19" fmla="*/ 685026 h 1316142"/>
              <a:gd name="connsiteX20" fmla="*/ 2421092 w 2664912"/>
              <a:gd name="connsiteY20" fmla="*/ 923272 h 1316142"/>
              <a:gd name="connsiteX21" fmla="*/ 2408475 w 2664912"/>
              <a:gd name="connsiteY21" fmla="*/ 964642 h 1316142"/>
              <a:gd name="connsiteX22" fmla="*/ 2332190 w 2664912"/>
              <a:gd name="connsiteY22" fmla="*/ 1131884 h 1316142"/>
              <a:gd name="connsiteX23" fmla="*/ 2259718 w 2664912"/>
              <a:gd name="connsiteY23" fmla="*/ 1284748 h 1316142"/>
              <a:gd name="connsiteX24" fmla="*/ 2250623 w 2664912"/>
              <a:gd name="connsiteY24" fmla="*/ 1316142 h 1316142"/>
              <a:gd name="connsiteX25" fmla="*/ 12700 w 2664912"/>
              <a:gd name="connsiteY25" fmla="*/ 1315933 h 1316142"/>
              <a:gd name="connsiteX26" fmla="*/ 0 w 2664912"/>
              <a:gd name="connsiteY26" fmla="*/ 1305 h 1316142"/>
              <a:gd name="connsiteX0" fmla="*/ 0 w 2664912"/>
              <a:gd name="connsiteY0" fmla="*/ 1305 h 1316142"/>
              <a:gd name="connsiteX1" fmla="*/ 447077 w 2664912"/>
              <a:gd name="connsiteY1" fmla="*/ 41251 h 1316142"/>
              <a:gd name="connsiteX2" fmla="*/ 1317005 w 2664912"/>
              <a:gd name="connsiteY2" fmla="*/ 64472 h 1316142"/>
              <a:gd name="connsiteX3" fmla="*/ 1034781 w 2664912"/>
              <a:gd name="connsiteY3" fmla="*/ 43388 h 1316142"/>
              <a:gd name="connsiteX4" fmla="*/ 1533538 w 2664912"/>
              <a:gd name="connsiteY4" fmla="*/ 82370 h 1316142"/>
              <a:gd name="connsiteX5" fmla="*/ 1853644 w 2664912"/>
              <a:gd name="connsiteY5" fmla="*/ 69460 h 1316142"/>
              <a:gd name="connsiteX6" fmla="*/ 1952816 w 2664912"/>
              <a:gd name="connsiteY6" fmla="*/ 77969 h 1316142"/>
              <a:gd name="connsiteX7" fmla="*/ 2132380 w 2664912"/>
              <a:gd name="connsiteY7" fmla="*/ 69167 h 1316142"/>
              <a:gd name="connsiteX8" fmla="*/ 2376494 w 2664912"/>
              <a:gd name="connsiteY8" fmla="*/ 56551 h 1316142"/>
              <a:gd name="connsiteX9" fmla="*/ 2467450 w 2664912"/>
              <a:gd name="connsiteY9" fmla="*/ 57431 h 1316142"/>
              <a:gd name="connsiteX10" fmla="*/ 2510874 w 2664912"/>
              <a:gd name="connsiteY10" fmla="*/ 72101 h 1316142"/>
              <a:gd name="connsiteX11" fmla="*/ 2552831 w 2664912"/>
              <a:gd name="connsiteY11" fmla="*/ 86771 h 1316142"/>
              <a:gd name="connsiteX12" fmla="*/ 2610045 w 2664912"/>
              <a:gd name="connsiteY12" fmla="*/ 87065 h 1316142"/>
              <a:gd name="connsiteX13" fmla="*/ 2664912 w 2664912"/>
              <a:gd name="connsiteY13" fmla="*/ 142518 h 1316142"/>
              <a:gd name="connsiteX14" fmla="*/ 2663445 w 2664912"/>
              <a:gd name="connsiteY14" fmla="*/ 157189 h 1316142"/>
              <a:gd name="connsiteX15" fmla="*/ 2615913 w 2664912"/>
              <a:gd name="connsiteY15" fmla="*/ 298317 h 1316142"/>
              <a:gd name="connsiteX16" fmla="*/ 2560166 w 2664912"/>
              <a:gd name="connsiteY16" fmla="*/ 360812 h 1316142"/>
              <a:gd name="connsiteX17" fmla="*/ 2486228 w 2664912"/>
              <a:gd name="connsiteY17" fmla="*/ 446781 h 1316142"/>
              <a:gd name="connsiteX18" fmla="*/ 2428133 w 2664912"/>
              <a:gd name="connsiteY18" fmla="*/ 563263 h 1316142"/>
              <a:gd name="connsiteX19" fmla="*/ 2409942 w 2664912"/>
              <a:gd name="connsiteY19" fmla="*/ 685026 h 1316142"/>
              <a:gd name="connsiteX20" fmla="*/ 2421092 w 2664912"/>
              <a:gd name="connsiteY20" fmla="*/ 923272 h 1316142"/>
              <a:gd name="connsiteX21" fmla="*/ 2408475 w 2664912"/>
              <a:gd name="connsiteY21" fmla="*/ 964642 h 1316142"/>
              <a:gd name="connsiteX22" fmla="*/ 2332190 w 2664912"/>
              <a:gd name="connsiteY22" fmla="*/ 1131884 h 1316142"/>
              <a:gd name="connsiteX23" fmla="*/ 2259718 w 2664912"/>
              <a:gd name="connsiteY23" fmla="*/ 1284748 h 1316142"/>
              <a:gd name="connsiteX24" fmla="*/ 2250623 w 2664912"/>
              <a:gd name="connsiteY24" fmla="*/ 1316142 h 1316142"/>
              <a:gd name="connsiteX25" fmla="*/ 12700 w 2664912"/>
              <a:gd name="connsiteY25" fmla="*/ 1315933 h 1316142"/>
              <a:gd name="connsiteX26" fmla="*/ 0 w 2664912"/>
              <a:gd name="connsiteY26" fmla="*/ 1305 h 1316142"/>
              <a:gd name="connsiteX0" fmla="*/ 0 w 2664912"/>
              <a:gd name="connsiteY0" fmla="*/ 1199 h 1316036"/>
              <a:gd name="connsiteX1" fmla="*/ 447077 w 2664912"/>
              <a:gd name="connsiteY1" fmla="*/ 41145 h 1316036"/>
              <a:gd name="connsiteX2" fmla="*/ 839328 w 2664912"/>
              <a:gd name="connsiteY2" fmla="*/ 39552 h 1316036"/>
              <a:gd name="connsiteX3" fmla="*/ 1034781 w 2664912"/>
              <a:gd name="connsiteY3" fmla="*/ 43282 h 1316036"/>
              <a:gd name="connsiteX4" fmla="*/ 1533538 w 2664912"/>
              <a:gd name="connsiteY4" fmla="*/ 82264 h 1316036"/>
              <a:gd name="connsiteX5" fmla="*/ 1853644 w 2664912"/>
              <a:gd name="connsiteY5" fmla="*/ 69354 h 1316036"/>
              <a:gd name="connsiteX6" fmla="*/ 1952816 w 2664912"/>
              <a:gd name="connsiteY6" fmla="*/ 77863 h 1316036"/>
              <a:gd name="connsiteX7" fmla="*/ 2132380 w 2664912"/>
              <a:gd name="connsiteY7" fmla="*/ 69061 h 1316036"/>
              <a:gd name="connsiteX8" fmla="*/ 2376494 w 2664912"/>
              <a:gd name="connsiteY8" fmla="*/ 56445 h 1316036"/>
              <a:gd name="connsiteX9" fmla="*/ 2467450 w 2664912"/>
              <a:gd name="connsiteY9" fmla="*/ 57325 h 1316036"/>
              <a:gd name="connsiteX10" fmla="*/ 2510874 w 2664912"/>
              <a:gd name="connsiteY10" fmla="*/ 71995 h 1316036"/>
              <a:gd name="connsiteX11" fmla="*/ 2552831 w 2664912"/>
              <a:gd name="connsiteY11" fmla="*/ 86665 h 1316036"/>
              <a:gd name="connsiteX12" fmla="*/ 2610045 w 2664912"/>
              <a:gd name="connsiteY12" fmla="*/ 86959 h 1316036"/>
              <a:gd name="connsiteX13" fmla="*/ 2664912 w 2664912"/>
              <a:gd name="connsiteY13" fmla="*/ 142412 h 1316036"/>
              <a:gd name="connsiteX14" fmla="*/ 2663445 w 2664912"/>
              <a:gd name="connsiteY14" fmla="*/ 157083 h 1316036"/>
              <a:gd name="connsiteX15" fmla="*/ 2615913 w 2664912"/>
              <a:gd name="connsiteY15" fmla="*/ 298211 h 1316036"/>
              <a:gd name="connsiteX16" fmla="*/ 2560166 w 2664912"/>
              <a:gd name="connsiteY16" fmla="*/ 360706 h 1316036"/>
              <a:gd name="connsiteX17" fmla="*/ 2486228 w 2664912"/>
              <a:gd name="connsiteY17" fmla="*/ 446675 h 1316036"/>
              <a:gd name="connsiteX18" fmla="*/ 2428133 w 2664912"/>
              <a:gd name="connsiteY18" fmla="*/ 563157 h 1316036"/>
              <a:gd name="connsiteX19" fmla="*/ 2409942 w 2664912"/>
              <a:gd name="connsiteY19" fmla="*/ 684920 h 1316036"/>
              <a:gd name="connsiteX20" fmla="*/ 2421092 w 2664912"/>
              <a:gd name="connsiteY20" fmla="*/ 923166 h 1316036"/>
              <a:gd name="connsiteX21" fmla="*/ 2408475 w 2664912"/>
              <a:gd name="connsiteY21" fmla="*/ 964536 h 1316036"/>
              <a:gd name="connsiteX22" fmla="*/ 2332190 w 2664912"/>
              <a:gd name="connsiteY22" fmla="*/ 1131778 h 1316036"/>
              <a:gd name="connsiteX23" fmla="*/ 2259718 w 2664912"/>
              <a:gd name="connsiteY23" fmla="*/ 1284642 h 1316036"/>
              <a:gd name="connsiteX24" fmla="*/ 2250623 w 2664912"/>
              <a:gd name="connsiteY24" fmla="*/ 1316036 h 1316036"/>
              <a:gd name="connsiteX25" fmla="*/ 12700 w 2664912"/>
              <a:gd name="connsiteY25" fmla="*/ 1315827 h 1316036"/>
              <a:gd name="connsiteX26" fmla="*/ 0 w 2664912"/>
              <a:gd name="connsiteY26" fmla="*/ 1199 h 1316036"/>
              <a:gd name="connsiteX0" fmla="*/ 0 w 2664912"/>
              <a:gd name="connsiteY0" fmla="*/ 1199 h 1316036"/>
              <a:gd name="connsiteX1" fmla="*/ 447077 w 2664912"/>
              <a:gd name="connsiteY1" fmla="*/ 41145 h 1316036"/>
              <a:gd name="connsiteX2" fmla="*/ 839328 w 2664912"/>
              <a:gd name="connsiteY2" fmla="*/ 39552 h 1316036"/>
              <a:gd name="connsiteX3" fmla="*/ 1177464 w 2664912"/>
              <a:gd name="connsiteY3" fmla="*/ 43282 h 1316036"/>
              <a:gd name="connsiteX4" fmla="*/ 1533538 w 2664912"/>
              <a:gd name="connsiteY4" fmla="*/ 82264 h 1316036"/>
              <a:gd name="connsiteX5" fmla="*/ 1853644 w 2664912"/>
              <a:gd name="connsiteY5" fmla="*/ 69354 h 1316036"/>
              <a:gd name="connsiteX6" fmla="*/ 1952816 w 2664912"/>
              <a:gd name="connsiteY6" fmla="*/ 77863 h 1316036"/>
              <a:gd name="connsiteX7" fmla="*/ 2132380 w 2664912"/>
              <a:gd name="connsiteY7" fmla="*/ 69061 h 1316036"/>
              <a:gd name="connsiteX8" fmla="*/ 2376494 w 2664912"/>
              <a:gd name="connsiteY8" fmla="*/ 56445 h 1316036"/>
              <a:gd name="connsiteX9" fmla="*/ 2467450 w 2664912"/>
              <a:gd name="connsiteY9" fmla="*/ 57325 h 1316036"/>
              <a:gd name="connsiteX10" fmla="*/ 2510874 w 2664912"/>
              <a:gd name="connsiteY10" fmla="*/ 71995 h 1316036"/>
              <a:gd name="connsiteX11" fmla="*/ 2552831 w 2664912"/>
              <a:gd name="connsiteY11" fmla="*/ 86665 h 1316036"/>
              <a:gd name="connsiteX12" fmla="*/ 2610045 w 2664912"/>
              <a:gd name="connsiteY12" fmla="*/ 86959 h 1316036"/>
              <a:gd name="connsiteX13" fmla="*/ 2664912 w 2664912"/>
              <a:gd name="connsiteY13" fmla="*/ 142412 h 1316036"/>
              <a:gd name="connsiteX14" fmla="*/ 2663445 w 2664912"/>
              <a:gd name="connsiteY14" fmla="*/ 157083 h 1316036"/>
              <a:gd name="connsiteX15" fmla="*/ 2615913 w 2664912"/>
              <a:gd name="connsiteY15" fmla="*/ 298211 h 1316036"/>
              <a:gd name="connsiteX16" fmla="*/ 2560166 w 2664912"/>
              <a:gd name="connsiteY16" fmla="*/ 360706 h 1316036"/>
              <a:gd name="connsiteX17" fmla="*/ 2486228 w 2664912"/>
              <a:gd name="connsiteY17" fmla="*/ 446675 h 1316036"/>
              <a:gd name="connsiteX18" fmla="*/ 2428133 w 2664912"/>
              <a:gd name="connsiteY18" fmla="*/ 563157 h 1316036"/>
              <a:gd name="connsiteX19" fmla="*/ 2409942 w 2664912"/>
              <a:gd name="connsiteY19" fmla="*/ 684920 h 1316036"/>
              <a:gd name="connsiteX20" fmla="*/ 2421092 w 2664912"/>
              <a:gd name="connsiteY20" fmla="*/ 923166 h 1316036"/>
              <a:gd name="connsiteX21" fmla="*/ 2408475 w 2664912"/>
              <a:gd name="connsiteY21" fmla="*/ 964536 h 1316036"/>
              <a:gd name="connsiteX22" fmla="*/ 2332190 w 2664912"/>
              <a:gd name="connsiteY22" fmla="*/ 1131778 h 1316036"/>
              <a:gd name="connsiteX23" fmla="*/ 2259718 w 2664912"/>
              <a:gd name="connsiteY23" fmla="*/ 1284642 h 1316036"/>
              <a:gd name="connsiteX24" fmla="*/ 2250623 w 2664912"/>
              <a:gd name="connsiteY24" fmla="*/ 1316036 h 1316036"/>
              <a:gd name="connsiteX25" fmla="*/ 12700 w 2664912"/>
              <a:gd name="connsiteY25" fmla="*/ 1315827 h 1316036"/>
              <a:gd name="connsiteX26" fmla="*/ 0 w 2664912"/>
              <a:gd name="connsiteY26" fmla="*/ 1199 h 1316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664912" h="1316036">
                <a:moveTo>
                  <a:pt x="0" y="1199"/>
                </a:moveTo>
                <a:cubicBezTo>
                  <a:pt x="6162" y="-7603"/>
                  <a:pt x="307189" y="34753"/>
                  <a:pt x="447077" y="41145"/>
                </a:cubicBezTo>
                <a:cubicBezTo>
                  <a:pt x="586965" y="47537"/>
                  <a:pt x="717597" y="39196"/>
                  <a:pt x="839328" y="39552"/>
                </a:cubicBezTo>
                <a:lnTo>
                  <a:pt x="1177464" y="43282"/>
                </a:lnTo>
                <a:cubicBezTo>
                  <a:pt x="1293166" y="50401"/>
                  <a:pt x="1420841" y="77919"/>
                  <a:pt x="1533538" y="82264"/>
                </a:cubicBezTo>
                <a:cubicBezTo>
                  <a:pt x="1646235" y="86609"/>
                  <a:pt x="1746551" y="59379"/>
                  <a:pt x="1853644" y="69354"/>
                </a:cubicBezTo>
                <a:lnTo>
                  <a:pt x="1952816" y="77863"/>
                </a:lnTo>
                <a:cubicBezTo>
                  <a:pt x="2012964" y="82851"/>
                  <a:pt x="2072819" y="78156"/>
                  <a:pt x="2132380" y="69061"/>
                </a:cubicBezTo>
                <a:cubicBezTo>
                  <a:pt x="2213360" y="56738"/>
                  <a:pt x="2294927" y="56738"/>
                  <a:pt x="2376494" y="56445"/>
                </a:cubicBezTo>
                <a:lnTo>
                  <a:pt x="2467450" y="57325"/>
                </a:lnTo>
                <a:cubicBezTo>
                  <a:pt x="2483587" y="57325"/>
                  <a:pt x="2498257" y="61139"/>
                  <a:pt x="2510874" y="71995"/>
                </a:cubicBezTo>
                <a:cubicBezTo>
                  <a:pt x="2522903" y="82558"/>
                  <a:pt x="2537280" y="86372"/>
                  <a:pt x="2552831" y="86665"/>
                </a:cubicBezTo>
                <a:lnTo>
                  <a:pt x="2610045" y="86959"/>
                </a:lnTo>
                <a:cubicBezTo>
                  <a:pt x="2638212" y="87252"/>
                  <a:pt x="2664619" y="113952"/>
                  <a:pt x="2664912" y="142412"/>
                </a:cubicBezTo>
                <a:cubicBezTo>
                  <a:pt x="2664912" y="147400"/>
                  <a:pt x="2664912" y="152388"/>
                  <a:pt x="2663445" y="157083"/>
                </a:cubicBezTo>
                <a:cubicBezTo>
                  <a:pt x="2646721" y="204028"/>
                  <a:pt x="2636745" y="253027"/>
                  <a:pt x="2615913" y="298211"/>
                </a:cubicBezTo>
                <a:cubicBezTo>
                  <a:pt x="2603884" y="324618"/>
                  <a:pt x="2584812" y="346036"/>
                  <a:pt x="2560166" y="360706"/>
                </a:cubicBezTo>
                <a:cubicBezTo>
                  <a:pt x="2525544" y="381245"/>
                  <a:pt x="2502952" y="410585"/>
                  <a:pt x="2486228" y="446675"/>
                </a:cubicBezTo>
                <a:cubicBezTo>
                  <a:pt x="2468037" y="485991"/>
                  <a:pt x="2448672" y="525014"/>
                  <a:pt x="2428133" y="563157"/>
                </a:cubicBezTo>
                <a:cubicBezTo>
                  <a:pt x="2406715" y="602473"/>
                  <a:pt x="2404954" y="642083"/>
                  <a:pt x="2409942" y="684920"/>
                </a:cubicBezTo>
                <a:cubicBezTo>
                  <a:pt x="2419038" y="764140"/>
                  <a:pt x="2424319" y="843359"/>
                  <a:pt x="2421092" y="923166"/>
                </a:cubicBezTo>
                <a:cubicBezTo>
                  <a:pt x="2420505" y="938130"/>
                  <a:pt x="2416690" y="952800"/>
                  <a:pt x="2408475" y="964536"/>
                </a:cubicBezTo>
                <a:cubicBezTo>
                  <a:pt x="2372093" y="1015295"/>
                  <a:pt x="2354488" y="1074563"/>
                  <a:pt x="2332190" y="1131778"/>
                </a:cubicBezTo>
                <a:cubicBezTo>
                  <a:pt x="2311651" y="1184297"/>
                  <a:pt x="2293753" y="1238284"/>
                  <a:pt x="2259718" y="1284642"/>
                </a:cubicBezTo>
                <a:cubicBezTo>
                  <a:pt x="2252970" y="1293738"/>
                  <a:pt x="2247982" y="1304007"/>
                  <a:pt x="2250623" y="1316036"/>
                </a:cubicBezTo>
                <a:lnTo>
                  <a:pt x="12700" y="1315827"/>
                </a:lnTo>
                <a:cubicBezTo>
                  <a:pt x="12407" y="900364"/>
                  <a:pt x="0" y="416662"/>
                  <a:pt x="0" y="1199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 w="293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72">
            <a:extLst>
              <a:ext uri="{FF2B5EF4-FFF2-40B4-BE49-F238E27FC236}">
                <a16:creationId xmlns:a16="http://schemas.microsoft.com/office/drawing/2014/main" xmlns="" id="{DCB517CA-A7C7-4D04-8427-A5D56CB1664C}"/>
              </a:ext>
            </a:extLst>
          </p:cNvPr>
          <p:cNvSpPr/>
          <p:nvPr/>
        </p:nvSpPr>
        <p:spPr>
          <a:xfrm>
            <a:off x="4661698" y="1497618"/>
            <a:ext cx="2398777" cy="2863379"/>
          </a:xfrm>
          <a:custGeom>
            <a:avLst/>
            <a:gdLst>
              <a:gd name="connsiteX0" fmla="*/ 199887 w 1480944"/>
              <a:gd name="connsiteY0" fmla="*/ 264103 h 1767778"/>
              <a:gd name="connsiteX1" fmla="*/ 181403 w 1480944"/>
              <a:gd name="connsiteY1" fmla="*/ 236523 h 1767778"/>
              <a:gd name="connsiteX2" fmla="*/ 184923 w 1480944"/>
              <a:gd name="connsiteY2" fmla="*/ 220972 h 1767778"/>
              <a:gd name="connsiteX3" fmla="*/ 241844 w 1480944"/>
              <a:gd name="connsiteY3" fmla="*/ 238870 h 1767778"/>
              <a:gd name="connsiteX4" fmla="*/ 233922 w 1480944"/>
              <a:gd name="connsiteY4" fmla="*/ 217451 h 1767778"/>
              <a:gd name="connsiteX5" fmla="*/ 232749 w 1480944"/>
              <a:gd name="connsiteY5" fmla="*/ 204248 h 1767778"/>
              <a:gd name="connsiteX6" fmla="*/ 247125 w 1480944"/>
              <a:gd name="connsiteY6" fmla="*/ 206595 h 1767778"/>
              <a:gd name="connsiteX7" fmla="*/ 282041 w 1480944"/>
              <a:gd name="connsiteY7" fmla="*/ 241804 h 1767778"/>
              <a:gd name="connsiteX8" fmla="*/ 319890 w 1480944"/>
              <a:gd name="connsiteY8" fmla="*/ 289923 h 1767778"/>
              <a:gd name="connsiteX9" fmla="*/ 325465 w 1480944"/>
              <a:gd name="connsiteY9" fmla="*/ 264396 h 1767778"/>
              <a:gd name="connsiteX10" fmla="*/ 341015 w 1480944"/>
              <a:gd name="connsiteY10" fmla="*/ 252367 h 1767778"/>
              <a:gd name="connsiteX11" fmla="*/ 348644 w 1480944"/>
              <a:gd name="connsiteY11" fmla="*/ 267330 h 1767778"/>
              <a:gd name="connsiteX12" fmla="*/ 347177 w 1480944"/>
              <a:gd name="connsiteY12" fmla="*/ 320144 h 1767778"/>
              <a:gd name="connsiteX13" fmla="*/ 370063 w 1480944"/>
              <a:gd name="connsiteY13" fmla="*/ 345670 h 1767778"/>
              <a:gd name="connsiteX14" fmla="*/ 520580 w 1480944"/>
              <a:gd name="connsiteY14" fmla="*/ 356819 h 1767778"/>
              <a:gd name="connsiteX15" fmla="*/ 547280 w 1480944"/>
              <a:gd name="connsiteY15" fmla="*/ 363861 h 1767778"/>
              <a:gd name="connsiteX16" fmla="*/ 644104 w 1480944"/>
              <a:gd name="connsiteY16" fmla="*/ 388507 h 1767778"/>
              <a:gd name="connsiteX17" fmla="*/ 650852 w 1480944"/>
              <a:gd name="connsiteY17" fmla="*/ 386747 h 1767778"/>
              <a:gd name="connsiteX18" fmla="*/ 682540 w 1480944"/>
              <a:gd name="connsiteY18" fmla="*/ 375010 h 1767778"/>
              <a:gd name="connsiteX19" fmla="*/ 797849 w 1480944"/>
              <a:gd name="connsiteY19" fmla="*/ 379118 h 1767778"/>
              <a:gd name="connsiteX20" fmla="*/ 813693 w 1480944"/>
              <a:gd name="connsiteY20" fmla="*/ 375304 h 1767778"/>
              <a:gd name="connsiteX21" fmla="*/ 813399 w 1480944"/>
              <a:gd name="connsiteY21" fmla="*/ 350071 h 1767778"/>
              <a:gd name="connsiteX22" fmla="*/ 803130 w 1480944"/>
              <a:gd name="connsiteY22" fmla="*/ 318090 h 1767778"/>
              <a:gd name="connsiteX23" fmla="*/ 796675 w 1480944"/>
              <a:gd name="connsiteY23" fmla="*/ 312222 h 1767778"/>
              <a:gd name="connsiteX24" fmla="*/ 791100 w 1480944"/>
              <a:gd name="connsiteY24" fmla="*/ 306647 h 1767778"/>
              <a:gd name="connsiteX25" fmla="*/ 816920 w 1480944"/>
              <a:gd name="connsiteY25" fmla="*/ 178722 h 1767778"/>
              <a:gd name="connsiteX26" fmla="*/ 910810 w 1480944"/>
              <a:gd name="connsiteY26" fmla="*/ 154076 h 1767778"/>
              <a:gd name="connsiteX27" fmla="*/ 1001766 w 1480944"/>
              <a:gd name="connsiteY27" fmla="*/ 176375 h 1767778"/>
              <a:gd name="connsiteX28" fmla="*/ 1011155 w 1480944"/>
              <a:gd name="connsiteY28" fmla="*/ 181656 h 1767778"/>
              <a:gd name="connsiteX29" fmla="*/ 1000886 w 1480944"/>
              <a:gd name="connsiteY29" fmla="*/ 187817 h 1767778"/>
              <a:gd name="connsiteX30" fmla="*/ 997952 w 1480944"/>
              <a:gd name="connsiteY30" fmla="*/ 188404 h 1767778"/>
              <a:gd name="connsiteX31" fmla="*/ 980641 w 1480944"/>
              <a:gd name="connsiteY31" fmla="*/ 192219 h 1767778"/>
              <a:gd name="connsiteX32" fmla="*/ 994724 w 1480944"/>
              <a:gd name="connsiteY32" fmla="*/ 206595 h 1767778"/>
              <a:gd name="connsiteX33" fmla="*/ 1017903 w 1480944"/>
              <a:gd name="connsiteY33" fmla="*/ 242391 h 1767778"/>
              <a:gd name="connsiteX34" fmla="*/ 1016730 w 1480944"/>
              <a:gd name="connsiteY34" fmla="*/ 252073 h 1767778"/>
              <a:gd name="connsiteX35" fmla="*/ 1006754 w 1480944"/>
              <a:gd name="connsiteY35" fmla="*/ 248552 h 1767778"/>
              <a:gd name="connsiteX36" fmla="*/ 997658 w 1480944"/>
              <a:gd name="connsiteY36" fmla="*/ 243271 h 1767778"/>
              <a:gd name="connsiteX37" fmla="*/ 993844 w 1480944"/>
              <a:gd name="connsiteY37" fmla="*/ 269971 h 1767778"/>
              <a:gd name="connsiteX38" fmla="*/ 984748 w 1480944"/>
              <a:gd name="connsiteY38" fmla="*/ 311635 h 1767778"/>
              <a:gd name="connsiteX39" fmla="*/ 985628 w 1480944"/>
              <a:gd name="connsiteY39" fmla="*/ 332467 h 1767778"/>
              <a:gd name="connsiteX40" fmla="*/ 980641 w 1480944"/>
              <a:gd name="connsiteY40" fmla="*/ 353005 h 1767778"/>
              <a:gd name="connsiteX41" fmla="*/ 966264 w 1480944"/>
              <a:gd name="connsiteY41" fmla="*/ 372076 h 1767778"/>
              <a:gd name="connsiteX42" fmla="*/ 946605 w 1480944"/>
              <a:gd name="connsiteY42" fmla="*/ 389681 h 1767778"/>
              <a:gd name="connsiteX43" fmla="*/ 972425 w 1480944"/>
              <a:gd name="connsiteY43" fmla="*/ 391148 h 1767778"/>
              <a:gd name="connsiteX44" fmla="*/ 1037268 w 1480944"/>
              <a:gd name="connsiteY44" fmla="*/ 373543 h 1767778"/>
              <a:gd name="connsiteX45" fmla="*/ 1052819 w 1480944"/>
              <a:gd name="connsiteY45" fmla="*/ 370316 h 1767778"/>
              <a:gd name="connsiteX46" fmla="*/ 1119128 w 1480944"/>
              <a:gd name="connsiteY46" fmla="*/ 357113 h 1767778"/>
              <a:gd name="connsiteX47" fmla="*/ 1241479 w 1480944"/>
              <a:gd name="connsiteY47" fmla="*/ 244151 h 1767778"/>
              <a:gd name="connsiteX48" fmla="*/ 1290184 w 1480944"/>
              <a:gd name="connsiteY48" fmla="*/ 134418 h 1767778"/>
              <a:gd name="connsiteX49" fmla="*/ 1281088 w 1480944"/>
              <a:gd name="connsiteY49" fmla="*/ 97448 h 1767778"/>
              <a:gd name="connsiteX50" fmla="*/ 1289891 w 1480944"/>
              <a:gd name="connsiteY50" fmla="*/ 21750 h 1767778"/>
              <a:gd name="connsiteX51" fmla="*/ 1335369 w 1480944"/>
              <a:gd name="connsiteY51" fmla="*/ 2091 h 1767778"/>
              <a:gd name="connsiteX52" fmla="*/ 1352386 w 1480944"/>
              <a:gd name="connsiteY52" fmla="*/ 4732 h 1767778"/>
              <a:gd name="connsiteX53" fmla="*/ 1351506 w 1480944"/>
              <a:gd name="connsiteY53" fmla="*/ 25564 h 1767778"/>
              <a:gd name="connsiteX54" fmla="*/ 1347985 w 1480944"/>
              <a:gd name="connsiteY54" fmla="*/ 37007 h 1767778"/>
              <a:gd name="connsiteX55" fmla="*/ 1349158 w 1480944"/>
              <a:gd name="connsiteY55" fmla="*/ 134124 h 1767778"/>
              <a:gd name="connsiteX56" fmla="*/ 1316004 w 1480944"/>
              <a:gd name="connsiteY56" fmla="*/ 270558 h 1767778"/>
              <a:gd name="connsiteX57" fmla="*/ 1214192 w 1480944"/>
              <a:gd name="connsiteY57" fmla="*/ 394669 h 1767778"/>
              <a:gd name="connsiteX58" fmla="*/ 1156978 w 1480944"/>
              <a:gd name="connsiteY58" fmla="*/ 424303 h 1767778"/>
              <a:gd name="connsiteX59" fmla="*/ 1130864 w 1480944"/>
              <a:gd name="connsiteY59" fmla="*/ 457458 h 1767778"/>
              <a:gd name="connsiteX60" fmla="*/ 1100644 w 1480944"/>
              <a:gd name="connsiteY60" fmla="*/ 502349 h 1767778"/>
              <a:gd name="connsiteX61" fmla="*/ 1001472 w 1480944"/>
              <a:gd name="connsiteY61" fmla="*/ 575113 h 1767778"/>
              <a:gd name="connsiteX62" fmla="*/ 975653 w 1480944"/>
              <a:gd name="connsiteY62" fmla="*/ 615017 h 1767778"/>
              <a:gd name="connsiteX63" fmla="*/ 931935 w 1480944"/>
              <a:gd name="connsiteY63" fmla="*/ 754385 h 1767778"/>
              <a:gd name="connsiteX64" fmla="*/ 884110 w 1480944"/>
              <a:gd name="connsiteY64" fmla="*/ 841526 h 1767778"/>
              <a:gd name="connsiteX65" fmla="*/ 870613 w 1480944"/>
              <a:gd name="connsiteY65" fmla="*/ 867346 h 1767778"/>
              <a:gd name="connsiteX66" fmla="*/ 877362 w 1480944"/>
              <a:gd name="connsiteY66" fmla="*/ 879962 h 1767778"/>
              <a:gd name="connsiteX67" fmla="*/ 1054872 w 1480944"/>
              <a:gd name="connsiteY67" fmla="*/ 924560 h 1767778"/>
              <a:gd name="connsiteX68" fmla="*/ 1103871 w 1480944"/>
              <a:gd name="connsiteY68" fmla="*/ 928961 h 1767778"/>
              <a:gd name="connsiteX69" fmla="*/ 1207444 w 1480944"/>
              <a:gd name="connsiteY69" fmla="*/ 1017276 h 1767778"/>
              <a:gd name="connsiteX70" fmla="*/ 1281382 w 1480944"/>
              <a:gd name="connsiteY70" fmla="*/ 1234984 h 1767778"/>
              <a:gd name="connsiteX71" fmla="*/ 1329207 w 1480944"/>
              <a:gd name="connsiteY71" fmla="*/ 1286036 h 1767778"/>
              <a:gd name="connsiteX72" fmla="*/ 1342117 w 1480944"/>
              <a:gd name="connsiteY72" fmla="*/ 1301880 h 1767778"/>
              <a:gd name="connsiteX73" fmla="*/ 1335369 w 1480944"/>
              <a:gd name="connsiteY73" fmla="*/ 1325059 h 1767778"/>
              <a:gd name="connsiteX74" fmla="*/ 1324512 w 1480944"/>
              <a:gd name="connsiteY74" fmla="*/ 1329460 h 1767778"/>
              <a:gd name="connsiteX75" fmla="*/ 1313950 w 1480944"/>
              <a:gd name="connsiteY75" fmla="*/ 1338556 h 1767778"/>
              <a:gd name="connsiteX76" fmla="*/ 1328620 w 1480944"/>
              <a:gd name="connsiteY76" fmla="*/ 1351172 h 1767778"/>
              <a:gd name="connsiteX77" fmla="*/ 1339770 w 1480944"/>
              <a:gd name="connsiteY77" fmla="*/ 1343837 h 1767778"/>
              <a:gd name="connsiteX78" fmla="*/ 1354147 w 1480944"/>
              <a:gd name="connsiteY78" fmla="*/ 1334448 h 1767778"/>
              <a:gd name="connsiteX79" fmla="*/ 1413708 w 1480944"/>
              <a:gd name="connsiteY79" fmla="*/ 1299826 h 1767778"/>
              <a:gd name="connsiteX80" fmla="*/ 1424271 w 1480944"/>
              <a:gd name="connsiteY80" fmla="*/ 1251414 h 1767778"/>
              <a:gd name="connsiteX81" fmla="*/ 1457425 w 1480944"/>
              <a:gd name="connsiteY81" fmla="*/ 1225008 h 1767778"/>
              <a:gd name="connsiteX82" fmla="*/ 1473856 w 1480944"/>
              <a:gd name="connsiteY82" fmla="*/ 1240558 h 1767778"/>
              <a:gd name="connsiteX83" fmla="*/ 1479431 w 1480944"/>
              <a:gd name="connsiteY83" fmla="*/ 1283396 h 1767778"/>
              <a:gd name="connsiteX84" fmla="*/ 1428378 w 1480944"/>
              <a:gd name="connsiteY84" fmla="*/ 1394890 h 1767778"/>
              <a:gd name="connsiteX85" fmla="*/ 1401385 w 1480944"/>
              <a:gd name="connsiteY85" fmla="*/ 1450930 h 1767778"/>
              <a:gd name="connsiteX86" fmla="*/ 1385834 w 1480944"/>
              <a:gd name="connsiteY86" fmla="*/ 1490247 h 1767778"/>
              <a:gd name="connsiteX87" fmla="*/ 1353853 w 1480944"/>
              <a:gd name="connsiteY87" fmla="*/ 1504037 h 1767778"/>
              <a:gd name="connsiteX88" fmla="*/ 1289304 w 1480944"/>
              <a:gd name="connsiteY88" fmla="*/ 1432152 h 1767778"/>
              <a:gd name="connsiteX89" fmla="*/ 1247934 w 1480944"/>
              <a:gd name="connsiteY89" fmla="*/ 1363202 h 1767778"/>
              <a:gd name="connsiteX90" fmla="*/ 1225928 w 1480944"/>
              <a:gd name="connsiteY90" fmla="*/ 1362615 h 1767778"/>
              <a:gd name="connsiteX91" fmla="*/ 1196001 w 1480944"/>
              <a:gd name="connsiteY91" fmla="*/ 1345304 h 1767778"/>
              <a:gd name="connsiteX92" fmla="*/ 1187198 w 1480944"/>
              <a:gd name="connsiteY92" fmla="*/ 1306868 h 1767778"/>
              <a:gd name="connsiteX93" fmla="*/ 1148175 w 1480944"/>
              <a:gd name="connsiteY93" fmla="*/ 1222661 h 1767778"/>
              <a:gd name="connsiteX94" fmla="*/ 1099177 w 1480944"/>
              <a:gd name="connsiteY94" fmla="*/ 1125837 h 1767778"/>
              <a:gd name="connsiteX95" fmla="*/ 1057220 w 1480944"/>
              <a:gd name="connsiteY95" fmla="*/ 1094736 h 1767778"/>
              <a:gd name="connsiteX96" fmla="*/ 1031106 w 1480944"/>
              <a:gd name="connsiteY96" fmla="*/ 1091508 h 1767778"/>
              <a:gd name="connsiteX97" fmla="*/ 1005874 w 1480944"/>
              <a:gd name="connsiteY97" fmla="*/ 1092388 h 1767778"/>
              <a:gd name="connsiteX98" fmla="*/ 991497 w 1480944"/>
              <a:gd name="connsiteY98" fmla="*/ 1090041 h 1767778"/>
              <a:gd name="connsiteX99" fmla="*/ 969785 w 1480944"/>
              <a:gd name="connsiteY99" fmla="*/ 1081826 h 1767778"/>
              <a:gd name="connsiteX100" fmla="*/ 808705 w 1480944"/>
              <a:gd name="connsiteY100" fmla="*/ 1090334 h 1767778"/>
              <a:gd name="connsiteX101" fmla="*/ 793154 w 1480944"/>
              <a:gd name="connsiteY101" fmla="*/ 1099430 h 1767778"/>
              <a:gd name="connsiteX102" fmla="*/ 642930 w 1480944"/>
              <a:gd name="connsiteY102" fmla="*/ 1271953 h 1767778"/>
              <a:gd name="connsiteX103" fmla="*/ 529676 w 1480944"/>
              <a:gd name="connsiteY103" fmla="*/ 1365843 h 1767778"/>
              <a:gd name="connsiteX104" fmla="*/ 226000 w 1480944"/>
              <a:gd name="connsiteY104" fmla="*/ 1536898 h 1767778"/>
              <a:gd name="connsiteX105" fmla="*/ 200767 w 1480944"/>
              <a:gd name="connsiteY105" fmla="*/ 1539833 h 1767778"/>
              <a:gd name="connsiteX106" fmla="*/ 190205 w 1480944"/>
              <a:gd name="connsiteY106" fmla="*/ 1543060 h 1767778"/>
              <a:gd name="connsiteX107" fmla="*/ 128589 w 1480944"/>
              <a:gd name="connsiteY107" fmla="*/ 1587658 h 1767778"/>
              <a:gd name="connsiteX108" fmla="*/ 122721 w 1480944"/>
              <a:gd name="connsiteY108" fmla="*/ 1593526 h 1767778"/>
              <a:gd name="connsiteX109" fmla="*/ 118027 w 1480944"/>
              <a:gd name="connsiteY109" fmla="*/ 1626974 h 1767778"/>
              <a:gd name="connsiteX110" fmla="*/ 93381 w 1480944"/>
              <a:gd name="connsiteY110" fmla="*/ 1653381 h 1767778"/>
              <a:gd name="connsiteX111" fmla="*/ 85165 w 1480944"/>
              <a:gd name="connsiteY111" fmla="*/ 1662476 h 1767778"/>
              <a:gd name="connsiteX112" fmla="*/ 72842 w 1480944"/>
              <a:gd name="connsiteY112" fmla="*/ 1745510 h 1767778"/>
              <a:gd name="connsiteX113" fmla="*/ 65507 w 1480944"/>
              <a:gd name="connsiteY113" fmla="*/ 1766635 h 1767778"/>
              <a:gd name="connsiteX114" fmla="*/ 40861 w 1480944"/>
              <a:gd name="connsiteY114" fmla="*/ 1757833 h 1767778"/>
              <a:gd name="connsiteX115" fmla="*/ 12401 w 1480944"/>
              <a:gd name="connsiteY115" fmla="*/ 1713529 h 1767778"/>
              <a:gd name="connsiteX116" fmla="*/ 6826 w 1480944"/>
              <a:gd name="connsiteY116" fmla="*/ 1646926 h 1767778"/>
              <a:gd name="connsiteX117" fmla="*/ 9173 w 1480944"/>
              <a:gd name="connsiteY117" fmla="*/ 1581790 h 1767778"/>
              <a:gd name="connsiteX118" fmla="*/ 3892 w 1480944"/>
              <a:gd name="connsiteY118" fmla="*/ 1536605 h 1767778"/>
              <a:gd name="connsiteX119" fmla="*/ 22376 w 1480944"/>
              <a:gd name="connsiteY119" fmla="*/ 1511079 h 1767778"/>
              <a:gd name="connsiteX120" fmla="*/ 63160 w 1480944"/>
              <a:gd name="connsiteY120" fmla="*/ 1508438 h 1767778"/>
              <a:gd name="connsiteX121" fmla="*/ 142966 w 1480944"/>
              <a:gd name="connsiteY121" fmla="*/ 1477337 h 1767778"/>
              <a:gd name="connsiteX122" fmla="*/ 143260 w 1480944"/>
              <a:gd name="connsiteY122" fmla="*/ 1457679 h 1767778"/>
              <a:gd name="connsiteX123" fmla="*/ 132110 w 1480944"/>
              <a:gd name="connsiteY123" fmla="*/ 1424817 h 1767778"/>
              <a:gd name="connsiteX124" fmla="*/ 145900 w 1480944"/>
              <a:gd name="connsiteY124" fmla="*/ 1403692 h 1767778"/>
              <a:gd name="connsiteX125" fmla="*/ 203114 w 1480944"/>
              <a:gd name="connsiteY125" fmla="*/ 1394596 h 1767778"/>
              <a:gd name="connsiteX126" fmla="*/ 288202 w 1480944"/>
              <a:gd name="connsiteY126" fmla="*/ 1372298 h 1767778"/>
              <a:gd name="connsiteX127" fmla="*/ 428744 w 1480944"/>
              <a:gd name="connsiteY127" fmla="*/ 1262270 h 1767778"/>
              <a:gd name="connsiteX128" fmla="*/ 436079 w 1480944"/>
              <a:gd name="connsiteY128" fmla="*/ 1242025 h 1767778"/>
              <a:gd name="connsiteX129" fmla="*/ 440187 w 1480944"/>
              <a:gd name="connsiteY129" fmla="*/ 1231756 h 1767778"/>
              <a:gd name="connsiteX130" fmla="*/ 513245 w 1480944"/>
              <a:gd name="connsiteY130" fmla="*/ 1138160 h 1767778"/>
              <a:gd name="connsiteX131" fmla="*/ 559603 w 1480944"/>
              <a:gd name="connsiteY131" fmla="*/ 1108526 h 1767778"/>
              <a:gd name="connsiteX132" fmla="*/ 595692 w 1480944"/>
              <a:gd name="connsiteY132" fmla="*/ 1063634 h 1767778"/>
              <a:gd name="connsiteX133" fmla="*/ 627967 w 1480944"/>
              <a:gd name="connsiteY133" fmla="*/ 892285 h 1767778"/>
              <a:gd name="connsiteX134" fmla="*/ 622979 w 1480944"/>
              <a:gd name="connsiteY134" fmla="*/ 882896 h 1767778"/>
              <a:gd name="connsiteX135" fmla="*/ 619164 w 1480944"/>
              <a:gd name="connsiteY135" fmla="*/ 867933 h 1767778"/>
              <a:gd name="connsiteX136" fmla="*/ 637649 w 1480944"/>
              <a:gd name="connsiteY136" fmla="*/ 845047 h 1767778"/>
              <a:gd name="connsiteX137" fmla="*/ 696330 w 1480944"/>
              <a:gd name="connsiteY137" fmla="*/ 677219 h 1767778"/>
              <a:gd name="connsiteX138" fmla="*/ 685474 w 1480944"/>
              <a:gd name="connsiteY138" fmla="*/ 579808 h 1767778"/>
              <a:gd name="connsiteX139" fmla="*/ 649972 w 1480944"/>
              <a:gd name="connsiteY139" fmla="*/ 538731 h 1767778"/>
              <a:gd name="connsiteX140" fmla="*/ 605668 w 1480944"/>
              <a:gd name="connsiteY140" fmla="*/ 523767 h 1767778"/>
              <a:gd name="connsiteX141" fmla="*/ 593051 w 1480944"/>
              <a:gd name="connsiteY141" fmla="*/ 495894 h 1767778"/>
              <a:gd name="connsiteX142" fmla="*/ 595398 w 1480944"/>
              <a:gd name="connsiteY142" fmla="*/ 490612 h 1767778"/>
              <a:gd name="connsiteX143" fmla="*/ 582195 w 1480944"/>
              <a:gd name="connsiteY143" fmla="*/ 456284 h 1767778"/>
              <a:gd name="connsiteX144" fmla="*/ 500335 w 1480944"/>
              <a:gd name="connsiteY144" fmla="*/ 443374 h 1767778"/>
              <a:gd name="connsiteX145" fmla="*/ 350111 w 1480944"/>
              <a:gd name="connsiteY145" fmla="*/ 405818 h 1767778"/>
              <a:gd name="connsiteX146" fmla="*/ 188738 w 1480944"/>
              <a:gd name="connsiteY146" fmla="*/ 284348 h 1767778"/>
              <a:gd name="connsiteX147" fmla="*/ 186390 w 1480944"/>
              <a:gd name="connsiteY147" fmla="*/ 280534 h 1767778"/>
              <a:gd name="connsiteX148" fmla="*/ 181696 w 1480944"/>
              <a:gd name="connsiteY148" fmla="*/ 264983 h 1767778"/>
              <a:gd name="connsiteX149" fmla="*/ 199887 w 1480944"/>
              <a:gd name="connsiteY149" fmla="*/ 264103 h 1767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1480944" h="1767778">
                <a:moveTo>
                  <a:pt x="199887" y="264103"/>
                </a:moveTo>
                <a:cubicBezTo>
                  <a:pt x="193139" y="254127"/>
                  <a:pt x="187564" y="245325"/>
                  <a:pt x="181403" y="236523"/>
                </a:cubicBezTo>
                <a:cubicBezTo>
                  <a:pt x="176708" y="229774"/>
                  <a:pt x="178468" y="225667"/>
                  <a:pt x="184923" y="220972"/>
                </a:cubicBezTo>
                <a:cubicBezTo>
                  <a:pt x="211330" y="201901"/>
                  <a:pt x="225120" y="213637"/>
                  <a:pt x="241844" y="238870"/>
                </a:cubicBezTo>
                <a:cubicBezTo>
                  <a:pt x="243311" y="229481"/>
                  <a:pt x="235976" y="224200"/>
                  <a:pt x="233922" y="217451"/>
                </a:cubicBezTo>
                <a:cubicBezTo>
                  <a:pt x="232455" y="213050"/>
                  <a:pt x="227761" y="208943"/>
                  <a:pt x="232749" y="204248"/>
                </a:cubicBezTo>
                <a:cubicBezTo>
                  <a:pt x="238323" y="199260"/>
                  <a:pt x="242724" y="203955"/>
                  <a:pt x="247125" y="206595"/>
                </a:cubicBezTo>
                <a:cubicBezTo>
                  <a:pt x="261502" y="215691"/>
                  <a:pt x="271772" y="228601"/>
                  <a:pt x="282041" y="241804"/>
                </a:cubicBezTo>
                <a:cubicBezTo>
                  <a:pt x="294070" y="257061"/>
                  <a:pt x="306100" y="272318"/>
                  <a:pt x="319890" y="289923"/>
                </a:cubicBezTo>
                <a:cubicBezTo>
                  <a:pt x="322237" y="279654"/>
                  <a:pt x="323704" y="272025"/>
                  <a:pt x="325465" y="264396"/>
                </a:cubicBezTo>
                <a:cubicBezTo>
                  <a:pt x="327519" y="256181"/>
                  <a:pt x="332213" y="251193"/>
                  <a:pt x="341015" y="252367"/>
                </a:cubicBezTo>
                <a:cubicBezTo>
                  <a:pt x="350111" y="253540"/>
                  <a:pt x="348644" y="261169"/>
                  <a:pt x="348644" y="267330"/>
                </a:cubicBezTo>
                <a:cubicBezTo>
                  <a:pt x="348350" y="284935"/>
                  <a:pt x="347177" y="302539"/>
                  <a:pt x="347177" y="320144"/>
                </a:cubicBezTo>
                <a:cubicBezTo>
                  <a:pt x="346883" y="339215"/>
                  <a:pt x="351285" y="344203"/>
                  <a:pt x="370063" y="345670"/>
                </a:cubicBezTo>
                <a:cubicBezTo>
                  <a:pt x="420235" y="349778"/>
                  <a:pt x="470407" y="353298"/>
                  <a:pt x="520580" y="356819"/>
                </a:cubicBezTo>
                <a:cubicBezTo>
                  <a:pt x="529969" y="357406"/>
                  <a:pt x="539064" y="358580"/>
                  <a:pt x="547280" y="363861"/>
                </a:cubicBezTo>
                <a:cubicBezTo>
                  <a:pt x="576914" y="383226"/>
                  <a:pt x="611242" y="382346"/>
                  <a:pt x="644104" y="388507"/>
                </a:cubicBezTo>
                <a:cubicBezTo>
                  <a:pt x="646451" y="388801"/>
                  <a:pt x="649679" y="389387"/>
                  <a:pt x="650852" y="386747"/>
                </a:cubicBezTo>
                <a:cubicBezTo>
                  <a:pt x="657601" y="372076"/>
                  <a:pt x="671391" y="374717"/>
                  <a:pt x="682540" y="375010"/>
                </a:cubicBezTo>
                <a:cubicBezTo>
                  <a:pt x="720976" y="375891"/>
                  <a:pt x="759706" y="369142"/>
                  <a:pt x="797849" y="379118"/>
                </a:cubicBezTo>
                <a:cubicBezTo>
                  <a:pt x="803130" y="380585"/>
                  <a:pt x="811345" y="381465"/>
                  <a:pt x="813693" y="375304"/>
                </a:cubicBezTo>
                <a:cubicBezTo>
                  <a:pt x="816920" y="367382"/>
                  <a:pt x="818681" y="355059"/>
                  <a:pt x="813399" y="350071"/>
                </a:cubicBezTo>
                <a:cubicBezTo>
                  <a:pt x="803130" y="340389"/>
                  <a:pt x="807238" y="328359"/>
                  <a:pt x="803130" y="318090"/>
                </a:cubicBezTo>
                <a:cubicBezTo>
                  <a:pt x="801956" y="314862"/>
                  <a:pt x="804597" y="308407"/>
                  <a:pt x="796675" y="312222"/>
                </a:cubicBezTo>
                <a:cubicBezTo>
                  <a:pt x="793741" y="313689"/>
                  <a:pt x="792274" y="309581"/>
                  <a:pt x="791100" y="306647"/>
                </a:cubicBezTo>
                <a:cubicBezTo>
                  <a:pt x="772322" y="261462"/>
                  <a:pt x="779951" y="208943"/>
                  <a:pt x="816920" y="178722"/>
                </a:cubicBezTo>
                <a:cubicBezTo>
                  <a:pt x="842446" y="157597"/>
                  <a:pt x="875014" y="145274"/>
                  <a:pt x="910810" y="154076"/>
                </a:cubicBezTo>
                <a:cubicBezTo>
                  <a:pt x="941031" y="161704"/>
                  <a:pt x="971545" y="168746"/>
                  <a:pt x="1001766" y="176375"/>
                </a:cubicBezTo>
                <a:cubicBezTo>
                  <a:pt x="1005287" y="177255"/>
                  <a:pt x="1011155" y="176668"/>
                  <a:pt x="1011155" y="181656"/>
                </a:cubicBezTo>
                <a:cubicBezTo>
                  <a:pt x="1011155" y="187231"/>
                  <a:pt x="1004993" y="186644"/>
                  <a:pt x="1000886" y="187817"/>
                </a:cubicBezTo>
                <a:cubicBezTo>
                  <a:pt x="1000005" y="188111"/>
                  <a:pt x="998832" y="188111"/>
                  <a:pt x="997952" y="188404"/>
                </a:cubicBezTo>
                <a:cubicBezTo>
                  <a:pt x="992083" y="190165"/>
                  <a:pt x="981814" y="186937"/>
                  <a:pt x="980641" y="192219"/>
                </a:cubicBezTo>
                <a:cubicBezTo>
                  <a:pt x="978880" y="200140"/>
                  <a:pt x="989149" y="202781"/>
                  <a:pt x="994724" y="206595"/>
                </a:cubicBezTo>
                <a:cubicBezTo>
                  <a:pt x="1007341" y="215691"/>
                  <a:pt x="1015849" y="226547"/>
                  <a:pt x="1017903" y="242391"/>
                </a:cubicBezTo>
                <a:cubicBezTo>
                  <a:pt x="1018197" y="245912"/>
                  <a:pt x="1019957" y="249726"/>
                  <a:pt x="1016730" y="252073"/>
                </a:cubicBezTo>
                <a:cubicBezTo>
                  <a:pt x="1012329" y="255301"/>
                  <a:pt x="1009981" y="250313"/>
                  <a:pt x="1006754" y="248552"/>
                </a:cubicBezTo>
                <a:cubicBezTo>
                  <a:pt x="1004113" y="246792"/>
                  <a:pt x="1002646" y="242978"/>
                  <a:pt x="997658" y="243271"/>
                </a:cubicBezTo>
                <a:cubicBezTo>
                  <a:pt x="995017" y="251780"/>
                  <a:pt x="993257" y="260876"/>
                  <a:pt x="993844" y="269971"/>
                </a:cubicBezTo>
                <a:cubicBezTo>
                  <a:pt x="994431" y="284935"/>
                  <a:pt x="993844" y="299018"/>
                  <a:pt x="984748" y="311635"/>
                </a:cubicBezTo>
                <a:cubicBezTo>
                  <a:pt x="979760" y="318383"/>
                  <a:pt x="981814" y="325718"/>
                  <a:pt x="985628" y="332467"/>
                </a:cubicBezTo>
                <a:cubicBezTo>
                  <a:pt x="990616" y="341269"/>
                  <a:pt x="990323" y="348017"/>
                  <a:pt x="980641" y="353005"/>
                </a:cubicBezTo>
                <a:cubicBezTo>
                  <a:pt x="973012" y="357113"/>
                  <a:pt x="968024" y="362981"/>
                  <a:pt x="966264" y="372076"/>
                </a:cubicBezTo>
                <a:cubicBezTo>
                  <a:pt x="964797" y="381172"/>
                  <a:pt x="955995" y="384399"/>
                  <a:pt x="946605" y="389681"/>
                </a:cubicBezTo>
                <a:cubicBezTo>
                  <a:pt x="956875" y="393202"/>
                  <a:pt x="964797" y="392615"/>
                  <a:pt x="972425" y="391148"/>
                </a:cubicBezTo>
                <a:cubicBezTo>
                  <a:pt x="994431" y="386747"/>
                  <a:pt x="1016436" y="382932"/>
                  <a:pt x="1037268" y="373543"/>
                </a:cubicBezTo>
                <a:cubicBezTo>
                  <a:pt x="1041962" y="371490"/>
                  <a:pt x="1048124" y="369436"/>
                  <a:pt x="1052819" y="370316"/>
                </a:cubicBezTo>
                <a:cubicBezTo>
                  <a:pt x="1076878" y="375304"/>
                  <a:pt x="1097710" y="365328"/>
                  <a:pt x="1119128" y="357113"/>
                </a:cubicBezTo>
                <a:cubicBezTo>
                  <a:pt x="1174875" y="335401"/>
                  <a:pt x="1216539" y="299605"/>
                  <a:pt x="1241479" y="244151"/>
                </a:cubicBezTo>
                <a:cubicBezTo>
                  <a:pt x="1257909" y="207769"/>
                  <a:pt x="1275514" y="171680"/>
                  <a:pt x="1290184" y="134418"/>
                </a:cubicBezTo>
                <a:cubicBezTo>
                  <a:pt x="1295759" y="120041"/>
                  <a:pt x="1296052" y="108598"/>
                  <a:pt x="1281088" y="97448"/>
                </a:cubicBezTo>
                <a:cubicBezTo>
                  <a:pt x="1260550" y="82485"/>
                  <a:pt x="1266711" y="36713"/>
                  <a:pt x="1289891" y="21750"/>
                </a:cubicBezTo>
                <a:cubicBezTo>
                  <a:pt x="1303974" y="12654"/>
                  <a:pt x="1319525" y="7079"/>
                  <a:pt x="1335369" y="2091"/>
                </a:cubicBezTo>
                <a:cubicBezTo>
                  <a:pt x="1340943" y="331"/>
                  <a:pt x="1348278" y="-2603"/>
                  <a:pt x="1352386" y="4732"/>
                </a:cubicBezTo>
                <a:cubicBezTo>
                  <a:pt x="1356200" y="11480"/>
                  <a:pt x="1356200" y="18816"/>
                  <a:pt x="1351506" y="25564"/>
                </a:cubicBezTo>
                <a:cubicBezTo>
                  <a:pt x="1349158" y="29085"/>
                  <a:pt x="1345638" y="31432"/>
                  <a:pt x="1347985" y="37007"/>
                </a:cubicBezTo>
                <a:cubicBezTo>
                  <a:pt x="1362949" y="69281"/>
                  <a:pt x="1356494" y="101263"/>
                  <a:pt x="1349158" y="134124"/>
                </a:cubicBezTo>
                <a:cubicBezTo>
                  <a:pt x="1339183" y="179895"/>
                  <a:pt x="1328620" y="225373"/>
                  <a:pt x="1316004" y="270558"/>
                </a:cubicBezTo>
                <a:cubicBezTo>
                  <a:pt x="1299866" y="326892"/>
                  <a:pt x="1266125" y="367969"/>
                  <a:pt x="1214192" y="394669"/>
                </a:cubicBezTo>
                <a:cubicBezTo>
                  <a:pt x="1195120" y="404351"/>
                  <a:pt x="1176342" y="414914"/>
                  <a:pt x="1156978" y="424303"/>
                </a:cubicBezTo>
                <a:cubicBezTo>
                  <a:pt x="1142894" y="431344"/>
                  <a:pt x="1133799" y="441614"/>
                  <a:pt x="1130864" y="457458"/>
                </a:cubicBezTo>
                <a:cubicBezTo>
                  <a:pt x="1127637" y="476822"/>
                  <a:pt x="1116194" y="490612"/>
                  <a:pt x="1100644" y="502349"/>
                </a:cubicBezTo>
                <a:cubicBezTo>
                  <a:pt x="1068076" y="527288"/>
                  <a:pt x="1032867" y="548707"/>
                  <a:pt x="1001472" y="575113"/>
                </a:cubicBezTo>
                <a:cubicBezTo>
                  <a:pt x="988563" y="585969"/>
                  <a:pt x="980054" y="598879"/>
                  <a:pt x="975653" y="615017"/>
                </a:cubicBezTo>
                <a:cubicBezTo>
                  <a:pt x="962449" y="661962"/>
                  <a:pt x="952767" y="709787"/>
                  <a:pt x="931935" y="754385"/>
                </a:cubicBezTo>
                <a:cubicBezTo>
                  <a:pt x="917852" y="784605"/>
                  <a:pt x="900247" y="812772"/>
                  <a:pt x="884110" y="841526"/>
                </a:cubicBezTo>
                <a:cubicBezTo>
                  <a:pt x="879415" y="850035"/>
                  <a:pt x="875014" y="858837"/>
                  <a:pt x="870613" y="867346"/>
                </a:cubicBezTo>
                <a:cubicBezTo>
                  <a:pt x="866799" y="874974"/>
                  <a:pt x="868560" y="880549"/>
                  <a:pt x="877362" y="879962"/>
                </a:cubicBezTo>
                <a:cubicBezTo>
                  <a:pt x="941031" y="876441"/>
                  <a:pt x="995604" y="910183"/>
                  <a:pt x="1054872" y="924560"/>
                </a:cubicBezTo>
                <a:cubicBezTo>
                  <a:pt x="1071010" y="928374"/>
                  <a:pt x="1087147" y="933656"/>
                  <a:pt x="1103871" y="928961"/>
                </a:cubicBezTo>
                <a:cubicBezTo>
                  <a:pt x="1144655" y="917812"/>
                  <a:pt x="1203042" y="965343"/>
                  <a:pt x="1207444" y="1017276"/>
                </a:cubicBezTo>
                <a:cubicBezTo>
                  <a:pt x="1214192" y="1095909"/>
                  <a:pt x="1249107" y="1165153"/>
                  <a:pt x="1281382" y="1234984"/>
                </a:cubicBezTo>
                <a:cubicBezTo>
                  <a:pt x="1291651" y="1256989"/>
                  <a:pt x="1315417" y="1266965"/>
                  <a:pt x="1329207" y="1286036"/>
                </a:cubicBezTo>
                <a:cubicBezTo>
                  <a:pt x="1333021" y="1291611"/>
                  <a:pt x="1338303" y="1296305"/>
                  <a:pt x="1342117" y="1301880"/>
                </a:cubicBezTo>
                <a:cubicBezTo>
                  <a:pt x="1349158" y="1313030"/>
                  <a:pt x="1347105" y="1319484"/>
                  <a:pt x="1335369" y="1325059"/>
                </a:cubicBezTo>
                <a:cubicBezTo>
                  <a:pt x="1331848" y="1326820"/>
                  <a:pt x="1327740" y="1327406"/>
                  <a:pt x="1324512" y="1329460"/>
                </a:cubicBezTo>
                <a:cubicBezTo>
                  <a:pt x="1320405" y="1331808"/>
                  <a:pt x="1311896" y="1330341"/>
                  <a:pt x="1313950" y="1338556"/>
                </a:cubicBezTo>
                <a:cubicBezTo>
                  <a:pt x="1315710" y="1345304"/>
                  <a:pt x="1321285" y="1349999"/>
                  <a:pt x="1328620" y="1351172"/>
                </a:cubicBezTo>
                <a:cubicBezTo>
                  <a:pt x="1334195" y="1352053"/>
                  <a:pt x="1339183" y="1351759"/>
                  <a:pt x="1339770" y="1343837"/>
                </a:cubicBezTo>
                <a:cubicBezTo>
                  <a:pt x="1340356" y="1335328"/>
                  <a:pt x="1348278" y="1335035"/>
                  <a:pt x="1354147" y="1334448"/>
                </a:cubicBezTo>
                <a:cubicBezTo>
                  <a:pt x="1378793" y="1331221"/>
                  <a:pt x="1396984" y="1317137"/>
                  <a:pt x="1413708" y="1299826"/>
                </a:cubicBezTo>
                <a:cubicBezTo>
                  <a:pt x="1427205" y="1285743"/>
                  <a:pt x="1424857" y="1268432"/>
                  <a:pt x="1424271" y="1251414"/>
                </a:cubicBezTo>
                <a:cubicBezTo>
                  <a:pt x="1423684" y="1229115"/>
                  <a:pt x="1436300" y="1219433"/>
                  <a:pt x="1457425" y="1225008"/>
                </a:cubicBezTo>
                <a:cubicBezTo>
                  <a:pt x="1465934" y="1227355"/>
                  <a:pt x="1470629" y="1233223"/>
                  <a:pt x="1473856" y="1240558"/>
                </a:cubicBezTo>
                <a:cubicBezTo>
                  <a:pt x="1480018" y="1254348"/>
                  <a:pt x="1482952" y="1269019"/>
                  <a:pt x="1479431" y="1283396"/>
                </a:cubicBezTo>
                <a:cubicBezTo>
                  <a:pt x="1469749" y="1323886"/>
                  <a:pt x="1459186" y="1364082"/>
                  <a:pt x="1428378" y="1394890"/>
                </a:cubicBezTo>
                <a:cubicBezTo>
                  <a:pt x="1412828" y="1410440"/>
                  <a:pt x="1407840" y="1431272"/>
                  <a:pt x="1401385" y="1450930"/>
                </a:cubicBezTo>
                <a:cubicBezTo>
                  <a:pt x="1396984" y="1464427"/>
                  <a:pt x="1392583" y="1477924"/>
                  <a:pt x="1385834" y="1490247"/>
                </a:cubicBezTo>
                <a:cubicBezTo>
                  <a:pt x="1378793" y="1503157"/>
                  <a:pt x="1368230" y="1507264"/>
                  <a:pt x="1353853" y="1504037"/>
                </a:cubicBezTo>
                <a:cubicBezTo>
                  <a:pt x="1318938" y="1495822"/>
                  <a:pt x="1294585" y="1467068"/>
                  <a:pt x="1289304" y="1432152"/>
                </a:cubicBezTo>
                <a:cubicBezTo>
                  <a:pt x="1285196" y="1404279"/>
                  <a:pt x="1267592" y="1382567"/>
                  <a:pt x="1247934" y="1363202"/>
                </a:cubicBezTo>
                <a:cubicBezTo>
                  <a:pt x="1241479" y="1356747"/>
                  <a:pt x="1233557" y="1360268"/>
                  <a:pt x="1225928" y="1362615"/>
                </a:cubicBezTo>
                <a:cubicBezTo>
                  <a:pt x="1206270" y="1368777"/>
                  <a:pt x="1200989" y="1365549"/>
                  <a:pt x="1196001" y="1345304"/>
                </a:cubicBezTo>
                <a:cubicBezTo>
                  <a:pt x="1192773" y="1332688"/>
                  <a:pt x="1189839" y="1319778"/>
                  <a:pt x="1187198" y="1306868"/>
                </a:cubicBezTo>
                <a:cubicBezTo>
                  <a:pt x="1181037" y="1275767"/>
                  <a:pt x="1169007" y="1247013"/>
                  <a:pt x="1148175" y="1222661"/>
                </a:cubicBezTo>
                <a:cubicBezTo>
                  <a:pt x="1123823" y="1194200"/>
                  <a:pt x="1108272" y="1161926"/>
                  <a:pt x="1099177" y="1125837"/>
                </a:cubicBezTo>
                <a:cubicBezTo>
                  <a:pt x="1091842" y="1096789"/>
                  <a:pt x="1086560" y="1093855"/>
                  <a:pt x="1057220" y="1094736"/>
                </a:cubicBezTo>
                <a:cubicBezTo>
                  <a:pt x="1048417" y="1095029"/>
                  <a:pt x="1039615" y="1094149"/>
                  <a:pt x="1031106" y="1091508"/>
                </a:cubicBezTo>
                <a:cubicBezTo>
                  <a:pt x="1022598" y="1088867"/>
                  <a:pt x="1014382" y="1086814"/>
                  <a:pt x="1005874" y="1092388"/>
                </a:cubicBezTo>
                <a:cubicBezTo>
                  <a:pt x="1001179" y="1095322"/>
                  <a:pt x="994724" y="1095616"/>
                  <a:pt x="991497" y="1090041"/>
                </a:cubicBezTo>
                <a:cubicBezTo>
                  <a:pt x="986215" y="1080945"/>
                  <a:pt x="978293" y="1081532"/>
                  <a:pt x="969785" y="1081826"/>
                </a:cubicBezTo>
                <a:cubicBezTo>
                  <a:pt x="916091" y="1084760"/>
                  <a:pt x="862398" y="1087694"/>
                  <a:pt x="808705" y="1090334"/>
                </a:cubicBezTo>
                <a:cubicBezTo>
                  <a:pt x="801369" y="1090628"/>
                  <a:pt x="797262" y="1094736"/>
                  <a:pt x="793154" y="1099430"/>
                </a:cubicBezTo>
                <a:cubicBezTo>
                  <a:pt x="742982" y="1156938"/>
                  <a:pt x="692516" y="1213858"/>
                  <a:pt x="642930" y="1271953"/>
                </a:cubicBezTo>
                <a:cubicBezTo>
                  <a:pt x="610656" y="1310096"/>
                  <a:pt x="572806" y="1340610"/>
                  <a:pt x="529676" y="1365843"/>
                </a:cubicBezTo>
                <a:cubicBezTo>
                  <a:pt x="429331" y="1424230"/>
                  <a:pt x="328399" y="1481738"/>
                  <a:pt x="226000" y="1536898"/>
                </a:cubicBezTo>
                <a:cubicBezTo>
                  <a:pt x="218078" y="1541300"/>
                  <a:pt x="210450" y="1547461"/>
                  <a:pt x="200767" y="1539833"/>
                </a:cubicBezTo>
                <a:cubicBezTo>
                  <a:pt x="197246" y="1537192"/>
                  <a:pt x="193139" y="1541006"/>
                  <a:pt x="190205" y="1543060"/>
                </a:cubicBezTo>
                <a:cubicBezTo>
                  <a:pt x="169666" y="1557730"/>
                  <a:pt x="149128" y="1572694"/>
                  <a:pt x="128589" y="1587658"/>
                </a:cubicBezTo>
                <a:cubicBezTo>
                  <a:pt x="126242" y="1589418"/>
                  <a:pt x="122428" y="1592939"/>
                  <a:pt x="122721" y="1593526"/>
                </a:cubicBezTo>
                <a:cubicBezTo>
                  <a:pt x="129176" y="1606142"/>
                  <a:pt x="120374" y="1615825"/>
                  <a:pt x="118027" y="1626974"/>
                </a:cubicBezTo>
                <a:cubicBezTo>
                  <a:pt x="114799" y="1642525"/>
                  <a:pt x="110398" y="1651033"/>
                  <a:pt x="93381" y="1653381"/>
                </a:cubicBezTo>
                <a:cubicBezTo>
                  <a:pt x="87513" y="1654261"/>
                  <a:pt x="86926" y="1658662"/>
                  <a:pt x="85165" y="1662476"/>
                </a:cubicBezTo>
                <a:cubicBezTo>
                  <a:pt x="73722" y="1688883"/>
                  <a:pt x="69028" y="1716463"/>
                  <a:pt x="72842" y="1745510"/>
                </a:cubicBezTo>
                <a:cubicBezTo>
                  <a:pt x="74016" y="1753432"/>
                  <a:pt x="76657" y="1763114"/>
                  <a:pt x="65507" y="1766635"/>
                </a:cubicBezTo>
                <a:cubicBezTo>
                  <a:pt x="55531" y="1769863"/>
                  <a:pt x="47316" y="1766049"/>
                  <a:pt x="40861" y="1757833"/>
                </a:cubicBezTo>
                <a:cubicBezTo>
                  <a:pt x="30005" y="1743750"/>
                  <a:pt x="21496" y="1728493"/>
                  <a:pt x="12401" y="1713529"/>
                </a:cubicBezTo>
                <a:cubicBezTo>
                  <a:pt x="-509" y="1692110"/>
                  <a:pt x="-4910" y="1670692"/>
                  <a:pt x="6826" y="1646926"/>
                </a:cubicBezTo>
                <a:cubicBezTo>
                  <a:pt x="17095" y="1626094"/>
                  <a:pt x="10934" y="1603795"/>
                  <a:pt x="9173" y="1581790"/>
                </a:cubicBezTo>
                <a:cubicBezTo>
                  <a:pt x="7999" y="1566826"/>
                  <a:pt x="5359" y="1551862"/>
                  <a:pt x="3892" y="1536605"/>
                </a:cubicBezTo>
                <a:cubicBezTo>
                  <a:pt x="2131" y="1519587"/>
                  <a:pt x="5359" y="1514893"/>
                  <a:pt x="22376" y="1511079"/>
                </a:cubicBezTo>
                <a:cubicBezTo>
                  <a:pt x="35873" y="1508145"/>
                  <a:pt x="49663" y="1507264"/>
                  <a:pt x="63160" y="1508438"/>
                </a:cubicBezTo>
                <a:cubicBezTo>
                  <a:pt x="95141" y="1511372"/>
                  <a:pt x="118907" y="1493474"/>
                  <a:pt x="142966" y="1477337"/>
                </a:cubicBezTo>
                <a:cubicBezTo>
                  <a:pt x="150888" y="1472056"/>
                  <a:pt x="147074" y="1464134"/>
                  <a:pt x="143260" y="1457679"/>
                </a:cubicBezTo>
                <a:cubicBezTo>
                  <a:pt x="137685" y="1447410"/>
                  <a:pt x="132110" y="1437140"/>
                  <a:pt x="132110" y="1424817"/>
                </a:cubicBezTo>
                <a:cubicBezTo>
                  <a:pt x="132110" y="1414255"/>
                  <a:pt x="135338" y="1406920"/>
                  <a:pt x="145900" y="1403692"/>
                </a:cubicBezTo>
                <a:cubicBezTo>
                  <a:pt x="164678" y="1397824"/>
                  <a:pt x="183163" y="1391956"/>
                  <a:pt x="203114" y="1394596"/>
                </a:cubicBezTo>
                <a:cubicBezTo>
                  <a:pt x="234509" y="1398411"/>
                  <a:pt x="262089" y="1391956"/>
                  <a:pt x="288202" y="1372298"/>
                </a:cubicBezTo>
                <a:cubicBezTo>
                  <a:pt x="336028" y="1336502"/>
                  <a:pt x="385907" y="1303934"/>
                  <a:pt x="428744" y="1262270"/>
                </a:cubicBezTo>
                <a:cubicBezTo>
                  <a:pt x="434319" y="1256989"/>
                  <a:pt x="442827" y="1252588"/>
                  <a:pt x="436079" y="1242025"/>
                </a:cubicBezTo>
                <a:cubicBezTo>
                  <a:pt x="433732" y="1238505"/>
                  <a:pt x="438133" y="1234690"/>
                  <a:pt x="440187" y="1231756"/>
                </a:cubicBezTo>
                <a:cubicBezTo>
                  <a:pt x="462485" y="1199188"/>
                  <a:pt x="486545" y="1167500"/>
                  <a:pt x="513245" y="1138160"/>
                </a:cubicBezTo>
                <a:cubicBezTo>
                  <a:pt x="525861" y="1124076"/>
                  <a:pt x="541705" y="1114100"/>
                  <a:pt x="559603" y="1108526"/>
                </a:cubicBezTo>
                <a:cubicBezTo>
                  <a:pt x="581902" y="1101484"/>
                  <a:pt x="595692" y="1085640"/>
                  <a:pt x="595692" y="1063634"/>
                </a:cubicBezTo>
                <a:cubicBezTo>
                  <a:pt x="595398" y="1004073"/>
                  <a:pt x="611829" y="948326"/>
                  <a:pt x="627967" y="892285"/>
                </a:cubicBezTo>
                <a:cubicBezTo>
                  <a:pt x="629727" y="886711"/>
                  <a:pt x="628260" y="884070"/>
                  <a:pt x="622979" y="882896"/>
                </a:cubicBezTo>
                <a:cubicBezTo>
                  <a:pt x="612709" y="880256"/>
                  <a:pt x="614176" y="874094"/>
                  <a:pt x="619164" y="867933"/>
                </a:cubicBezTo>
                <a:cubicBezTo>
                  <a:pt x="625033" y="860304"/>
                  <a:pt x="631194" y="852382"/>
                  <a:pt x="637649" y="845047"/>
                </a:cubicBezTo>
                <a:cubicBezTo>
                  <a:pt x="680486" y="797222"/>
                  <a:pt x="701025" y="741768"/>
                  <a:pt x="696330" y="677219"/>
                </a:cubicBezTo>
                <a:cubicBezTo>
                  <a:pt x="693983" y="644651"/>
                  <a:pt x="693103" y="612083"/>
                  <a:pt x="685474" y="579808"/>
                </a:cubicBezTo>
                <a:cubicBezTo>
                  <a:pt x="680780" y="559269"/>
                  <a:pt x="669337" y="545773"/>
                  <a:pt x="649972" y="538731"/>
                </a:cubicBezTo>
                <a:cubicBezTo>
                  <a:pt x="635302" y="533450"/>
                  <a:pt x="620338" y="528755"/>
                  <a:pt x="605668" y="523767"/>
                </a:cubicBezTo>
                <a:cubicBezTo>
                  <a:pt x="589530" y="518193"/>
                  <a:pt x="586890" y="512031"/>
                  <a:pt x="593051" y="495894"/>
                </a:cubicBezTo>
                <a:cubicBezTo>
                  <a:pt x="593638" y="494133"/>
                  <a:pt x="594518" y="492373"/>
                  <a:pt x="595398" y="490612"/>
                </a:cubicBezTo>
                <a:cubicBezTo>
                  <a:pt x="606841" y="466553"/>
                  <a:pt x="606254" y="466847"/>
                  <a:pt x="582195" y="456284"/>
                </a:cubicBezTo>
                <a:cubicBezTo>
                  <a:pt x="555789" y="444841"/>
                  <a:pt x="527915" y="445721"/>
                  <a:pt x="500335" y="443374"/>
                </a:cubicBezTo>
                <a:cubicBezTo>
                  <a:pt x="448402" y="438973"/>
                  <a:pt x="399990" y="419315"/>
                  <a:pt x="350111" y="405818"/>
                </a:cubicBezTo>
                <a:cubicBezTo>
                  <a:pt x="280280" y="386747"/>
                  <a:pt x="228641" y="343323"/>
                  <a:pt x="188738" y="284348"/>
                </a:cubicBezTo>
                <a:cubicBezTo>
                  <a:pt x="187858" y="283174"/>
                  <a:pt x="186977" y="282001"/>
                  <a:pt x="186390" y="280534"/>
                </a:cubicBezTo>
                <a:cubicBezTo>
                  <a:pt x="184043" y="275546"/>
                  <a:pt x="177588" y="270851"/>
                  <a:pt x="181696" y="264983"/>
                </a:cubicBezTo>
                <a:cubicBezTo>
                  <a:pt x="186684" y="259115"/>
                  <a:pt x="192552" y="266157"/>
                  <a:pt x="199887" y="264103"/>
                </a:cubicBezTo>
                <a:close/>
              </a:path>
            </a:pathLst>
          </a:custGeom>
          <a:solidFill>
            <a:schemeClr val="accent1"/>
          </a:solidFill>
          <a:ln w="293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xmlns="" id="{6EE01FB0-FEA5-4881-86FC-9EA55FA7262C}"/>
              </a:ext>
            </a:extLst>
          </p:cNvPr>
          <p:cNvSpPr/>
          <p:nvPr/>
        </p:nvSpPr>
        <p:spPr>
          <a:xfrm>
            <a:off x="4316290" y="4667924"/>
            <a:ext cx="345408" cy="823177"/>
          </a:xfrm>
          <a:custGeom>
            <a:avLst/>
            <a:gdLst>
              <a:gd name="connsiteX0" fmla="*/ 186801 w 251071"/>
              <a:gd name="connsiteY0" fmla="*/ 525759 h 598353"/>
              <a:gd name="connsiteX1" fmla="*/ 228624 w 251071"/>
              <a:gd name="connsiteY1" fmla="*/ 548096 h 598353"/>
              <a:gd name="connsiteX2" fmla="*/ 247159 w 251071"/>
              <a:gd name="connsiteY2" fmla="*/ 569007 h 598353"/>
              <a:gd name="connsiteX3" fmla="*/ 246208 w 251071"/>
              <a:gd name="connsiteY3" fmla="*/ 595621 h 598353"/>
              <a:gd name="connsiteX4" fmla="*/ 221970 w 251071"/>
              <a:gd name="connsiteY4" fmla="*/ 592294 h 598353"/>
              <a:gd name="connsiteX5" fmla="*/ 186801 w 251071"/>
              <a:gd name="connsiteY5" fmla="*/ 525759 h 598353"/>
              <a:gd name="connsiteX6" fmla="*/ 69888 w 251071"/>
              <a:gd name="connsiteY6" fmla="*/ 491065 h 598353"/>
              <a:gd name="connsiteX7" fmla="*/ 87474 w 251071"/>
              <a:gd name="connsiteY7" fmla="*/ 506748 h 598353"/>
              <a:gd name="connsiteX8" fmla="*/ 58007 w 251071"/>
              <a:gd name="connsiteY8" fmla="*/ 535739 h 598353"/>
              <a:gd name="connsiteX9" fmla="*/ 31869 w 251071"/>
              <a:gd name="connsiteY9" fmla="*/ 515304 h 598353"/>
              <a:gd name="connsiteX10" fmla="*/ 69888 w 251071"/>
              <a:gd name="connsiteY10" fmla="*/ 491065 h 598353"/>
              <a:gd name="connsiteX11" fmla="*/ 16661 w 251071"/>
              <a:gd name="connsiteY11" fmla="*/ 273402 h 598353"/>
              <a:gd name="connsiteX12" fmla="*/ 46126 w 251071"/>
              <a:gd name="connsiteY12" fmla="*/ 312372 h 598353"/>
              <a:gd name="connsiteX13" fmla="*/ 29493 w 251071"/>
              <a:gd name="connsiteY13" fmla="*/ 332332 h 598353"/>
              <a:gd name="connsiteX14" fmla="*/ 28 w 251071"/>
              <a:gd name="connsiteY14" fmla="*/ 286708 h 598353"/>
              <a:gd name="connsiteX15" fmla="*/ 16661 w 251071"/>
              <a:gd name="connsiteY15" fmla="*/ 273402 h 598353"/>
              <a:gd name="connsiteX16" fmla="*/ 117888 w 251071"/>
              <a:gd name="connsiteY16" fmla="*/ 135 h 598353"/>
              <a:gd name="connsiteX17" fmla="*/ 149254 w 251071"/>
              <a:gd name="connsiteY17" fmla="*/ 19619 h 598353"/>
              <a:gd name="connsiteX18" fmla="*/ 129769 w 251071"/>
              <a:gd name="connsiteY18" fmla="*/ 47184 h 598353"/>
              <a:gd name="connsiteX19" fmla="*/ 116937 w 251071"/>
              <a:gd name="connsiteY19" fmla="*/ 52887 h 598353"/>
              <a:gd name="connsiteX20" fmla="*/ 67037 w 251071"/>
              <a:gd name="connsiteY20" fmla="*/ 26747 h 598353"/>
              <a:gd name="connsiteX21" fmla="*/ 77493 w 251071"/>
              <a:gd name="connsiteY21" fmla="*/ 6787 h 598353"/>
              <a:gd name="connsiteX22" fmla="*/ 117888 w 251071"/>
              <a:gd name="connsiteY22" fmla="*/ 135 h 598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51071" h="598353">
                <a:moveTo>
                  <a:pt x="186801" y="525759"/>
                </a:moveTo>
                <a:cubicBezTo>
                  <a:pt x="203911" y="534789"/>
                  <a:pt x="216266" y="541442"/>
                  <a:pt x="228624" y="548096"/>
                </a:cubicBezTo>
                <a:cubicBezTo>
                  <a:pt x="237178" y="552848"/>
                  <a:pt x="243832" y="559502"/>
                  <a:pt x="247159" y="569007"/>
                </a:cubicBezTo>
                <a:cubicBezTo>
                  <a:pt x="250009" y="578037"/>
                  <a:pt x="254762" y="588493"/>
                  <a:pt x="246208" y="595621"/>
                </a:cubicBezTo>
                <a:cubicBezTo>
                  <a:pt x="239079" y="601799"/>
                  <a:pt x="230049" y="596096"/>
                  <a:pt x="221970" y="592294"/>
                </a:cubicBezTo>
                <a:cubicBezTo>
                  <a:pt x="196306" y="579463"/>
                  <a:pt x="193455" y="554750"/>
                  <a:pt x="186801" y="525759"/>
                </a:cubicBezTo>
                <a:close/>
                <a:moveTo>
                  <a:pt x="69888" y="491065"/>
                </a:moveTo>
                <a:cubicBezTo>
                  <a:pt x="78918" y="490115"/>
                  <a:pt x="88899" y="490591"/>
                  <a:pt x="87474" y="506748"/>
                </a:cubicBezTo>
                <a:cubicBezTo>
                  <a:pt x="86047" y="525283"/>
                  <a:pt x="78918" y="536690"/>
                  <a:pt x="58007" y="535739"/>
                </a:cubicBezTo>
                <a:cubicBezTo>
                  <a:pt x="43750" y="535265"/>
                  <a:pt x="31869" y="531938"/>
                  <a:pt x="31869" y="515304"/>
                </a:cubicBezTo>
                <a:cubicBezTo>
                  <a:pt x="32343" y="491540"/>
                  <a:pt x="50878" y="492016"/>
                  <a:pt x="69888" y="491065"/>
                </a:cubicBezTo>
                <a:close/>
                <a:moveTo>
                  <a:pt x="16661" y="273402"/>
                </a:moveTo>
                <a:cubicBezTo>
                  <a:pt x="25215" y="273876"/>
                  <a:pt x="47551" y="302867"/>
                  <a:pt x="46126" y="312372"/>
                </a:cubicBezTo>
                <a:cubicBezTo>
                  <a:pt x="44701" y="321876"/>
                  <a:pt x="41374" y="331383"/>
                  <a:pt x="29493" y="332332"/>
                </a:cubicBezTo>
                <a:cubicBezTo>
                  <a:pt x="21888" y="332808"/>
                  <a:pt x="-923" y="296689"/>
                  <a:pt x="28" y="286708"/>
                </a:cubicBezTo>
                <a:cubicBezTo>
                  <a:pt x="1453" y="275778"/>
                  <a:pt x="9533" y="274827"/>
                  <a:pt x="16661" y="273402"/>
                </a:cubicBezTo>
                <a:close/>
                <a:moveTo>
                  <a:pt x="117888" y="135"/>
                </a:moveTo>
                <a:cubicBezTo>
                  <a:pt x="134046" y="-816"/>
                  <a:pt x="145453" y="2986"/>
                  <a:pt x="149254" y="19619"/>
                </a:cubicBezTo>
                <a:cubicBezTo>
                  <a:pt x="153056" y="36252"/>
                  <a:pt x="141651" y="41955"/>
                  <a:pt x="129769" y="47184"/>
                </a:cubicBezTo>
                <a:cubicBezTo>
                  <a:pt x="125493" y="49084"/>
                  <a:pt x="121215" y="50985"/>
                  <a:pt x="116937" y="52887"/>
                </a:cubicBezTo>
                <a:cubicBezTo>
                  <a:pt x="89374" y="64292"/>
                  <a:pt x="75591" y="56212"/>
                  <a:pt x="67037" y="26747"/>
                </a:cubicBezTo>
                <a:cubicBezTo>
                  <a:pt x="64185" y="15817"/>
                  <a:pt x="67988" y="10590"/>
                  <a:pt x="77493" y="6787"/>
                </a:cubicBezTo>
                <a:cubicBezTo>
                  <a:pt x="90799" y="1084"/>
                  <a:pt x="105056" y="2035"/>
                  <a:pt x="117888" y="135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 w="293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xmlns="" id="{8D43F9EE-ED1C-4B68-9DC0-3FF21AF73B7A}"/>
              </a:ext>
            </a:extLst>
          </p:cNvPr>
          <p:cNvGrpSpPr/>
          <p:nvPr/>
        </p:nvGrpSpPr>
        <p:grpSpPr>
          <a:xfrm>
            <a:off x="862012" y="5057964"/>
            <a:ext cx="2715078" cy="1107996"/>
            <a:chOff x="5889060" y="3872747"/>
            <a:chExt cx="2527679" cy="110799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D70A1F96-342B-4505-A72F-E1242B27637B}"/>
                </a:ext>
              </a:extLst>
            </p:cNvPr>
            <p:cNvSpPr txBox="1"/>
            <p:nvPr/>
          </p:nvSpPr>
          <p:spPr>
            <a:xfrm>
              <a:off x="5889060" y="4149746"/>
              <a:ext cx="252767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 your Presentations. Easy to change colors, photos and Text.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8AF96BA5-BEC5-4672-97CC-DE0F2D6C39A3}"/>
                </a:ext>
              </a:extLst>
            </p:cNvPr>
            <p:cNvSpPr txBox="1"/>
            <p:nvPr/>
          </p:nvSpPr>
          <p:spPr>
            <a:xfrm>
              <a:off x="5889060" y="3872747"/>
              <a:ext cx="25276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0" name="Group 15">
            <a:extLst>
              <a:ext uri="{FF2B5EF4-FFF2-40B4-BE49-F238E27FC236}">
                <a16:creationId xmlns:a16="http://schemas.microsoft.com/office/drawing/2014/main" xmlns="" id="{BCBBB56B-1F77-4C28-BBE3-4C0C630624B0}"/>
              </a:ext>
            </a:extLst>
          </p:cNvPr>
          <p:cNvGrpSpPr/>
          <p:nvPr/>
        </p:nvGrpSpPr>
        <p:grpSpPr>
          <a:xfrm>
            <a:off x="8611708" y="5057964"/>
            <a:ext cx="2715078" cy="1107996"/>
            <a:chOff x="5889060" y="3872747"/>
            <a:chExt cx="2527679" cy="110799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549AA8C5-90C5-4E09-915F-118ED26D49D4}"/>
                </a:ext>
              </a:extLst>
            </p:cNvPr>
            <p:cNvSpPr txBox="1"/>
            <p:nvPr/>
          </p:nvSpPr>
          <p:spPr>
            <a:xfrm>
              <a:off x="5889060" y="4149746"/>
              <a:ext cx="252767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 your Presentations. Easy to change colors, photos and Text.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980C42EB-EEE1-4601-AC66-BB5BCEDEBEC9}"/>
                </a:ext>
              </a:extLst>
            </p:cNvPr>
            <p:cNvSpPr txBox="1"/>
            <p:nvPr/>
          </p:nvSpPr>
          <p:spPr>
            <a:xfrm>
              <a:off x="5889060" y="3872747"/>
              <a:ext cx="25276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3" name="Group 18">
            <a:extLst>
              <a:ext uri="{FF2B5EF4-FFF2-40B4-BE49-F238E27FC236}">
                <a16:creationId xmlns:a16="http://schemas.microsoft.com/office/drawing/2014/main" xmlns="" id="{C388DE92-DB5A-4DCE-B3E4-6F5EDACA1222}"/>
              </a:ext>
            </a:extLst>
          </p:cNvPr>
          <p:cNvGrpSpPr/>
          <p:nvPr/>
        </p:nvGrpSpPr>
        <p:grpSpPr>
          <a:xfrm>
            <a:off x="4736860" y="5057964"/>
            <a:ext cx="2715078" cy="1107996"/>
            <a:chOff x="5889060" y="3872747"/>
            <a:chExt cx="2527679" cy="110799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1BBF43C0-E2F1-47DB-85D5-7CB8F12CC29C}"/>
                </a:ext>
              </a:extLst>
            </p:cNvPr>
            <p:cNvSpPr txBox="1"/>
            <p:nvPr/>
          </p:nvSpPr>
          <p:spPr>
            <a:xfrm>
              <a:off x="5889060" y="4149746"/>
              <a:ext cx="252767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cs typeface="Arial" pitchFamily="34" charset="0"/>
                </a:rPr>
                <a:t>You can simply impress your audience and add a unique zing and appeal to  your Presentations. Easy to change colors, photos and Text. </a:t>
              </a:r>
              <a:endParaRPr lang="ko-KR" altLang="en-US" sz="1200" dirty="0"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C5E11A2B-4E55-4C05-A166-EF240AECA6B8}"/>
                </a:ext>
              </a:extLst>
            </p:cNvPr>
            <p:cNvSpPr txBox="1"/>
            <p:nvPr/>
          </p:nvSpPr>
          <p:spPr>
            <a:xfrm>
              <a:off x="5889060" y="3872747"/>
              <a:ext cx="25276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cs typeface="Arial" pitchFamily="34" charset="0"/>
                </a:rPr>
                <a:t>Your Text  Here</a:t>
              </a:r>
              <a:endParaRPr lang="ko-KR" altLang="en-US" sz="1400" b="1" dirty="0">
                <a:cs typeface="Arial" pitchFamily="34" charset="0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19307FBD-03DA-4501-8055-F76B950A31BE}"/>
              </a:ext>
            </a:extLst>
          </p:cNvPr>
          <p:cNvGrpSpPr/>
          <p:nvPr/>
        </p:nvGrpSpPr>
        <p:grpSpPr>
          <a:xfrm>
            <a:off x="8171938" y="1775961"/>
            <a:ext cx="3479742" cy="1513771"/>
            <a:chOff x="6247741" y="1483574"/>
            <a:chExt cx="3479742" cy="1513771"/>
          </a:xfrm>
        </p:grpSpPr>
        <p:grpSp>
          <p:nvGrpSpPr>
            <p:cNvPr id="20" name="Group 53">
              <a:extLst>
                <a:ext uri="{FF2B5EF4-FFF2-40B4-BE49-F238E27FC236}">
                  <a16:creationId xmlns:a16="http://schemas.microsoft.com/office/drawing/2014/main" xmlns="" id="{42AC19D0-B1EB-48A9-B7B1-88F35AFECAA0}"/>
                </a:ext>
              </a:extLst>
            </p:cNvPr>
            <p:cNvGrpSpPr/>
            <p:nvPr/>
          </p:nvGrpSpPr>
          <p:grpSpPr>
            <a:xfrm>
              <a:off x="6273141" y="2128651"/>
              <a:ext cx="3454342" cy="868694"/>
              <a:chOff x="5940152" y="3724275"/>
              <a:chExt cx="3024336" cy="868694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0DACB52C-2C11-4554-AEBC-FFB939B996A9}"/>
                  </a:ext>
                </a:extLst>
              </p:cNvPr>
              <p:cNvSpPr txBox="1"/>
              <p:nvPr/>
            </p:nvSpPr>
            <p:spPr>
              <a:xfrm>
                <a:off x="5940152" y="3724275"/>
                <a:ext cx="3024336" cy="30777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Content  Here</a:t>
                </a:r>
                <a:endPara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960A22ED-B01B-49D6-9DFA-E44DC8F82E46}"/>
                  </a:ext>
                </a:extLst>
              </p:cNvPr>
              <p:cNvSpPr txBox="1"/>
              <p:nvPr/>
            </p:nvSpPr>
            <p:spPr>
              <a:xfrm>
                <a:off x="5940152" y="3946638"/>
                <a:ext cx="30243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Get a modern PowerPoint  Presentation that is beautifully designed. Easy to change colors, photos and Text. 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8F2F812A-FDF7-4A02-8354-CFF256CDF60A}"/>
                </a:ext>
              </a:extLst>
            </p:cNvPr>
            <p:cNvSpPr txBox="1"/>
            <p:nvPr/>
          </p:nvSpPr>
          <p:spPr>
            <a:xfrm>
              <a:off x="6247741" y="1483574"/>
              <a:ext cx="2833713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3200" b="1" dirty="0">
                  <a:solidFill>
                    <a:schemeClr val="accent2"/>
                  </a:solidFill>
                  <a:cs typeface="Arial" pitchFamily="34" charset="0"/>
                </a:rPr>
                <a:t>Contents B</a:t>
              </a:r>
              <a:endParaRPr lang="ko-KR" altLang="en-US" sz="32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A986C9C6-3E59-45BC-9969-67F24972359C}"/>
              </a:ext>
            </a:extLst>
          </p:cNvPr>
          <p:cNvGrpSpPr/>
          <p:nvPr/>
        </p:nvGrpSpPr>
        <p:grpSpPr>
          <a:xfrm>
            <a:off x="540320" y="1775961"/>
            <a:ext cx="3522814" cy="1513771"/>
            <a:chOff x="2321495" y="1483574"/>
            <a:chExt cx="3522814" cy="1513771"/>
          </a:xfrm>
        </p:grpSpPr>
        <p:grpSp>
          <p:nvGrpSpPr>
            <p:cNvPr id="24" name="Group 57">
              <a:extLst>
                <a:ext uri="{FF2B5EF4-FFF2-40B4-BE49-F238E27FC236}">
                  <a16:creationId xmlns:a16="http://schemas.microsoft.com/office/drawing/2014/main" xmlns="" id="{D9F4B6C8-CD91-4D72-8F8D-B3A90CB6F17E}"/>
                </a:ext>
              </a:extLst>
            </p:cNvPr>
            <p:cNvGrpSpPr/>
            <p:nvPr/>
          </p:nvGrpSpPr>
          <p:grpSpPr>
            <a:xfrm>
              <a:off x="2321495" y="2128651"/>
              <a:ext cx="3522814" cy="868694"/>
              <a:chOff x="60897" y="3081923"/>
              <a:chExt cx="3024336" cy="868694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A84EC8E0-B3C1-4C9E-90ED-120C3D0E714B}"/>
                  </a:ext>
                </a:extLst>
              </p:cNvPr>
              <p:cNvSpPr txBox="1"/>
              <p:nvPr/>
            </p:nvSpPr>
            <p:spPr>
              <a:xfrm>
                <a:off x="60897" y="3081923"/>
                <a:ext cx="3024336" cy="30777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r"/>
                <a:r>
                  <a:rPr lang="en-US" altLang="ko-K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Content  Here</a:t>
                </a:r>
                <a:endPara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9855269D-B356-4ACE-BA7C-50D76CABF81C}"/>
                  </a:ext>
                </a:extLst>
              </p:cNvPr>
              <p:cNvSpPr txBox="1"/>
              <p:nvPr/>
            </p:nvSpPr>
            <p:spPr>
              <a:xfrm>
                <a:off x="60897" y="3304286"/>
                <a:ext cx="30243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Get a modern PowerPoint  Presentation that is beautifully designed. Easy to change colors, photos and Text. 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18D66FFB-6E5A-4993-9960-55218A20ADE2}"/>
                </a:ext>
              </a:extLst>
            </p:cNvPr>
            <p:cNvSpPr txBox="1"/>
            <p:nvPr/>
          </p:nvSpPr>
          <p:spPr>
            <a:xfrm>
              <a:off x="3084762" y="1483574"/>
              <a:ext cx="2734149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3200" b="1" dirty="0">
                  <a:solidFill>
                    <a:schemeClr val="accent1"/>
                  </a:solidFill>
                  <a:cs typeface="Arial" pitchFamily="34" charset="0"/>
                </a:rPr>
                <a:t>Contents A</a:t>
              </a:r>
              <a:endParaRPr lang="ko-KR" altLang="en-US" sz="32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C16ECF9A-E784-4AFE-889C-63F918ADE52D}"/>
              </a:ext>
            </a:extLst>
          </p:cNvPr>
          <p:cNvSpPr txBox="1"/>
          <p:nvPr/>
        </p:nvSpPr>
        <p:spPr>
          <a:xfrm>
            <a:off x="8690501" y="3820226"/>
            <a:ext cx="3501499" cy="3139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accent2"/>
                </a:solidFill>
                <a:cs typeface="Arial" pitchFamily="34" charset="0"/>
              </a:rPr>
              <a:t>Portfolio Presentation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AE7CFB9C-BE71-4BB0-AA4B-5BE3147C4896}"/>
              </a:ext>
            </a:extLst>
          </p:cNvPr>
          <p:cNvSpPr txBox="1"/>
          <p:nvPr/>
        </p:nvSpPr>
        <p:spPr>
          <a:xfrm>
            <a:off x="8690501" y="3492002"/>
            <a:ext cx="3501499" cy="3139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accent2"/>
                </a:solidFill>
                <a:cs typeface="Arial" pitchFamily="34" charset="0"/>
              </a:rPr>
              <a:t>Simple Portfolio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53940996-501B-4F77-8D3A-15A3A7CB1350}"/>
              </a:ext>
            </a:extLst>
          </p:cNvPr>
          <p:cNvSpPr txBox="1"/>
          <p:nvPr/>
        </p:nvSpPr>
        <p:spPr>
          <a:xfrm>
            <a:off x="-29670" y="3820226"/>
            <a:ext cx="3501499" cy="3139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r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accent1"/>
                </a:solidFill>
                <a:cs typeface="Arial" pitchFamily="34" charset="0"/>
              </a:rPr>
              <a:t>Portfolio Presentation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5B25B49E-9221-4DE1-A827-DA72817F1B8A}"/>
              </a:ext>
            </a:extLst>
          </p:cNvPr>
          <p:cNvSpPr txBox="1"/>
          <p:nvPr/>
        </p:nvSpPr>
        <p:spPr>
          <a:xfrm>
            <a:off x="-29670" y="3492002"/>
            <a:ext cx="3501499" cy="3139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r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accent1"/>
                </a:solidFill>
                <a:cs typeface="Arial" pitchFamily="34" charset="0"/>
              </a:rPr>
              <a:t>Simple Portfolio</a:t>
            </a:r>
          </a:p>
        </p:txBody>
      </p:sp>
    </p:spTree>
    <p:extLst>
      <p:ext uri="{BB962C8B-B14F-4D97-AF65-F5344CB8AC3E}">
        <p14:creationId xmlns:p14="http://schemas.microsoft.com/office/powerpoint/2010/main" val="4201278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11">
            <a:extLst>
              <a:ext uri="{FF2B5EF4-FFF2-40B4-BE49-F238E27FC236}">
                <a16:creationId xmlns:a16="http://schemas.microsoft.com/office/drawing/2014/main" xmlns="" id="{DB1B2A85-3F31-417D-BA65-7E33EC6C3BFC}"/>
              </a:ext>
            </a:extLst>
          </p:cNvPr>
          <p:cNvGrpSpPr/>
          <p:nvPr/>
        </p:nvGrpSpPr>
        <p:grpSpPr>
          <a:xfrm>
            <a:off x="-3" y="2320055"/>
            <a:ext cx="7595802" cy="3305046"/>
            <a:chOff x="-3" y="2320055"/>
            <a:chExt cx="7595802" cy="3305046"/>
          </a:xfrm>
        </p:grpSpPr>
        <p:grpSp>
          <p:nvGrpSpPr>
            <p:cNvPr id="4" name="Group 35">
              <a:extLst>
                <a:ext uri="{FF2B5EF4-FFF2-40B4-BE49-F238E27FC236}">
                  <a16:creationId xmlns:a16="http://schemas.microsoft.com/office/drawing/2014/main" xmlns="" id="{BF4947FC-59EB-4830-BD89-16564012E054}"/>
                </a:ext>
              </a:extLst>
            </p:cNvPr>
            <p:cNvGrpSpPr/>
            <p:nvPr/>
          </p:nvGrpSpPr>
          <p:grpSpPr>
            <a:xfrm>
              <a:off x="-3" y="2320055"/>
              <a:ext cx="7595799" cy="3152646"/>
              <a:chOff x="-2" y="2329580"/>
              <a:chExt cx="7595799" cy="3152646"/>
            </a:xfrm>
          </p:grpSpPr>
          <p:sp>
            <p:nvSpPr>
              <p:cNvPr id="10" name="Rectangle 36">
                <a:extLst>
                  <a:ext uri="{FF2B5EF4-FFF2-40B4-BE49-F238E27FC236}">
                    <a16:creationId xmlns:a16="http://schemas.microsoft.com/office/drawing/2014/main" xmlns="" id="{C7E1E296-5C99-41F9-80FC-4420B23A5860}"/>
                  </a:ext>
                </a:extLst>
              </p:cNvPr>
              <p:cNvSpPr/>
              <p:nvPr/>
            </p:nvSpPr>
            <p:spPr>
              <a:xfrm rot="5400000">
                <a:off x="2145373" y="1361867"/>
                <a:ext cx="437038" cy="472778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11" name="Block Arc 37">
                <a:extLst>
                  <a:ext uri="{FF2B5EF4-FFF2-40B4-BE49-F238E27FC236}">
                    <a16:creationId xmlns:a16="http://schemas.microsoft.com/office/drawing/2014/main" xmlns="" id="{BA37CE45-9AB4-4D1F-A61F-28653D8109D3}"/>
                  </a:ext>
                </a:extLst>
              </p:cNvPr>
              <p:cNvSpPr/>
              <p:nvPr/>
            </p:nvSpPr>
            <p:spPr>
              <a:xfrm rot="16200000">
                <a:off x="4593268" y="2479697"/>
                <a:ext cx="3002528" cy="3002530"/>
              </a:xfrm>
              <a:prstGeom prst="blockArc">
                <a:avLst>
                  <a:gd name="adj1" fmla="val 16294378"/>
                  <a:gd name="adj2" fmla="val 20340573"/>
                  <a:gd name="adj3" fmla="val 1596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52D88EE3-EA6B-4962-8BC8-EA6F77AB7E0E}"/>
                  </a:ext>
                </a:extLst>
              </p:cNvPr>
              <p:cNvSpPr txBox="1"/>
              <p:nvPr/>
            </p:nvSpPr>
            <p:spPr>
              <a:xfrm rot="18332389">
                <a:off x="4817267" y="2920999"/>
                <a:ext cx="1853224" cy="1478665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2348932"/>
                  </a:avLst>
                </a:prstTxWarp>
                <a:spAutoFit/>
              </a:bodyPr>
              <a:lstStyle/>
              <a:p>
                <a:pPr algn="ctr"/>
                <a:r>
                  <a:rPr lang="en-US" altLang="ko-KR" b="1" dirty="0">
                    <a:solidFill>
                      <a:schemeClr val="bg1"/>
                    </a:solidFill>
                    <a:cs typeface="Arial" pitchFamily="34" charset="0"/>
                  </a:rPr>
                  <a:t>Text Here</a:t>
                </a:r>
                <a:endParaRPr lang="ko-KR" altLang="en-US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13" name="Isosceles Triangle 39">
                <a:extLst>
                  <a:ext uri="{FF2B5EF4-FFF2-40B4-BE49-F238E27FC236}">
                    <a16:creationId xmlns:a16="http://schemas.microsoft.com/office/drawing/2014/main" xmlns="" id="{F6B9D5B3-534F-4A0D-8D6E-C411D38130B7}"/>
                  </a:ext>
                </a:extLst>
              </p:cNvPr>
              <p:cNvSpPr/>
              <p:nvPr/>
            </p:nvSpPr>
            <p:spPr>
              <a:xfrm rot="4178198">
                <a:off x="5364620" y="2574029"/>
                <a:ext cx="835466" cy="346568"/>
              </a:xfrm>
              <a:prstGeom prst="triangl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40">
              <a:extLst>
                <a:ext uri="{FF2B5EF4-FFF2-40B4-BE49-F238E27FC236}">
                  <a16:creationId xmlns:a16="http://schemas.microsoft.com/office/drawing/2014/main" xmlns="" id="{F9A4F149-D1FA-4AFF-BC38-869DEC28E52B}"/>
                </a:ext>
              </a:extLst>
            </p:cNvPr>
            <p:cNvGrpSpPr/>
            <p:nvPr/>
          </p:nvGrpSpPr>
          <p:grpSpPr>
            <a:xfrm flipV="1">
              <a:off x="0" y="2472455"/>
              <a:ext cx="7595799" cy="3152646"/>
              <a:chOff x="-2" y="2329580"/>
              <a:chExt cx="7595799" cy="3152646"/>
            </a:xfrm>
          </p:grpSpPr>
          <p:sp>
            <p:nvSpPr>
              <p:cNvPr id="6" name="Rectangle 41">
                <a:extLst>
                  <a:ext uri="{FF2B5EF4-FFF2-40B4-BE49-F238E27FC236}">
                    <a16:creationId xmlns:a16="http://schemas.microsoft.com/office/drawing/2014/main" xmlns="" id="{640F4F70-6AAC-4F73-A403-2709AA7D5B8D}"/>
                  </a:ext>
                </a:extLst>
              </p:cNvPr>
              <p:cNvSpPr/>
              <p:nvPr/>
            </p:nvSpPr>
            <p:spPr>
              <a:xfrm rot="5400000">
                <a:off x="2145373" y="1361867"/>
                <a:ext cx="437038" cy="472778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7" name="Block Arc 42">
                <a:extLst>
                  <a:ext uri="{FF2B5EF4-FFF2-40B4-BE49-F238E27FC236}">
                    <a16:creationId xmlns:a16="http://schemas.microsoft.com/office/drawing/2014/main" xmlns="" id="{39C1D0C4-3F91-4B10-9D77-56070CB4159B}"/>
                  </a:ext>
                </a:extLst>
              </p:cNvPr>
              <p:cNvSpPr/>
              <p:nvPr/>
            </p:nvSpPr>
            <p:spPr>
              <a:xfrm rot="16200000">
                <a:off x="4593268" y="2479697"/>
                <a:ext cx="3002528" cy="3002530"/>
              </a:xfrm>
              <a:prstGeom prst="blockArc">
                <a:avLst>
                  <a:gd name="adj1" fmla="val 16294378"/>
                  <a:gd name="adj2" fmla="val 20340573"/>
                  <a:gd name="adj3" fmla="val 1596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C99D0BA6-2CB7-4937-8C5F-D23CFCC8A278}"/>
                  </a:ext>
                </a:extLst>
              </p:cNvPr>
              <p:cNvSpPr txBox="1"/>
              <p:nvPr/>
            </p:nvSpPr>
            <p:spPr>
              <a:xfrm rot="7776186" flipV="1">
                <a:off x="4797156" y="2943055"/>
                <a:ext cx="1853224" cy="1478665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2348932"/>
                  </a:avLst>
                </a:prstTxWarp>
                <a:spAutoFit/>
              </a:bodyPr>
              <a:lstStyle/>
              <a:p>
                <a:pPr algn="ctr"/>
                <a:r>
                  <a:rPr lang="en-US" altLang="ko-KR" b="1" dirty="0">
                    <a:solidFill>
                      <a:schemeClr val="bg1"/>
                    </a:solidFill>
                    <a:cs typeface="Arial" pitchFamily="34" charset="0"/>
                  </a:rPr>
                  <a:t>Text Here</a:t>
                </a:r>
                <a:endParaRPr lang="ko-KR" altLang="en-US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9" name="Isosceles Triangle 44">
                <a:extLst>
                  <a:ext uri="{FF2B5EF4-FFF2-40B4-BE49-F238E27FC236}">
                    <a16:creationId xmlns:a16="http://schemas.microsoft.com/office/drawing/2014/main" xmlns="" id="{62DF806F-F1A0-43D2-862A-25CD4AA2FFB7}"/>
                  </a:ext>
                </a:extLst>
              </p:cNvPr>
              <p:cNvSpPr/>
              <p:nvPr/>
            </p:nvSpPr>
            <p:spPr>
              <a:xfrm rot="4178198">
                <a:off x="5364620" y="2574029"/>
                <a:ext cx="835466" cy="346568"/>
              </a:xfrm>
              <a:prstGeom prst="triangl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4" name="Group 45">
            <a:extLst>
              <a:ext uri="{FF2B5EF4-FFF2-40B4-BE49-F238E27FC236}">
                <a16:creationId xmlns:a16="http://schemas.microsoft.com/office/drawing/2014/main" xmlns="" id="{0A110DDE-4F33-419C-A5C9-92AAD8DFF6E0}"/>
              </a:ext>
            </a:extLst>
          </p:cNvPr>
          <p:cNvGrpSpPr/>
          <p:nvPr/>
        </p:nvGrpSpPr>
        <p:grpSpPr>
          <a:xfrm flipH="1">
            <a:off x="4596198" y="2320055"/>
            <a:ext cx="7595802" cy="3305046"/>
            <a:chOff x="-3" y="2320055"/>
            <a:chExt cx="7595802" cy="3305046"/>
          </a:xfrm>
        </p:grpSpPr>
        <p:grpSp>
          <p:nvGrpSpPr>
            <p:cNvPr id="15" name="Group 46">
              <a:extLst>
                <a:ext uri="{FF2B5EF4-FFF2-40B4-BE49-F238E27FC236}">
                  <a16:creationId xmlns:a16="http://schemas.microsoft.com/office/drawing/2014/main" xmlns="" id="{BCE023A2-A674-44E3-9D61-595A1CB746C2}"/>
                </a:ext>
              </a:extLst>
            </p:cNvPr>
            <p:cNvGrpSpPr/>
            <p:nvPr/>
          </p:nvGrpSpPr>
          <p:grpSpPr>
            <a:xfrm>
              <a:off x="-3" y="2320055"/>
              <a:ext cx="7595799" cy="3152646"/>
              <a:chOff x="-2" y="2329580"/>
              <a:chExt cx="7595799" cy="3152646"/>
            </a:xfrm>
          </p:grpSpPr>
          <p:sp>
            <p:nvSpPr>
              <p:cNvPr id="21" name="Rectangle 52">
                <a:extLst>
                  <a:ext uri="{FF2B5EF4-FFF2-40B4-BE49-F238E27FC236}">
                    <a16:creationId xmlns:a16="http://schemas.microsoft.com/office/drawing/2014/main" xmlns="" id="{AFEC5F7F-4760-425E-A273-879062461FD9}"/>
                  </a:ext>
                </a:extLst>
              </p:cNvPr>
              <p:cNvSpPr/>
              <p:nvPr/>
            </p:nvSpPr>
            <p:spPr>
              <a:xfrm rot="5400000">
                <a:off x="2145373" y="1361867"/>
                <a:ext cx="437038" cy="472778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2" name="Block Arc 53">
                <a:extLst>
                  <a:ext uri="{FF2B5EF4-FFF2-40B4-BE49-F238E27FC236}">
                    <a16:creationId xmlns:a16="http://schemas.microsoft.com/office/drawing/2014/main" xmlns="" id="{B1AE6506-D98D-4E10-B28D-7A218177EFC9}"/>
                  </a:ext>
                </a:extLst>
              </p:cNvPr>
              <p:cNvSpPr/>
              <p:nvPr/>
            </p:nvSpPr>
            <p:spPr>
              <a:xfrm rot="16200000">
                <a:off x="4593268" y="2479697"/>
                <a:ext cx="3002528" cy="3002530"/>
              </a:xfrm>
              <a:prstGeom prst="blockArc">
                <a:avLst>
                  <a:gd name="adj1" fmla="val 16294378"/>
                  <a:gd name="adj2" fmla="val 20340573"/>
                  <a:gd name="adj3" fmla="val 1596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1C7A40A5-3F2B-4ED2-8C56-5CD61708E120}"/>
                  </a:ext>
                </a:extLst>
              </p:cNvPr>
              <p:cNvSpPr txBox="1"/>
              <p:nvPr/>
            </p:nvSpPr>
            <p:spPr>
              <a:xfrm rot="18102966" flipH="1">
                <a:off x="4817267" y="2920999"/>
                <a:ext cx="1853224" cy="1478665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2348932"/>
                  </a:avLst>
                </a:prstTxWarp>
                <a:spAutoFit/>
              </a:bodyPr>
              <a:lstStyle/>
              <a:p>
                <a:pPr algn="ctr"/>
                <a:r>
                  <a:rPr lang="en-US" altLang="ko-KR" b="1" dirty="0">
                    <a:solidFill>
                      <a:schemeClr val="bg1"/>
                    </a:solidFill>
                    <a:cs typeface="Arial" pitchFamily="34" charset="0"/>
                  </a:rPr>
                  <a:t>Text Here</a:t>
                </a:r>
                <a:endParaRPr lang="ko-KR" altLang="en-US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24" name="Isosceles Triangle 55">
                <a:extLst>
                  <a:ext uri="{FF2B5EF4-FFF2-40B4-BE49-F238E27FC236}">
                    <a16:creationId xmlns:a16="http://schemas.microsoft.com/office/drawing/2014/main" xmlns="" id="{D4B15F6D-52B8-45DB-9939-831C52B2ED30}"/>
                  </a:ext>
                </a:extLst>
              </p:cNvPr>
              <p:cNvSpPr/>
              <p:nvPr/>
            </p:nvSpPr>
            <p:spPr>
              <a:xfrm rot="4178198">
                <a:off x="5364620" y="2574029"/>
                <a:ext cx="835466" cy="346568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47">
              <a:extLst>
                <a:ext uri="{FF2B5EF4-FFF2-40B4-BE49-F238E27FC236}">
                  <a16:creationId xmlns:a16="http://schemas.microsoft.com/office/drawing/2014/main" xmlns="" id="{A177B504-4C56-41D6-9F31-8D8F1932E9B0}"/>
                </a:ext>
              </a:extLst>
            </p:cNvPr>
            <p:cNvGrpSpPr/>
            <p:nvPr/>
          </p:nvGrpSpPr>
          <p:grpSpPr>
            <a:xfrm flipV="1">
              <a:off x="0" y="2472455"/>
              <a:ext cx="7595799" cy="3152646"/>
              <a:chOff x="-2" y="2329580"/>
              <a:chExt cx="7595799" cy="3152646"/>
            </a:xfrm>
          </p:grpSpPr>
          <p:sp>
            <p:nvSpPr>
              <p:cNvPr id="17" name="Rectangle 48">
                <a:extLst>
                  <a:ext uri="{FF2B5EF4-FFF2-40B4-BE49-F238E27FC236}">
                    <a16:creationId xmlns:a16="http://schemas.microsoft.com/office/drawing/2014/main" xmlns="" id="{964D6CC6-FF54-4E0D-A637-1D919656495A}"/>
                  </a:ext>
                </a:extLst>
              </p:cNvPr>
              <p:cNvSpPr/>
              <p:nvPr/>
            </p:nvSpPr>
            <p:spPr>
              <a:xfrm rot="5400000">
                <a:off x="2145373" y="1361867"/>
                <a:ext cx="437038" cy="472778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18" name="Block Arc 49">
                <a:extLst>
                  <a:ext uri="{FF2B5EF4-FFF2-40B4-BE49-F238E27FC236}">
                    <a16:creationId xmlns:a16="http://schemas.microsoft.com/office/drawing/2014/main" xmlns="" id="{90C07EE4-7FAF-4823-B517-3B205DBF3D56}"/>
                  </a:ext>
                </a:extLst>
              </p:cNvPr>
              <p:cNvSpPr/>
              <p:nvPr/>
            </p:nvSpPr>
            <p:spPr>
              <a:xfrm rot="16200000">
                <a:off x="4593268" y="2479697"/>
                <a:ext cx="3002528" cy="3002530"/>
              </a:xfrm>
              <a:prstGeom prst="blockArc">
                <a:avLst>
                  <a:gd name="adj1" fmla="val 16294378"/>
                  <a:gd name="adj2" fmla="val 20340573"/>
                  <a:gd name="adj3" fmla="val 1596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B42D6FB7-6549-402D-B9D3-AAF86EAD0FA3}"/>
                  </a:ext>
                </a:extLst>
              </p:cNvPr>
              <p:cNvSpPr txBox="1"/>
              <p:nvPr/>
            </p:nvSpPr>
            <p:spPr>
              <a:xfrm rot="7674793" flipH="1" flipV="1">
                <a:off x="4797156" y="2943055"/>
                <a:ext cx="1853224" cy="1478665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2348932"/>
                  </a:avLst>
                </a:prstTxWarp>
                <a:spAutoFit/>
              </a:bodyPr>
              <a:lstStyle/>
              <a:p>
                <a:pPr algn="ctr"/>
                <a:r>
                  <a:rPr lang="en-US" altLang="ko-KR" b="1" dirty="0">
                    <a:solidFill>
                      <a:schemeClr val="bg1"/>
                    </a:solidFill>
                    <a:cs typeface="Arial" pitchFamily="34" charset="0"/>
                  </a:rPr>
                  <a:t>Text Here</a:t>
                </a:r>
                <a:endParaRPr lang="ko-KR" altLang="en-US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20" name="Isosceles Triangle 51">
                <a:extLst>
                  <a:ext uri="{FF2B5EF4-FFF2-40B4-BE49-F238E27FC236}">
                    <a16:creationId xmlns:a16="http://schemas.microsoft.com/office/drawing/2014/main" xmlns="" id="{8B41B268-AEF5-4278-B1D7-7A021226EE72}"/>
                  </a:ext>
                </a:extLst>
              </p:cNvPr>
              <p:cNvSpPr/>
              <p:nvPr/>
            </p:nvSpPr>
            <p:spPr>
              <a:xfrm rot="4178198">
                <a:off x="5364620" y="2574029"/>
                <a:ext cx="835466" cy="346568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5" name="Group 18">
            <a:extLst>
              <a:ext uri="{FF2B5EF4-FFF2-40B4-BE49-F238E27FC236}">
                <a16:creationId xmlns:a16="http://schemas.microsoft.com/office/drawing/2014/main" xmlns="" id="{830CC9B0-B159-431B-B089-35942367427D}"/>
              </a:ext>
            </a:extLst>
          </p:cNvPr>
          <p:cNvGrpSpPr/>
          <p:nvPr/>
        </p:nvGrpSpPr>
        <p:grpSpPr>
          <a:xfrm>
            <a:off x="653726" y="1945657"/>
            <a:ext cx="4075528" cy="923332"/>
            <a:chOff x="6210993" y="1433695"/>
            <a:chExt cx="2245430" cy="65687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3296C3D5-109D-488E-979C-F7F2222FD5A4}"/>
                </a:ext>
              </a:extLst>
            </p:cNvPr>
            <p:cNvSpPr txBox="1"/>
            <p:nvPr/>
          </p:nvSpPr>
          <p:spPr>
            <a:xfrm>
              <a:off x="6210998" y="1433695"/>
              <a:ext cx="2245425" cy="197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DE1B6F8A-0BF1-44CA-8552-2877FFC51CA6}"/>
                </a:ext>
              </a:extLst>
            </p:cNvPr>
            <p:cNvSpPr txBox="1"/>
            <p:nvPr/>
          </p:nvSpPr>
          <p:spPr>
            <a:xfrm>
              <a:off x="6210993" y="1630759"/>
              <a:ext cx="2245425" cy="459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Easy to change colors, photos and Text. 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8" name="Group 21">
            <a:extLst>
              <a:ext uri="{FF2B5EF4-FFF2-40B4-BE49-F238E27FC236}">
                <a16:creationId xmlns:a16="http://schemas.microsoft.com/office/drawing/2014/main" xmlns="" id="{18386D16-A303-486A-8C2B-084F2D1ACDA0}"/>
              </a:ext>
            </a:extLst>
          </p:cNvPr>
          <p:cNvGrpSpPr/>
          <p:nvPr/>
        </p:nvGrpSpPr>
        <p:grpSpPr>
          <a:xfrm>
            <a:off x="754603" y="5057338"/>
            <a:ext cx="4075528" cy="923332"/>
            <a:chOff x="6210993" y="1433695"/>
            <a:chExt cx="2245430" cy="65687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A1992450-5970-4B8B-9820-C8093B5AE757}"/>
                </a:ext>
              </a:extLst>
            </p:cNvPr>
            <p:cNvSpPr txBox="1"/>
            <p:nvPr/>
          </p:nvSpPr>
          <p:spPr>
            <a:xfrm>
              <a:off x="6210998" y="1433695"/>
              <a:ext cx="2245425" cy="197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0D67A144-EC72-40C4-A5FE-CFD88A76B1AD}"/>
                </a:ext>
              </a:extLst>
            </p:cNvPr>
            <p:cNvSpPr txBox="1"/>
            <p:nvPr/>
          </p:nvSpPr>
          <p:spPr>
            <a:xfrm>
              <a:off x="6210993" y="1630759"/>
              <a:ext cx="2245425" cy="459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Easy to change colors, photos and Text. 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1" name="Group 24">
            <a:extLst>
              <a:ext uri="{FF2B5EF4-FFF2-40B4-BE49-F238E27FC236}">
                <a16:creationId xmlns:a16="http://schemas.microsoft.com/office/drawing/2014/main" xmlns="" id="{BCE2C76E-CAC9-4868-BD36-0C9B0A7A19F3}"/>
              </a:ext>
            </a:extLst>
          </p:cNvPr>
          <p:cNvGrpSpPr/>
          <p:nvPr/>
        </p:nvGrpSpPr>
        <p:grpSpPr>
          <a:xfrm>
            <a:off x="7361869" y="1945657"/>
            <a:ext cx="4075528" cy="923332"/>
            <a:chOff x="6210993" y="1433695"/>
            <a:chExt cx="2245430" cy="65687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051A0A22-575F-4137-BD00-29CDD7777600}"/>
                </a:ext>
              </a:extLst>
            </p:cNvPr>
            <p:cNvSpPr txBox="1"/>
            <p:nvPr/>
          </p:nvSpPr>
          <p:spPr>
            <a:xfrm>
              <a:off x="6210998" y="1433695"/>
              <a:ext cx="2245425" cy="197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8588E97B-CDCF-4348-9CCD-173CFDF2B46B}"/>
                </a:ext>
              </a:extLst>
            </p:cNvPr>
            <p:cNvSpPr txBox="1"/>
            <p:nvPr/>
          </p:nvSpPr>
          <p:spPr>
            <a:xfrm>
              <a:off x="6210993" y="1630759"/>
              <a:ext cx="2245425" cy="459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Easy to change colors, photos and Text. 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4" name="Group 27">
            <a:extLst>
              <a:ext uri="{FF2B5EF4-FFF2-40B4-BE49-F238E27FC236}">
                <a16:creationId xmlns:a16="http://schemas.microsoft.com/office/drawing/2014/main" xmlns="" id="{57E0CB77-2F6B-49A0-8905-6E1AB8CEF8B7}"/>
              </a:ext>
            </a:extLst>
          </p:cNvPr>
          <p:cNvGrpSpPr/>
          <p:nvPr/>
        </p:nvGrpSpPr>
        <p:grpSpPr>
          <a:xfrm>
            <a:off x="7462746" y="5057338"/>
            <a:ext cx="4075528" cy="923332"/>
            <a:chOff x="6210993" y="1433695"/>
            <a:chExt cx="2245430" cy="656879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34032BA9-A96D-4E3C-8FA5-67A75F3BF051}"/>
                </a:ext>
              </a:extLst>
            </p:cNvPr>
            <p:cNvSpPr txBox="1"/>
            <p:nvPr/>
          </p:nvSpPr>
          <p:spPr>
            <a:xfrm>
              <a:off x="6210998" y="1433695"/>
              <a:ext cx="2245425" cy="197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555D0BED-22FE-4767-BD81-4A2AD5770F0B}"/>
                </a:ext>
              </a:extLst>
            </p:cNvPr>
            <p:cNvSpPr txBox="1"/>
            <p:nvPr/>
          </p:nvSpPr>
          <p:spPr>
            <a:xfrm>
              <a:off x="6210993" y="1630759"/>
              <a:ext cx="2245425" cy="459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Easy to change colors, photos and Text. 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7" name="Rounded Rectangle 51">
            <a:extLst>
              <a:ext uri="{FF2B5EF4-FFF2-40B4-BE49-F238E27FC236}">
                <a16:creationId xmlns:a16="http://schemas.microsoft.com/office/drawing/2014/main" xmlns="" id="{973D4D94-7874-4EF5-A4F2-15773D857318}"/>
              </a:ext>
            </a:extLst>
          </p:cNvPr>
          <p:cNvSpPr/>
          <p:nvPr/>
        </p:nvSpPr>
        <p:spPr>
          <a:xfrm rot="16200000" flipH="1">
            <a:off x="5500262" y="3442565"/>
            <a:ext cx="1181138" cy="1112348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309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35E0219-A5CB-442F-AE6A-4DE6B87F6449}"/>
              </a:ext>
            </a:extLst>
          </p:cNvPr>
          <p:cNvSpPr txBox="1"/>
          <p:nvPr/>
        </p:nvSpPr>
        <p:spPr>
          <a:xfrm>
            <a:off x="646369" y="279854"/>
            <a:ext cx="4253546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US" altLang="ko-KR" sz="4400" b="1" dirty="0">
                <a:solidFill>
                  <a:schemeClr val="accent5">
                    <a:lumMod val="50000"/>
                  </a:schemeClr>
                </a:solidFill>
                <a:latin typeface="+mj-lt"/>
                <a:cs typeface="Arial" pitchFamily="34" charset="0"/>
              </a:rPr>
              <a:t>AWESOME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F0482F0-21AB-45D1-B7D4-637BE22D4123}"/>
              </a:ext>
            </a:extLst>
          </p:cNvPr>
          <p:cNvSpPr txBox="1"/>
          <p:nvPr/>
        </p:nvSpPr>
        <p:spPr>
          <a:xfrm>
            <a:off x="646369" y="927016"/>
            <a:ext cx="425354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GB" altLang="ko-KR" sz="3200" b="1" dirty="0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PRESENTATION</a:t>
            </a:r>
            <a:endParaRPr lang="ko-KR" altLang="en-US" sz="3200" b="1" dirty="0">
              <a:solidFill>
                <a:schemeClr val="accent5">
                  <a:lumMod val="50000"/>
                </a:schemeClr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1B5BEB6-016D-4BFE-80EE-26ED1902EF22}"/>
              </a:ext>
            </a:extLst>
          </p:cNvPr>
          <p:cNvSpPr txBox="1"/>
          <p:nvPr/>
        </p:nvSpPr>
        <p:spPr>
          <a:xfrm>
            <a:off x="646369" y="1491484"/>
            <a:ext cx="42535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400" b="0" dirty="0">
                <a:solidFill>
                  <a:schemeClr val="accent5">
                    <a:lumMod val="50000"/>
                  </a:schemeClr>
                </a:solidFill>
                <a:ea typeface="FZShuTi" pitchFamily="2" charset="-122"/>
                <a:cs typeface="Arial" pitchFamily="34" charset="0"/>
              </a:rPr>
              <a:t>EASY TO CHANGE COLORS, PHOTOS.   </a:t>
            </a:r>
            <a:endParaRPr lang="ko-KR" altLang="en-US" sz="1400" b="0" dirty="0">
              <a:solidFill>
                <a:schemeClr val="accent5">
                  <a:lumMod val="50000"/>
                </a:schemeClr>
              </a:solidFill>
              <a:cs typeface="Arial" pitchFamily="34" charset="0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xmlns="" id="{91E1970C-433F-45A5-814D-3FEEE591105B}"/>
              </a:ext>
            </a:extLst>
          </p:cNvPr>
          <p:cNvGrpSpPr/>
          <p:nvPr/>
        </p:nvGrpSpPr>
        <p:grpSpPr>
          <a:xfrm>
            <a:off x="646369" y="2696677"/>
            <a:ext cx="4529733" cy="2669839"/>
            <a:chOff x="646369" y="2696677"/>
            <a:chExt cx="4529733" cy="2669839"/>
          </a:xfrm>
        </p:grpSpPr>
        <p:grpSp>
          <p:nvGrpSpPr>
            <p:cNvPr id="7" name="그룹 21">
              <a:extLst>
                <a:ext uri="{FF2B5EF4-FFF2-40B4-BE49-F238E27FC236}">
                  <a16:creationId xmlns:a16="http://schemas.microsoft.com/office/drawing/2014/main" xmlns="" id="{4C12AF07-20C5-4D5C-9E6C-883D8E5090CC}"/>
                </a:ext>
              </a:extLst>
            </p:cNvPr>
            <p:cNvGrpSpPr/>
            <p:nvPr/>
          </p:nvGrpSpPr>
          <p:grpSpPr>
            <a:xfrm>
              <a:off x="646369" y="2696677"/>
              <a:ext cx="3756009" cy="1015663"/>
              <a:chOff x="959011" y="2597626"/>
              <a:chExt cx="3756009" cy="1015663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89F51A61-EDBE-4A95-B8A5-3E3E3078C112}"/>
                  </a:ext>
                </a:extLst>
              </p:cNvPr>
              <p:cNvSpPr txBox="1"/>
              <p:nvPr/>
            </p:nvSpPr>
            <p:spPr>
              <a:xfrm>
                <a:off x="959011" y="2691895"/>
                <a:ext cx="1513664" cy="2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b="1" dirty="0">
                    <a:solidFill>
                      <a:schemeClr val="bg1"/>
                    </a:solidFill>
                    <a:cs typeface="Arial" pitchFamily="34" charset="0"/>
                  </a:rPr>
                  <a:t>POWERPOINT</a:t>
                </a:r>
                <a:endParaRPr lang="ko-KR" altLang="en-US" sz="12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0317F613-77F1-475B-8506-DEFE812E6C91}"/>
                  </a:ext>
                </a:extLst>
              </p:cNvPr>
              <p:cNvSpPr txBox="1"/>
              <p:nvPr/>
            </p:nvSpPr>
            <p:spPr>
              <a:xfrm>
                <a:off x="2968085" y="2597626"/>
                <a:ext cx="174693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accent5">
                        <a:lumMod val="50000"/>
                      </a:schemeClr>
                    </a:solidFill>
                    <a:cs typeface="Arial" pitchFamily="34" charset="0"/>
                  </a:rPr>
                  <a:t>You can simply impress your audience and add a unique zing and appeal to your Presentations</a:t>
                </a:r>
              </a:p>
            </p:txBody>
          </p:sp>
          <p:sp>
            <p:nvSpPr>
              <p:cNvPr id="10" name="Chevron 25">
                <a:extLst>
                  <a:ext uri="{FF2B5EF4-FFF2-40B4-BE49-F238E27FC236}">
                    <a16:creationId xmlns:a16="http://schemas.microsoft.com/office/drawing/2014/main" xmlns="" id="{F284FB92-8341-4A51-84CA-EEBFB8C9BF8E}"/>
                  </a:ext>
                </a:extLst>
              </p:cNvPr>
              <p:cNvSpPr/>
              <p:nvPr/>
            </p:nvSpPr>
            <p:spPr>
              <a:xfrm>
                <a:off x="2601327" y="2732031"/>
                <a:ext cx="194565" cy="200987"/>
              </a:xfrm>
              <a:prstGeom prst="chevron">
                <a:avLst>
                  <a:gd name="adj" fmla="val 54864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그룹 20">
              <a:extLst>
                <a:ext uri="{FF2B5EF4-FFF2-40B4-BE49-F238E27FC236}">
                  <a16:creationId xmlns:a16="http://schemas.microsoft.com/office/drawing/2014/main" xmlns="" id="{CDCEE90D-5770-44CF-91D5-91C037D0881F}"/>
                </a:ext>
              </a:extLst>
            </p:cNvPr>
            <p:cNvGrpSpPr/>
            <p:nvPr/>
          </p:nvGrpSpPr>
          <p:grpSpPr>
            <a:xfrm>
              <a:off x="646369" y="3708431"/>
              <a:ext cx="4035801" cy="830997"/>
              <a:chOff x="959011" y="3630156"/>
              <a:chExt cx="4035801" cy="830997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2FC97068-DD62-44BB-B0A1-DC5A5BBC1DF4}"/>
                  </a:ext>
                </a:extLst>
              </p:cNvPr>
              <p:cNvSpPr txBox="1"/>
              <p:nvPr/>
            </p:nvSpPr>
            <p:spPr>
              <a:xfrm>
                <a:off x="959011" y="3725844"/>
                <a:ext cx="1513664" cy="2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b="1" dirty="0">
                    <a:solidFill>
                      <a:schemeClr val="bg1"/>
                    </a:solidFill>
                    <a:cs typeface="Arial" pitchFamily="34" charset="0"/>
                  </a:rPr>
                  <a:t>CONTENTS</a:t>
                </a:r>
                <a:endParaRPr lang="ko-KR" altLang="en-US" sz="12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FCE72E69-6289-4C3B-BE64-BEFA8838B367}"/>
                  </a:ext>
                </a:extLst>
              </p:cNvPr>
              <p:cNvSpPr txBox="1"/>
              <p:nvPr/>
            </p:nvSpPr>
            <p:spPr>
              <a:xfrm>
                <a:off x="2968086" y="3630156"/>
                <a:ext cx="202672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accent5">
                        <a:lumMod val="50000"/>
                      </a:schemeClr>
                    </a:solidFill>
                    <a:cs typeface="Arial" pitchFamily="34" charset="0"/>
                  </a:rPr>
                  <a:t>You can simply impress your audience and add a unique zing and appeal to your Presentations. </a:t>
                </a:r>
              </a:p>
            </p:txBody>
          </p:sp>
          <p:sp>
            <p:nvSpPr>
              <p:cNvPr id="14" name="Chevron 26">
                <a:extLst>
                  <a:ext uri="{FF2B5EF4-FFF2-40B4-BE49-F238E27FC236}">
                    <a16:creationId xmlns:a16="http://schemas.microsoft.com/office/drawing/2014/main" xmlns="" id="{F71EC3A6-1179-4D74-9337-56BCAD3F1427}"/>
                  </a:ext>
                </a:extLst>
              </p:cNvPr>
              <p:cNvSpPr/>
              <p:nvPr/>
            </p:nvSpPr>
            <p:spPr>
              <a:xfrm>
                <a:off x="2601327" y="3764561"/>
                <a:ext cx="194565" cy="200987"/>
              </a:xfrm>
              <a:prstGeom prst="chevron">
                <a:avLst>
                  <a:gd name="adj" fmla="val 54864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" name="그룹 3">
              <a:extLst>
                <a:ext uri="{FF2B5EF4-FFF2-40B4-BE49-F238E27FC236}">
                  <a16:creationId xmlns:a16="http://schemas.microsoft.com/office/drawing/2014/main" xmlns="" id="{D8247105-1577-4638-9CAC-CC952FB9EB4D}"/>
                </a:ext>
              </a:extLst>
            </p:cNvPr>
            <p:cNvGrpSpPr/>
            <p:nvPr/>
          </p:nvGrpSpPr>
          <p:grpSpPr>
            <a:xfrm>
              <a:off x="646369" y="4720185"/>
              <a:ext cx="4529733" cy="646331"/>
              <a:chOff x="959011" y="5695216"/>
              <a:chExt cx="4529733" cy="646331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915B2343-97ED-4AF7-B4D2-AAA89C522ADD}"/>
                  </a:ext>
                </a:extLst>
              </p:cNvPr>
              <p:cNvSpPr txBox="1"/>
              <p:nvPr/>
            </p:nvSpPr>
            <p:spPr>
              <a:xfrm>
                <a:off x="959011" y="5789485"/>
                <a:ext cx="1513664" cy="2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b="1" dirty="0">
                    <a:solidFill>
                      <a:schemeClr val="bg1"/>
                    </a:solidFill>
                    <a:cs typeface="Arial" pitchFamily="34" charset="0"/>
                  </a:rPr>
                  <a:t>TEXT</a:t>
                </a:r>
                <a:endParaRPr lang="ko-KR" altLang="en-US" sz="12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DC090682-E5B7-4EC7-9FFB-C90B8FB6C135}"/>
                  </a:ext>
                </a:extLst>
              </p:cNvPr>
              <p:cNvSpPr txBox="1"/>
              <p:nvPr/>
            </p:nvSpPr>
            <p:spPr>
              <a:xfrm>
                <a:off x="2968086" y="5695216"/>
                <a:ext cx="25206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accent5">
                        <a:lumMod val="50000"/>
                      </a:schemeClr>
                    </a:solidFill>
                    <a:cs typeface="Arial" pitchFamily="34" charset="0"/>
                  </a:rPr>
                  <a:t>You can simply impress your audience and add a unique zing and appeal to your Presentations. </a:t>
                </a:r>
              </a:p>
            </p:txBody>
          </p:sp>
          <p:sp>
            <p:nvSpPr>
              <p:cNvPr id="18" name="Chevron 28">
                <a:extLst>
                  <a:ext uri="{FF2B5EF4-FFF2-40B4-BE49-F238E27FC236}">
                    <a16:creationId xmlns:a16="http://schemas.microsoft.com/office/drawing/2014/main" xmlns="" id="{C5F28E22-DCEE-4CC1-85A4-B2FC7C991BC5}"/>
                  </a:ext>
                </a:extLst>
              </p:cNvPr>
              <p:cNvSpPr/>
              <p:nvPr/>
            </p:nvSpPr>
            <p:spPr>
              <a:xfrm>
                <a:off x="2601327" y="5829621"/>
                <a:ext cx="194565" cy="200987"/>
              </a:xfrm>
              <a:prstGeom prst="chevron">
                <a:avLst>
                  <a:gd name="adj" fmla="val 54864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98161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xmlns="" id="{B02C490D-496B-4644-9ECB-79E197449C16}"/>
              </a:ext>
            </a:extLst>
          </p:cNvPr>
          <p:cNvGrpSpPr/>
          <p:nvPr/>
        </p:nvGrpSpPr>
        <p:grpSpPr>
          <a:xfrm>
            <a:off x="1044270" y="1963864"/>
            <a:ext cx="4073270" cy="4073272"/>
            <a:chOff x="2599143" y="1799507"/>
            <a:chExt cx="3875328" cy="3875330"/>
          </a:xfrm>
        </p:grpSpPr>
        <p:sp>
          <p:nvSpPr>
            <p:cNvPr id="7" name="Parallelogram 25">
              <a:extLst>
                <a:ext uri="{FF2B5EF4-FFF2-40B4-BE49-F238E27FC236}">
                  <a16:creationId xmlns:a16="http://schemas.microsoft.com/office/drawing/2014/main" xmlns="" id="{9BB59369-54E7-46D7-9089-8F62AA553204}"/>
                </a:ext>
              </a:extLst>
            </p:cNvPr>
            <p:cNvSpPr/>
            <p:nvPr/>
          </p:nvSpPr>
          <p:spPr>
            <a:xfrm rot="16200000" flipH="1">
              <a:off x="1201479" y="3197173"/>
              <a:ext cx="3875328" cy="1080000"/>
            </a:xfrm>
            <a:custGeom>
              <a:avLst/>
              <a:gdLst/>
              <a:ahLst/>
              <a:cxnLst/>
              <a:rect l="l" t="t" r="r" b="b"/>
              <a:pathLst>
                <a:path w="3875328" h="1080000">
                  <a:moveTo>
                    <a:pt x="3875328" y="1080000"/>
                  </a:moveTo>
                  <a:lnTo>
                    <a:pt x="3875328" y="1070086"/>
                  </a:lnTo>
                  <a:lnTo>
                    <a:pt x="2805242" y="0"/>
                  </a:lnTo>
                  <a:lnTo>
                    <a:pt x="1070086" y="0"/>
                  </a:lnTo>
                  <a:lnTo>
                    <a:pt x="0" y="1070086"/>
                  </a:lnTo>
                  <a:lnTo>
                    <a:pt x="0" y="1080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4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" dist="50800" dir="5400000" algn="ctr" rotWithShape="0">
                <a:schemeClr val="tx1">
                  <a:alpha val="25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 dirty="0"/>
            </a:p>
          </p:txBody>
        </p:sp>
        <p:sp>
          <p:nvSpPr>
            <p:cNvPr id="8" name="Parallelogram 25">
              <a:extLst>
                <a:ext uri="{FF2B5EF4-FFF2-40B4-BE49-F238E27FC236}">
                  <a16:creationId xmlns:a16="http://schemas.microsoft.com/office/drawing/2014/main" xmlns="" id="{500D4B5C-3506-4096-9BC0-DDF5B9A9863F}"/>
                </a:ext>
              </a:extLst>
            </p:cNvPr>
            <p:cNvSpPr/>
            <p:nvPr/>
          </p:nvSpPr>
          <p:spPr>
            <a:xfrm rot="10800000" flipH="1">
              <a:off x="2599143" y="4594836"/>
              <a:ext cx="3875328" cy="1080000"/>
            </a:xfrm>
            <a:custGeom>
              <a:avLst/>
              <a:gdLst/>
              <a:ahLst/>
              <a:cxnLst/>
              <a:rect l="l" t="t" r="r" b="b"/>
              <a:pathLst>
                <a:path w="3875328" h="1080000">
                  <a:moveTo>
                    <a:pt x="3875328" y="1080000"/>
                  </a:moveTo>
                  <a:lnTo>
                    <a:pt x="3875328" y="1070086"/>
                  </a:lnTo>
                  <a:lnTo>
                    <a:pt x="2805242" y="0"/>
                  </a:lnTo>
                  <a:lnTo>
                    <a:pt x="1070086" y="0"/>
                  </a:lnTo>
                  <a:lnTo>
                    <a:pt x="0" y="1070086"/>
                  </a:lnTo>
                  <a:lnTo>
                    <a:pt x="0" y="1080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" dist="50800" dir="5400000" algn="ctr" rotWithShape="0">
                <a:schemeClr val="tx1">
                  <a:alpha val="25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 dirty="0"/>
            </a:p>
          </p:txBody>
        </p:sp>
        <p:sp>
          <p:nvSpPr>
            <p:cNvPr id="9" name="Parallelogram 25">
              <a:extLst>
                <a:ext uri="{FF2B5EF4-FFF2-40B4-BE49-F238E27FC236}">
                  <a16:creationId xmlns:a16="http://schemas.microsoft.com/office/drawing/2014/main" xmlns="" id="{5567F86D-A424-490A-A0B1-589C00FF9D01}"/>
                </a:ext>
              </a:extLst>
            </p:cNvPr>
            <p:cNvSpPr/>
            <p:nvPr/>
          </p:nvSpPr>
          <p:spPr>
            <a:xfrm rot="5400000" flipH="1">
              <a:off x="3996806" y="3197173"/>
              <a:ext cx="3875328" cy="1080000"/>
            </a:xfrm>
            <a:custGeom>
              <a:avLst/>
              <a:gdLst/>
              <a:ahLst/>
              <a:cxnLst/>
              <a:rect l="l" t="t" r="r" b="b"/>
              <a:pathLst>
                <a:path w="3875328" h="1080000">
                  <a:moveTo>
                    <a:pt x="3875328" y="1080000"/>
                  </a:moveTo>
                  <a:lnTo>
                    <a:pt x="3875328" y="1070086"/>
                  </a:lnTo>
                  <a:lnTo>
                    <a:pt x="2805242" y="0"/>
                  </a:lnTo>
                  <a:lnTo>
                    <a:pt x="1070086" y="0"/>
                  </a:lnTo>
                  <a:lnTo>
                    <a:pt x="0" y="1070086"/>
                  </a:lnTo>
                  <a:lnTo>
                    <a:pt x="0" y="1080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49000"/>
                  </a:schemeClr>
                </a:gs>
                <a:gs pos="100000">
                  <a:schemeClr val="accent2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" dist="50800" dir="5400000" algn="ctr" rotWithShape="0">
                <a:schemeClr val="tx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0" name="Parallelogram 25">
              <a:extLst>
                <a:ext uri="{FF2B5EF4-FFF2-40B4-BE49-F238E27FC236}">
                  <a16:creationId xmlns:a16="http://schemas.microsoft.com/office/drawing/2014/main" xmlns="" id="{A00D820A-36F6-4BE2-A696-4CDEC9813146}"/>
                </a:ext>
              </a:extLst>
            </p:cNvPr>
            <p:cNvSpPr/>
            <p:nvPr/>
          </p:nvSpPr>
          <p:spPr>
            <a:xfrm flipH="1">
              <a:off x="3678188" y="1799507"/>
              <a:ext cx="2796283" cy="1080000"/>
            </a:xfrm>
            <a:custGeom>
              <a:avLst/>
              <a:gdLst/>
              <a:ahLst/>
              <a:cxnLst/>
              <a:rect l="l" t="t" r="r" b="b"/>
              <a:pathLst>
                <a:path w="2796283" h="1080000">
                  <a:moveTo>
                    <a:pt x="2796283" y="0"/>
                  </a:moveTo>
                  <a:lnTo>
                    <a:pt x="1070086" y="0"/>
                  </a:lnTo>
                  <a:lnTo>
                    <a:pt x="0" y="1070086"/>
                  </a:lnTo>
                  <a:lnTo>
                    <a:pt x="0" y="1080000"/>
                  </a:lnTo>
                  <a:lnTo>
                    <a:pt x="2796283" y="1080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" dist="50800" dir="5400000" algn="ctr" rotWithShape="0">
                <a:schemeClr val="tx1">
                  <a:alpha val="25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5A6FE81C-8449-4BE5-BDE0-126D4E53D19A}"/>
              </a:ext>
            </a:extLst>
          </p:cNvPr>
          <p:cNvSpPr txBox="1"/>
          <p:nvPr/>
        </p:nvSpPr>
        <p:spPr>
          <a:xfrm>
            <a:off x="2356668" y="2346780"/>
            <a:ext cx="184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Contents Title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5867E73C-B3AC-4748-A350-BE58E61DFCE7}"/>
              </a:ext>
            </a:extLst>
          </p:cNvPr>
          <p:cNvSpPr txBox="1"/>
          <p:nvPr/>
        </p:nvSpPr>
        <p:spPr>
          <a:xfrm>
            <a:off x="1964561" y="5284887"/>
            <a:ext cx="184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Contents Title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9C3A406-E368-4B1C-AD6F-BD1994D79179}"/>
              </a:ext>
            </a:extLst>
          </p:cNvPr>
          <p:cNvSpPr txBox="1"/>
          <p:nvPr/>
        </p:nvSpPr>
        <p:spPr>
          <a:xfrm rot="5400000">
            <a:off x="3629666" y="3969595"/>
            <a:ext cx="184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Contents Title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C5477067-FB82-4B74-81E6-BD174D63522E}"/>
              </a:ext>
            </a:extLst>
          </p:cNvPr>
          <p:cNvSpPr txBox="1"/>
          <p:nvPr/>
        </p:nvSpPr>
        <p:spPr>
          <a:xfrm rot="5400000">
            <a:off x="697350" y="3619782"/>
            <a:ext cx="184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Contents Title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Oval 12">
            <a:extLst>
              <a:ext uri="{FF2B5EF4-FFF2-40B4-BE49-F238E27FC236}">
                <a16:creationId xmlns:a16="http://schemas.microsoft.com/office/drawing/2014/main" xmlns="" id="{EB5288F8-AE67-4370-A1DC-B3DCE51E8152}"/>
              </a:ext>
            </a:extLst>
          </p:cNvPr>
          <p:cNvSpPr/>
          <p:nvPr/>
        </p:nvSpPr>
        <p:spPr>
          <a:xfrm>
            <a:off x="8630128" y="4069672"/>
            <a:ext cx="630965" cy="630965"/>
          </a:xfrm>
          <a:prstGeom prst="ellips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19" name="Oval 13">
            <a:extLst>
              <a:ext uri="{FF2B5EF4-FFF2-40B4-BE49-F238E27FC236}">
                <a16:creationId xmlns:a16="http://schemas.microsoft.com/office/drawing/2014/main" xmlns="" id="{B7F6065B-B5F4-4D36-87C2-63000E72F536}"/>
              </a:ext>
            </a:extLst>
          </p:cNvPr>
          <p:cNvSpPr/>
          <p:nvPr/>
        </p:nvSpPr>
        <p:spPr>
          <a:xfrm>
            <a:off x="5893816" y="4069672"/>
            <a:ext cx="630965" cy="630965"/>
          </a:xfrm>
          <a:prstGeom prst="ellipse">
            <a:avLst/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grpSp>
        <p:nvGrpSpPr>
          <p:cNvPr id="20" name="Group 14">
            <a:extLst>
              <a:ext uri="{FF2B5EF4-FFF2-40B4-BE49-F238E27FC236}">
                <a16:creationId xmlns:a16="http://schemas.microsoft.com/office/drawing/2014/main" xmlns="" id="{EF79C52E-38F5-4094-A44D-14CF0A43782B}"/>
              </a:ext>
            </a:extLst>
          </p:cNvPr>
          <p:cNvGrpSpPr/>
          <p:nvPr/>
        </p:nvGrpSpPr>
        <p:grpSpPr>
          <a:xfrm>
            <a:off x="6592872" y="3952621"/>
            <a:ext cx="1818547" cy="911229"/>
            <a:chOff x="3131840" y="2204864"/>
            <a:chExt cx="3096344" cy="91122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8AC2013F-59A2-46AB-A1E0-D6819687F0B4}"/>
                </a:ext>
              </a:extLst>
            </p:cNvPr>
            <p:cNvSpPr txBox="1"/>
            <p:nvPr/>
          </p:nvSpPr>
          <p:spPr>
            <a:xfrm>
              <a:off x="3131840" y="2204864"/>
              <a:ext cx="309634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63255392-E869-47F9-8909-A5804821B50B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</a:p>
          </p:txBody>
        </p:sp>
      </p:grpSp>
      <p:grpSp>
        <p:nvGrpSpPr>
          <p:cNvPr id="23" name="Group 17">
            <a:extLst>
              <a:ext uri="{FF2B5EF4-FFF2-40B4-BE49-F238E27FC236}">
                <a16:creationId xmlns:a16="http://schemas.microsoft.com/office/drawing/2014/main" xmlns="" id="{0D6CDE07-78F5-4580-8B71-6607334193F9}"/>
              </a:ext>
            </a:extLst>
          </p:cNvPr>
          <p:cNvGrpSpPr/>
          <p:nvPr/>
        </p:nvGrpSpPr>
        <p:grpSpPr>
          <a:xfrm>
            <a:off x="9329184" y="3952621"/>
            <a:ext cx="1818547" cy="911229"/>
            <a:chOff x="3131840" y="2204864"/>
            <a:chExt cx="3096344" cy="91122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AE438A6C-920F-47BA-B367-205E1B5EAE41}"/>
                </a:ext>
              </a:extLst>
            </p:cNvPr>
            <p:cNvSpPr txBox="1"/>
            <p:nvPr/>
          </p:nvSpPr>
          <p:spPr>
            <a:xfrm>
              <a:off x="3131840" y="2204864"/>
              <a:ext cx="309634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FB02F9DF-4D3F-4639-A6A1-D8D1D49F4B36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</a:p>
          </p:txBody>
        </p:sp>
      </p:grpSp>
      <p:sp>
        <p:nvSpPr>
          <p:cNvPr id="26" name="Oval 20">
            <a:extLst>
              <a:ext uri="{FF2B5EF4-FFF2-40B4-BE49-F238E27FC236}">
                <a16:creationId xmlns:a16="http://schemas.microsoft.com/office/drawing/2014/main" xmlns="" id="{922E6436-2523-4761-AB62-E4CECC5A6A1A}"/>
              </a:ext>
            </a:extLst>
          </p:cNvPr>
          <p:cNvSpPr/>
          <p:nvPr/>
        </p:nvSpPr>
        <p:spPr>
          <a:xfrm>
            <a:off x="8630128" y="5242958"/>
            <a:ext cx="630965" cy="630965"/>
          </a:xfrm>
          <a:prstGeom prst="ellips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27" name="Oval 21">
            <a:extLst>
              <a:ext uri="{FF2B5EF4-FFF2-40B4-BE49-F238E27FC236}">
                <a16:creationId xmlns:a16="http://schemas.microsoft.com/office/drawing/2014/main" xmlns="" id="{323FF4D4-197A-4915-BFBD-FA0B34407FE6}"/>
              </a:ext>
            </a:extLst>
          </p:cNvPr>
          <p:cNvSpPr/>
          <p:nvPr/>
        </p:nvSpPr>
        <p:spPr>
          <a:xfrm>
            <a:off x="5893816" y="5242958"/>
            <a:ext cx="630965" cy="630965"/>
          </a:xfrm>
          <a:prstGeom prst="ellipse">
            <a:avLst/>
          </a:prstGeom>
          <a:solidFill>
            <a:schemeClr val="accent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grpSp>
        <p:nvGrpSpPr>
          <p:cNvPr id="28" name="Group 22">
            <a:extLst>
              <a:ext uri="{FF2B5EF4-FFF2-40B4-BE49-F238E27FC236}">
                <a16:creationId xmlns:a16="http://schemas.microsoft.com/office/drawing/2014/main" xmlns="" id="{DCF5E95A-39E1-4310-9283-B8CAAD889742}"/>
              </a:ext>
            </a:extLst>
          </p:cNvPr>
          <p:cNvGrpSpPr/>
          <p:nvPr/>
        </p:nvGrpSpPr>
        <p:grpSpPr>
          <a:xfrm>
            <a:off x="6592872" y="5110519"/>
            <a:ext cx="1818547" cy="926617"/>
            <a:chOff x="3131840" y="2189476"/>
            <a:chExt cx="3096344" cy="926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65B857C5-4CA2-4D6C-A35D-46810231A4E2}"/>
                </a:ext>
              </a:extLst>
            </p:cNvPr>
            <p:cNvSpPr txBox="1"/>
            <p:nvPr/>
          </p:nvSpPr>
          <p:spPr>
            <a:xfrm>
              <a:off x="3131840" y="2189476"/>
              <a:ext cx="309634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72B72A44-2188-4A91-B733-3D988223D589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</a:p>
          </p:txBody>
        </p:sp>
      </p:grpSp>
      <p:grpSp>
        <p:nvGrpSpPr>
          <p:cNvPr id="31" name="Group 25">
            <a:extLst>
              <a:ext uri="{FF2B5EF4-FFF2-40B4-BE49-F238E27FC236}">
                <a16:creationId xmlns:a16="http://schemas.microsoft.com/office/drawing/2014/main" xmlns="" id="{D5E008E0-FA63-45AA-9DEE-07034D0EB64F}"/>
              </a:ext>
            </a:extLst>
          </p:cNvPr>
          <p:cNvGrpSpPr/>
          <p:nvPr/>
        </p:nvGrpSpPr>
        <p:grpSpPr>
          <a:xfrm>
            <a:off x="9329184" y="5125907"/>
            <a:ext cx="1818547" cy="911229"/>
            <a:chOff x="3131840" y="2204864"/>
            <a:chExt cx="3096344" cy="91122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495E9543-FF98-4585-8C0F-BCF32B68CA13}"/>
                </a:ext>
              </a:extLst>
            </p:cNvPr>
            <p:cNvSpPr txBox="1"/>
            <p:nvPr/>
          </p:nvSpPr>
          <p:spPr>
            <a:xfrm>
              <a:off x="3131840" y="2204864"/>
              <a:ext cx="309634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F3155EAE-C593-42E7-9367-EDD5A45E7A9C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</a:p>
          </p:txBody>
        </p:sp>
      </p:grpSp>
      <p:grpSp>
        <p:nvGrpSpPr>
          <p:cNvPr id="34" name="Group 28">
            <a:extLst>
              <a:ext uri="{FF2B5EF4-FFF2-40B4-BE49-F238E27FC236}">
                <a16:creationId xmlns:a16="http://schemas.microsoft.com/office/drawing/2014/main" xmlns="" id="{DA4023F2-947E-4918-AEF3-6822B02772FE}"/>
              </a:ext>
            </a:extLst>
          </p:cNvPr>
          <p:cNvGrpSpPr/>
          <p:nvPr/>
        </p:nvGrpSpPr>
        <p:grpSpPr>
          <a:xfrm>
            <a:off x="6037832" y="1768813"/>
            <a:ext cx="5109899" cy="1477328"/>
            <a:chOff x="3017859" y="4283314"/>
            <a:chExt cx="1249476" cy="1477328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BEB34A9C-4B3B-424A-85ED-554DC3F25E94}"/>
                </a:ext>
              </a:extLst>
            </p:cNvPr>
            <p:cNvSpPr txBox="1"/>
            <p:nvPr/>
          </p:nvSpPr>
          <p:spPr>
            <a:xfrm>
              <a:off x="3017859" y="4560313"/>
              <a:ext cx="124547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You can simply impress your audience and add a unique zing and appeal to your Presentations. Easy to change colors, photos and Text. 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7B5A604D-7D33-493C-BB6A-5DAD474B7A5F}"/>
                </a:ext>
              </a:extLst>
            </p:cNvPr>
            <p:cNvSpPr txBox="1"/>
            <p:nvPr/>
          </p:nvSpPr>
          <p:spPr>
            <a:xfrm>
              <a:off x="3017859" y="4283314"/>
              <a:ext cx="12494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60563986-0AF1-4342-AFBF-708F6BB4518C}"/>
              </a:ext>
            </a:extLst>
          </p:cNvPr>
          <p:cNvSpPr txBox="1"/>
          <p:nvPr/>
        </p:nvSpPr>
        <p:spPr>
          <a:xfrm>
            <a:off x="6037832" y="3513533"/>
            <a:ext cx="1620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Your Text  Here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8" name="Isosceles Triangle 51">
            <a:extLst>
              <a:ext uri="{FF2B5EF4-FFF2-40B4-BE49-F238E27FC236}">
                <a16:creationId xmlns:a16="http://schemas.microsoft.com/office/drawing/2014/main" xmlns="" id="{C687B370-EF1D-43C6-939E-A49B08DE7C1D}"/>
              </a:ext>
            </a:extLst>
          </p:cNvPr>
          <p:cNvSpPr/>
          <p:nvPr/>
        </p:nvSpPr>
        <p:spPr>
          <a:xfrm>
            <a:off x="6034973" y="4257991"/>
            <a:ext cx="333042" cy="244221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9" name="Rounded Rectangle 6">
            <a:extLst>
              <a:ext uri="{FF2B5EF4-FFF2-40B4-BE49-F238E27FC236}">
                <a16:creationId xmlns:a16="http://schemas.microsoft.com/office/drawing/2014/main" xmlns="" id="{AAB67715-EEC1-43C0-83A4-0B01E0DEACE1}"/>
              </a:ext>
            </a:extLst>
          </p:cNvPr>
          <p:cNvSpPr/>
          <p:nvPr/>
        </p:nvSpPr>
        <p:spPr>
          <a:xfrm>
            <a:off x="8789003" y="4217519"/>
            <a:ext cx="345998" cy="351772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0" name="Teardrop 1">
            <a:extLst>
              <a:ext uri="{FF2B5EF4-FFF2-40B4-BE49-F238E27FC236}">
                <a16:creationId xmlns:a16="http://schemas.microsoft.com/office/drawing/2014/main" xmlns="" id="{9E9D9C2A-521C-49E5-AE53-D55255377FB5}"/>
              </a:ext>
            </a:extLst>
          </p:cNvPr>
          <p:cNvSpPr/>
          <p:nvPr/>
        </p:nvSpPr>
        <p:spPr>
          <a:xfrm rot="18805991">
            <a:off x="8778379" y="5378135"/>
            <a:ext cx="376862" cy="372930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1" name="Rounded Rectangle 27">
            <a:extLst>
              <a:ext uri="{FF2B5EF4-FFF2-40B4-BE49-F238E27FC236}">
                <a16:creationId xmlns:a16="http://schemas.microsoft.com/office/drawing/2014/main" xmlns="" id="{4921789E-6768-4A13-9142-C03A360C75CE}"/>
              </a:ext>
            </a:extLst>
          </p:cNvPr>
          <p:cNvSpPr/>
          <p:nvPr/>
        </p:nvSpPr>
        <p:spPr>
          <a:xfrm>
            <a:off x="6037414" y="5425400"/>
            <a:ext cx="346396" cy="26607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0F8B1655-5371-4B46-81DB-F5D1C01D979D}"/>
              </a:ext>
            </a:extLst>
          </p:cNvPr>
          <p:cNvSpPr txBox="1"/>
          <p:nvPr/>
        </p:nvSpPr>
        <p:spPr>
          <a:xfrm>
            <a:off x="2289319" y="4083700"/>
            <a:ext cx="15287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Contents</a:t>
            </a:r>
          </a:p>
          <a:p>
            <a:pPr algn="ctr"/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Title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sp>
        <p:nvSpPr>
          <p:cNvPr id="43" name="Round Same Side Corner Rectangle 11">
            <a:extLst>
              <a:ext uri="{FF2B5EF4-FFF2-40B4-BE49-F238E27FC236}">
                <a16:creationId xmlns:a16="http://schemas.microsoft.com/office/drawing/2014/main" xmlns="" id="{6DCFF3B5-AC85-43EA-9EE5-D7B5E1A8338F}"/>
              </a:ext>
            </a:extLst>
          </p:cNvPr>
          <p:cNvSpPr>
            <a:spLocks noChangeAspect="1"/>
          </p:cNvSpPr>
          <p:nvPr/>
        </p:nvSpPr>
        <p:spPr>
          <a:xfrm rot="9900000">
            <a:off x="2818627" y="3435600"/>
            <a:ext cx="657581" cy="558489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224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Freeform: Shape 8">
            <a:extLst>
              <a:ext uri="{FF2B5EF4-FFF2-40B4-BE49-F238E27FC236}">
                <a16:creationId xmlns:a16="http://schemas.microsoft.com/office/drawing/2014/main" xmlns="" id="{05475B38-9E09-4796-A341-F0E8A98C3F1C}"/>
              </a:ext>
            </a:extLst>
          </p:cNvPr>
          <p:cNvSpPr/>
          <p:nvPr/>
        </p:nvSpPr>
        <p:spPr>
          <a:xfrm>
            <a:off x="2318241" y="3121063"/>
            <a:ext cx="7555521" cy="1612056"/>
          </a:xfrm>
          <a:custGeom>
            <a:avLst/>
            <a:gdLst>
              <a:gd name="connsiteX0" fmla="*/ 4602898 w 7555521"/>
              <a:gd name="connsiteY0" fmla="*/ 0 h 1612056"/>
              <a:gd name="connsiteX1" fmla="*/ 7555521 w 7555521"/>
              <a:gd name="connsiteY1" fmla="*/ 0 h 1612056"/>
              <a:gd name="connsiteX2" fmla="*/ 7555521 w 7555521"/>
              <a:gd name="connsiteY2" fmla="*/ 239661 h 1612056"/>
              <a:gd name="connsiteX3" fmla="*/ 4688247 w 7555521"/>
              <a:gd name="connsiteY3" fmla="*/ 239661 h 1612056"/>
              <a:gd name="connsiteX4" fmla="*/ 2951117 w 7555521"/>
              <a:gd name="connsiteY4" fmla="*/ 1606918 h 1612056"/>
              <a:gd name="connsiteX5" fmla="*/ 2951117 w 7555521"/>
              <a:gd name="connsiteY5" fmla="*/ 1612056 h 1612056"/>
              <a:gd name="connsiteX6" fmla="*/ 0 w 7555521"/>
              <a:gd name="connsiteY6" fmla="*/ 1612056 h 1612056"/>
              <a:gd name="connsiteX7" fmla="*/ 0 w 7555521"/>
              <a:gd name="connsiteY7" fmla="*/ 1372395 h 1612056"/>
              <a:gd name="connsiteX8" fmla="*/ 2861587 w 7555521"/>
              <a:gd name="connsiteY8" fmla="*/ 1372395 h 1612056"/>
              <a:gd name="connsiteX9" fmla="*/ 4602898 w 7555521"/>
              <a:gd name="connsiteY9" fmla="*/ 1846 h 1612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55521" h="1612056">
                <a:moveTo>
                  <a:pt x="4602898" y="0"/>
                </a:moveTo>
                <a:lnTo>
                  <a:pt x="7555521" y="0"/>
                </a:lnTo>
                <a:lnTo>
                  <a:pt x="7555521" y="239661"/>
                </a:lnTo>
                <a:lnTo>
                  <a:pt x="4688247" y="239661"/>
                </a:lnTo>
                <a:lnTo>
                  <a:pt x="2951117" y="1606918"/>
                </a:lnTo>
                <a:lnTo>
                  <a:pt x="2951117" y="1612056"/>
                </a:lnTo>
                <a:lnTo>
                  <a:pt x="0" y="1612056"/>
                </a:lnTo>
                <a:lnTo>
                  <a:pt x="0" y="1372395"/>
                </a:lnTo>
                <a:lnTo>
                  <a:pt x="2861587" y="1372395"/>
                </a:lnTo>
                <a:lnTo>
                  <a:pt x="4602898" y="184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92100" dist="292100" dir="11400000" kx="-1200000" algn="bl" rotWithShape="0">
              <a:prstClr val="black">
                <a:alpha val="27000"/>
              </a:prstClr>
            </a:outerShdw>
          </a:effectLst>
          <a:scene3d>
            <a:camera prst="orthographicFront">
              <a:rot lat="1200000" lon="19800000" rev="21000000"/>
            </a:camera>
            <a:lightRig rig="threePt" dir="t">
              <a:rot lat="0" lon="0" rev="1800000"/>
            </a:lightRig>
          </a:scene3d>
          <a:sp3d extrusionH="228600">
            <a:extrusionClr>
              <a:schemeClr val="accent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4" name="Arrow: Up 54">
            <a:extLst>
              <a:ext uri="{FF2B5EF4-FFF2-40B4-BE49-F238E27FC236}">
                <a16:creationId xmlns:a16="http://schemas.microsoft.com/office/drawing/2014/main" xmlns="" id="{A9F82E4F-C341-421B-AD0B-F4D29BD0E107}"/>
              </a:ext>
            </a:extLst>
          </p:cNvPr>
          <p:cNvSpPr/>
          <p:nvPr/>
        </p:nvSpPr>
        <p:spPr>
          <a:xfrm>
            <a:off x="8699925" y="1541330"/>
            <a:ext cx="653789" cy="1319913"/>
          </a:xfrm>
          <a:prstGeom prst="upArrow">
            <a:avLst>
              <a:gd name="adj1" fmla="val 50000"/>
              <a:gd name="adj2" fmla="val 8752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Arrow: Up 55">
            <a:extLst>
              <a:ext uri="{FF2B5EF4-FFF2-40B4-BE49-F238E27FC236}">
                <a16:creationId xmlns:a16="http://schemas.microsoft.com/office/drawing/2014/main" xmlns="" id="{B6DC1565-CA86-4C44-9741-050B0791ADAB}"/>
              </a:ext>
            </a:extLst>
          </p:cNvPr>
          <p:cNvSpPr/>
          <p:nvPr/>
        </p:nvSpPr>
        <p:spPr>
          <a:xfrm rot="10800000">
            <a:off x="2637000" y="4840289"/>
            <a:ext cx="653789" cy="1319913"/>
          </a:xfrm>
          <a:prstGeom prst="upArrow">
            <a:avLst>
              <a:gd name="adj1" fmla="val 50000"/>
              <a:gd name="adj2" fmla="val 8752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68">
            <a:extLst>
              <a:ext uri="{FF2B5EF4-FFF2-40B4-BE49-F238E27FC236}">
                <a16:creationId xmlns:a16="http://schemas.microsoft.com/office/drawing/2014/main" xmlns="" id="{86D743C6-479C-4414-B644-337C04DF1A9B}"/>
              </a:ext>
            </a:extLst>
          </p:cNvPr>
          <p:cNvGrpSpPr/>
          <p:nvPr/>
        </p:nvGrpSpPr>
        <p:grpSpPr>
          <a:xfrm>
            <a:off x="6745570" y="3793506"/>
            <a:ext cx="2635546" cy="2250087"/>
            <a:chOff x="6794397" y="4180221"/>
            <a:chExt cx="2635546" cy="2250087"/>
          </a:xfrm>
        </p:grpSpPr>
        <p:grpSp>
          <p:nvGrpSpPr>
            <p:cNvPr id="7" name="Group 56">
              <a:extLst>
                <a:ext uri="{FF2B5EF4-FFF2-40B4-BE49-F238E27FC236}">
                  <a16:creationId xmlns:a16="http://schemas.microsoft.com/office/drawing/2014/main" xmlns="" id="{2D58445C-D3F1-486F-807D-3980C703FC4B}"/>
                </a:ext>
              </a:extLst>
            </p:cNvPr>
            <p:cNvGrpSpPr/>
            <p:nvPr/>
          </p:nvGrpSpPr>
          <p:grpSpPr>
            <a:xfrm>
              <a:off x="6794397" y="4180221"/>
              <a:ext cx="2102633" cy="678649"/>
              <a:chOff x="3233964" y="1954419"/>
              <a:chExt cx="1410044" cy="678649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A95274E3-5ADD-428D-AA96-47DADF867CA5}"/>
                  </a:ext>
                </a:extLst>
              </p:cNvPr>
              <p:cNvSpPr txBox="1"/>
              <p:nvPr/>
            </p:nvSpPr>
            <p:spPr>
              <a:xfrm>
                <a:off x="3233964" y="1954419"/>
                <a:ext cx="14005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Add Text</a:t>
                </a:r>
                <a:endParaRPr lang="ko-KR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97ADDE7B-B2B5-4509-B932-DF91068F7122}"/>
                  </a:ext>
                </a:extLst>
              </p:cNvPr>
              <p:cNvSpPr txBox="1"/>
              <p:nvPr/>
            </p:nvSpPr>
            <p:spPr>
              <a:xfrm>
                <a:off x="3243489" y="2171403"/>
                <a:ext cx="14005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Easy to change colors, photos and Text.</a:t>
                </a:r>
                <a:endPara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8" name="Group 59">
              <a:extLst>
                <a:ext uri="{FF2B5EF4-FFF2-40B4-BE49-F238E27FC236}">
                  <a16:creationId xmlns:a16="http://schemas.microsoft.com/office/drawing/2014/main" xmlns="" id="{3507C18B-6443-406E-8499-FA450340A123}"/>
                </a:ext>
              </a:extLst>
            </p:cNvPr>
            <p:cNvGrpSpPr/>
            <p:nvPr/>
          </p:nvGrpSpPr>
          <p:grpSpPr>
            <a:xfrm>
              <a:off x="6794397" y="4965941"/>
              <a:ext cx="2102633" cy="678649"/>
              <a:chOff x="3233964" y="1954419"/>
              <a:chExt cx="1410044" cy="678649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240A7F1A-0C3A-4EDC-BD78-A245C1A4740C}"/>
                  </a:ext>
                </a:extLst>
              </p:cNvPr>
              <p:cNvSpPr txBox="1"/>
              <p:nvPr/>
            </p:nvSpPr>
            <p:spPr>
              <a:xfrm>
                <a:off x="3233964" y="1954419"/>
                <a:ext cx="14005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Add Text</a:t>
                </a:r>
                <a:endParaRPr lang="ko-KR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A4973FEB-6CAC-45C4-9F7C-42679921B23F}"/>
                  </a:ext>
                </a:extLst>
              </p:cNvPr>
              <p:cNvSpPr txBox="1"/>
              <p:nvPr/>
            </p:nvSpPr>
            <p:spPr>
              <a:xfrm>
                <a:off x="3243489" y="2171403"/>
                <a:ext cx="14005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Easy to change colors, photos and Text.</a:t>
                </a:r>
                <a:endPara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9" name="Group 62">
              <a:extLst>
                <a:ext uri="{FF2B5EF4-FFF2-40B4-BE49-F238E27FC236}">
                  <a16:creationId xmlns:a16="http://schemas.microsoft.com/office/drawing/2014/main" xmlns="" id="{D225811A-C578-4A63-B417-8CB135AE4938}"/>
                </a:ext>
              </a:extLst>
            </p:cNvPr>
            <p:cNvGrpSpPr/>
            <p:nvPr/>
          </p:nvGrpSpPr>
          <p:grpSpPr>
            <a:xfrm>
              <a:off x="6794397" y="5751659"/>
              <a:ext cx="2102633" cy="678649"/>
              <a:chOff x="3233964" y="1954419"/>
              <a:chExt cx="1410044" cy="678649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4F2490AD-08E3-46B1-AE8C-D4DCD5C62FE4}"/>
                  </a:ext>
                </a:extLst>
              </p:cNvPr>
              <p:cNvSpPr txBox="1"/>
              <p:nvPr/>
            </p:nvSpPr>
            <p:spPr>
              <a:xfrm>
                <a:off x="3233964" y="1954419"/>
                <a:ext cx="14005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Add Text</a:t>
                </a:r>
                <a:endParaRPr lang="ko-KR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83FD54C2-11CF-4E72-8475-7E20759FE303}"/>
                  </a:ext>
                </a:extLst>
              </p:cNvPr>
              <p:cNvSpPr txBox="1"/>
              <p:nvPr/>
            </p:nvSpPr>
            <p:spPr>
              <a:xfrm>
                <a:off x="3243489" y="2171403"/>
                <a:ext cx="14005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Easy to change colors, photos and Text.</a:t>
                </a:r>
                <a:endPara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10" name="Rounded Rectangle 5">
              <a:extLst>
                <a:ext uri="{FF2B5EF4-FFF2-40B4-BE49-F238E27FC236}">
                  <a16:creationId xmlns:a16="http://schemas.microsoft.com/office/drawing/2014/main" xmlns="" id="{7681CEC1-6047-4026-BFED-A02146EA0711}"/>
                </a:ext>
              </a:extLst>
            </p:cNvPr>
            <p:cNvSpPr/>
            <p:nvPr/>
          </p:nvSpPr>
          <p:spPr>
            <a:xfrm flipH="1">
              <a:off x="9038261" y="5968643"/>
              <a:ext cx="391682" cy="323114"/>
            </a:xfrm>
            <a:custGeom>
              <a:avLst/>
              <a:gdLst>
                <a:gd name="connsiteX0" fmla="*/ 1384251 w 3217557"/>
                <a:gd name="connsiteY0" fmla="*/ 661544 h 2702049"/>
                <a:gd name="connsiteX1" fmla="*/ 1574067 w 3217557"/>
                <a:gd name="connsiteY1" fmla="*/ 851360 h 2702049"/>
                <a:gd name="connsiteX2" fmla="*/ 1384251 w 3217557"/>
                <a:gd name="connsiteY2" fmla="*/ 1041176 h 2702049"/>
                <a:gd name="connsiteX3" fmla="*/ 1194435 w 3217557"/>
                <a:gd name="connsiteY3" fmla="*/ 851360 h 2702049"/>
                <a:gd name="connsiteX4" fmla="*/ 1384251 w 3217557"/>
                <a:gd name="connsiteY4" fmla="*/ 661544 h 2702049"/>
                <a:gd name="connsiteX5" fmla="*/ 1993421 w 3217557"/>
                <a:gd name="connsiteY5" fmla="*/ 661544 h 2702049"/>
                <a:gd name="connsiteX6" fmla="*/ 2183237 w 3217557"/>
                <a:gd name="connsiteY6" fmla="*/ 851360 h 2702049"/>
                <a:gd name="connsiteX7" fmla="*/ 1993421 w 3217557"/>
                <a:gd name="connsiteY7" fmla="*/ 1041176 h 2702049"/>
                <a:gd name="connsiteX8" fmla="*/ 1803605 w 3217557"/>
                <a:gd name="connsiteY8" fmla="*/ 851360 h 2702049"/>
                <a:gd name="connsiteX9" fmla="*/ 1993421 w 3217557"/>
                <a:gd name="connsiteY9" fmla="*/ 661544 h 2702049"/>
                <a:gd name="connsiteX10" fmla="*/ 2602591 w 3217557"/>
                <a:gd name="connsiteY10" fmla="*/ 661544 h 2702049"/>
                <a:gd name="connsiteX11" fmla="*/ 2792407 w 3217557"/>
                <a:gd name="connsiteY11" fmla="*/ 851360 h 2702049"/>
                <a:gd name="connsiteX12" fmla="*/ 2602591 w 3217557"/>
                <a:gd name="connsiteY12" fmla="*/ 1041176 h 2702049"/>
                <a:gd name="connsiteX13" fmla="*/ 2412775 w 3217557"/>
                <a:gd name="connsiteY13" fmla="*/ 851360 h 2702049"/>
                <a:gd name="connsiteX14" fmla="*/ 2602591 w 3217557"/>
                <a:gd name="connsiteY14" fmla="*/ 661544 h 2702049"/>
                <a:gd name="connsiteX15" fmla="*/ 677114 w 3217557"/>
                <a:gd name="connsiteY15" fmla="*/ 569491 h 2702049"/>
                <a:gd name="connsiteX16" fmla="*/ 330916 w 3217557"/>
                <a:gd name="connsiteY16" fmla="*/ 569491 h 2702049"/>
                <a:gd name="connsiteX17" fmla="*/ 0 w 3217557"/>
                <a:gd name="connsiteY17" fmla="*/ 900407 h 2702049"/>
                <a:gd name="connsiteX18" fmla="*/ 0 w 3217557"/>
                <a:gd name="connsiteY18" fmla="*/ 1952009 h 2702049"/>
                <a:gd name="connsiteX19" fmla="*/ 330916 w 3217557"/>
                <a:gd name="connsiteY19" fmla="*/ 2282925 h 2702049"/>
                <a:gd name="connsiteX20" fmla="*/ 711670 w 3217557"/>
                <a:gd name="connsiteY20" fmla="*/ 2282925 h 2702049"/>
                <a:gd name="connsiteX21" fmla="*/ 15770 w 3217557"/>
                <a:gd name="connsiteY21" fmla="*/ 2702049 h 2702049"/>
                <a:gd name="connsiteX22" fmla="*/ 1294529 w 3217557"/>
                <a:gd name="connsiteY22" fmla="*/ 2282925 h 2702049"/>
                <a:gd name="connsiteX23" fmla="*/ 2117356 w 3217557"/>
                <a:gd name="connsiteY23" fmla="*/ 2282925 h 2702049"/>
                <a:gd name="connsiteX24" fmla="*/ 2418395 w 3217557"/>
                <a:gd name="connsiteY24" fmla="*/ 2087951 h 2702049"/>
                <a:gd name="connsiteX25" fmla="*/ 1830857 w 3217557"/>
                <a:gd name="connsiteY25" fmla="*/ 1799347 h 2702049"/>
                <a:gd name="connsiteX26" fmla="*/ 1008030 w 3217557"/>
                <a:gd name="connsiteY26" fmla="*/ 1799347 h 2702049"/>
                <a:gd name="connsiteX27" fmla="*/ 677114 w 3217557"/>
                <a:gd name="connsiteY27" fmla="*/ 1468431 h 2702049"/>
                <a:gd name="connsiteX28" fmla="*/ 677114 w 3217557"/>
                <a:gd name="connsiteY28" fmla="*/ 569491 h 2702049"/>
                <a:gd name="connsiteX29" fmla="*/ 2886641 w 3217557"/>
                <a:gd name="connsiteY29" fmla="*/ 0 h 2702049"/>
                <a:gd name="connsiteX30" fmla="*/ 1100201 w 3217557"/>
                <a:gd name="connsiteY30" fmla="*/ 0 h 2702049"/>
                <a:gd name="connsiteX31" fmla="*/ 769285 w 3217557"/>
                <a:gd name="connsiteY31" fmla="*/ 330916 h 2702049"/>
                <a:gd name="connsiteX32" fmla="*/ 769285 w 3217557"/>
                <a:gd name="connsiteY32" fmla="*/ 1382518 h 2702049"/>
                <a:gd name="connsiteX33" fmla="*/ 1100201 w 3217557"/>
                <a:gd name="connsiteY33" fmla="*/ 1713434 h 2702049"/>
                <a:gd name="connsiteX34" fmla="*/ 1923028 w 3217557"/>
                <a:gd name="connsiteY34" fmla="*/ 1713434 h 2702049"/>
                <a:gd name="connsiteX35" fmla="*/ 3078958 w 3217557"/>
                <a:gd name="connsiteY35" fmla="*/ 2077967 h 2702049"/>
                <a:gd name="connsiteX36" fmla="*/ 2505887 w 3217557"/>
                <a:gd name="connsiteY36" fmla="*/ 1713434 h 2702049"/>
                <a:gd name="connsiteX37" fmla="*/ 2886641 w 3217557"/>
                <a:gd name="connsiteY37" fmla="*/ 1713434 h 2702049"/>
                <a:gd name="connsiteX38" fmla="*/ 3217557 w 3217557"/>
                <a:gd name="connsiteY38" fmla="*/ 1382518 h 2702049"/>
                <a:gd name="connsiteX39" fmla="*/ 3217557 w 3217557"/>
                <a:gd name="connsiteY39" fmla="*/ 330916 h 2702049"/>
                <a:gd name="connsiteX40" fmla="*/ 2886641 w 3217557"/>
                <a:gd name="connsiteY40" fmla="*/ 0 h 2702049"/>
                <a:gd name="connsiteX0" fmla="*/ 1384251 w 3217557"/>
                <a:gd name="connsiteY0" fmla="*/ 661544 h 2702049"/>
                <a:gd name="connsiteX1" fmla="*/ 1574067 w 3217557"/>
                <a:gd name="connsiteY1" fmla="*/ 851360 h 2702049"/>
                <a:gd name="connsiteX2" fmla="*/ 1384251 w 3217557"/>
                <a:gd name="connsiteY2" fmla="*/ 1041176 h 2702049"/>
                <a:gd name="connsiteX3" fmla="*/ 1194435 w 3217557"/>
                <a:gd name="connsiteY3" fmla="*/ 851360 h 2702049"/>
                <a:gd name="connsiteX4" fmla="*/ 1384251 w 3217557"/>
                <a:gd name="connsiteY4" fmla="*/ 661544 h 2702049"/>
                <a:gd name="connsiteX5" fmla="*/ 1993421 w 3217557"/>
                <a:gd name="connsiteY5" fmla="*/ 661544 h 2702049"/>
                <a:gd name="connsiteX6" fmla="*/ 2183237 w 3217557"/>
                <a:gd name="connsiteY6" fmla="*/ 851360 h 2702049"/>
                <a:gd name="connsiteX7" fmla="*/ 1993421 w 3217557"/>
                <a:gd name="connsiteY7" fmla="*/ 1041176 h 2702049"/>
                <a:gd name="connsiteX8" fmla="*/ 1803605 w 3217557"/>
                <a:gd name="connsiteY8" fmla="*/ 851360 h 2702049"/>
                <a:gd name="connsiteX9" fmla="*/ 1993421 w 3217557"/>
                <a:gd name="connsiteY9" fmla="*/ 661544 h 2702049"/>
                <a:gd name="connsiteX10" fmla="*/ 2602591 w 3217557"/>
                <a:gd name="connsiteY10" fmla="*/ 661544 h 2702049"/>
                <a:gd name="connsiteX11" fmla="*/ 2792407 w 3217557"/>
                <a:gd name="connsiteY11" fmla="*/ 851360 h 2702049"/>
                <a:gd name="connsiteX12" fmla="*/ 2602591 w 3217557"/>
                <a:gd name="connsiteY12" fmla="*/ 1041176 h 2702049"/>
                <a:gd name="connsiteX13" fmla="*/ 2412775 w 3217557"/>
                <a:gd name="connsiteY13" fmla="*/ 851360 h 2702049"/>
                <a:gd name="connsiteX14" fmla="*/ 2602591 w 3217557"/>
                <a:gd name="connsiteY14" fmla="*/ 661544 h 2702049"/>
                <a:gd name="connsiteX15" fmla="*/ 677114 w 3217557"/>
                <a:gd name="connsiteY15" fmla="*/ 569491 h 2702049"/>
                <a:gd name="connsiteX16" fmla="*/ 330916 w 3217557"/>
                <a:gd name="connsiteY16" fmla="*/ 569491 h 2702049"/>
                <a:gd name="connsiteX17" fmla="*/ 0 w 3217557"/>
                <a:gd name="connsiteY17" fmla="*/ 900407 h 2702049"/>
                <a:gd name="connsiteX18" fmla="*/ 0 w 3217557"/>
                <a:gd name="connsiteY18" fmla="*/ 1952009 h 2702049"/>
                <a:gd name="connsiteX19" fmla="*/ 330916 w 3217557"/>
                <a:gd name="connsiteY19" fmla="*/ 2282925 h 2702049"/>
                <a:gd name="connsiteX20" fmla="*/ 711670 w 3217557"/>
                <a:gd name="connsiteY20" fmla="*/ 2282925 h 2702049"/>
                <a:gd name="connsiteX21" fmla="*/ 15770 w 3217557"/>
                <a:gd name="connsiteY21" fmla="*/ 2702049 h 2702049"/>
                <a:gd name="connsiteX22" fmla="*/ 1294529 w 3217557"/>
                <a:gd name="connsiteY22" fmla="*/ 2282925 h 2702049"/>
                <a:gd name="connsiteX23" fmla="*/ 2117356 w 3217557"/>
                <a:gd name="connsiteY23" fmla="*/ 2282925 h 2702049"/>
                <a:gd name="connsiteX24" fmla="*/ 2418395 w 3217557"/>
                <a:gd name="connsiteY24" fmla="*/ 2087951 h 2702049"/>
                <a:gd name="connsiteX25" fmla="*/ 1830857 w 3217557"/>
                <a:gd name="connsiteY25" fmla="*/ 1799347 h 2702049"/>
                <a:gd name="connsiteX26" fmla="*/ 1008030 w 3217557"/>
                <a:gd name="connsiteY26" fmla="*/ 1799347 h 2702049"/>
                <a:gd name="connsiteX27" fmla="*/ 677114 w 3217557"/>
                <a:gd name="connsiteY27" fmla="*/ 1468431 h 2702049"/>
                <a:gd name="connsiteX28" fmla="*/ 677114 w 3217557"/>
                <a:gd name="connsiteY28" fmla="*/ 569491 h 2702049"/>
                <a:gd name="connsiteX29" fmla="*/ 2886641 w 3217557"/>
                <a:gd name="connsiteY29" fmla="*/ 0 h 2702049"/>
                <a:gd name="connsiteX30" fmla="*/ 1100201 w 3217557"/>
                <a:gd name="connsiteY30" fmla="*/ 0 h 2702049"/>
                <a:gd name="connsiteX31" fmla="*/ 769285 w 3217557"/>
                <a:gd name="connsiteY31" fmla="*/ 330916 h 2702049"/>
                <a:gd name="connsiteX32" fmla="*/ 769285 w 3217557"/>
                <a:gd name="connsiteY32" fmla="*/ 1382518 h 2702049"/>
                <a:gd name="connsiteX33" fmla="*/ 1100201 w 3217557"/>
                <a:gd name="connsiteY33" fmla="*/ 1713434 h 2702049"/>
                <a:gd name="connsiteX34" fmla="*/ 1923028 w 3217557"/>
                <a:gd name="connsiteY34" fmla="*/ 1713434 h 2702049"/>
                <a:gd name="connsiteX35" fmla="*/ 3078958 w 3217557"/>
                <a:gd name="connsiteY35" fmla="*/ 2077967 h 2702049"/>
                <a:gd name="connsiteX36" fmla="*/ 2505887 w 3217557"/>
                <a:gd name="connsiteY36" fmla="*/ 1713434 h 2702049"/>
                <a:gd name="connsiteX37" fmla="*/ 2886641 w 3217557"/>
                <a:gd name="connsiteY37" fmla="*/ 1713434 h 2702049"/>
                <a:gd name="connsiteX38" fmla="*/ 3217557 w 3217557"/>
                <a:gd name="connsiteY38" fmla="*/ 1382518 h 2702049"/>
                <a:gd name="connsiteX39" fmla="*/ 3217557 w 3217557"/>
                <a:gd name="connsiteY39" fmla="*/ 330916 h 2702049"/>
                <a:gd name="connsiteX40" fmla="*/ 2886641 w 3217557"/>
                <a:gd name="connsiteY40" fmla="*/ 0 h 2702049"/>
                <a:gd name="connsiteX0" fmla="*/ 1384251 w 3217557"/>
                <a:gd name="connsiteY0" fmla="*/ 661544 h 2633810"/>
                <a:gd name="connsiteX1" fmla="*/ 1574067 w 3217557"/>
                <a:gd name="connsiteY1" fmla="*/ 851360 h 2633810"/>
                <a:gd name="connsiteX2" fmla="*/ 1384251 w 3217557"/>
                <a:gd name="connsiteY2" fmla="*/ 1041176 h 2633810"/>
                <a:gd name="connsiteX3" fmla="*/ 1194435 w 3217557"/>
                <a:gd name="connsiteY3" fmla="*/ 851360 h 2633810"/>
                <a:gd name="connsiteX4" fmla="*/ 1384251 w 3217557"/>
                <a:gd name="connsiteY4" fmla="*/ 661544 h 2633810"/>
                <a:gd name="connsiteX5" fmla="*/ 1993421 w 3217557"/>
                <a:gd name="connsiteY5" fmla="*/ 661544 h 2633810"/>
                <a:gd name="connsiteX6" fmla="*/ 2183237 w 3217557"/>
                <a:gd name="connsiteY6" fmla="*/ 851360 h 2633810"/>
                <a:gd name="connsiteX7" fmla="*/ 1993421 w 3217557"/>
                <a:gd name="connsiteY7" fmla="*/ 1041176 h 2633810"/>
                <a:gd name="connsiteX8" fmla="*/ 1803605 w 3217557"/>
                <a:gd name="connsiteY8" fmla="*/ 851360 h 2633810"/>
                <a:gd name="connsiteX9" fmla="*/ 1993421 w 3217557"/>
                <a:gd name="connsiteY9" fmla="*/ 661544 h 2633810"/>
                <a:gd name="connsiteX10" fmla="*/ 2602591 w 3217557"/>
                <a:gd name="connsiteY10" fmla="*/ 661544 h 2633810"/>
                <a:gd name="connsiteX11" fmla="*/ 2792407 w 3217557"/>
                <a:gd name="connsiteY11" fmla="*/ 851360 h 2633810"/>
                <a:gd name="connsiteX12" fmla="*/ 2602591 w 3217557"/>
                <a:gd name="connsiteY12" fmla="*/ 1041176 h 2633810"/>
                <a:gd name="connsiteX13" fmla="*/ 2412775 w 3217557"/>
                <a:gd name="connsiteY13" fmla="*/ 851360 h 2633810"/>
                <a:gd name="connsiteX14" fmla="*/ 2602591 w 3217557"/>
                <a:gd name="connsiteY14" fmla="*/ 661544 h 2633810"/>
                <a:gd name="connsiteX15" fmla="*/ 677114 w 3217557"/>
                <a:gd name="connsiteY15" fmla="*/ 569491 h 2633810"/>
                <a:gd name="connsiteX16" fmla="*/ 330916 w 3217557"/>
                <a:gd name="connsiteY16" fmla="*/ 569491 h 2633810"/>
                <a:gd name="connsiteX17" fmla="*/ 0 w 3217557"/>
                <a:gd name="connsiteY17" fmla="*/ 900407 h 2633810"/>
                <a:gd name="connsiteX18" fmla="*/ 0 w 3217557"/>
                <a:gd name="connsiteY18" fmla="*/ 1952009 h 2633810"/>
                <a:gd name="connsiteX19" fmla="*/ 330916 w 3217557"/>
                <a:gd name="connsiteY19" fmla="*/ 2282925 h 2633810"/>
                <a:gd name="connsiteX20" fmla="*/ 711670 w 3217557"/>
                <a:gd name="connsiteY20" fmla="*/ 2282925 h 2633810"/>
                <a:gd name="connsiteX21" fmla="*/ 165895 w 3217557"/>
                <a:gd name="connsiteY21" fmla="*/ 2633810 h 2633810"/>
                <a:gd name="connsiteX22" fmla="*/ 1294529 w 3217557"/>
                <a:gd name="connsiteY22" fmla="*/ 2282925 h 2633810"/>
                <a:gd name="connsiteX23" fmla="*/ 2117356 w 3217557"/>
                <a:gd name="connsiteY23" fmla="*/ 2282925 h 2633810"/>
                <a:gd name="connsiteX24" fmla="*/ 2418395 w 3217557"/>
                <a:gd name="connsiteY24" fmla="*/ 2087951 h 2633810"/>
                <a:gd name="connsiteX25" fmla="*/ 1830857 w 3217557"/>
                <a:gd name="connsiteY25" fmla="*/ 1799347 h 2633810"/>
                <a:gd name="connsiteX26" fmla="*/ 1008030 w 3217557"/>
                <a:gd name="connsiteY26" fmla="*/ 1799347 h 2633810"/>
                <a:gd name="connsiteX27" fmla="*/ 677114 w 3217557"/>
                <a:gd name="connsiteY27" fmla="*/ 1468431 h 2633810"/>
                <a:gd name="connsiteX28" fmla="*/ 677114 w 3217557"/>
                <a:gd name="connsiteY28" fmla="*/ 569491 h 2633810"/>
                <a:gd name="connsiteX29" fmla="*/ 2886641 w 3217557"/>
                <a:gd name="connsiteY29" fmla="*/ 0 h 2633810"/>
                <a:gd name="connsiteX30" fmla="*/ 1100201 w 3217557"/>
                <a:gd name="connsiteY30" fmla="*/ 0 h 2633810"/>
                <a:gd name="connsiteX31" fmla="*/ 769285 w 3217557"/>
                <a:gd name="connsiteY31" fmla="*/ 330916 h 2633810"/>
                <a:gd name="connsiteX32" fmla="*/ 769285 w 3217557"/>
                <a:gd name="connsiteY32" fmla="*/ 1382518 h 2633810"/>
                <a:gd name="connsiteX33" fmla="*/ 1100201 w 3217557"/>
                <a:gd name="connsiteY33" fmla="*/ 1713434 h 2633810"/>
                <a:gd name="connsiteX34" fmla="*/ 1923028 w 3217557"/>
                <a:gd name="connsiteY34" fmla="*/ 1713434 h 2633810"/>
                <a:gd name="connsiteX35" fmla="*/ 3078958 w 3217557"/>
                <a:gd name="connsiteY35" fmla="*/ 2077967 h 2633810"/>
                <a:gd name="connsiteX36" fmla="*/ 2505887 w 3217557"/>
                <a:gd name="connsiteY36" fmla="*/ 1713434 h 2633810"/>
                <a:gd name="connsiteX37" fmla="*/ 2886641 w 3217557"/>
                <a:gd name="connsiteY37" fmla="*/ 1713434 h 2633810"/>
                <a:gd name="connsiteX38" fmla="*/ 3217557 w 3217557"/>
                <a:gd name="connsiteY38" fmla="*/ 1382518 h 2633810"/>
                <a:gd name="connsiteX39" fmla="*/ 3217557 w 3217557"/>
                <a:gd name="connsiteY39" fmla="*/ 330916 h 2633810"/>
                <a:gd name="connsiteX40" fmla="*/ 2886641 w 3217557"/>
                <a:gd name="connsiteY40" fmla="*/ 0 h 2633810"/>
                <a:gd name="connsiteX0" fmla="*/ 1384251 w 3217557"/>
                <a:gd name="connsiteY0" fmla="*/ 661544 h 2633810"/>
                <a:gd name="connsiteX1" fmla="*/ 1574067 w 3217557"/>
                <a:gd name="connsiteY1" fmla="*/ 851360 h 2633810"/>
                <a:gd name="connsiteX2" fmla="*/ 1384251 w 3217557"/>
                <a:gd name="connsiteY2" fmla="*/ 1041176 h 2633810"/>
                <a:gd name="connsiteX3" fmla="*/ 1194435 w 3217557"/>
                <a:gd name="connsiteY3" fmla="*/ 851360 h 2633810"/>
                <a:gd name="connsiteX4" fmla="*/ 1384251 w 3217557"/>
                <a:gd name="connsiteY4" fmla="*/ 661544 h 2633810"/>
                <a:gd name="connsiteX5" fmla="*/ 1993421 w 3217557"/>
                <a:gd name="connsiteY5" fmla="*/ 661544 h 2633810"/>
                <a:gd name="connsiteX6" fmla="*/ 2183237 w 3217557"/>
                <a:gd name="connsiteY6" fmla="*/ 851360 h 2633810"/>
                <a:gd name="connsiteX7" fmla="*/ 1993421 w 3217557"/>
                <a:gd name="connsiteY7" fmla="*/ 1041176 h 2633810"/>
                <a:gd name="connsiteX8" fmla="*/ 1803605 w 3217557"/>
                <a:gd name="connsiteY8" fmla="*/ 851360 h 2633810"/>
                <a:gd name="connsiteX9" fmla="*/ 1993421 w 3217557"/>
                <a:gd name="connsiteY9" fmla="*/ 661544 h 2633810"/>
                <a:gd name="connsiteX10" fmla="*/ 2602591 w 3217557"/>
                <a:gd name="connsiteY10" fmla="*/ 661544 h 2633810"/>
                <a:gd name="connsiteX11" fmla="*/ 2792407 w 3217557"/>
                <a:gd name="connsiteY11" fmla="*/ 851360 h 2633810"/>
                <a:gd name="connsiteX12" fmla="*/ 2602591 w 3217557"/>
                <a:gd name="connsiteY12" fmla="*/ 1041176 h 2633810"/>
                <a:gd name="connsiteX13" fmla="*/ 2412775 w 3217557"/>
                <a:gd name="connsiteY13" fmla="*/ 851360 h 2633810"/>
                <a:gd name="connsiteX14" fmla="*/ 2602591 w 3217557"/>
                <a:gd name="connsiteY14" fmla="*/ 661544 h 2633810"/>
                <a:gd name="connsiteX15" fmla="*/ 677114 w 3217557"/>
                <a:gd name="connsiteY15" fmla="*/ 569491 h 2633810"/>
                <a:gd name="connsiteX16" fmla="*/ 330916 w 3217557"/>
                <a:gd name="connsiteY16" fmla="*/ 569491 h 2633810"/>
                <a:gd name="connsiteX17" fmla="*/ 0 w 3217557"/>
                <a:gd name="connsiteY17" fmla="*/ 900407 h 2633810"/>
                <a:gd name="connsiteX18" fmla="*/ 0 w 3217557"/>
                <a:gd name="connsiteY18" fmla="*/ 1952009 h 2633810"/>
                <a:gd name="connsiteX19" fmla="*/ 330916 w 3217557"/>
                <a:gd name="connsiteY19" fmla="*/ 2282925 h 2633810"/>
                <a:gd name="connsiteX20" fmla="*/ 711670 w 3217557"/>
                <a:gd name="connsiteY20" fmla="*/ 2282925 h 2633810"/>
                <a:gd name="connsiteX21" fmla="*/ 165895 w 3217557"/>
                <a:gd name="connsiteY21" fmla="*/ 2633810 h 2633810"/>
                <a:gd name="connsiteX22" fmla="*/ 1294529 w 3217557"/>
                <a:gd name="connsiteY22" fmla="*/ 2282925 h 2633810"/>
                <a:gd name="connsiteX23" fmla="*/ 2117356 w 3217557"/>
                <a:gd name="connsiteY23" fmla="*/ 2282925 h 2633810"/>
                <a:gd name="connsiteX24" fmla="*/ 2418395 w 3217557"/>
                <a:gd name="connsiteY24" fmla="*/ 2087951 h 2633810"/>
                <a:gd name="connsiteX25" fmla="*/ 1830857 w 3217557"/>
                <a:gd name="connsiteY25" fmla="*/ 1799347 h 2633810"/>
                <a:gd name="connsiteX26" fmla="*/ 1008030 w 3217557"/>
                <a:gd name="connsiteY26" fmla="*/ 1799347 h 2633810"/>
                <a:gd name="connsiteX27" fmla="*/ 677114 w 3217557"/>
                <a:gd name="connsiteY27" fmla="*/ 1468431 h 2633810"/>
                <a:gd name="connsiteX28" fmla="*/ 677114 w 3217557"/>
                <a:gd name="connsiteY28" fmla="*/ 569491 h 2633810"/>
                <a:gd name="connsiteX29" fmla="*/ 2886641 w 3217557"/>
                <a:gd name="connsiteY29" fmla="*/ 0 h 2633810"/>
                <a:gd name="connsiteX30" fmla="*/ 1100201 w 3217557"/>
                <a:gd name="connsiteY30" fmla="*/ 0 h 2633810"/>
                <a:gd name="connsiteX31" fmla="*/ 769285 w 3217557"/>
                <a:gd name="connsiteY31" fmla="*/ 330916 h 2633810"/>
                <a:gd name="connsiteX32" fmla="*/ 769285 w 3217557"/>
                <a:gd name="connsiteY32" fmla="*/ 1382518 h 2633810"/>
                <a:gd name="connsiteX33" fmla="*/ 1100201 w 3217557"/>
                <a:gd name="connsiteY33" fmla="*/ 1713434 h 2633810"/>
                <a:gd name="connsiteX34" fmla="*/ 1923028 w 3217557"/>
                <a:gd name="connsiteY34" fmla="*/ 1713434 h 2633810"/>
                <a:gd name="connsiteX35" fmla="*/ 3078958 w 3217557"/>
                <a:gd name="connsiteY35" fmla="*/ 2077967 h 2633810"/>
                <a:gd name="connsiteX36" fmla="*/ 2505887 w 3217557"/>
                <a:gd name="connsiteY36" fmla="*/ 1713434 h 2633810"/>
                <a:gd name="connsiteX37" fmla="*/ 2886641 w 3217557"/>
                <a:gd name="connsiteY37" fmla="*/ 1713434 h 2633810"/>
                <a:gd name="connsiteX38" fmla="*/ 3217557 w 3217557"/>
                <a:gd name="connsiteY38" fmla="*/ 1382518 h 2633810"/>
                <a:gd name="connsiteX39" fmla="*/ 3217557 w 3217557"/>
                <a:gd name="connsiteY39" fmla="*/ 330916 h 2633810"/>
                <a:gd name="connsiteX40" fmla="*/ 2886641 w 3217557"/>
                <a:gd name="connsiteY40" fmla="*/ 0 h 2633810"/>
                <a:gd name="connsiteX0" fmla="*/ 1384251 w 3217557"/>
                <a:gd name="connsiteY0" fmla="*/ 661544 h 2633810"/>
                <a:gd name="connsiteX1" fmla="*/ 1574067 w 3217557"/>
                <a:gd name="connsiteY1" fmla="*/ 851360 h 2633810"/>
                <a:gd name="connsiteX2" fmla="*/ 1384251 w 3217557"/>
                <a:gd name="connsiteY2" fmla="*/ 1041176 h 2633810"/>
                <a:gd name="connsiteX3" fmla="*/ 1194435 w 3217557"/>
                <a:gd name="connsiteY3" fmla="*/ 851360 h 2633810"/>
                <a:gd name="connsiteX4" fmla="*/ 1384251 w 3217557"/>
                <a:gd name="connsiteY4" fmla="*/ 661544 h 2633810"/>
                <a:gd name="connsiteX5" fmla="*/ 1993421 w 3217557"/>
                <a:gd name="connsiteY5" fmla="*/ 661544 h 2633810"/>
                <a:gd name="connsiteX6" fmla="*/ 2183237 w 3217557"/>
                <a:gd name="connsiteY6" fmla="*/ 851360 h 2633810"/>
                <a:gd name="connsiteX7" fmla="*/ 1993421 w 3217557"/>
                <a:gd name="connsiteY7" fmla="*/ 1041176 h 2633810"/>
                <a:gd name="connsiteX8" fmla="*/ 1803605 w 3217557"/>
                <a:gd name="connsiteY8" fmla="*/ 851360 h 2633810"/>
                <a:gd name="connsiteX9" fmla="*/ 1993421 w 3217557"/>
                <a:gd name="connsiteY9" fmla="*/ 661544 h 2633810"/>
                <a:gd name="connsiteX10" fmla="*/ 2602591 w 3217557"/>
                <a:gd name="connsiteY10" fmla="*/ 661544 h 2633810"/>
                <a:gd name="connsiteX11" fmla="*/ 2792407 w 3217557"/>
                <a:gd name="connsiteY11" fmla="*/ 851360 h 2633810"/>
                <a:gd name="connsiteX12" fmla="*/ 2602591 w 3217557"/>
                <a:gd name="connsiteY12" fmla="*/ 1041176 h 2633810"/>
                <a:gd name="connsiteX13" fmla="*/ 2412775 w 3217557"/>
                <a:gd name="connsiteY13" fmla="*/ 851360 h 2633810"/>
                <a:gd name="connsiteX14" fmla="*/ 2602591 w 3217557"/>
                <a:gd name="connsiteY14" fmla="*/ 661544 h 2633810"/>
                <a:gd name="connsiteX15" fmla="*/ 677114 w 3217557"/>
                <a:gd name="connsiteY15" fmla="*/ 569491 h 2633810"/>
                <a:gd name="connsiteX16" fmla="*/ 330916 w 3217557"/>
                <a:gd name="connsiteY16" fmla="*/ 569491 h 2633810"/>
                <a:gd name="connsiteX17" fmla="*/ 0 w 3217557"/>
                <a:gd name="connsiteY17" fmla="*/ 900407 h 2633810"/>
                <a:gd name="connsiteX18" fmla="*/ 0 w 3217557"/>
                <a:gd name="connsiteY18" fmla="*/ 1952009 h 2633810"/>
                <a:gd name="connsiteX19" fmla="*/ 330916 w 3217557"/>
                <a:gd name="connsiteY19" fmla="*/ 2282925 h 2633810"/>
                <a:gd name="connsiteX20" fmla="*/ 711670 w 3217557"/>
                <a:gd name="connsiteY20" fmla="*/ 2282925 h 2633810"/>
                <a:gd name="connsiteX21" fmla="*/ 165895 w 3217557"/>
                <a:gd name="connsiteY21" fmla="*/ 2633810 h 2633810"/>
                <a:gd name="connsiteX22" fmla="*/ 1294529 w 3217557"/>
                <a:gd name="connsiteY22" fmla="*/ 2282925 h 2633810"/>
                <a:gd name="connsiteX23" fmla="*/ 2117356 w 3217557"/>
                <a:gd name="connsiteY23" fmla="*/ 2282925 h 2633810"/>
                <a:gd name="connsiteX24" fmla="*/ 2418395 w 3217557"/>
                <a:gd name="connsiteY24" fmla="*/ 2087951 h 2633810"/>
                <a:gd name="connsiteX25" fmla="*/ 1830857 w 3217557"/>
                <a:gd name="connsiteY25" fmla="*/ 1799347 h 2633810"/>
                <a:gd name="connsiteX26" fmla="*/ 1008030 w 3217557"/>
                <a:gd name="connsiteY26" fmla="*/ 1799347 h 2633810"/>
                <a:gd name="connsiteX27" fmla="*/ 677114 w 3217557"/>
                <a:gd name="connsiteY27" fmla="*/ 1468431 h 2633810"/>
                <a:gd name="connsiteX28" fmla="*/ 677114 w 3217557"/>
                <a:gd name="connsiteY28" fmla="*/ 569491 h 2633810"/>
                <a:gd name="connsiteX29" fmla="*/ 2886641 w 3217557"/>
                <a:gd name="connsiteY29" fmla="*/ 0 h 2633810"/>
                <a:gd name="connsiteX30" fmla="*/ 1100201 w 3217557"/>
                <a:gd name="connsiteY30" fmla="*/ 0 h 2633810"/>
                <a:gd name="connsiteX31" fmla="*/ 769285 w 3217557"/>
                <a:gd name="connsiteY31" fmla="*/ 330916 h 2633810"/>
                <a:gd name="connsiteX32" fmla="*/ 769285 w 3217557"/>
                <a:gd name="connsiteY32" fmla="*/ 1382518 h 2633810"/>
                <a:gd name="connsiteX33" fmla="*/ 1100201 w 3217557"/>
                <a:gd name="connsiteY33" fmla="*/ 1713434 h 2633810"/>
                <a:gd name="connsiteX34" fmla="*/ 1923028 w 3217557"/>
                <a:gd name="connsiteY34" fmla="*/ 1713434 h 2633810"/>
                <a:gd name="connsiteX35" fmla="*/ 3078958 w 3217557"/>
                <a:gd name="connsiteY35" fmla="*/ 2077967 h 2633810"/>
                <a:gd name="connsiteX36" fmla="*/ 2505887 w 3217557"/>
                <a:gd name="connsiteY36" fmla="*/ 1713434 h 2633810"/>
                <a:gd name="connsiteX37" fmla="*/ 2886641 w 3217557"/>
                <a:gd name="connsiteY37" fmla="*/ 1713434 h 2633810"/>
                <a:gd name="connsiteX38" fmla="*/ 3217557 w 3217557"/>
                <a:gd name="connsiteY38" fmla="*/ 1382518 h 2633810"/>
                <a:gd name="connsiteX39" fmla="*/ 3217557 w 3217557"/>
                <a:gd name="connsiteY39" fmla="*/ 330916 h 2633810"/>
                <a:gd name="connsiteX40" fmla="*/ 2886641 w 3217557"/>
                <a:gd name="connsiteY40" fmla="*/ 0 h 2633810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217557" h="2654282">
                  <a:moveTo>
                    <a:pt x="1384251" y="661544"/>
                  </a:moveTo>
                  <a:cubicBezTo>
                    <a:pt x="1489083" y="661544"/>
                    <a:pt x="1574067" y="746528"/>
                    <a:pt x="1574067" y="851360"/>
                  </a:cubicBezTo>
                  <a:cubicBezTo>
                    <a:pt x="1574067" y="956192"/>
                    <a:pt x="1489083" y="1041176"/>
                    <a:pt x="1384251" y="1041176"/>
                  </a:cubicBezTo>
                  <a:cubicBezTo>
                    <a:pt x="1279419" y="1041176"/>
                    <a:pt x="1194435" y="956192"/>
                    <a:pt x="1194435" y="851360"/>
                  </a:cubicBezTo>
                  <a:cubicBezTo>
                    <a:pt x="1194435" y="746528"/>
                    <a:pt x="1279419" y="661544"/>
                    <a:pt x="1384251" y="661544"/>
                  </a:cubicBezTo>
                  <a:close/>
                  <a:moveTo>
                    <a:pt x="1993421" y="661544"/>
                  </a:moveTo>
                  <a:cubicBezTo>
                    <a:pt x="2098253" y="661544"/>
                    <a:pt x="2183237" y="746528"/>
                    <a:pt x="2183237" y="851360"/>
                  </a:cubicBezTo>
                  <a:cubicBezTo>
                    <a:pt x="2183237" y="956192"/>
                    <a:pt x="2098253" y="1041176"/>
                    <a:pt x="1993421" y="1041176"/>
                  </a:cubicBezTo>
                  <a:cubicBezTo>
                    <a:pt x="1888589" y="1041176"/>
                    <a:pt x="1803605" y="956192"/>
                    <a:pt x="1803605" y="851360"/>
                  </a:cubicBezTo>
                  <a:cubicBezTo>
                    <a:pt x="1803605" y="746528"/>
                    <a:pt x="1888589" y="661544"/>
                    <a:pt x="1993421" y="661544"/>
                  </a:cubicBezTo>
                  <a:close/>
                  <a:moveTo>
                    <a:pt x="2602591" y="661544"/>
                  </a:moveTo>
                  <a:cubicBezTo>
                    <a:pt x="2707423" y="661544"/>
                    <a:pt x="2792407" y="746528"/>
                    <a:pt x="2792407" y="851360"/>
                  </a:cubicBezTo>
                  <a:cubicBezTo>
                    <a:pt x="2792407" y="956192"/>
                    <a:pt x="2707423" y="1041176"/>
                    <a:pt x="2602591" y="1041176"/>
                  </a:cubicBezTo>
                  <a:cubicBezTo>
                    <a:pt x="2497759" y="1041176"/>
                    <a:pt x="2412775" y="956192"/>
                    <a:pt x="2412775" y="851360"/>
                  </a:cubicBezTo>
                  <a:cubicBezTo>
                    <a:pt x="2412775" y="746528"/>
                    <a:pt x="2497759" y="661544"/>
                    <a:pt x="2602591" y="661544"/>
                  </a:cubicBezTo>
                  <a:close/>
                  <a:moveTo>
                    <a:pt x="677114" y="569491"/>
                  </a:moveTo>
                  <a:lnTo>
                    <a:pt x="330916" y="569491"/>
                  </a:lnTo>
                  <a:cubicBezTo>
                    <a:pt x="148156" y="569491"/>
                    <a:pt x="0" y="717647"/>
                    <a:pt x="0" y="900407"/>
                  </a:cubicBezTo>
                  <a:lnTo>
                    <a:pt x="0" y="1952009"/>
                  </a:lnTo>
                  <a:cubicBezTo>
                    <a:pt x="0" y="2134769"/>
                    <a:pt x="148156" y="2282925"/>
                    <a:pt x="330916" y="2282925"/>
                  </a:cubicBezTo>
                  <a:lnTo>
                    <a:pt x="711670" y="2282925"/>
                  </a:lnTo>
                  <a:cubicBezTo>
                    <a:pt x="639726" y="2394386"/>
                    <a:pt x="647101" y="2475544"/>
                    <a:pt x="275077" y="2654282"/>
                  </a:cubicBezTo>
                  <a:cubicBezTo>
                    <a:pt x="900998" y="2583693"/>
                    <a:pt x="998412" y="2552618"/>
                    <a:pt x="1294529" y="2282925"/>
                  </a:cubicBezTo>
                  <a:lnTo>
                    <a:pt x="2117356" y="2282925"/>
                  </a:lnTo>
                  <a:cubicBezTo>
                    <a:pt x="2251554" y="2282925"/>
                    <a:pt x="2367095" y="2203043"/>
                    <a:pt x="2418395" y="2087951"/>
                  </a:cubicBezTo>
                  <a:cubicBezTo>
                    <a:pt x="2205538" y="2022975"/>
                    <a:pt x="2032941" y="1932583"/>
                    <a:pt x="1830857" y="1799347"/>
                  </a:cubicBezTo>
                  <a:lnTo>
                    <a:pt x="1008030" y="1799347"/>
                  </a:lnTo>
                  <a:cubicBezTo>
                    <a:pt x="825270" y="1799347"/>
                    <a:pt x="677114" y="1651191"/>
                    <a:pt x="677114" y="1468431"/>
                  </a:cubicBezTo>
                  <a:lnTo>
                    <a:pt x="677114" y="569491"/>
                  </a:lnTo>
                  <a:close/>
                  <a:moveTo>
                    <a:pt x="2886641" y="0"/>
                  </a:moveTo>
                  <a:lnTo>
                    <a:pt x="1100201" y="0"/>
                  </a:lnTo>
                  <a:cubicBezTo>
                    <a:pt x="917441" y="0"/>
                    <a:pt x="769285" y="148156"/>
                    <a:pt x="769285" y="330916"/>
                  </a:cubicBezTo>
                  <a:lnTo>
                    <a:pt x="769285" y="1382518"/>
                  </a:lnTo>
                  <a:cubicBezTo>
                    <a:pt x="769285" y="1565278"/>
                    <a:pt x="917441" y="1713434"/>
                    <a:pt x="1100201" y="1713434"/>
                  </a:cubicBezTo>
                  <a:lnTo>
                    <a:pt x="1923028" y="1713434"/>
                  </a:lnTo>
                  <a:cubicBezTo>
                    <a:pt x="2301032" y="1962656"/>
                    <a:pt x="2453037" y="2007378"/>
                    <a:pt x="3078958" y="2077967"/>
                  </a:cubicBezTo>
                  <a:cubicBezTo>
                    <a:pt x="2713759" y="1878758"/>
                    <a:pt x="2673367" y="1899957"/>
                    <a:pt x="2505887" y="1713434"/>
                  </a:cubicBezTo>
                  <a:lnTo>
                    <a:pt x="2886641" y="1713434"/>
                  </a:lnTo>
                  <a:cubicBezTo>
                    <a:pt x="3069401" y="1713434"/>
                    <a:pt x="3217557" y="1565278"/>
                    <a:pt x="3217557" y="1382518"/>
                  </a:cubicBezTo>
                  <a:lnTo>
                    <a:pt x="3217557" y="330916"/>
                  </a:lnTo>
                  <a:cubicBezTo>
                    <a:pt x="3217557" y="148156"/>
                    <a:pt x="3069401" y="0"/>
                    <a:pt x="28866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Rounded Rectangle 27">
              <a:extLst>
                <a:ext uri="{FF2B5EF4-FFF2-40B4-BE49-F238E27FC236}">
                  <a16:creationId xmlns:a16="http://schemas.microsoft.com/office/drawing/2014/main" xmlns="" id="{D869CFCD-35FD-4BE1-B56C-6AF36D6F25CE}"/>
                </a:ext>
              </a:extLst>
            </p:cNvPr>
            <p:cNvSpPr/>
            <p:nvPr/>
          </p:nvSpPr>
          <p:spPr>
            <a:xfrm>
              <a:off x="9060904" y="5182925"/>
              <a:ext cx="346396" cy="266079"/>
            </a:xfrm>
            <a:custGeom>
              <a:avLst/>
              <a:gdLst/>
              <a:ahLst/>
              <a:cxnLst/>
              <a:rect l="l" t="t" r="r" b="b"/>
              <a:pathLst>
                <a:path w="3186824" h="2447912">
                  <a:moveTo>
                    <a:pt x="1917737" y="1021643"/>
                  </a:moveTo>
                  <a:cubicBezTo>
                    <a:pt x="2188548" y="1021643"/>
                    <a:pt x="2408083" y="1241178"/>
                    <a:pt x="2408083" y="1511989"/>
                  </a:cubicBezTo>
                  <a:cubicBezTo>
                    <a:pt x="2408083" y="1782800"/>
                    <a:pt x="2188548" y="2002335"/>
                    <a:pt x="1917737" y="2002335"/>
                  </a:cubicBezTo>
                  <a:cubicBezTo>
                    <a:pt x="1646926" y="2002335"/>
                    <a:pt x="1427391" y="1782800"/>
                    <a:pt x="1427391" y="1511989"/>
                  </a:cubicBezTo>
                  <a:cubicBezTo>
                    <a:pt x="1427391" y="1241178"/>
                    <a:pt x="1646926" y="1021643"/>
                    <a:pt x="1917737" y="1021643"/>
                  </a:cubicBezTo>
                  <a:close/>
                  <a:moveTo>
                    <a:pt x="1917737" y="827913"/>
                  </a:moveTo>
                  <a:cubicBezTo>
                    <a:pt x="1539932" y="827913"/>
                    <a:pt x="1233661" y="1134184"/>
                    <a:pt x="1233661" y="1511989"/>
                  </a:cubicBezTo>
                  <a:cubicBezTo>
                    <a:pt x="1233661" y="1889794"/>
                    <a:pt x="1539932" y="2196065"/>
                    <a:pt x="1917737" y="2196065"/>
                  </a:cubicBezTo>
                  <a:cubicBezTo>
                    <a:pt x="2295542" y="2196065"/>
                    <a:pt x="2601813" y="1889794"/>
                    <a:pt x="2601813" y="1511989"/>
                  </a:cubicBezTo>
                  <a:cubicBezTo>
                    <a:pt x="2601813" y="1134184"/>
                    <a:pt x="2295542" y="827913"/>
                    <a:pt x="1917737" y="827913"/>
                  </a:cubicBezTo>
                  <a:close/>
                  <a:moveTo>
                    <a:pt x="1112286" y="675885"/>
                  </a:moveTo>
                  <a:lnTo>
                    <a:pt x="1112286" y="830188"/>
                  </a:lnTo>
                  <a:lnTo>
                    <a:pt x="1328310" y="830188"/>
                  </a:lnTo>
                  <a:lnTo>
                    <a:pt x="1328310" y="675885"/>
                  </a:lnTo>
                  <a:close/>
                  <a:moveTo>
                    <a:pt x="2586084" y="626422"/>
                  </a:moveTo>
                  <a:lnTo>
                    <a:pt x="2586084" y="830188"/>
                  </a:lnTo>
                  <a:lnTo>
                    <a:pt x="3001340" y="830188"/>
                  </a:lnTo>
                  <a:lnTo>
                    <a:pt x="3001340" y="626422"/>
                  </a:lnTo>
                  <a:close/>
                  <a:moveTo>
                    <a:pt x="1593701" y="108218"/>
                  </a:moveTo>
                  <a:lnTo>
                    <a:pt x="1593701" y="432905"/>
                  </a:lnTo>
                  <a:lnTo>
                    <a:pt x="2241773" y="432905"/>
                  </a:lnTo>
                  <a:lnTo>
                    <a:pt x="2241773" y="108218"/>
                  </a:lnTo>
                  <a:close/>
                  <a:moveTo>
                    <a:pt x="1452512" y="0"/>
                  </a:moveTo>
                  <a:lnTo>
                    <a:pt x="2382963" y="0"/>
                  </a:lnTo>
                  <a:cubicBezTo>
                    <a:pt x="2433311" y="0"/>
                    <a:pt x="2474127" y="40816"/>
                    <a:pt x="2474127" y="91164"/>
                  </a:cubicBezTo>
                  <a:lnTo>
                    <a:pt x="2474127" y="432905"/>
                  </a:lnTo>
                  <a:lnTo>
                    <a:pt x="2933014" y="432905"/>
                  </a:lnTo>
                  <a:cubicBezTo>
                    <a:pt x="3073189" y="432905"/>
                    <a:pt x="3186824" y="546540"/>
                    <a:pt x="3186824" y="686715"/>
                  </a:cubicBezTo>
                  <a:lnTo>
                    <a:pt x="3186824" y="2194102"/>
                  </a:lnTo>
                  <a:cubicBezTo>
                    <a:pt x="3186824" y="2334277"/>
                    <a:pt x="3073189" y="2447912"/>
                    <a:pt x="2933014" y="2447912"/>
                  </a:cubicBezTo>
                  <a:lnTo>
                    <a:pt x="253810" y="2447912"/>
                  </a:lnTo>
                  <a:cubicBezTo>
                    <a:pt x="113635" y="2447912"/>
                    <a:pt x="0" y="2334277"/>
                    <a:pt x="0" y="2194102"/>
                  </a:cubicBezTo>
                  <a:lnTo>
                    <a:pt x="0" y="686715"/>
                  </a:lnTo>
                  <a:cubicBezTo>
                    <a:pt x="0" y="546540"/>
                    <a:pt x="113635" y="432905"/>
                    <a:pt x="253810" y="432905"/>
                  </a:cubicBezTo>
                  <a:lnTo>
                    <a:pt x="307082" y="432905"/>
                  </a:lnTo>
                  <a:lnTo>
                    <a:pt x="307082" y="313169"/>
                  </a:lnTo>
                  <a:cubicBezTo>
                    <a:pt x="307082" y="287995"/>
                    <a:pt x="327490" y="267587"/>
                    <a:pt x="352664" y="267587"/>
                  </a:cubicBezTo>
                  <a:lnTo>
                    <a:pt x="817888" y="267587"/>
                  </a:lnTo>
                  <a:cubicBezTo>
                    <a:pt x="843062" y="267587"/>
                    <a:pt x="863470" y="287995"/>
                    <a:pt x="863470" y="313169"/>
                  </a:cubicBezTo>
                  <a:lnTo>
                    <a:pt x="863470" y="432905"/>
                  </a:lnTo>
                  <a:lnTo>
                    <a:pt x="1361348" y="432905"/>
                  </a:lnTo>
                  <a:lnTo>
                    <a:pt x="1361348" y="91164"/>
                  </a:lnTo>
                  <a:cubicBezTo>
                    <a:pt x="1361348" y="40816"/>
                    <a:pt x="1402164" y="0"/>
                    <a:pt x="14525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" name="Oval 7">
              <a:extLst>
                <a:ext uri="{FF2B5EF4-FFF2-40B4-BE49-F238E27FC236}">
                  <a16:creationId xmlns:a16="http://schemas.microsoft.com/office/drawing/2014/main" xmlns="" id="{7B0644C3-EDCC-4900-919C-0E98D922F106}"/>
                </a:ext>
              </a:extLst>
            </p:cNvPr>
            <p:cNvSpPr/>
            <p:nvPr/>
          </p:nvSpPr>
          <p:spPr>
            <a:xfrm>
              <a:off x="9040516" y="4351220"/>
              <a:ext cx="387172" cy="387172"/>
            </a:xfrm>
            <a:custGeom>
              <a:avLst/>
              <a:gdLst/>
              <a:ahLst/>
              <a:cxnLst/>
              <a:rect l="l" t="t" r="r" b="b"/>
              <a:pathLst>
                <a:path w="3240000" h="3240000">
                  <a:moveTo>
                    <a:pt x="1415334" y="1947658"/>
                  </a:moveTo>
                  <a:lnTo>
                    <a:pt x="838053" y="2871852"/>
                  </a:lnTo>
                  <a:cubicBezTo>
                    <a:pt x="1312591" y="3168264"/>
                    <a:pt x="1913932" y="3170879"/>
                    <a:pt x="2391030" y="2878606"/>
                  </a:cubicBezTo>
                  <a:lnTo>
                    <a:pt x="1821709" y="1949263"/>
                  </a:lnTo>
                  <a:cubicBezTo>
                    <a:pt x="1763478" y="1986502"/>
                    <a:pt x="1694174" y="2007350"/>
                    <a:pt x="1620000" y="2007350"/>
                  </a:cubicBezTo>
                  <a:cubicBezTo>
                    <a:pt x="1544621" y="2007350"/>
                    <a:pt x="1474270" y="1985818"/>
                    <a:pt x="1415334" y="1947658"/>
                  </a:cubicBezTo>
                  <a:close/>
                  <a:moveTo>
                    <a:pt x="1620001" y="1350973"/>
                  </a:moveTo>
                  <a:cubicBezTo>
                    <a:pt x="1471421" y="1350973"/>
                    <a:pt x="1350973" y="1471421"/>
                    <a:pt x="1350973" y="1620001"/>
                  </a:cubicBezTo>
                  <a:cubicBezTo>
                    <a:pt x="1350973" y="1768581"/>
                    <a:pt x="1471421" y="1889029"/>
                    <a:pt x="1620001" y="1889029"/>
                  </a:cubicBezTo>
                  <a:cubicBezTo>
                    <a:pt x="1768581" y="1889029"/>
                    <a:pt x="1889029" y="1768581"/>
                    <a:pt x="1889029" y="1620001"/>
                  </a:cubicBezTo>
                  <a:cubicBezTo>
                    <a:pt x="1889029" y="1471421"/>
                    <a:pt x="1768581" y="1350973"/>
                    <a:pt x="1620001" y="1350973"/>
                  </a:cubicBezTo>
                  <a:close/>
                  <a:moveTo>
                    <a:pt x="2324470" y="322965"/>
                  </a:moveTo>
                  <a:lnTo>
                    <a:pt x="1804044" y="1281148"/>
                  </a:lnTo>
                  <a:cubicBezTo>
                    <a:pt x="1925507" y="1345192"/>
                    <a:pt x="2007350" y="1473038"/>
                    <a:pt x="2007350" y="1620000"/>
                  </a:cubicBezTo>
                  <a:lnTo>
                    <a:pt x="2005998" y="1633413"/>
                  </a:lnTo>
                  <a:lnTo>
                    <a:pt x="3095109" y="1671260"/>
                  </a:lnTo>
                  <a:cubicBezTo>
                    <a:pt x="3114541" y="1112092"/>
                    <a:pt x="2816135" y="590008"/>
                    <a:pt x="2324470" y="322965"/>
                  </a:cubicBezTo>
                  <a:close/>
                  <a:moveTo>
                    <a:pt x="926838" y="316888"/>
                  </a:moveTo>
                  <a:cubicBezTo>
                    <a:pt x="432869" y="579644"/>
                    <a:pt x="129933" y="1099113"/>
                    <a:pt x="144500" y="1658429"/>
                  </a:cubicBezTo>
                  <a:lnTo>
                    <a:pt x="1233664" y="1630062"/>
                  </a:lnTo>
                  <a:cubicBezTo>
                    <a:pt x="1232693" y="1626734"/>
                    <a:pt x="1232650" y="1623372"/>
                    <a:pt x="1232650" y="1620000"/>
                  </a:cubicBezTo>
                  <a:cubicBezTo>
                    <a:pt x="1232650" y="1471836"/>
                    <a:pt x="1315838" y="1343102"/>
                    <a:pt x="1438904" y="1279548"/>
                  </a:cubicBezTo>
                  <a:close/>
                  <a:moveTo>
                    <a:pt x="1620000" y="0"/>
                  </a:moveTo>
                  <a:cubicBezTo>
                    <a:pt x="2514701" y="0"/>
                    <a:pt x="3240000" y="725299"/>
                    <a:pt x="3240000" y="1620000"/>
                  </a:cubicBezTo>
                  <a:cubicBezTo>
                    <a:pt x="3240000" y="2514701"/>
                    <a:pt x="2514701" y="3240000"/>
                    <a:pt x="1620000" y="3240000"/>
                  </a:cubicBez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19" name="Group 81">
            <a:extLst>
              <a:ext uri="{FF2B5EF4-FFF2-40B4-BE49-F238E27FC236}">
                <a16:creationId xmlns:a16="http://schemas.microsoft.com/office/drawing/2014/main" xmlns="" id="{432025F9-E090-478C-842B-7AD251A0855B}"/>
              </a:ext>
            </a:extLst>
          </p:cNvPr>
          <p:cNvGrpSpPr/>
          <p:nvPr/>
        </p:nvGrpSpPr>
        <p:grpSpPr>
          <a:xfrm>
            <a:off x="2744807" y="1866110"/>
            <a:ext cx="2689564" cy="2250087"/>
            <a:chOff x="8916226" y="4101067"/>
            <a:chExt cx="2689564" cy="2250087"/>
          </a:xfrm>
        </p:grpSpPr>
        <p:grpSp>
          <p:nvGrpSpPr>
            <p:cNvPr id="20" name="Group 69">
              <a:extLst>
                <a:ext uri="{FF2B5EF4-FFF2-40B4-BE49-F238E27FC236}">
                  <a16:creationId xmlns:a16="http://schemas.microsoft.com/office/drawing/2014/main" xmlns="" id="{538CB30C-E7F6-4777-BA39-86AAB2EC8D10}"/>
                </a:ext>
              </a:extLst>
            </p:cNvPr>
            <p:cNvGrpSpPr/>
            <p:nvPr/>
          </p:nvGrpSpPr>
          <p:grpSpPr>
            <a:xfrm>
              <a:off x="9520958" y="4101067"/>
              <a:ext cx="2084832" cy="678649"/>
              <a:chOff x="3233964" y="1954419"/>
              <a:chExt cx="1410044" cy="678649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id="{D870FB48-9288-4B4C-9B7D-373F6771D858}"/>
                  </a:ext>
                </a:extLst>
              </p:cNvPr>
              <p:cNvSpPr txBox="1"/>
              <p:nvPr/>
            </p:nvSpPr>
            <p:spPr>
              <a:xfrm>
                <a:off x="3233964" y="1954419"/>
                <a:ext cx="14005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Add Text</a:t>
                </a:r>
                <a:endParaRPr lang="ko-KR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id="{80F67FBA-4046-4C1E-999E-895668B8948B}"/>
                  </a:ext>
                </a:extLst>
              </p:cNvPr>
              <p:cNvSpPr txBox="1"/>
              <p:nvPr/>
            </p:nvSpPr>
            <p:spPr>
              <a:xfrm>
                <a:off x="3243489" y="2171403"/>
                <a:ext cx="14005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Easy to change colors, photos and Text.</a:t>
                </a:r>
                <a:endPara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21" name="Group 72">
              <a:extLst>
                <a:ext uri="{FF2B5EF4-FFF2-40B4-BE49-F238E27FC236}">
                  <a16:creationId xmlns:a16="http://schemas.microsoft.com/office/drawing/2014/main" xmlns="" id="{0115E2D1-16D8-4D49-837B-536881D1A87D}"/>
                </a:ext>
              </a:extLst>
            </p:cNvPr>
            <p:cNvGrpSpPr/>
            <p:nvPr/>
          </p:nvGrpSpPr>
          <p:grpSpPr>
            <a:xfrm>
              <a:off x="9520958" y="4886787"/>
              <a:ext cx="2084832" cy="678649"/>
              <a:chOff x="3233964" y="1954419"/>
              <a:chExt cx="1410044" cy="678649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D4991AC2-60D9-417E-8A4F-E862318BCD72}"/>
                  </a:ext>
                </a:extLst>
              </p:cNvPr>
              <p:cNvSpPr txBox="1"/>
              <p:nvPr/>
            </p:nvSpPr>
            <p:spPr>
              <a:xfrm>
                <a:off x="3233964" y="1954419"/>
                <a:ext cx="14005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Add Text</a:t>
                </a:r>
                <a:endParaRPr lang="ko-KR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="" id="{29FF6163-E5D4-4752-BD70-054929021280}"/>
                  </a:ext>
                </a:extLst>
              </p:cNvPr>
              <p:cNvSpPr txBox="1"/>
              <p:nvPr/>
            </p:nvSpPr>
            <p:spPr>
              <a:xfrm>
                <a:off x="3243489" y="2171403"/>
                <a:ext cx="14005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Easy to change colors, photos and Text.</a:t>
                </a:r>
                <a:endPara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22" name="Group 75">
              <a:extLst>
                <a:ext uri="{FF2B5EF4-FFF2-40B4-BE49-F238E27FC236}">
                  <a16:creationId xmlns:a16="http://schemas.microsoft.com/office/drawing/2014/main" xmlns="" id="{AC02DC9D-F446-4A2F-9D59-1B7AFD4611F9}"/>
                </a:ext>
              </a:extLst>
            </p:cNvPr>
            <p:cNvGrpSpPr/>
            <p:nvPr/>
          </p:nvGrpSpPr>
          <p:grpSpPr>
            <a:xfrm>
              <a:off x="9520958" y="5672505"/>
              <a:ext cx="2084832" cy="678649"/>
              <a:chOff x="3233964" y="1954419"/>
              <a:chExt cx="1410044" cy="678649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345C4106-55DA-48EA-AE75-3386C7E68CA9}"/>
                  </a:ext>
                </a:extLst>
              </p:cNvPr>
              <p:cNvSpPr txBox="1"/>
              <p:nvPr/>
            </p:nvSpPr>
            <p:spPr>
              <a:xfrm>
                <a:off x="3233964" y="1954419"/>
                <a:ext cx="14005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Add Text</a:t>
                </a:r>
                <a:endParaRPr lang="ko-KR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1D798610-8951-4D05-9BFB-59EA29FE9791}"/>
                  </a:ext>
                </a:extLst>
              </p:cNvPr>
              <p:cNvSpPr txBox="1"/>
              <p:nvPr/>
            </p:nvSpPr>
            <p:spPr>
              <a:xfrm>
                <a:off x="3243489" y="2171403"/>
                <a:ext cx="14005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Easy to change colors, photos and Text.</a:t>
                </a:r>
                <a:endPara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23" name="Teardrop 1">
              <a:extLst>
                <a:ext uri="{FF2B5EF4-FFF2-40B4-BE49-F238E27FC236}">
                  <a16:creationId xmlns:a16="http://schemas.microsoft.com/office/drawing/2014/main" xmlns="" id="{F24A811E-F9AB-4A71-82A4-2DB443C2F637}"/>
                </a:ext>
              </a:extLst>
            </p:cNvPr>
            <p:cNvSpPr/>
            <p:nvPr/>
          </p:nvSpPr>
          <p:spPr>
            <a:xfrm rot="18805991">
              <a:off x="8945708" y="5877739"/>
              <a:ext cx="376862" cy="37293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4" name="Round Same Side Corner Rectangle 11">
              <a:extLst>
                <a:ext uri="{FF2B5EF4-FFF2-40B4-BE49-F238E27FC236}">
                  <a16:creationId xmlns:a16="http://schemas.microsoft.com/office/drawing/2014/main" xmlns="" id="{5FC1C05E-32A0-47C0-AB73-B33C9681552C}"/>
                </a:ext>
              </a:extLst>
            </p:cNvPr>
            <p:cNvSpPr>
              <a:spLocks noChangeAspect="1"/>
            </p:cNvSpPr>
            <p:nvPr/>
          </p:nvSpPr>
          <p:spPr>
            <a:xfrm rot="9900000">
              <a:off x="8936139" y="5086191"/>
              <a:ext cx="396000" cy="336326"/>
            </a:xfrm>
            <a:custGeom>
              <a:avLst/>
              <a:gdLst/>
              <a:ahLst/>
              <a:cxnLst/>
              <a:rect l="l" t="t" r="r" b="b"/>
              <a:pathLst>
                <a:path w="2911009" h="2472345">
                  <a:moveTo>
                    <a:pt x="2219598" y="1335309"/>
                  </a:moveTo>
                  <a:lnTo>
                    <a:pt x="2219598" y="1222573"/>
                  </a:lnTo>
                  <a:cubicBezTo>
                    <a:pt x="2219598" y="1176944"/>
                    <a:pt x="2241926" y="1136530"/>
                    <a:pt x="2277694" y="1113650"/>
                  </a:cubicBezTo>
                  <a:lnTo>
                    <a:pt x="2277694" y="137786"/>
                  </a:lnTo>
                  <a:cubicBezTo>
                    <a:pt x="2277694" y="61689"/>
                    <a:pt x="2339383" y="0"/>
                    <a:pt x="2415480" y="0"/>
                  </a:cubicBezTo>
                  <a:lnTo>
                    <a:pt x="2545196" y="0"/>
                  </a:lnTo>
                  <a:cubicBezTo>
                    <a:pt x="2621293" y="0"/>
                    <a:pt x="2682982" y="61689"/>
                    <a:pt x="2682982" y="137786"/>
                  </a:cubicBezTo>
                  <a:lnTo>
                    <a:pt x="2682982" y="1099067"/>
                  </a:lnTo>
                  <a:cubicBezTo>
                    <a:pt x="2730197" y="1120049"/>
                    <a:pt x="2762708" y="1167515"/>
                    <a:pt x="2762708" y="1222573"/>
                  </a:cubicBezTo>
                  <a:lnTo>
                    <a:pt x="2762708" y="1480834"/>
                  </a:lnTo>
                  <a:close/>
                  <a:moveTo>
                    <a:pt x="241900" y="1676361"/>
                  </a:moveTo>
                  <a:cubicBezTo>
                    <a:pt x="69371" y="1631107"/>
                    <a:pt x="-34146" y="1454930"/>
                    <a:pt x="10296" y="1282189"/>
                  </a:cubicBezTo>
                  <a:cubicBezTo>
                    <a:pt x="54739" y="1109449"/>
                    <a:pt x="230428" y="1005105"/>
                    <a:pt x="403375" y="1048736"/>
                  </a:cubicBezTo>
                  <a:cubicBezTo>
                    <a:pt x="349550" y="1257945"/>
                    <a:pt x="295726" y="1467153"/>
                    <a:pt x="241900" y="1676361"/>
                  </a:cubicBezTo>
                  <a:close/>
                  <a:moveTo>
                    <a:pt x="2578947" y="2467929"/>
                  </a:moveTo>
                  <a:lnTo>
                    <a:pt x="1957545" y="2301425"/>
                  </a:lnTo>
                  <a:lnTo>
                    <a:pt x="2194209" y="1418183"/>
                  </a:lnTo>
                  <a:lnTo>
                    <a:pt x="2815611" y="1584687"/>
                  </a:lnTo>
                  <a:cubicBezTo>
                    <a:pt x="2884250" y="1603079"/>
                    <a:pt x="2924985" y="1673632"/>
                    <a:pt x="2906593" y="1742272"/>
                  </a:cubicBezTo>
                  <a:lnTo>
                    <a:pt x="2736532" y="2376947"/>
                  </a:lnTo>
                  <a:cubicBezTo>
                    <a:pt x="2718140" y="2445587"/>
                    <a:pt x="2647586" y="2486321"/>
                    <a:pt x="2578947" y="2467929"/>
                  </a:cubicBezTo>
                  <a:close/>
                  <a:moveTo>
                    <a:pt x="610249" y="2287120"/>
                  </a:moveTo>
                  <a:lnTo>
                    <a:pt x="1020264" y="756923"/>
                  </a:lnTo>
                  <a:lnTo>
                    <a:pt x="2107356" y="1398691"/>
                  </a:lnTo>
                  <a:lnTo>
                    <a:pt x="1872582" y="2274879"/>
                  </a:lnTo>
                  <a:close/>
                  <a:moveTo>
                    <a:pt x="426016" y="2349577"/>
                  </a:moveTo>
                  <a:lnTo>
                    <a:pt x="243978" y="2300800"/>
                  </a:lnTo>
                  <a:cubicBezTo>
                    <a:pt x="205115" y="2290387"/>
                    <a:pt x="182051" y="2250439"/>
                    <a:pt x="192464" y="2211576"/>
                  </a:cubicBezTo>
                  <a:lnTo>
                    <a:pt x="620679" y="613455"/>
                  </a:lnTo>
                  <a:cubicBezTo>
                    <a:pt x="631093" y="574592"/>
                    <a:pt x="671040" y="551528"/>
                    <a:pt x="709903" y="561941"/>
                  </a:cubicBezTo>
                  <a:lnTo>
                    <a:pt x="891942" y="610718"/>
                  </a:lnTo>
                  <a:cubicBezTo>
                    <a:pt x="930805" y="621132"/>
                    <a:pt x="953869" y="661079"/>
                    <a:pt x="943455" y="699942"/>
                  </a:cubicBezTo>
                  <a:lnTo>
                    <a:pt x="515240" y="2298064"/>
                  </a:lnTo>
                  <a:cubicBezTo>
                    <a:pt x="504827" y="2336927"/>
                    <a:pt x="464879" y="2359990"/>
                    <a:pt x="426016" y="23495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5" name="Block Arc 10">
              <a:extLst>
                <a:ext uri="{FF2B5EF4-FFF2-40B4-BE49-F238E27FC236}">
                  <a16:creationId xmlns:a16="http://schemas.microsoft.com/office/drawing/2014/main" xmlns="" id="{C0524D17-7B38-412F-B57B-528BF4F23FD3}"/>
                </a:ext>
              </a:extLst>
            </p:cNvPr>
            <p:cNvSpPr/>
            <p:nvPr/>
          </p:nvSpPr>
          <p:spPr>
            <a:xfrm>
              <a:off x="8916226" y="4318051"/>
              <a:ext cx="435826" cy="295205"/>
            </a:xfrm>
            <a:custGeom>
              <a:avLst/>
              <a:gdLst/>
              <a:ahLst/>
              <a:cxnLst/>
              <a:rect l="l" t="t" r="r" b="b"/>
              <a:pathLst>
                <a:path w="3219104" h="2180445">
                  <a:moveTo>
                    <a:pt x="631935" y="660566"/>
                  </a:moveTo>
                  <a:cubicBezTo>
                    <a:pt x="582229" y="660566"/>
                    <a:pt x="541935" y="700860"/>
                    <a:pt x="541935" y="750566"/>
                  </a:cubicBezTo>
                  <a:cubicBezTo>
                    <a:pt x="541935" y="800272"/>
                    <a:pt x="582229" y="840566"/>
                    <a:pt x="631935" y="840566"/>
                  </a:cubicBezTo>
                  <a:cubicBezTo>
                    <a:pt x="681641" y="840566"/>
                    <a:pt x="721935" y="800272"/>
                    <a:pt x="721935" y="750566"/>
                  </a:cubicBezTo>
                  <a:cubicBezTo>
                    <a:pt x="721935" y="700860"/>
                    <a:pt x="681641" y="660566"/>
                    <a:pt x="631935" y="660566"/>
                  </a:cubicBezTo>
                  <a:close/>
                  <a:moveTo>
                    <a:pt x="2920524" y="132986"/>
                  </a:moveTo>
                  <a:cubicBezTo>
                    <a:pt x="2884582" y="132986"/>
                    <a:pt x="2855445" y="171564"/>
                    <a:pt x="2855445" y="219152"/>
                  </a:cubicBezTo>
                  <a:cubicBezTo>
                    <a:pt x="2855445" y="266740"/>
                    <a:pt x="2884582" y="305318"/>
                    <a:pt x="2920524" y="305318"/>
                  </a:cubicBezTo>
                  <a:cubicBezTo>
                    <a:pt x="2956466" y="305318"/>
                    <a:pt x="2985603" y="266740"/>
                    <a:pt x="2985603" y="219152"/>
                  </a:cubicBezTo>
                  <a:cubicBezTo>
                    <a:pt x="2985603" y="171564"/>
                    <a:pt x="2956466" y="132986"/>
                    <a:pt x="2920524" y="132986"/>
                  </a:cubicBezTo>
                  <a:close/>
                  <a:moveTo>
                    <a:pt x="1840097" y="123357"/>
                  </a:moveTo>
                  <a:cubicBezTo>
                    <a:pt x="1690593" y="125267"/>
                    <a:pt x="1541569" y="163386"/>
                    <a:pt x="1407089" y="237534"/>
                  </a:cubicBezTo>
                  <a:lnTo>
                    <a:pt x="1442443" y="299445"/>
                  </a:lnTo>
                  <a:cubicBezTo>
                    <a:pt x="1690026" y="162934"/>
                    <a:pt x="1991162" y="159087"/>
                    <a:pt x="2242273" y="289227"/>
                  </a:cubicBezTo>
                  <a:lnTo>
                    <a:pt x="2275978" y="226435"/>
                  </a:lnTo>
                  <a:cubicBezTo>
                    <a:pt x="2139582" y="155746"/>
                    <a:pt x="1989600" y="121447"/>
                    <a:pt x="1840097" y="123357"/>
                  </a:cubicBezTo>
                  <a:close/>
                  <a:moveTo>
                    <a:pt x="1808744" y="1233"/>
                  </a:moveTo>
                  <a:cubicBezTo>
                    <a:pt x="2156106" y="-14520"/>
                    <a:pt x="2554236" y="122009"/>
                    <a:pt x="2727916" y="332053"/>
                  </a:cubicBezTo>
                  <a:lnTo>
                    <a:pt x="2797407" y="426906"/>
                  </a:lnTo>
                  <a:cubicBezTo>
                    <a:pt x="2816730" y="407744"/>
                    <a:pt x="2822914" y="396798"/>
                    <a:pt x="2848347" y="374270"/>
                  </a:cubicBezTo>
                  <a:cubicBezTo>
                    <a:pt x="2789714" y="335227"/>
                    <a:pt x="2770554" y="301522"/>
                    <a:pt x="2770554" y="211287"/>
                  </a:cubicBezTo>
                  <a:cubicBezTo>
                    <a:pt x="2770554" y="109060"/>
                    <a:pt x="2826850" y="34523"/>
                    <a:pt x="2918697" y="33333"/>
                  </a:cubicBezTo>
                  <a:cubicBezTo>
                    <a:pt x="3010544" y="32143"/>
                    <a:pt x="3068737" y="122977"/>
                    <a:pt x="3064459" y="218431"/>
                  </a:cubicBezTo>
                  <a:cubicBezTo>
                    <a:pt x="3062319" y="266188"/>
                    <a:pt x="3063213" y="242475"/>
                    <a:pt x="3054577" y="285936"/>
                  </a:cubicBezTo>
                  <a:cubicBezTo>
                    <a:pt x="3088600" y="260795"/>
                    <a:pt x="3146396" y="297212"/>
                    <a:pt x="3198377" y="27802"/>
                  </a:cubicBezTo>
                  <a:cubicBezTo>
                    <a:pt x="3270974" y="270322"/>
                    <a:pt x="3142267" y="378871"/>
                    <a:pt x="2977023" y="405424"/>
                  </a:cubicBezTo>
                  <a:cubicBezTo>
                    <a:pt x="2937650" y="455263"/>
                    <a:pt x="2906651" y="507366"/>
                    <a:pt x="2854455" y="531728"/>
                  </a:cubicBezTo>
                  <a:cubicBezTo>
                    <a:pt x="2854593" y="531917"/>
                    <a:pt x="2854687" y="532126"/>
                    <a:pt x="2854781" y="532336"/>
                  </a:cubicBezTo>
                  <a:lnTo>
                    <a:pt x="2914835" y="719911"/>
                  </a:lnTo>
                  <a:cubicBezTo>
                    <a:pt x="2982387" y="1030651"/>
                    <a:pt x="2875068" y="1334999"/>
                    <a:pt x="2751965" y="1458417"/>
                  </a:cubicBezTo>
                  <a:cubicBezTo>
                    <a:pt x="2718119" y="1752479"/>
                    <a:pt x="2636178" y="1904762"/>
                    <a:pt x="2564924" y="2133185"/>
                  </a:cubicBezTo>
                  <a:cubicBezTo>
                    <a:pt x="2548001" y="2174319"/>
                    <a:pt x="2290597" y="2162941"/>
                    <a:pt x="2284362" y="2130560"/>
                  </a:cubicBezTo>
                  <a:cubicBezTo>
                    <a:pt x="2253189" y="1989654"/>
                    <a:pt x="2205984" y="1832997"/>
                    <a:pt x="2190842" y="1681589"/>
                  </a:cubicBezTo>
                  <a:cubicBezTo>
                    <a:pt x="1937891" y="1727975"/>
                    <a:pt x="1628829" y="1727099"/>
                    <a:pt x="1429318" y="1710471"/>
                  </a:cubicBezTo>
                  <a:cubicBezTo>
                    <a:pt x="1387456" y="1891634"/>
                    <a:pt x="1268107" y="2057044"/>
                    <a:pt x="1143413" y="2180445"/>
                  </a:cubicBezTo>
                  <a:lnTo>
                    <a:pt x="943012" y="2180445"/>
                  </a:lnTo>
                  <a:cubicBezTo>
                    <a:pt x="894916" y="2170818"/>
                    <a:pt x="902932" y="1825120"/>
                    <a:pt x="910948" y="1650083"/>
                  </a:cubicBezTo>
                  <a:cubicBezTo>
                    <a:pt x="600994" y="1508303"/>
                    <a:pt x="-80369" y="1319263"/>
                    <a:pt x="7807" y="838786"/>
                  </a:cubicBezTo>
                  <a:cubicBezTo>
                    <a:pt x="13151" y="796777"/>
                    <a:pt x="184160" y="802028"/>
                    <a:pt x="275009" y="799402"/>
                  </a:cubicBezTo>
                  <a:cubicBezTo>
                    <a:pt x="369419" y="659373"/>
                    <a:pt x="418407" y="582356"/>
                    <a:pt x="555570" y="465957"/>
                  </a:cubicBezTo>
                  <a:cubicBezTo>
                    <a:pt x="547554" y="374062"/>
                    <a:pt x="496786" y="206026"/>
                    <a:pt x="531522" y="190273"/>
                  </a:cubicBezTo>
                  <a:cubicBezTo>
                    <a:pt x="764877" y="64246"/>
                    <a:pt x="803177" y="250661"/>
                    <a:pt x="924308" y="355683"/>
                  </a:cubicBezTo>
                  <a:cubicBezTo>
                    <a:pt x="1130053" y="143013"/>
                    <a:pt x="1554903" y="11735"/>
                    <a:pt x="1808744" y="12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A5CE8625-1283-4A99-94A3-BD8D5B8B65CD}"/>
              </a:ext>
            </a:extLst>
          </p:cNvPr>
          <p:cNvSpPr txBox="1"/>
          <p:nvPr/>
        </p:nvSpPr>
        <p:spPr>
          <a:xfrm>
            <a:off x="3349539" y="4785788"/>
            <a:ext cx="1300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ln w="12700">
                  <a:noFill/>
                </a:ln>
                <a:solidFill>
                  <a:schemeClr val="accent2"/>
                </a:solidFill>
                <a:cs typeface="Arial" pitchFamily="34" charset="0"/>
              </a:rPr>
              <a:t>28</a:t>
            </a:r>
            <a:r>
              <a:rPr lang="en-US" altLang="ko-KR" sz="2400" b="1" dirty="0">
                <a:ln w="12700">
                  <a:noFill/>
                </a:ln>
                <a:solidFill>
                  <a:schemeClr val="accent2"/>
                </a:solidFill>
                <a:cs typeface="Arial" pitchFamily="34" charset="0"/>
              </a:rPr>
              <a:t>%</a:t>
            </a:r>
            <a:endParaRPr lang="ko-KR" altLang="en-US" sz="2400" b="1" dirty="0">
              <a:ln w="12700">
                <a:noFill/>
              </a:ln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5CE2CF9B-CE16-42D3-9E40-714E5D1CA856}"/>
              </a:ext>
            </a:extLst>
          </p:cNvPr>
          <p:cNvSpPr txBox="1"/>
          <p:nvPr/>
        </p:nvSpPr>
        <p:spPr>
          <a:xfrm>
            <a:off x="7357964" y="2027573"/>
            <a:ext cx="1300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ln w="12700">
                  <a:noFill/>
                </a:ln>
                <a:solidFill>
                  <a:schemeClr val="accent4"/>
                </a:solidFill>
                <a:cs typeface="Arial" pitchFamily="34" charset="0"/>
              </a:rPr>
              <a:t>32</a:t>
            </a:r>
            <a:r>
              <a:rPr lang="en-US" altLang="ko-KR" sz="2400" b="1" dirty="0">
                <a:ln w="12700">
                  <a:noFill/>
                </a:ln>
                <a:solidFill>
                  <a:schemeClr val="accent4"/>
                </a:solidFill>
                <a:cs typeface="Arial" pitchFamily="34" charset="0"/>
              </a:rPr>
              <a:t>%</a:t>
            </a:r>
            <a:endParaRPr lang="ko-KR" altLang="en-US" sz="2400" b="1" dirty="0">
              <a:ln w="12700">
                <a:noFill/>
              </a:ln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34" name="Graphic 57">
            <a:extLst>
              <a:ext uri="{FF2B5EF4-FFF2-40B4-BE49-F238E27FC236}">
                <a16:creationId xmlns:a16="http://schemas.microsoft.com/office/drawing/2014/main" xmlns="" id="{5B848DBA-1AC1-4D94-BE0A-F4EB3F3F839F}"/>
              </a:ext>
            </a:extLst>
          </p:cNvPr>
          <p:cNvSpPr/>
          <p:nvPr/>
        </p:nvSpPr>
        <p:spPr>
          <a:xfrm>
            <a:off x="9026819" y="883505"/>
            <a:ext cx="2765502" cy="2923327"/>
          </a:xfrm>
          <a:custGeom>
            <a:avLst/>
            <a:gdLst>
              <a:gd name="connsiteX0" fmla="*/ 3082754 w 3082753"/>
              <a:gd name="connsiteY0" fmla="*/ 406075 h 3258683"/>
              <a:gd name="connsiteX1" fmla="*/ 2972239 w 3082753"/>
              <a:gd name="connsiteY1" fmla="*/ 464820 h 3258683"/>
              <a:gd name="connsiteX2" fmla="*/ 2961959 w 3082753"/>
              <a:gd name="connsiteY2" fmla="*/ 469961 h 3258683"/>
              <a:gd name="connsiteX3" fmla="*/ 2963060 w 3082753"/>
              <a:gd name="connsiteY3" fmla="*/ 473632 h 3258683"/>
              <a:gd name="connsiteX4" fmla="*/ 2975544 w 3082753"/>
              <a:gd name="connsiteY4" fmla="*/ 472898 h 3258683"/>
              <a:gd name="connsiteX5" fmla="*/ 3043101 w 3082753"/>
              <a:gd name="connsiteY5" fmla="*/ 440955 h 3258683"/>
              <a:gd name="connsiteX6" fmla="*/ 3060357 w 3082753"/>
              <a:gd name="connsiteY6" fmla="*/ 434714 h 3258683"/>
              <a:gd name="connsiteX7" fmla="*/ 3071739 w 3082753"/>
              <a:gd name="connsiteY7" fmla="*/ 440221 h 3258683"/>
              <a:gd name="connsiteX8" fmla="*/ 3068434 w 3082753"/>
              <a:gd name="connsiteY8" fmla="*/ 451970 h 3258683"/>
              <a:gd name="connsiteX9" fmla="*/ 2968935 w 3082753"/>
              <a:gd name="connsiteY9" fmla="*/ 507778 h 3258683"/>
              <a:gd name="connsiteX10" fmla="*/ 2953147 w 3082753"/>
              <a:gd name="connsiteY10" fmla="*/ 512551 h 3258683"/>
              <a:gd name="connsiteX11" fmla="*/ 2953514 w 3082753"/>
              <a:gd name="connsiteY11" fmla="*/ 516957 h 3258683"/>
              <a:gd name="connsiteX12" fmla="*/ 2964529 w 3082753"/>
              <a:gd name="connsiteY12" fmla="*/ 518425 h 3258683"/>
              <a:gd name="connsiteX13" fmla="*/ 3019970 w 3082753"/>
              <a:gd name="connsiteY13" fmla="*/ 501169 h 3258683"/>
              <a:gd name="connsiteX14" fmla="*/ 3029516 w 3082753"/>
              <a:gd name="connsiteY14" fmla="*/ 497865 h 3258683"/>
              <a:gd name="connsiteX15" fmla="*/ 3039796 w 3082753"/>
              <a:gd name="connsiteY15" fmla="*/ 500802 h 3258683"/>
              <a:gd name="connsiteX16" fmla="*/ 3035390 w 3082753"/>
              <a:gd name="connsiteY16" fmla="*/ 510348 h 3258683"/>
              <a:gd name="connsiteX17" fmla="*/ 2986926 w 3082753"/>
              <a:gd name="connsiteY17" fmla="*/ 537518 h 3258683"/>
              <a:gd name="connsiteX18" fmla="*/ 2878982 w 3082753"/>
              <a:gd name="connsiteY18" fmla="*/ 565789 h 3258683"/>
              <a:gd name="connsiteX19" fmla="*/ 2792700 w 3082753"/>
              <a:gd name="connsiteY19" fmla="*/ 580842 h 3258683"/>
              <a:gd name="connsiteX20" fmla="*/ 2770670 w 3082753"/>
              <a:gd name="connsiteY20" fmla="*/ 586717 h 3258683"/>
              <a:gd name="connsiteX21" fmla="*/ 2735056 w 3082753"/>
              <a:gd name="connsiteY21" fmla="*/ 639587 h 3258683"/>
              <a:gd name="connsiteX22" fmla="*/ 2751578 w 3082753"/>
              <a:gd name="connsiteY22" fmla="*/ 915322 h 3258683"/>
              <a:gd name="connsiteX23" fmla="*/ 2704949 w 3082753"/>
              <a:gd name="connsiteY23" fmla="*/ 968192 h 3258683"/>
              <a:gd name="connsiteX24" fmla="*/ 2243433 w 3082753"/>
              <a:gd name="connsiteY24" fmla="*/ 992425 h 3258683"/>
              <a:gd name="connsiteX25" fmla="*/ 2103547 w 3082753"/>
              <a:gd name="connsiteY25" fmla="*/ 997565 h 3258683"/>
              <a:gd name="connsiteX26" fmla="*/ 2081884 w 3082753"/>
              <a:gd name="connsiteY26" fmla="*/ 998299 h 3258683"/>
              <a:gd name="connsiteX27" fmla="*/ 2042231 w 3082753"/>
              <a:gd name="connsiteY27" fmla="*/ 1041624 h 3258683"/>
              <a:gd name="connsiteX28" fmla="*/ 2045168 w 3082753"/>
              <a:gd name="connsiteY28" fmla="*/ 1102572 h 3258683"/>
              <a:gd name="connsiteX29" fmla="*/ 2066096 w 3082753"/>
              <a:gd name="connsiteY29" fmla="*/ 2374403 h 3258683"/>
              <a:gd name="connsiteX30" fmla="*/ 2063526 w 3082753"/>
              <a:gd name="connsiteY30" fmla="*/ 2532280 h 3258683"/>
              <a:gd name="connsiteX31" fmla="*/ 2035255 w 3082753"/>
              <a:gd name="connsiteY31" fmla="*/ 2564223 h 3258683"/>
              <a:gd name="connsiteX32" fmla="*/ 1915929 w 3082753"/>
              <a:gd name="connsiteY32" fmla="*/ 2582948 h 3258683"/>
              <a:gd name="connsiteX33" fmla="*/ 1898673 w 3082753"/>
              <a:gd name="connsiteY33" fmla="*/ 2587721 h 3258683"/>
              <a:gd name="connsiteX34" fmla="*/ 1872972 w 3082753"/>
              <a:gd name="connsiteY34" fmla="*/ 2622601 h 3258683"/>
              <a:gd name="connsiteX35" fmla="*/ 1885823 w 3082753"/>
              <a:gd name="connsiteY35" fmla="*/ 2697134 h 3258683"/>
              <a:gd name="connsiteX36" fmla="*/ 1885455 w 3082753"/>
              <a:gd name="connsiteY36" fmla="*/ 2722835 h 3258683"/>
              <a:gd name="connsiteX37" fmla="*/ 1879948 w 3082753"/>
              <a:gd name="connsiteY37" fmla="*/ 2741192 h 3258683"/>
              <a:gd name="connsiteX38" fmla="*/ 1892431 w 3082753"/>
              <a:gd name="connsiteY38" fmla="*/ 2788556 h 3258683"/>
              <a:gd name="connsiteX39" fmla="*/ 1901977 w 3082753"/>
              <a:gd name="connsiteY39" fmla="*/ 2824170 h 3258683"/>
              <a:gd name="connsiteX40" fmla="*/ 1901243 w 3082753"/>
              <a:gd name="connsiteY40" fmla="*/ 2884384 h 3258683"/>
              <a:gd name="connsiteX41" fmla="*/ 1892798 w 3082753"/>
              <a:gd name="connsiteY41" fmla="*/ 2918162 h 3258683"/>
              <a:gd name="connsiteX42" fmla="*/ 1884721 w 3082753"/>
              <a:gd name="connsiteY42" fmla="*/ 2998937 h 3258683"/>
              <a:gd name="connsiteX43" fmla="*/ 1969167 w 3082753"/>
              <a:gd name="connsiteY43" fmla="*/ 3110919 h 3258683"/>
              <a:gd name="connsiteX44" fmla="*/ 2000743 w 3082753"/>
              <a:gd name="connsiteY44" fmla="*/ 3159384 h 3258683"/>
              <a:gd name="connsiteX45" fmla="*/ 1991564 w 3082753"/>
              <a:gd name="connsiteY45" fmla="*/ 3186187 h 3258683"/>
              <a:gd name="connsiteX46" fmla="*/ 1914093 w 3082753"/>
              <a:gd name="connsiteY46" fmla="*/ 3212255 h 3258683"/>
              <a:gd name="connsiteX47" fmla="*/ 1850575 w 3082753"/>
              <a:gd name="connsiteY47" fmla="*/ 3212255 h 3258683"/>
              <a:gd name="connsiteX48" fmla="*/ 1819367 w 3082753"/>
              <a:gd name="connsiteY48" fmla="*/ 3200505 h 3258683"/>
              <a:gd name="connsiteX49" fmla="*/ 1782284 w 3082753"/>
              <a:gd name="connsiteY49" fmla="*/ 3151307 h 3258683"/>
              <a:gd name="connsiteX50" fmla="*/ 1758052 w 3082753"/>
              <a:gd name="connsiteY50" fmla="*/ 3136253 h 3258683"/>
              <a:gd name="connsiteX51" fmla="*/ 1731249 w 3082753"/>
              <a:gd name="connsiteY51" fmla="*/ 3122301 h 3258683"/>
              <a:gd name="connsiteX52" fmla="*/ 1713626 w 3082753"/>
              <a:gd name="connsiteY52" fmla="*/ 3067228 h 3258683"/>
              <a:gd name="connsiteX53" fmla="*/ 1708486 w 3082753"/>
              <a:gd name="connsiteY53" fmla="*/ 3047034 h 3258683"/>
              <a:gd name="connsiteX54" fmla="*/ 1700041 w 3082753"/>
              <a:gd name="connsiteY54" fmla="*/ 3023169 h 3258683"/>
              <a:gd name="connsiteX55" fmla="*/ 1709220 w 3082753"/>
              <a:gd name="connsiteY55" fmla="*/ 2931380 h 3258683"/>
              <a:gd name="connsiteX56" fmla="*/ 1711056 w 3082753"/>
              <a:gd name="connsiteY56" fmla="*/ 2911186 h 3258683"/>
              <a:gd name="connsiteX57" fmla="*/ 1691597 w 3082753"/>
              <a:gd name="connsiteY57" fmla="*/ 2887688 h 3258683"/>
              <a:gd name="connsiteX58" fmla="*/ 1678746 w 3082753"/>
              <a:gd name="connsiteY58" fmla="*/ 2871900 h 3258683"/>
              <a:gd name="connsiteX59" fmla="*/ 1689394 w 3082753"/>
              <a:gd name="connsiteY59" fmla="*/ 2812421 h 3258683"/>
              <a:gd name="connsiteX60" fmla="*/ 1700408 w 3082753"/>
              <a:gd name="connsiteY60" fmla="*/ 2772034 h 3258683"/>
              <a:gd name="connsiteX61" fmla="*/ 1699674 w 3082753"/>
              <a:gd name="connsiteY61" fmla="*/ 2728342 h 3258683"/>
              <a:gd name="connsiteX62" fmla="*/ 1679848 w 3082753"/>
              <a:gd name="connsiteY62" fmla="*/ 2597634 h 3258683"/>
              <a:gd name="connsiteX63" fmla="*/ 1649741 w 3082753"/>
              <a:gd name="connsiteY63" fmla="*/ 2571933 h 3258683"/>
              <a:gd name="connsiteX64" fmla="*/ 1581082 w 3082753"/>
              <a:gd name="connsiteY64" fmla="*/ 2571933 h 3258683"/>
              <a:gd name="connsiteX65" fmla="*/ 1557217 w 3082753"/>
              <a:gd name="connsiteY65" fmla="*/ 2595798 h 3258683"/>
              <a:gd name="connsiteX66" fmla="*/ 1555749 w 3082753"/>
              <a:gd name="connsiteY66" fmla="*/ 2659317 h 3258683"/>
              <a:gd name="connsiteX67" fmla="*/ 1542531 w 3082753"/>
              <a:gd name="connsiteY67" fmla="*/ 2675471 h 3258683"/>
              <a:gd name="connsiteX68" fmla="*/ 1459186 w 3082753"/>
              <a:gd name="connsiteY68" fmla="*/ 2680612 h 3258683"/>
              <a:gd name="connsiteX69" fmla="*/ 1433118 w 3082753"/>
              <a:gd name="connsiteY69" fmla="*/ 2705578 h 3258683"/>
              <a:gd name="connsiteX70" fmla="*/ 1438258 w 3082753"/>
              <a:gd name="connsiteY70" fmla="*/ 2780478 h 3258683"/>
              <a:gd name="connsiteX71" fmla="*/ 1428345 w 3082753"/>
              <a:gd name="connsiteY71" fmla="*/ 2862354 h 3258683"/>
              <a:gd name="connsiteX72" fmla="*/ 1423572 w 3082753"/>
              <a:gd name="connsiteY72" fmla="*/ 2926607 h 3258683"/>
              <a:gd name="connsiteX73" fmla="*/ 1405949 w 3082753"/>
              <a:gd name="connsiteY73" fmla="*/ 2962221 h 3258683"/>
              <a:gd name="connsiteX74" fmla="*/ 1402277 w 3082753"/>
              <a:gd name="connsiteY74" fmla="*/ 2972134 h 3258683"/>
              <a:gd name="connsiteX75" fmla="*/ 1409987 w 3082753"/>
              <a:gd name="connsiteY75" fmla="*/ 3048870 h 3258683"/>
              <a:gd name="connsiteX76" fmla="*/ 1414026 w 3082753"/>
              <a:gd name="connsiteY76" fmla="*/ 3116059 h 3258683"/>
              <a:gd name="connsiteX77" fmla="*/ 1401176 w 3082753"/>
              <a:gd name="connsiteY77" fmla="*/ 3157548 h 3258683"/>
              <a:gd name="connsiteX78" fmla="*/ 1377678 w 3082753"/>
              <a:gd name="connsiteY78" fmla="*/ 3167461 h 3258683"/>
              <a:gd name="connsiteX79" fmla="*/ 1357484 w 3082753"/>
              <a:gd name="connsiteY79" fmla="*/ 3188757 h 3258683"/>
              <a:gd name="connsiteX80" fmla="*/ 1351977 w 3082753"/>
              <a:gd name="connsiteY80" fmla="*/ 3215926 h 3258683"/>
              <a:gd name="connsiteX81" fmla="*/ 1289560 w 3082753"/>
              <a:gd name="connsiteY81" fmla="*/ 3254111 h 3258683"/>
              <a:gd name="connsiteX82" fmla="*/ 1196669 w 3082753"/>
              <a:gd name="connsiteY82" fmla="*/ 3250439 h 3258683"/>
              <a:gd name="connsiteX83" fmla="*/ 1168765 w 3082753"/>
              <a:gd name="connsiteY83" fmla="*/ 3183616 h 3258683"/>
              <a:gd name="connsiteX84" fmla="*/ 1175007 w 3082753"/>
              <a:gd name="connsiteY84" fmla="*/ 3163423 h 3258683"/>
              <a:gd name="connsiteX85" fmla="*/ 1183085 w 3082753"/>
              <a:gd name="connsiteY85" fmla="*/ 3145432 h 3258683"/>
              <a:gd name="connsiteX86" fmla="*/ 1235221 w 3082753"/>
              <a:gd name="connsiteY86" fmla="*/ 3058416 h 3258683"/>
              <a:gd name="connsiteX87" fmla="*/ 1238525 w 3082753"/>
              <a:gd name="connsiteY87" fmla="*/ 2994531 h 3258683"/>
              <a:gd name="connsiteX88" fmla="*/ 1231182 w 3082753"/>
              <a:gd name="connsiteY88" fmla="*/ 2989390 h 3258683"/>
              <a:gd name="connsiteX89" fmla="*/ 1201442 w 3082753"/>
              <a:gd name="connsiteY89" fmla="*/ 2927708 h 3258683"/>
              <a:gd name="connsiteX90" fmla="*/ 1237791 w 3082753"/>
              <a:gd name="connsiteY90" fmla="*/ 2869697 h 3258683"/>
              <a:gd name="connsiteX91" fmla="*/ 1243298 w 3082753"/>
              <a:gd name="connsiteY91" fmla="*/ 2855011 h 3258683"/>
              <a:gd name="connsiteX92" fmla="*/ 1252477 w 3082753"/>
              <a:gd name="connsiteY92" fmla="*/ 2698602 h 3258683"/>
              <a:gd name="connsiteX93" fmla="*/ 1229346 w 3082753"/>
              <a:gd name="connsiteY93" fmla="*/ 2670698 h 3258683"/>
              <a:gd name="connsiteX94" fmla="*/ 1202911 w 3082753"/>
              <a:gd name="connsiteY94" fmla="*/ 2668495 h 3258683"/>
              <a:gd name="connsiteX95" fmla="*/ 1114426 w 3082753"/>
              <a:gd name="connsiteY95" fmla="*/ 2647567 h 3258683"/>
              <a:gd name="connsiteX96" fmla="*/ 1100474 w 3082753"/>
              <a:gd name="connsiteY96" fmla="*/ 2627007 h 3258683"/>
              <a:gd name="connsiteX97" fmla="*/ 1100841 w 3082753"/>
              <a:gd name="connsiteY97" fmla="*/ 2260217 h 3258683"/>
              <a:gd name="connsiteX98" fmla="*/ 1108552 w 3082753"/>
              <a:gd name="connsiteY98" fmla="*/ 1221163 h 3258683"/>
              <a:gd name="connsiteX99" fmla="*/ 1112223 w 3082753"/>
              <a:gd name="connsiteY99" fmla="*/ 1090088 h 3258683"/>
              <a:gd name="connsiteX100" fmla="*/ 1112223 w 3082753"/>
              <a:gd name="connsiteY100" fmla="*/ 1077238 h 3258683"/>
              <a:gd name="connsiteX101" fmla="*/ 1065594 w 3082753"/>
              <a:gd name="connsiteY101" fmla="*/ 1031343 h 3258683"/>
              <a:gd name="connsiteX102" fmla="*/ 537256 w 3082753"/>
              <a:gd name="connsiteY102" fmla="*/ 1018860 h 3258683"/>
              <a:gd name="connsiteX103" fmla="*/ 398471 w 3082753"/>
              <a:gd name="connsiteY103" fmla="*/ 1015556 h 3258683"/>
              <a:gd name="connsiteX104" fmla="*/ 367262 w 3082753"/>
              <a:gd name="connsiteY104" fmla="*/ 984347 h 3258683"/>
              <a:gd name="connsiteX105" fmla="*/ 358818 w 3082753"/>
              <a:gd name="connsiteY105" fmla="*/ 709347 h 3258683"/>
              <a:gd name="connsiteX106" fmla="*/ 356982 w 3082753"/>
              <a:gd name="connsiteY106" fmla="*/ 664921 h 3258683"/>
              <a:gd name="connsiteX107" fmla="*/ 334585 w 3082753"/>
              <a:gd name="connsiteY107" fmla="*/ 623799 h 3258683"/>
              <a:gd name="connsiteX108" fmla="*/ 301908 w 3082753"/>
              <a:gd name="connsiteY108" fmla="*/ 594060 h 3258683"/>
              <a:gd name="connsiteX109" fmla="*/ 289792 w 3082753"/>
              <a:gd name="connsiteY109" fmla="*/ 588919 h 3258683"/>
              <a:gd name="connsiteX110" fmla="*/ 156881 w 3082753"/>
              <a:gd name="connsiteY110" fmla="*/ 561016 h 3258683"/>
              <a:gd name="connsiteX111" fmla="*/ 81981 w 3082753"/>
              <a:gd name="connsiteY111" fmla="*/ 525034 h 3258683"/>
              <a:gd name="connsiteX112" fmla="*/ 46367 w 3082753"/>
              <a:gd name="connsiteY112" fmla="*/ 465922 h 3258683"/>
              <a:gd name="connsiteX113" fmla="*/ 40126 w 3082753"/>
              <a:gd name="connsiteY113" fmla="*/ 457110 h 3258683"/>
              <a:gd name="connsiteX114" fmla="*/ 15893 w 3082753"/>
              <a:gd name="connsiteY114" fmla="*/ 434714 h 3258683"/>
              <a:gd name="connsiteX115" fmla="*/ 12589 w 3082753"/>
              <a:gd name="connsiteY115" fmla="*/ 417090 h 3258683"/>
              <a:gd name="connsiteX116" fmla="*/ 28744 w 3082753"/>
              <a:gd name="connsiteY116" fmla="*/ 418559 h 3258683"/>
              <a:gd name="connsiteX117" fmla="*/ 57382 w 3082753"/>
              <a:gd name="connsiteY117" fmla="*/ 438018 h 3258683"/>
              <a:gd name="connsiteX118" fmla="*/ 57749 w 3082753"/>
              <a:gd name="connsiteY118" fmla="*/ 426269 h 3258683"/>
              <a:gd name="connsiteX119" fmla="*/ 12589 w 3082753"/>
              <a:gd name="connsiteY119" fmla="*/ 389186 h 3258683"/>
              <a:gd name="connsiteX120" fmla="*/ 1574 w 3082753"/>
              <a:gd name="connsiteY120" fmla="*/ 379273 h 3258683"/>
              <a:gd name="connsiteX121" fmla="*/ 1207 w 3082753"/>
              <a:gd name="connsiteY121" fmla="*/ 364954 h 3258683"/>
              <a:gd name="connsiteX122" fmla="*/ 14057 w 3082753"/>
              <a:gd name="connsiteY122" fmla="*/ 363485 h 3258683"/>
              <a:gd name="connsiteX123" fmla="*/ 80880 w 3082753"/>
              <a:gd name="connsiteY123" fmla="*/ 407544 h 3258683"/>
              <a:gd name="connsiteX124" fmla="*/ 103644 w 3082753"/>
              <a:gd name="connsiteY124" fmla="*/ 417457 h 3258683"/>
              <a:gd name="connsiteX125" fmla="*/ 105479 w 3082753"/>
              <a:gd name="connsiteY125" fmla="*/ 413786 h 3258683"/>
              <a:gd name="connsiteX126" fmla="*/ 48570 w 3082753"/>
              <a:gd name="connsiteY126" fmla="*/ 369360 h 3258683"/>
              <a:gd name="connsiteX127" fmla="*/ 36454 w 3082753"/>
              <a:gd name="connsiteY127" fmla="*/ 347330 h 3258683"/>
              <a:gd name="connsiteX128" fmla="*/ 62155 w 3082753"/>
              <a:gd name="connsiteY128" fmla="*/ 353205 h 3258683"/>
              <a:gd name="connsiteX129" fmla="*/ 149905 w 3082753"/>
              <a:gd name="connsiteY129" fmla="*/ 407177 h 3258683"/>
              <a:gd name="connsiteX130" fmla="*/ 198737 w 3082753"/>
              <a:gd name="connsiteY130" fmla="*/ 424066 h 3258683"/>
              <a:gd name="connsiteX131" fmla="*/ 212689 w 3082753"/>
              <a:gd name="connsiteY131" fmla="*/ 415621 h 3258683"/>
              <a:gd name="connsiteX132" fmla="*/ 209018 w 3082753"/>
              <a:gd name="connsiteY132" fmla="*/ 353205 h 3258683"/>
              <a:gd name="connsiteX133" fmla="*/ 206815 w 3082753"/>
              <a:gd name="connsiteY133" fmla="*/ 315755 h 3258683"/>
              <a:gd name="connsiteX134" fmla="*/ 218564 w 3082753"/>
              <a:gd name="connsiteY134" fmla="*/ 299600 h 3258683"/>
              <a:gd name="connsiteX135" fmla="*/ 229578 w 3082753"/>
              <a:gd name="connsiteY135" fmla="*/ 313552 h 3258683"/>
              <a:gd name="connsiteX136" fmla="*/ 285753 w 3082753"/>
              <a:gd name="connsiteY136" fmla="*/ 448666 h 3258683"/>
              <a:gd name="connsiteX137" fmla="*/ 372402 w 3082753"/>
              <a:gd name="connsiteY137" fmla="*/ 521363 h 3258683"/>
              <a:gd name="connsiteX138" fmla="*/ 583518 w 3082753"/>
              <a:gd name="connsiteY138" fmla="*/ 566523 h 3258683"/>
              <a:gd name="connsiteX139" fmla="*/ 847136 w 3082753"/>
              <a:gd name="connsiteY139" fmla="*/ 600668 h 3258683"/>
              <a:gd name="connsiteX140" fmla="*/ 996569 w 3082753"/>
              <a:gd name="connsiteY140" fmla="*/ 596263 h 3258683"/>
              <a:gd name="connsiteX141" fmla="*/ 1035855 w 3082753"/>
              <a:gd name="connsiteY141" fmla="*/ 600668 h 3258683"/>
              <a:gd name="connsiteX142" fmla="*/ 1056415 w 3082753"/>
              <a:gd name="connsiteY142" fmla="*/ 610582 h 3258683"/>
              <a:gd name="connsiteX143" fmla="*/ 1107817 w 3082753"/>
              <a:gd name="connsiteY143" fmla="*/ 602137 h 3258683"/>
              <a:gd name="connsiteX144" fmla="*/ 1147103 w 3082753"/>
              <a:gd name="connsiteY144" fmla="*/ 588552 h 3258683"/>
              <a:gd name="connsiteX145" fmla="*/ 1238892 w 3082753"/>
              <a:gd name="connsiteY145" fmla="*/ 570194 h 3258683"/>
              <a:gd name="connsiteX146" fmla="*/ 1301309 w 3082753"/>
              <a:gd name="connsiteY146" fmla="*/ 587084 h 3258683"/>
              <a:gd name="connsiteX147" fmla="*/ 1309754 w 3082753"/>
              <a:gd name="connsiteY147" fmla="*/ 598466 h 3258683"/>
              <a:gd name="connsiteX148" fmla="*/ 1343532 w 3082753"/>
              <a:gd name="connsiteY148" fmla="*/ 603606 h 3258683"/>
              <a:gd name="connsiteX149" fmla="*/ 1379881 w 3082753"/>
              <a:gd name="connsiteY149" fmla="*/ 590388 h 3258683"/>
              <a:gd name="connsiteX150" fmla="*/ 1430915 w 3082753"/>
              <a:gd name="connsiteY150" fmla="*/ 509981 h 3258683"/>
              <a:gd name="connsiteX151" fmla="*/ 1409987 w 3082753"/>
              <a:gd name="connsiteY151" fmla="*/ 435448 h 3258683"/>
              <a:gd name="connsiteX152" fmla="*/ 1404847 w 3082753"/>
              <a:gd name="connsiteY152" fmla="*/ 425535 h 3258683"/>
              <a:gd name="connsiteX153" fmla="*/ 1390528 w 3082753"/>
              <a:gd name="connsiteY153" fmla="*/ 326770 h 3258683"/>
              <a:gd name="connsiteX154" fmla="*/ 1397137 w 3082753"/>
              <a:gd name="connsiteY154" fmla="*/ 299233 h 3258683"/>
              <a:gd name="connsiteX155" fmla="*/ 1395301 w 3082753"/>
              <a:gd name="connsiteY155" fmla="*/ 238285 h 3258683"/>
              <a:gd name="connsiteX156" fmla="*/ 1387958 w 3082753"/>
              <a:gd name="connsiteY156" fmla="*/ 220294 h 3258683"/>
              <a:gd name="connsiteX157" fmla="*/ 1319667 w 3082753"/>
              <a:gd name="connsiteY157" fmla="*/ 159346 h 3258683"/>
              <a:gd name="connsiteX158" fmla="*/ 1314160 w 3082753"/>
              <a:gd name="connsiteY158" fmla="*/ 155674 h 3258683"/>
              <a:gd name="connsiteX159" fmla="*/ 1311957 w 3082753"/>
              <a:gd name="connsiteY159" fmla="*/ 160815 h 3258683"/>
              <a:gd name="connsiteX160" fmla="*/ 1329947 w 3082753"/>
              <a:gd name="connsiteY160" fmla="*/ 336683 h 3258683"/>
              <a:gd name="connsiteX161" fmla="*/ 1331416 w 3082753"/>
              <a:gd name="connsiteY161" fmla="*/ 388819 h 3258683"/>
              <a:gd name="connsiteX162" fmla="*/ 1317097 w 3082753"/>
              <a:gd name="connsiteY162" fmla="*/ 405708 h 3258683"/>
              <a:gd name="connsiteX163" fmla="*/ 1290661 w 3082753"/>
              <a:gd name="connsiteY163" fmla="*/ 384780 h 3258683"/>
              <a:gd name="connsiteX164" fmla="*/ 1298005 w 3082753"/>
              <a:gd name="connsiteY164" fmla="*/ 210748 h 3258683"/>
              <a:gd name="connsiteX165" fmla="*/ 1297270 w 3082753"/>
              <a:gd name="connsiteY165" fmla="*/ 189086 h 3258683"/>
              <a:gd name="connsiteX166" fmla="*/ 1299106 w 3082753"/>
              <a:gd name="connsiteY166" fmla="*/ 175501 h 3258683"/>
              <a:gd name="connsiteX167" fmla="*/ 1291763 w 3082753"/>
              <a:gd name="connsiteY167" fmla="*/ 134012 h 3258683"/>
              <a:gd name="connsiteX168" fmla="*/ 1286990 w 3082753"/>
              <a:gd name="connsiteY168" fmla="*/ 128138 h 3258683"/>
              <a:gd name="connsiteX169" fmla="*/ 1300208 w 3082753"/>
              <a:gd name="connsiteY169" fmla="*/ 122263 h 3258683"/>
              <a:gd name="connsiteX170" fmla="*/ 1582184 w 3082753"/>
              <a:gd name="connsiteY170" fmla="*/ 5507 h 3258683"/>
              <a:gd name="connsiteX171" fmla="*/ 1593566 w 3082753"/>
              <a:gd name="connsiteY171" fmla="*/ 0 h 3258683"/>
              <a:gd name="connsiteX172" fmla="*/ 1598706 w 3082753"/>
              <a:gd name="connsiteY172" fmla="*/ 0 h 3258683"/>
              <a:gd name="connsiteX173" fmla="*/ 1665528 w 3082753"/>
              <a:gd name="connsiteY173" fmla="*/ 56175 h 3258683"/>
              <a:gd name="connsiteX174" fmla="*/ 1812758 w 3082753"/>
              <a:gd name="connsiteY174" fmla="*/ 173665 h 3258683"/>
              <a:gd name="connsiteX175" fmla="*/ 1835155 w 3082753"/>
              <a:gd name="connsiteY175" fmla="*/ 193124 h 3258683"/>
              <a:gd name="connsiteX176" fmla="*/ 1820101 w 3082753"/>
              <a:gd name="connsiteY176" fmla="*/ 201202 h 3258683"/>
              <a:gd name="connsiteX177" fmla="*/ 1709587 w 3082753"/>
              <a:gd name="connsiteY177" fmla="*/ 247096 h 3258683"/>
              <a:gd name="connsiteX178" fmla="*/ 1698205 w 3082753"/>
              <a:gd name="connsiteY178" fmla="*/ 259580 h 3258683"/>
              <a:gd name="connsiteX179" fmla="*/ 1696737 w 3082753"/>
              <a:gd name="connsiteY179" fmla="*/ 297397 h 3258683"/>
              <a:gd name="connsiteX180" fmla="*/ 1707751 w 3082753"/>
              <a:gd name="connsiteY180" fmla="*/ 335581 h 3258683"/>
              <a:gd name="connsiteX181" fmla="*/ 1710689 w 3082753"/>
              <a:gd name="connsiteY181" fmla="*/ 342557 h 3258683"/>
              <a:gd name="connsiteX182" fmla="*/ 1714727 w 3082753"/>
              <a:gd name="connsiteY182" fmla="*/ 416723 h 3258683"/>
              <a:gd name="connsiteX183" fmla="*/ 1685355 w 3082753"/>
              <a:gd name="connsiteY183" fmla="*/ 442424 h 3258683"/>
              <a:gd name="connsiteX184" fmla="*/ 1663325 w 3082753"/>
              <a:gd name="connsiteY184" fmla="*/ 515121 h 3258683"/>
              <a:gd name="connsiteX185" fmla="*/ 1691964 w 3082753"/>
              <a:gd name="connsiteY185" fmla="*/ 571663 h 3258683"/>
              <a:gd name="connsiteX186" fmla="*/ 1754748 w 3082753"/>
              <a:gd name="connsiteY186" fmla="*/ 585982 h 3258683"/>
              <a:gd name="connsiteX187" fmla="*/ 1817164 w 3082753"/>
              <a:gd name="connsiteY187" fmla="*/ 552571 h 3258683"/>
              <a:gd name="connsiteX188" fmla="*/ 1866363 w 3082753"/>
              <a:gd name="connsiteY188" fmla="*/ 532010 h 3258683"/>
              <a:gd name="connsiteX189" fmla="*/ 1911524 w 3082753"/>
              <a:gd name="connsiteY189" fmla="*/ 554774 h 3258683"/>
              <a:gd name="connsiteX190" fmla="*/ 1974674 w 3082753"/>
              <a:gd name="connsiteY190" fmla="*/ 576069 h 3258683"/>
              <a:gd name="connsiteX191" fmla="*/ 2147605 w 3082753"/>
              <a:gd name="connsiteY191" fmla="*/ 584881 h 3258683"/>
              <a:gd name="connsiteX192" fmla="*/ 2351744 w 3082753"/>
              <a:gd name="connsiteY192" fmla="*/ 564687 h 3258683"/>
              <a:gd name="connsiteX193" fmla="*/ 2436925 w 3082753"/>
              <a:gd name="connsiteY193" fmla="*/ 552204 h 3258683"/>
              <a:gd name="connsiteX194" fmla="*/ 2465930 w 3082753"/>
              <a:gd name="connsiteY194" fmla="*/ 545228 h 3258683"/>
              <a:gd name="connsiteX195" fmla="*/ 2529448 w 3082753"/>
              <a:gd name="connsiteY195" fmla="*/ 537518 h 3258683"/>
              <a:gd name="connsiteX196" fmla="*/ 2575710 w 3082753"/>
              <a:gd name="connsiteY196" fmla="*/ 534213 h 3258683"/>
              <a:gd name="connsiteX197" fmla="*/ 2666765 w 3082753"/>
              <a:gd name="connsiteY197" fmla="*/ 506676 h 3258683"/>
              <a:gd name="connsiteX198" fmla="*/ 2843734 w 3082753"/>
              <a:gd name="connsiteY198" fmla="*/ 370094 h 3258683"/>
              <a:gd name="connsiteX199" fmla="*/ 2872006 w 3082753"/>
              <a:gd name="connsiteY199" fmla="*/ 323465 h 3258683"/>
              <a:gd name="connsiteX200" fmla="*/ 2881552 w 3082753"/>
              <a:gd name="connsiteY200" fmla="*/ 317958 h 3258683"/>
              <a:gd name="connsiteX201" fmla="*/ 2888161 w 3082753"/>
              <a:gd name="connsiteY201" fmla="*/ 327504 h 3258683"/>
              <a:gd name="connsiteX202" fmla="*/ 2883020 w 3082753"/>
              <a:gd name="connsiteY202" fmla="*/ 365688 h 3258683"/>
              <a:gd name="connsiteX203" fmla="*/ 2865397 w 3082753"/>
              <a:gd name="connsiteY203" fmla="*/ 399467 h 3258683"/>
              <a:gd name="connsiteX204" fmla="*/ 2863194 w 3082753"/>
              <a:gd name="connsiteY204" fmla="*/ 417090 h 3258683"/>
              <a:gd name="connsiteX205" fmla="*/ 2879716 w 3082753"/>
              <a:gd name="connsiteY205" fmla="*/ 422230 h 3258683"/>
              <a:gd name="connsiteX206" fmla="*/ 2954616 w 3082753"/>
              <a:gd name="connsiteY206" fmla="*/ 395795 h 3258683"/>
              <a:gd name="connsiteX207" fmla="*/ 3016298 w 3082753"/>
              <a:gd name="connsiteY207" fmla="*/ 363118 h 3258683"/>
              <a:gd name="connsiteX208" fmla="*/ 3035023 w 3082753"/>
              <a:gd name="connsiteY208" fmla="*/ 365321 h 3258683"/>
              <a:gd name="connsiteX209" fmla="*/ 3026946 w 3082753"/>
              <a:gd name="connsiteY209" fmla="*/ 381109 h 3258683"/>
              <a:gd name="connsiteX210" fmla="*/ 2957920 w 3082753"/>
              <a:gd name="connsiteY210" fmla="*/ 426636 h 3258683"/>
              <a:gd name="connsiteX211" fmla="*/ 2945437 w 3082753"/>
              <a:gd name="connsiteY211" fmla="*/ 436549 h 3258683"/>
              <a:gd name="connsiteX212" fmla="*/ 2948374 w 3082753"/>
              <a:gd name="connsiteY212" fmla="*/ 441690 h 3258683"/>
              <a:gd name="connsiteX213" fmla="*/ 2970404 w 3082753"/>
              <a:gd name="connsiteY213" fmla="*/ 431776 h 3258683"/>
              <a:gd name="connsiteX214" fmla="*/ 3062193 w 3082753"/>
              <a:gd name="connsiteY214" fmla="*/ 395061 h 3258683"/>
              <a:gd name="connsiteX215" fmla="*/ 3080918 w 3082753"/>
              <a:gd name="connsiteY215" fmla="*/ 397264 h 3258683"/>
              <a:gd name="connsiteX216" fmla="*/ 3082754 w 3082753"/>
              <a:gd name="connsiteY216" fmla="*/ 406075 h 3258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3082753" h="3258683">
                <a:moveTo>
                  <a:pt x="3082754" y="406075"/>
                </a:moveTo>
                <a:cubicBezTo>
                  <a:pt x="3045671" y="424800"/>
                  <a:pt x="3013728" y="453806"/>
                  <a:pt x="2972239" y="464820"/>
                </a:cubicBezTo>
                <a:cubicBezTo>
                  <a:pt x="2968568" y="465922"/>
                  <a:pt x="2965263" y="468125"/>
                  <a:pt x="2961959" y="469961"/>
                </a:cubicBezTo>
                <a:cubicBezTo>
                  <a:pt x="2962326" y="471062"/>
                  <a:pt x="2962693" y="472531"/>
                  <a:pt x="2963060" y="473632"/>
                </a:cubicBezTo>
                <a:cubicBezTo>
                  <a:pt x="2967099" y="473265"/>
                  <a:pt x="2971872" y="474367"/>
                  <a:pt x="2975544" y="472898"/>
                </a:cubicBezTo>
                <a:cubicBezTo>
                  <a:pt x="2998308" y="462618"/>
                  <a:pt x="3020704" y="451603"/>
                  <a:pt x="3043101" y="440955"/>
                </a:cubicBezTo>
                <a:cubicBezTo>
                  <a:pt x="3048608" y="438385"/>
                  <a:pt x="3054483" y="435448"/>
                  <a:pt x="3060357" y="434714"/>
                </a:cubicBezTo>
                <a:cubicBezTo>
                  <a:pt x="3064028" y="434346"/>
                  <a:pt x="3070270" y="437284"/>
                  <a:pt x="3071739" y="440221"/>
                </a:cubicBezTo>
                <a:cubicBezTo>
                  <a:pt x="3073207" y="443158"/>
                  <a:pt x="3071005" y="449767"/>
                  <a:pt x="3068434" y="451970"/>
                </a:cubicBezTo>
                <a:cubicBezTo>
                  <a:pt x="3039429" y="478038"/>
                  <a:pt x="3008221" y="500435"/>
                  <a:pt x="2968935" y="507778"/>
                </a:cubicBezTo>
                <a:cubicBezTo>
                  <a:pt x="2963428" y="508879"/>
                  <a:pt x="2958287" y="511082"/>
                  <a:pt x="2953147" y="512551"/>
                </a:cubicBezTo>
                <a:cubicBezTo>
                  <a:pt x="2953147" y="514019"/>
                  <a:pt x="2953514" y="515488"/>
                  <a:pt x="2953514" y="516957"/>
                </a:cubicBezTo>
                <a:cubicBezTo>
                  <a:pt x="2957186" y="517324"/>
                  <a:pt x="2961225" y="519160"/>
                  <a:pt x="2964529" y="518425"/>
                </a:cubicBezTo>
                <a:cubicBezTo>
                  <a:pt x="2983254" y="512918"/>
                  <a:pt x="3001612" y="507043"/>
                  <a:pt x="3019970" y="501169"/>
                </a:cubicBezTo>
                <a:cubicBezTo>
                  <a:pt x="3023274" y="500068"/>
                  <a:pt x="3026211" y="497865"/>
                  <a:pt x="3029516" y="497865"/>
                </a:cubicBezTo>
                <a:cubicBezTo>
                  <a:pt x="3032820" y="497865"/>
                  <a:pt x="3036492" y="499700"/>
                  <a:pt x="3039796" y="500802"/>
                </a:cubicBezTo>
                <a:cubicBezTo>
                  <a:pt x="3038328" y="504106"/>
                  <a:pt x="3037960" y="508879"/>
                  <a:pt x="3035390" y="510348"/>
                </a:cubicBezTo>
                <a:cubicBezTo>
                  <a:pt x="3019603" y="519894"/>
                  <a:pt x="3004182" y="532010"/>
                  <a:pt x="2986926" y="537518"/>
                </a:cubicBezTo>
                <a:cubicBezTo>
                  <a:pt x="2951679" y="548899"/>
                  <a:pt x="2915330" y="557711"/>
                  <a:pt x="2878982" y="565789"/>
                </a:cubicBezTo>
                <a:cubicBezTo>
                  <a:pt x="2850343" y="572030"/>
                  <a:pt x="2821338" y="575702"/>
                  <a:pt x="2792700" y="580842"/>
                </a:cubicBezTo>
                <a:cubicBezTo>
                  <a:pt x="2785357" y="582311"/>
                  <a:pt x="2777646" y="584146"/>
                  <a:pt x="2770670" y="586717"/>
                </a:cubicBezTo>
                <a:cubicBezTo>
                  <a:pt x="2743134" y="596997"/>
                  <a:pt x="2733220" y="610215"/>
                  <a:pt x="2735056" y="639587"/>
                </a:cubicBezTo>
                <a:cubicBezTo>
                  <a:pt x="2740196" y="731376"/>
                  <a:pt x="2745336" y="823533"/>
                  <a:pt x="2751578" y="915322"/>
                </a:cubicBezTo>
                <a:cubicBezTo>
                  <a:pt x="2754515" y="959381"/>
                  <a:pt x="2749008" y="965989"/>
                  <a:pt x="2704949" y="968192"/>
                </a:cubicBezTo>
                <a:cubicBezTo>
                  <a:pt x="2551110" y="975903"/>
                  <a:pt x="2397272" y="984714"/>
                  <a:pt x="2243433" y="992425"/>
                </a:cubicBezTo>
                <a:cubicBezTo>
                  <a:pt x="2196804" y="994995"/>
                  <a:pt x="2150176" y="996096"/>
                  <a:pt x="2103547" y="997565"/>
                </a:cubicBezTo>
                <a:cubicBezTo>
                  <a:pt x="2096203" y="997932"/>
                  <a:pt x="2089227" y="997932"/>
                  <a:pt x="2081884" y="998299"/>
                </a:cubicBezTo>
                <a:cubicBezTo>
                  <a:pt x="2053613" y="1000135"/>
                  <a:pt x="2041497" y="1012985"/>
                  <a:pt x="2042231" y="1041624"/>
                </a:cubicBezTo>
                <a:cubicBezTo>
                  <a:pt x="2042598" y="1061817"/>
                  <a:pt x="2044801" y="1082378"/>
                  <a:pt x="2045168" y="1102572"/>
                </a:cubicBezTo>
                <a:cubicBezTo>
                  <a:pt x="2056550" y="1526271"/>
                  <a:pt x="2070502" y="1950337"/>
                  <a:pt x="2066096" y="2374403"/>
                </a:cubicBezTo>
                <a:cubicBezTo>
                  <a:pt x="2065729" y="2426906"/>
                  <a:pt x="2064628" y="2479777"/>
                  <a:pt x="2063526" y="2532280"/>
                </a:cubicBezTo>
                <a:cubicBezTo>
                  <a:pt x="2063159" y="2556880"/>
                  <a:pt x="2059488" y="2560551"/>
                  <a:pt x="2035255" y="2564223"/>
                </a:cubicBezTo>
                <a:cubicBezTo>
                  <a:pt x="1995602" y="2570465"/>
                  <a:pt x="1955582" y="2576339"/>
                  <a:pt x="1915929" y="2582948"/>
                </a:cubicBezTo>
                <a:cubicBezTo>
                  <a:pt x="1910055" y="2584049"/>
                  <a:pt x="1904548" y="2585518"/>
                  <a:pt x="1898673" y="2587721"/>
                </a:cubicBezTo>
                <a:cubicBezTo>
                  <a:pt x="1879948" y="2593963"/>
                  <a:pt x="1874808" y="2602407"/>
                  <a:pt x="1872972" y="2622601"/>
                </a:cubicBezTo>
                <a:cubicBezTo>
                  <a:pt x="1870769" y="2648669"/>
                  <a:pt x="1879581" y="2672534"/>
                  <a:pt x="1885823" y="2697134"/>
                </a:cubicBezTo>
                <a:cubicBezTo>
                  <a:pt x="1888025" y="2705211"/>
                  <a:pt x="1886557" y="2714390"/>
                  <a:pt x="1885455" y="2722835"/>
                </a:cubicBezTo>
                <a:cubicBezTo>
                  <a:pt x="1884721" y="2729076"/>
                  <a:pt x="1881784" y="2734951"/>
                  <a:pt x="1879948" y="2741192"/>
                </a:cubicBezTo>
                <a:cubicBezTo>
                  <a:pt x="1873706" y="2759550"/>
                  <a:pt x="1877745" y="2776072"/>
                  <a:pt x="1892431" y="2788556"/>
                </a:cubicBezTo>
                <a:cubicBezTo>
                  <a:pt x="1904180" y="2798836"/>
                  <a:pt x="1907118" y="2808749"/>
                  <a:pt x="1901977" y="2824170"/>
                </a:cubicBezTo>
                <a:cubicBezTo>
                  <a:pt x="1895369" y="2843629"/>
                  <a:pt x="1894267" y="2864190"/>
                  <a:pt x="1901243" y="2884384"/>
                </a:cubicBezTo>
                <a:cubicBezTo>
                  <a:pt x="1906016" y="2897234"/>
                  <a:pt x="1902345" y="2909350"/>
                  <a:pt x="1892798" y="2918162"/>
                </a:cubicBezTo>
                <a:cubicBezTo>
                  <a:pt x="1866730" y="2943129"/>
                  <a:pt x="1871136" y="2971767"/>
                  <a:pt x="1884721" y="2998937"/>
                </a:cubicBezTo>
                <a:cubicBezTo>
                  <a:pt x="1905649" y="3041160"/>
                  <a:pt x="1932451" y="3079711"/>
                  <a:pt x="1969167" y="3110919"/>
                </a:cubicBezTo>
                <a:cubicBezTo>
                  <a:pt x="1983486" y="3123035"/>
                  <a:pt x="1991931" y="3142128"/>
                  <a:pt x="2000743" y="3159384"/>
                </a:cubicBezTo>
                <a:cubicBezTo>
                  <a:pt x="2005883" y="3168930"/>
                  <a:pt x="2000743" y="3179210"/>
                  <a:pt x="1991564" y="3186187"/>
                </a:cubicBezTo>
                <a:cubicBezTo>
                  <a:pt x="1968433" y="3203076"/>
                  <a:pt x="1944200" y="3215192"/>
                  <a:pt x="1914093" y="3212255"/>
                </a:cubicBezTo>
                <a:cubicBezTo>
                  <a:pt x="1893166" y="3210419"/>
                  <a:pt x="1871503" y="3211520"/>
                  <a:pt x="1850575" y="3212255"/>
                </a:cubicBezTo>
                <a:cubicBezTo>
                  <a:pt x="1838459" y="3212622"/>
                  <a:pt x="1827077" y="3209684"/>
                  <a:pt x="1819367" y="3200505"/>
                </a:cubicBezTo>
                <a:cubicBezTo>
                  <a:pt x="1806150" y="3184718"/>
                  <a:pt x="1794033" y="3168196"/>
                  <a:pt x="1782284" y="3151307"/>
                </a:cubicBezTo>
                <a:cubicBezTo>
                  <a:pt x="1776043" y="3142128"/>
                  <a:pt x="1770168" y="3135152"/>
                  <a:pt x="1758052" y="3136253"/>
                </a:cubicBezTo>
                <a:cubicBezTo>
                  <a:pt x="1745936" y="3137355"/>
                  <a:pt x="1737491" y="3131847"/>
                  <a:pt x="1731249" y="3122301"/>
                </a:cubicBezTo>
                <a:cubicBezTo>
                  <a:pt x="1720602" y="3105779"/>
                  <a:pt x="1708486" y="3089624"/>
                  <a:pt x="1713626" y="3067228"/>
                </a:cubicBezTo>
                <a:cubicBezTo>
                  <a:pt x="1715095" y="3061353"/>
                  <a:pt x="1710689" y="3053643"/>
                  <a:pt x="1708486" y="3047034"/>
                </a:cubicBezTo>
                <a:cubicBezTo>
                  <a:pt x="1705916" y="3038957"/>
                  <a:pt x="1700041" y="3031246"/>
                  <a:pt x="1700041" y="3023169"/>
                </a:cubicBezTo>
                <a:cubicBezTo>
                  <a:pt x="1700041" y="2992328"/>
                  <a:pt x="1698940" y="2961119"/>
                  <a:pt x="1709220" y="2931380"/>
                </a:cubicBezTo>
                <a:cubicBezTo>
                  <a:pt x="1711423" y="2925138"/>
                  <a:pt x="1711423" y="2917795"/>
                  <a:pt x="1711056" y="2911186"/>
                </a:cubicBezTo>
                <a:cubicBezTo>
                  <a:pt x="1710689" y="2892828"/>
                  <a:pt x="1709220" y="2891360"/>
                  <a:pt x="1691597" y="2887688"/>
                </a:cubicBezTo>
                <a:cubicBezTo>
                  <a:pt x="1682785" y="2885852"/>
                  <a:pt x="1677278" y="2881079"/>
                  <a:pt x="1678746" y="2871900"/>
                </a:cubicBezTo>
                <a:cubicBezTo>
                  <a:pt x="1681683" y="2852074"/>
                  <a:pt x="1685355" y="2831880"/>
                  <a:pt x="1689394" y="2812421"/>
                </a:cubicBezTo>
                <a:cubicBezTo>
                  <a:pt x="1692331" y="2798836"/>
                  <a:pt x="1698573" y="2785618"/>
                  <a:pt x="1700408" y="2772034"/>
                </a:cubicBezTo>
                <a:cubicBezTo>
                  <a:pt x="1702244" y="2757715"/>
                  <a:pt x="1701510" y="2742661"/>
                  <a:pt x="1699674" y="2728342"/>
                </a:cubicBezTo>
                <a:cubicBezTo>
                  <a:pt x="1693800" y="2684650"/>
                  <a:pt x="1686456" y="2641326"/>
                  <a:pt x="1679848" y="2597634"/>
                </a:cubicBezTo>
                <a:cubicBezTo>
                  <a:pt x="1676176" y="2573402"/>
                  <a:pt x="1674340" y="2571933"/>
                  <a:pt x="1649741" y="2571933"/>
                </a:cubicBezTo>
                <a:cubicBezTo>
                  <a:pt x="1626977" y="2571933"/>
                  <a:pt x="1603846" y="2571566"/>
                  <a:pt x="1581082" y="2571933"/>
                </a:cubicBezTo>
                <a:cubicBezTo>
                  <a:pt x="1563092" y="2572300"/>
                  <a:pt x="1557952" y="2577441"/>
                  <a:pt x="1557217" y="2595798"/>
                </a:cubicBezTo>
                <a:cubicBezTo>
                  <a:pt x="1556483" y="2617094"/>
                  <a:pt x="1555749" y="2638389"/>
                  <a:pt x="1555749" y="2659317"/>
                </a:cubicBezTo>
                <a:cubicBezTo>
                  <a:pt x="1555749" y="2668863"/>
                  <a:pt x="1552811" y="2673268"/>
                  <a:pt x="1542531" y="2675471"/>
                </a:cubicBezTo>
                <a:cubicBezTo>
                  <a:pt x="1514994" y="2681346"/>
                  <a:pt x="1487457" y="2684283"/>
                  <a:pt x="1459186" y="2680612"/>
                </a:cubicBezTo>
                <a:cubicBezTo>
                  <a:pt x="1438626" y="2677674"/>
                  <a:pt x="1432017" y="2685385"/>
                  <a:pt x="1433118" y="2705578"/>
                </a:cubicBezTo>
                <a:cubicBezTo>
                  <a:pt x="1434587" y="2730545"/>
                  <a:pt x="1438993" y="2755512"/>
                  <a:pt x="1438258" y="2780478"/>
                </a:cubicBezTo>
                <a:cubicBezTo>
                  <a:pt x="1437524" y="2807648"/>
                  <a:pt x="1432751" y="2835185"/>
                  <a:pt x="1428345" y="2862354"/>
                </a:cubicBezTo>
                <a:cubicBezTo>
                  <a:pt x="1425041" y="2883649"/>
                  <a:pt x="1420268" y="2904577"/>
                  <a:pt x="1423572" y="2926607"/>
                </a:cubicBezTo>
                <a:cubicBezTo>
                  <a:pt x="1425775" y="2940559"/>
                  <a:pt x="1423572" y="2955979"/>
                  <a:pt x="1405949" y="2962221"/>
                </a:cubicBezTo>
                <a:cubicBezTo>
                  <a:pt x="1403746" y="2962955"/>
                  <a:pt x="1401176" y="2969564"/>
                  <a:pt x="1402277" y="2972134"/>
                </a:cubicBezTo>
                <a:cubicBezTo>
                  <a:pt x="1412557" y="2997101"/>
                  <a:pt x="1414026" y="3021700"/>
                  <a:pt x="1409987" y="3048870"/>
                </a:cubicBezTo>
                <a:cubicBezTo>
                  <a:pt x="1406683" y="3070532"/>
                  <a:pt x="1411823" y="3093663"/>
                  <a:pt x="1414026" y="3116059"/>
                </a:cubicBezTo>
                <a:cubicBezTo>
                  <a:pt x="1415495" y="3131847"/>
                  <a:pt x="1409987" y="3145065"/>
                  <a:pt x="1401176" y="3157548"/>
                </a:cubicBezTo>
                <a:cubicBezTo>
                  <a:pt x="1395301" y="3165259"/>
                  <a:pt x="1389427" y="3170766"/>
                  <a:pt x="1377678" y="3167461"/>
                </a:cubicBezTo>
                <a:cubicBezTo>
                  <a:pt x="1364827" y="3163790"/>
                  <a:pt x="1353812" y="3176273"/>
                  <a:pt x="1357484" y="3188757"/>
                </a:cubicBezTo>
                <a:cubicBezTo>
                  <a:pt x="1360788" y="3199404"/>
                  <a:pt x="1357851" y="3207849"/>
                  <a:pt x="1351977" y="3215926"/>
                </a:cubicBezTo>
                <a:cubicBezTo>
                  <a:pt x="1336923" y="3238323"/>
                  <a:pt x="1314527" y="3248603"/>
                  <a:pt x="1289560" y="3254111"/>
                </a:cubicBezTo>
                <a:cubicBezTo>
                  <a:pt x="1258352" y="3260719"/>
                  <a:pt x="1227143" y="3260719"/>
                  <a:pt x="1196669" y="3250439"/>
                </a:cubicBezTo>
                <a:cubicBezTo>
                  <a:pt x="1164360" y="3239791"/>
                  <a:pt x="1153712" y="3213723"/>
                  <a:pt x="1168765" y="3183616"/>
                </a:cubicBezTo>
                <a:cubicBezTo>
                  <a:pt x="1172070" y="3177375"/>
                  <a:pt x="1172437" y="3170032"/>
                  <a:pt x="1175007" y="3163423"/>
                </a:cubicBezTo>
                <a:cubicBezTo>
                  <a:pt x="1177210" y="3157181"/>
                  <a:pt x="1179780" y="3150939"/>
                  <a:pt x="1183085" y="3145432"/>
                </a:cubicBezTo>
                <a:cubicBezTo>
                  <a:pt x="1200341" y="3116427"/>
                  <a:pt x="1218332" y="3087421"/>
                  <a:pt x="1235221" y="3058416"/>
                </a:cubicBezTo>
                <a:cubicBezTo>
                  <a:pt x="1246970" y="3037855"/>
                  <a:pt x="1238525" y="3015826"/>
                  <a:pt x="1238525" y="2994531"/>
                </a:cubicBezTo>
                <a:cubicBezTo>
                  <a:pt x="1238525" y="2992695"/>
                  <a:pt x="1234119" y="2989758"/>
                  <a:pt x="1231182" y="2989390"/>
                </a:cubicBezTo>
                <a:cubicBezTo>
                  <a:pt x="1201442" y="2983516"/>
                  <a:pt x="1186756" y="2954143"/>
                  <a:pt x="1201442" y="2927708"/>
                </a:cubicBezTo>
                <a:cubicBezTo>
                  <a:pt x="1212457" y="2907882"/>
                  <a:pt x="1226042" y="2889157"/>
                  <a:pt x="1237791" y="2869697"/>
                </a:cubicBezTo>
                <a:cubicBezTo>
                  <a:pt x="1240361" y="2865291"/>
                  <a:pt x="1242931" y="2860151"/>
                  <a:pt x="1243298" y="2855011"/>
                </a:cubicBezTo>
                <a:cubicBezTo>
                  <a:pt x="1246603" y="2802875"/>
                  <a:pt x="1249540" y="2750738"/>
                  <a:pt x="1252477" y="2698602"/>
                </a:cubicBezTo>
                <a:cubicBezTo>
                  <a:pt x="1253579" y="2679877"/>
                  <a:pt x="1248071" y="2673268"/>
                  <a:pt x="1229346" y="2670698"/>
                </a:cubicBezTo>
                <a:cubicBezTo>
                  <a:pt x="1220535" y="2669597"/>
                  <a:pt x="1211723" y="2668128"/>
                  <a:pt x="1202911" y="2668495"/>
                </a:cubicBezTo>
                <a:cubicBezTo>
                  <a:pt x="1171335" y="2669597"/>
                  <a:pt x="1143064" y="2659317"/>
                  <a:pt x="1114426" y="2647567"/>
                </a:cubicBezTo>
                <a:cubicBezTo>
                  <a:pt x="1104146" y="2643162"/>
                  <a:pt x="1100474" y="2638022"/>
                  <a:pt x="1100474" y="2627007"/>
                </a:cubicBezTo>
                <a:cubicBezTo>
                  <a:pt x="1100841" y="2504743"/>
                  <a:pt x="1100107" y="2382480"/>
                  <a:pt x="1100841" y="2260217"/>
                </a:cubicBezTo>
                <a:cubicBezTo>
                  <a:pt x="1103044" y="1913988"/>
                  <a:pt x="1105614" y="1567392"/>
                  <a:pt x="1108552" y="1221163"/>
                </a:cubicBezTo>
                <a:cubicBezTo>
                  <a:pt x="1108919" y="1177472"/>
                  <a:pt x="1111122" y="1133780"/>
                  <a:pt x="1112223" y="1090088"/>
                </a:cubicBezTo>
                <a:cubicBezTo>
                  <a:pt x="1112223" y="1085683"/>
                  <a:pt x="1112590" y="1081644"/>
                  <a:pt x="1112223" y="1077238"/>
                </a:cubicBezTo>
                <a:cubicBezTo>
                  <a:pt x="1110755" y="1042725"/>
                  <a:pt x="1100107" y="1032078"/>
                  <a:pt x="1065594" y="1031343"/>
                </a:cubicBezTo>
                <a:cubicBezTo>
                  <a:pt x="889359" y="1027305"/>
                  <a:pt x="713491" y="1023266"/>
                  <a:pt x="537256" y="1018860"/>
                </a:cubicBezTo>
                <a:cubicBezTo>
                  <a:pt x="490994" y="1017759"/>
                  <a:pt x="444732" y="1016657"/>
                  <a:pt x="398471" y="1015556"/>
                </a:cubicBezTo>
                <a:cubicBezTo>
                  <a:pt x="373137" y="1014821"/>
                  <a:pt x="367997" y="1009681"/>
                  <a:pt x="367262" y="984347"/>
                </a:cubicBezTo>
                <a:cubicBezTo>
                  <a:pt x="364325" y="892558"/>
                  <a:pt x="361755" y="801136"/>
                  <a:pt x="358818" y="709347"/>
                </a:cubicBezTo>
                <a:cubicBezTo>
                  <a:pt x="358450" y="694661"/>
                  <a:pt x="357716" y="679607"/>
                  <a:pt x="356982" y="664921"/>
                </a:cubicBezTo>
                <a:cubicBezTo>
                  <a:pt x="355880" y="647665"/>
                  <a:pt x="348170" y="634814"/>
                  <a:pt x="334585" y="623799"/>
                </a:cubicBezTo>
                <a:cubicBezTo>
                  <a:pt x="323203" y="614620"/>
                  <a:pt x="312923" y="603606"/>
                  <a:pt x="301908" y="594060"/>
                </a:cubicBezTo>
                <a:cubicBezTo>
                  <a:pt x="298604" y="591122"/>
                  <a:pt x="293831" y="589654"/>
                  <a:pt x="289792" y="588919"/>
                </a:cubicBezTo>
                <a:cubicBezTo>
                  <a:pt x="245366" y="579373"/>
                  <a:pt x="200940" y="570929"/>
                  <a:pt x="156881" y="561016"/>
                </a:cubicBezTo>
                <a:cubicBezTo>
                  <a:pt x="129345" y="554774"/>
                  <a:pt x="105847" y="539720"/>
                  <a:pt x="81981" y="525034"/>
                </a:cubicBezTo>
                <a:cubicBezTo>
                  <a:pt x="58851" y="510715"/>
                  <a:pt x="50773" y="490521"/>
                  <a:pt x="46367" y="465922"/>
                </a:cubicBezTo>
                <a:cubicBezTo>
                  <a:pt x="45633" y="462618"/>
                  <a:pt x="42696" y="459313"/>
                  <a:pt x="40126" y="457110"/>
                </a:cubicBezTo>
                <a:cubicBezTo>
                  <a:pt x="32048" y="449400"/>
                  <a:pt x="22869" y="443158"/>
                  <a:pt x="15893" y="434714"/>
                </a:cubicBezTo>
                <a:cubicBezTo>
                  <a:pt x="12589" y="430675"/>
                  <a:pt x="10386" y="421496"/>
                  <a:pt x="12589" y="417090"/>
                </a:cubicBezTo>
                <a:cubicBezTo>
                  <a:pt x="16628" y="409013"/>
                  <a:pt x="23603" y="415254"/>
                  <a:pt x="28744" y="418559"/>
                </a:cubicBezTo>
                <a:cubicBezTo>
                  <a:pt x="38290" y="424800"/>
                  <a:pt x="47836" y="431409"/>
                  <a:pt x="57382" y="438018"/>
                </a:cubicBezTo>
                <a:cubicBezTo>
                  <a:pt x="63624" y="434714"/>
                  <a:pt x="63256" y="431042"/>
                  <a:pt x="57749" y="426269"/>
                </a:cubicBezTo>
                <a:cubicBezTo>
                  <a:pt x="42696" y="414153"/>
                  <a:pt x="27642" y="401670"/>
                  <a:pt x="12589" y="389186"/>
                </a:cubicBezTo>
                <a:cubicBezTo>
                  <a:pt x="8550" y="385882"/>
                  <a:pt x="3410" y="383312"/>
                  <a:pt x="1574" y="379273"/>
                </a:cubicBezTo>
                <a:cubicBezTo>
                  <a:pt x="-262" y="375234"/>
                  <a:pt x="-629" y="368625"/>
                  <a:pt x="1207" y="364954"/>
                </a:cubicBezTo>
                <a:cubicBezTo>
                  <a:pt x="2676" y="362751"/>
                  <a:pt x="11120" y="361649"/>
                  <a:pt x="14057" y="363485"/>
                </a:cubicBezTo>
                <a:cubicBezTo>
                  <a:pt x="36454" y="377804"/>
                  <a:pt x="58483" y="393225"/>
                  <a:pt x="80880" y="407544"/>
                </a:cubicBezTo>
                <a:cubicBezTo>
                  <a:pt x="87856" y="411950"/>
                  <a:pt x="95933" y="414153"/>
                  <a:pt x="103644" y="417457"/>
                </a:cubicBezTo>
                <a:cubicBezTo>
                  <a:pt x="104378" y="416356"/>
                  <a:pt x="104745" y="414887"/>
                  <a:pt x="105479" y="413786"/>
                </a:cubicBezTo>
                <a:cubicBezTo>
                  <a:pt x="86387" y="399099"/>
                  <a:pt x="67295" y="384413"/>
                  <a:pt x="48570" y="369360"/>
                </a:cubicBezTo>
                <a:cubicBezTo>
                  <a:pt x="41594" y="363485"/>
                  <a:pt x="29478" y="358345"/>
                  <a:pt x="36454" y="347330"/>
                </a:cubicBezTo>
                <a:cubicBezTo>
                  <a:pt x="37923" y="344760"/>
                  <a:pt x="54445" y="348799"/>
                  <a:pt x="62155" y="353205"/>
                </a:cubicBezTo>
                <a:cubicBezTo>
                  <a:pt x="91895" y="370461"/>
                  <a:pt x="119799" y="390288"/>
                  <a:pt x="149905" y="407177"/>
                </a:cubicBezTo>
                <a:cubicBezTo>
                  <a:pt x="164592" y="415254"/>
                  <a:pt x="182215" y="418926"/>
                  <a:pt x="198737" y="424066"/>
                </a:cubicBezTo>
                <a:cubicBezTo>
                  <a:pt x="206080" y="426269"/>
                  <a:pt x="210119" y="422965"/>
                  <a:pt x="212689" y="415621"/>
                </a:cubicBezTo>
                <a:cubicBezTo>
                  <a:pt x="219665" y="393959"/>
                  <a:pt x="213424" y="373766"/>
                  <a:pt x="209018" y="353205"/>
                </a:cubicBezTo>
                <a:cubicBezTo>
                  <a:pt x="206448" y="341089"/>
                  <a:pt x="205713" y="328238"/>
                  <a:pt x="206815" y="315755"/>
                </a:cubicBezTo>
                <a:cubicBezTo>
                  <a:pt x="207182" y="310247"/>
                  <a:pt x="214525" y="305107"/>
                  <a:pt x="218564" y="299600"/>
                </a:cubicBezTo>
                <a:cubicBezTo>
                  <a:pt x="222235" y="304373"/>
                  <a:pt x="227375" y="308412"/>
                  <a:pt x="229578" y="313552"/>
                </a:cubicBezTo>
                <a:cubicBezTo>
                  <a:pt x="248671" y="358345"/>
                  <a:pt x="267763" y="403138"/>
                  <a:pt x="285753" y="448666"/>
                </a:cubicBezTo>
                <a:cubicBezTo>
                  <a:pt x="301541" y="489053"/>
                  <a:pt x="335320" y="508145"/>
                  <a:pt x="372402" y="521363"/>
                </a:cubicBezTo>
                <a:cubicBezTo>
                  <a:pt x="440694" y="545228"/>
                  <a:pt x="512289" y="556610"/>
                  <a:pt x="583518" y="566523"/>
                </a:cubicBezTo>
                <a:cubicBezTo>
                  <a:pt x="671268" y="579006"/>
                  <a:pt x="759386" y="589654"/>
                  <a:pt x="847136" y="600668"/>
                </a:cubicBezTo>
                <a:cubicBezTo>
                  <a:pt x="897069" y="606910"/>
                  <a:pt x="946636" y="608012"/>
                  <a:pt x="996569" y="596263"/>
                </a:cubicBezTo>
                <a:cubicBezTo>
                  <a:pt x="1008685" y="593325"/>
                  <a:pt x="1023004" y="597731"/>
                  <a:pt x="1035855" y="600668"/>
                </a:cubicBezTo>
                <a:cubicBezTo>
                  <a:pt x="1043198" y="602137"/>
                  <a:pt x="1049439" y="607277"/>
                  <a:pt x="1056415" y="610582"/>
                </a:cubicBezTo>
                <a:cubicBezTo>
                  <a:pt x="1079546" y="622698"/>
                  <a:pt x="1093865" y="620495"/>
                  <a:pt x="1107817" y="602137"/>
                </a:cubicBezTo>
                <a:cubicBezTo>
                  <a:pt x="1117363" y="589287"/>
                  <a:pt x="1132417" y="586717"/>
                  <a:pt x="1147103" y="588552"/>
                </a:cubicBezTo>
                <a:cubicBezTo>
                  <a:pt x="1180147" y="592958"/>
                  <a:pt x="1209520" y="584881"/>
                  <a:pt x="1238892" y="570194"/>
                </a:cubicBezTo>
                <a:cubicBezTo>
                  <a:pt x="1268265" y="555141"/>
                  <a:pt x="1282217" y="559914"/>
                  <a:pt x="1301309" y="587084"/>
                </a:cubicBezTo>
                <a:cubicBezTo>
                  <a:pt x="1303879" y="590755"/>
                  <a:pt x="1306449" y="594794"/>
                  <a:pt x="1309754" y="598466"/>
                </a:cubicBezTo>
                <a:cubicBezTo>
                  <a:pt x="1321135" y="612050"/>
                  <a:pt x="1328479" y="612050"/>
                  <a:pt x="1343532" y="603606"/>
                </a:cubicBezTo>
                <a:cubicBezTo>
                  <a:pt x="1354547" y="597364"/>
                  <a:pt x="1367397" y="592224"/>
                  <a:pt x="1379881" y="590388"/>
                </a:cubicBezTo>
                <a:cubicBezTo>
                  <a:pt x="1433118" y="582678"/>
                  <a:pt x="1447070" y="561383"/>
                  <a:pt x="1430915" y="509981"/>
                </a:cubicBezTo>
                <a:cubicBezTo>
                  <a:pt x="1423205" y="485381"/>
                  <a:pt x="1416963" y="460415"/>
                  <a:pt x="1409987" y="435448"/>
                </a:cubicBezTo>
                <a:cubicBezTo>
                  <a:pt x="1408886" y="431776"/>
                  <a:pt x="1407417" y="428105"/>
                  <a:pt x="1404847" y="425535"/>
                </a:cubicBezTo>
                <a:cubicBezTo>
                  <a:pt x="1383185" y="403138"/>
                  <a:pt x="1376943" y="354306"/>
                  <a:pt x="1390528" y="326770"/>
                </a:cubicBezTo>
                <a:cubicBezTo>
                  <a:pt x="1394567" y="318325"/>
                  <a:pt x="1396770" y="308412"/>
                  <a:pt x="1397137" y="299233"/>
                </a:cubicBezTo>
                <a:cubicBezTo>
                  <a:pt x="1397504" y="279039"/>
                  <a:pt x="1396770" y="258478"/>
                  <a:pt x="1395301" y="238285"/>
                </a:cubicBezTo>
                <a:cubicBezTo>
                  <a:pt x="1394934" y="232043"/>
                  <a:pt x="1392364" y="224333"/>
                  <a:pt x="1387958" y="220294"/>
                </a:cubicBezTo>
                <a:cubicBezTo>
                  <a:pt x="1365561" y="199366"/>
                  <a:pt x="1342431" y="179540"/>
                  <a:pt x="1319667" y="159346"/>
                </a:cubicBezTo>
                <a:cubicBezTo>
                  <a:pt x="1318198" y="157877"/>
                  <a:pt x="1316362" y="157143"/>
                  <a:pt x="1314160" y="155674"/>
                </a:cubicBezTo>
                <a:cubicBezTo>
                  <a:pt x="1313058" y="157877"/>
                  <a:pt x="1311589" y="159346"/>
                  <a:pt x="1311957" y="160815"/>
                </a:cubicBezTo>
                <a:cubicBezTo>
                  <a:pt x="1328479" y="218458"/>
                  <a:pt x="1326643" y="277938"/>
                  <a:pt x="1329947" y="336683"/>
                </a:cubicBezTo>
                <a:cubicBezTo>
                  <a:pt x="1331049" y="353939"/>
                  <a:pt x="1330682" y="371563"/>
                  <a:pt x="1331416" y="388819"/>
                </a:cubicBezTo>
                <a:cubicBezTo>
                  <a:pt x="1331783" y="399099"/>
                  <a:pt x="1327377" y="404240"/>
                  <a:pt x="1317097" y="405708"/>
                </a:cubicBezTo>
                <a:cubicBezTo>
                  <a:pt x="1297270" y="408645"/>
                  <a:pt x="1289927" y="403505"/>
                  <a:pt x="1290661" y="384780"/>
                </a:cubicBezTo>
                <a:cubicBezTo>
                  <a:pt x="1292864" y="326770"/>
                  <a:pt x="1295802" y="268759"/>
                  <a:pt x="1298005" y="210748"/>
                </a:cubicBezTo>
                <a:cubicBezTo>
                  <a:pt x="1298372" y="203405"/>
                  <a:pt x="1297270" y="196429"/>
                  <a:pt x="1297270" y="189086"/>
                </a:cubicBezTo>
                <a:cubicBezTo>
                  <a:pt x="1297270" y="184680"/>
                  <a:pt x="1297270" y="179540"/>
                  <a:pt x="1299106" y="175501"/>
                </a:cubicBezTo>
                <a:cubicBezTo>
                  <a:pt x="1307918" y="154940"/>
                  <a:pt x="1307551" y="150901"/>
                  <a:pt x="1291763" y="134012"/>
                </a:cubicBezTo>
                <a:cubicBezTo>
                  <a:pt x="1290294" y="132544"/>
                  <a:pt x="1289193" y="130708"/>
                  <a:pt x="1286990" y="128138"/>
                </a:cubicBezTo>
                <a:cubicBezTo>
                  <a:pt x="1291763" y="125935"/>
                  <a:pt x="1295802" y="123732"/>
                  <a:pt x="1300208" y="122263"/>
                </a:cubicBezTo>
                <a:cubicBezTo>
                  <a:pt x="1394200" y="83345"/>
                  <a:pt x="1488192" y="44426"/>
                  <a:pt x="1582184" y="5507"/>
                </a:cubicBezTo>
                <a:cubicBezTo>
                  <a:pt x="1586223" y="4039"/>
                  <a:pt x="1589894" y="1836"/>
                  <a:pt x="1593566" y="0"/>
                </a:cubicBezTo>
                <a:cubicBezTo>
                  <a:pt x="1595401" y="0"/>
                  <a:pt x="1596870" y="0"/>
                  <a:pt x="1598706" y="0"/>
                </a:cubicBezTo>
                <a:cubicBezTo>
                  <a:pt x="1621102" y="18725"/>
                  <a:pt x="1643132" y="37817"/>
                  <a:pt x="1665528" y="56175"/>
                </a:cubicBezTo>
                <a:cubicBezTo>
                  <a:pt x="1714360" y="95461"/>
                  <a:pt x="1763559" y="134379"/>
                  <a:pt x="1812758" y="173665"/>
                </a:cubicBezTo>
                <a:cubicBezTo>
                  <a:pt x="1819734" y="179540"/>
                  <a:pt x="1826710" y="185414"/>
                  <a:pt x="1835155" y="193124"/>
                </a:cubicBezTo>
                <a:cubicBezTo>
                  <a:pt x="1828546" y="196429"/>
                  <a:pt x="1824507" y="199366"/>
                  <a:pt x="1820101" y="201202"/>
                </a:cubicBezTo>
                <a:cubicBezTo>
                  <a:pt x="1783386" y="216622"/>
                  <a:pt x="1746303" y="231309"/>
                  <a:pt x="1709587" y="247096"/>
                </a:cubicBezTo>
                <a:cubicBezTo>
                  <a:pt x="1704814" y="249299"/>
                  <a:pt x="1698940" y="254807"/>
                  <a:pt x="1698205" y="259580"/>
                </a:cubicBezTo>
                <a:cubicBezTo>
                  <a:pt x="1696370" y="272063"/>
                  <a:pt x="1696003" y="284914"/>
                  <a:pt x="1696737" y="297397"/>
                </a:cubicBezTo>
                <a:cubicBezTo>
                  <a:pt x="1697471" y="310615"/>
                  <a:pt x="1694167" y="325668"/>
                  <a:pt x="1707751" y="335581"/>
                </a:cubicBezTo>
                <a:cubicBezTo>
                  <a:pt x="1709587" y="337050"/>
                  <a:pt x="1710322" y="339987"/>
                  <a:pt x="1710689" y="342557"/>
                </a:cubicBezTo>
                <a:cubicBezTo>
                  <a:pt x="1717665" y="367157"/>
                  <a:pt x="1720235" y="391756"/>
                  <a:pt x="1714727" y="416723"/>
                </a:cubicBezTo>
                <a:cubicBezTo>
                  <a:pt x="1710322" y="436549"/>
                  <a:pt x="1706283" y="439854"/>
                  <a:pt x="1685355" y="442424"/>
                </a:cubicBezTo>
                <a:cubicBezTo>
                  <a:pt x="1678012" y="466289"/>
                  <a:pt x="1669567" y="490154"/>
                  <a:pt x="1663325" y="515121"/>
                </a:cubicBezTo>
                <a:cubicBezTo>
                  <a:pt x="1656717" y="541923"/>
                  <a:pt x="1665896" y="561750"/>
                  <a:pt x="1691964" y="571663"/>
                </a:cubicBezTo>
                <a:cubicBezTo>
                  <a:pt x="1711790" y="579006"/>
                  <a:pt x="1733452" y="583045"/>
                  <a:pt x="1754748" y="585982"/>
                </a:cubicBezTo>
                <a:cubicBezTo>
                  <a:pt x="1782651" y="589654"/>
                  <a:pt x="1803947" y="579373"/>
                  <a:pt x="1817164" y="552571"/>
                </a:cubicBezTo>
                <a:cubicBezTo>
                  <a:pt x="1827445" y="532010"/>
                  <a:pt x="1843967" y="525034"/>
                  <a:pt x="1866363" y="532010"/>
                </a:cubicBezTo>
                <a:cubicBezTo>
                  <a:pt x="1882151" y="537150"/>
                  <a:pt x="1897204" y="545962"/>
                  <a:pt x="1911524" y="554774"/>
                </a:cubicBezTo>
                <a:cubicBezTo>
                  <a:pt x="1930983" y="566890"/>
                  <a:pt x="1951911" y="574968"/>
                  <a:pt x="1974674" y="576069"/>
                </a:cubicBezTo>
                <a:cubicBezTo>
                  <a:pt x="2032318" y="579373"/>
                  <a:pt x="2089962" y="582678"/>
                  <a:pt x="2147605" y="584881"/>
                </a:cubicBezTo>
                <a:cubicBezTo>
                  <a:pt x="2216631" y="587818"/>
                  <a:pt x="2284922" y="584514"/>
                  <a:pt x="2351744" y="564687"/>
                </a:cubicBezTo>
                <a:cubicBezTo>
                  <a:pt x="2379648" y="556610"/>
                  <a:pt x="2407552" y="551470"/>
                  <a:pt x="2436925" y="552204"/>
                </a:cubicBezTo>
                <a:cubicBezTo>
                  <a:pt x="2446838" y="552571"/>
                  <a:pt x="2457853" y="550001"/>
                  <a:pt x="2465930" y="545228"/>
                </a:cubicBezTo>
                <a:cubicBezTo>
                  <a:pt x="2486491" y="533479"/>
                  <a:pt x="2507052" y="531276"/>
                  <a:pt x="2529448" y="537518"/>
                </a:cubicBezTo>
                <a:cubicBezTo>
                  <a:pt x="2545236" y="541923"/>
                  <a:pt x="2560289" y="539353"/>
                  <a:pt x="2575710" y="534213"/>
                </a:cubicBezTo>
                <a:cubicBezTo>
                  <a:pt x="2605817" y="524300"/>
                  <a:pt x="2635924" y="514387"/>
                  <a:pt x="2666765" y="506676"/>
                </a:cubicBezTo>
                <a:cubicBezTo>
                  <a:pt x="2746071" y="486850"/>
                  <a:pt x="2807386" y="445361"/>
                  <a:pt x="2843734" y="370094"/>
                </a:cubicBezTo>
                <a:cubicBezTo>
                  <a:pt x="2851445" y="353939"/>
                  <a:pt x="2862092" y="338519"/>
                  <a:pt x="2872006" y="323465"/>
                </a:cubicBezTo>
                <a:cubicBezTo>
                  <a:pt x="2873841" y="320528"/>
                  <a:pt x="2879349" y="316856"/>
                  <a:pt x="2881552" y="317958"/>
                </a:cubicBezTo>
                <a:cubicBezTo>
                  <a:pt x="2884489" y="319059"/>
                  <a:pt x="2888161" y="324199"/>
                  <a:pt x="2888161" y="327504"/>
                </a:cubicBezTo>
                <a:cubicBezTo>
                  <a:pt x="2887426" y="340354"/>
                  <a:pt x="2887059" y="353939"/>
                  <a:pt x="2883020" y="365688"/>
                </a:cubicBezTo>
                <a:cubicBezTo>
                  <a:pt x="2879349" y="377437"/>
                  <a:pt x="2870537" y="387718"/>
                  <a:pt x="2865397" y="399467"/>
                </a:cubicBezTo>
                <a:cubicBezTo>
                  <a:pt x="2862827" y="404974"/>
                  <a:pt x="2860624" y="413051"/>
                  <a:pt x="2863194" y="417090"/>
                </a:cubicBezTo>
                <a:cubicBezTo>
                  <a:pt x="2865397" y="420762"/>
                  <a:pt x="2874208" y="422597"/>
                  <a:pt x="2879716" y="422230"/>
                </a:cubicBezTo>
                <a:cubicBezTo>
                  <a:pt x="2907253" y="420762"/>
                  <a:pt x="2931118" y="408278"/>
                  <a:pt x="2954616" y="395795"/>
                </a:cubicBezTo>
                <a:cubicBezTo>
                  <a:pt x="2975177" y="384780"/>
                  <a:pt x="2995737" y="374133"/>
                  <a:pt x="3016298" y="363118"/>
                </a:cubicBezTo>
                <a:cubicBezTo>
                  <a:pt x="3022907" y="359814"/>
                  <a:pt x="3031352" y="356509"/>
                  <a:pt x="3035023" y="365321"/>
                </a:cubicBezTo>
                <a:cubicBezTo>
                  <a:pt x="3036492" y="368993"/>
                  <a:pt x="3031352" y="377804"/>
                  <a:pt x="3026946" y="381109"/>
                </a:cubicBezTo>
                <a:cubicBezTo>
                  <a:pt x="3004182" y="396896"/>
                  <a:pt x="2981051" y="411583"/>
                  <a:pt x="2957920" y="426636"/>
                </a:cubicBezTo>
                <a:cubicBezTo>
                  <a:pt x="2953514" y="429573"/>
                  <a:pt x="2949476" y="433245"/>
                  <a:pt x="2945437" y="436549"/>
                </a:cubicBezTo>
                <a:cubicBezTo>
                  <a:pt x="2946538" y="438385"/>
                  <a:pt x="2947640" y="439854"/>
                  <a:pt x="2948374" y="441690"/>
                </a:cubicBezTo>
                <a:cubicBezTo>
                  <a:pt x="2955717" y="438385"/>
                  <a:pt x="2963428" y="435815"/>
                  <a:pt x="2970404" y="431776"/>
                </a:cubicBezTo>
                <a:cubicBezTo>
                  <a:pt x="2998675" y="413786"/>
                  <a:pt x="3029883" y="403138"/>
                  <a:pt x="3062193" y="395061"/>
                </a:cubicBezTo>
                <a:cubicBezTo>
                  <a:pt x="3068067" y="393592"/>
                  <a:pt x="3074676" y="396529"/>
                  <a:pt x="3080918" y="397264"/>
                </a:cubicBezTo>
                <a:cubicBezTo>
                  <a:pt x="3082754" y="399099"/>
                  <a:pt x="3082754" y="402771"/>
                  <a:pt x="3082754" y="406075"/>
                </a:cubicBezTo>
                <a:close/>
              </a:path>
            </a:pathLst>
          </a:custGeom>
          <a:solidFill>
            <a:schemeClr val="accent3"/>
          </a:solidFill>
          <a:ln w="366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9" name="Graphic 1">
            <a:extLst>
              <a:ext uri="{FF2B5EF4-FFF2-40B4-BE49-F238E27FC236}">
                <a16:creationId xmlns:a16="http://schemas.microsoft.com/office/drawing/2014/main" xmlns="" id="{13DDDEFA-FD71-474C-824A-C8764CC370AD}"/>
              </a:ext>
            </a:extLst>
          </p:cNvPr>
          <p:cNvSpPr/>
          <p:nvPr/>
        </p:nvSpPr>
        <p:spPr>
          <a:xfrm flipH="1">
            <a:off x="479633" y="3382424"/>
            <a:ext cx="2101030" cy="3511087"/>
          </a:xfrm>
          <a:custGeom>
            <a:avLst/>
            <a:gdLst>
              <a:gd name="connsiteX0" fmla="*/ 4099404 w 4102732"/>
              <a:gd name="connsiteY0" fmla="*/ 2766282 h 6856184"/>
              <a:gd name="connsiteX1" fmla="*/ 4096092 w 4102732"/>
              <a:gd name="connsiteY1" fmla="*/ 2640202 h 6856184"/>
              <a:gd name="connsiteX2" fmla="*/ 4080555 w 4102732"/>
              <a:gd name="connsiteY2" fmla="*/ 2552582 h 6856184"/>
              <a:gd name="connsiteX3" fmla="*/ 3962562 w 4102732"/>
              <a:gd name="connsiteY3" fmla="*/ 2189624 h 6856184"/>
              <a:gd name="connsiteX4" fmla="*/ 3934799 w 4102732"/>
              <a:gd name="connsiteY4" fmla="*/ 2123400 h 6856184"/>
              <a:gd name="connsiteX5" fmla="*/ 3727531 w 4102732"/>
              <a:gd name="connsiteY5" fmla="*/ 1819025 h 6856184"/>
              <a:gd name="connsiteX6" fmla="*/ 3558214 w 4102732"/>
              <a:gd name="connsiteY6" fmla="*/ 1544577 h 6856184"/>
              <a:gd name="connsiteX7" fmla="*/ 3461489 w 4102732"/>
              <a:gd name="connsiteY7" fmla="*/ 1321836 h 6856184"/>
              <a:gd name="connsiteX8" fmla="*/ 3387942 w 4102732"/>
              <a:gd name="connsiteY8" fmla="*/ 1100049 h 6856184"/>
              <a:gd name="connsiteX9" fmla="*/ 3380428 w 4102732"/>
              <a:gd name="connsiteY9" fmla="*/ 885330 h 6856184"/>
              <a:gd name="connsiteX10" fmla="*/ 3380746 w 4102732"/>
              <a:gd name="connsiteY10" fmla="*/ 739383 h 6856184"/>
              <a:gd name="connsiteX11" fmla="*/ 3370940 w 4102732"/>
              <a:gd name="connsiteY11" fmla="*/ 617314 h 6856184"/>
              <a:gd name="connsiteX12" fmla="*/ 3348462 w 4102732"/>
              <a:gd name="connsiteY12" fmla="*/ 478817 h 6856184"/>
              <a:gd name="connsiteX13" fmla="*/ 3330633 w 4102732"/>
              <a:gd name="connsiteY13" fmla="*/ 425647 h 6856184"/>
              <a:gd name="connsiteX14" fmla="*/ 3172077 w 4102732"/>
              <a:gd name="connsiteY14" fmla="*/ 158395 h 6856184"/>
              <a:gd name="connsiteX15" fmla="*/ 3087005 w 4102732"/>
              <a:gd name="connsiteY15" fmla="*/ 85549 h 6856184"/>
              <a:gd name="connsiteX16" fmla="*/ 2880246 w 4102732"/>
              <a:gd name="connsiteY16" fmla="*/ 9837 h 6856184"/>
              <a:gd name="connsiteX17" fmla="*/ 2615159 w 4102732"/>
              <a:gd name="connsiteY17" fmla="*/ 9964 h 6856184"/>
              <a:gd name="connsiteX18" fmla="*/ 2407700 w 4102732"/>
              <a:gd name="connsiteY18" fmla="*/ 79882 h 6856184"/>
              <a:gd name="connsiteX19" fmla="*/ 2147962 w 4102732"/>
              <a:gd name="connsiteY19" fmla="*/ 307208 h 6856184"/>
              <a:gd name="connsiteX20" fmla="*/ 2055567 w 4102732"/>
              <a:gd name="connsiteY20" fmla="*/ 434052 h 6856184"/>
              <a:gd name="connsiteX21" fmla="*/ 1954957 w 4102732"/>
              <a:gd name="connsiteY21" fmla="*/ 677616 h 6856184"/>
              <a:gd name="connsiteX22" fmla="*/ 1988579 w 4102732"/>
              <a:gd name="connsiteY22" fmla="*/ 733971 h 6856184"/>
              <a:gd name="connsiteX23" fmla="*/ 2061170 w 4102732"/>
              <a:gd name="connsiteY23" fmla="*/ 821717 h 6856184"/>
              <a:gd name="connsiteX24" fmla="*/ 2063781 w 4102732"/>
              <a:gd name="connsiteY24" fmla="*/ 848143 h 6856184"/>
              <a:gd name="connsiteX25" fmla="*/ 2082184 w 4102732"/>
              <a:gd name="connsiteY25" fmla="*/ 985622 h 6856184"/>
              <a:gd name="connsiteX26" fmla="*/ 2180373 w 4102732"/>
              <a:gd name="connsiteY26" fmla="*/ 1162707 h 6856184"/>
              <a:gd name="connsiteX27" fmla="*/ 2225202 w 4102732"/>
              <a:gd name="connsiteY27" fmla="*/ 1266055 h 6856184"/>
              <a:gd name="connsiteX28" fmla="*/ 2229086 w 4102732"/>
              <a:gd name="connsiteY28" fmla="*/ 1340557 h 6856184"/>
              <a:gd name="connsiteX29" fmla="*/ 2298749 w 4102732"/>
              <a:gd name="connsiteY29" fmla="*/ 1419325 h 6856184"/>
              <a:gd name="connsiteX30" fmla="*/ 2335873 w 4102732"/>
              <a:gd name="connsiteY30" fmla="*/ 1451418 h 6856184"/>
              <a:gd name="connsiteX31" fmla="*/ 2357395 w 4102732"/>
              <a:gd name="connsiteY31" fmla="*/ 1505416 h 6856184"/>
              <a:gd name="connsiteX32" fmla="*/ 2435591 w 4102732"/>
              <a:gd name="connsiteY32" fmla="*/ 1612329 h 6856184"/>
              <a:gd name="connsiteX33" fmla="*/ 2426676 w 4102732"/>
              <a:gd name="connsiteY33" fmla="*/ 1715804 h 6856184"/>
              <a:gd name="connsiteX34" fmla="*/ 2278754 w 4102732"/>
              <a:gd name="connsiteY34" fmla="*/ 1862198 h 6856184"/>
              <a:gd name="connsiteX35" fmla="*/ 2258314 w 4102732"/>
              <a:gd name="connsiteY35" fmla="*/ 1899066 h 6856184"/>
              <a:gd name="connsiteX36" fmla="*/ 2215842 w 4102732"/>
              <a:gd name="connsiteY36" fmla="*/ 1977644 h 6856184"/>
              <a:gd name="connsiteX37" fmla="*/ 2196993 w 4102732"/>
              <a:gd name="connsiteY37" fmla="*/ 2026102 h 6856184"/>
              <a:gd name="connsiteX38" fmla="*/ 2204252 w 4102732"/>
              <a:gd name="connsiteY38" fmla="*/ 2188542 h 6856184"/>
              <a:gd name="connsiteX39" fmla="*/ 2170567 w 4102732"/>
              <a:gd name="connsiteY39" fmla="*/ 2382883 h 6856184"/>
              <a:gd name="connsiteX40" fmla="*/ 2046779 w 4102732"/>
              <a:gd name="connsiteY40" fmla="*/ 2618997 h 6856184"/>
              <a:gd name="connsiteX41" fmla="*/ 1824738 w 4102732"/>
              <a:gd name="connsiteY41" fmla="*/ 3044932 h 6856184"/>
              <a:gd name="connsiteX42" fmla="*/ 1801050 w 4102732"/>
              <a:gd name="connsiteY42" fmla="*/ 3118224 h 6856184"/>
              <a:gd name="connsiteX43" fmla="*/ 1780674 w 4102732"/>
              <a:gd name="connsiteY43" fmla="*/ 3282319 h 6856184"/>
              <a:gd name="connsiteX44" fmla="*/ 1763672 w 4102732"/>
              <a:gd name="connsiteY44" fmla="*/ 3409100 h 6856184"/>
              <a:gd name="connsiteX45" fmla="*/ 1722982 w 4102732"/>
              <a:gd name="connsiteY45" fmla="*/ 3431132 h 6856184"/>
              <a:gd name="connsiteX46" fmla="*/ 1688279 w 4102732"/>
              <a:gd name="connsiteY46" fmla="*/ 3417378 h 6856184"/>
              <a:gd name="connsiteX47" fmla="*/ 833289 w 4102732"/>
              <a:gd name="connsiteY47" fmla="*/ 3091607 h 6856184"/>
              <a:gd name="connsiteX48" fmla="*/ 646970 w 4102732"/>
              <a:gd name="connsiteY48" fmla="*/ 3080782 h 6856184"/>
              <a:gd name="connsiteX49" fmla="*/ 483385 w 4102732"/>
              <a:gd name="connsiteY49" fmla="*/ 3147897 h 6856184"/>
              <a:gd name="connsiteX50" fmla="*/ 405571 w 4102732"/>
              <a:gd name="connsiteY50" fmla="*/ 3156303 h 6856184"/>
              <a:gd name="connsiteX51" fmla="*/ 201232 w 4102732"/>
              <a:gd name="connsiteY51" fmla="*/ 3064417 h 6856184"/>
              <a:gd name="connsiteX52" fmla="*/ 139848 w 4102732"/>
              <a:gd name="connsiteY52" fmla="*/ 3080273 h 6856184"/>
              <a:gd name="connsiteX53" fmla="*/ 84258 w 4102732"/>
              <a:gd name="connsiteY53" fmla="*/ 3151973 h 6856184"/>
              <a:gd name="connsiteX54" fmla="*/ 31406 w 4102732"/>
              <a:gd name="connsiteY54" fmla="*/ 3174705 h 6856184"/>
              <a:gd name="connsiteX55" fmla="*/ 2369 w 4102732"/>
              <a:gd name="connsiteY55" fmla="*/ 3181519 h 6856184"/>
              <a:gd name="connsiteX56" fmla="*/ 8673 w 4102732"/>
              <a:gd name="connsiteY56" fmla="*/ 3210874 h 6856184"/>
              <a:gd name="connsiteX57" fmla="*/ 27585 w 4102732"/>
              <a:gd name="connsiteY57" fmla="*/ 3236663 h 6856184"/>
              <a:gd name="connsiteX58" fmla="*/ 138638 w 4102732"/>
              <a:gd name="connsiteY58" fmla="*/ 3359178 h 6856184"/>
              <a:gd name="connsiteX59" fmla="*/ 174679 w 4102732"/>
              <a:gd name="connsiteY59" fmla="*/ 3447115 h 6856184"/>
              <a:gd name="connsiteX60" fmla="*/ 196966 w 4102732"/>
              <a:gd name="connsiteY60" fmla="*/ 3519452 h 6856184"/>
              <a:gd name="connsiteX61" fmla="*/ 275225 w 4102732"/>
              <a:gd name="connsiteY61" fmla="*/ 3582174 h 6856184"/>
              <a:gd name="connsiteX62" fmla="*/ 566356 w 4102732"/>
              <a:gd name="connsiteY62" fmla="*/ 3676352 h 6856184"/>
              <a:gd name="connsiteX63" fmla="*/ 679446 w 4102732"/>
              <a:gd name="connsiteY63" fmla="*/ 3740156 h 6856184"/>
              <a:gd name="connsiteX64" fmla="*/ 852456 w 4102732"/>
              <a:gd name="connsiteY64" fmla="*/ 3866491 h 6856184"/>
              <a:gd name="connsiteX65" fmla="*/ 1020563 w 4102732"/>
              <a:gd name="connsiteY65" fmla="*/ 3964426 h 6856184"/>
              <a:gd name="connsiteX66" fmla="*/ 1299085 w 4102732"/>
              <a:gd name="connsiteY66" fmla="*/ 4152018 h 6856184"/>
              <a:gd name="connsiteX67" fmla="*/ 1326976 w 4102732"/>
              <a:gd name="connsiteY67" fmla="*/ 4200413 h 6856184"/>
              <a:gd name="connsiteX68" fmla="*/ 1324110 w 4102732"/>
              <a:gd name="connsiteY68" fmla="*/ 4237600 h 6856184"/>
              <a:gd name="connsiteX69" fmla="*/ 1346143 w 4102732"/>
              <a:gd name="connsiteY69" fmla="*/ 4280709 h 6856184"/>
              <a:gd name="connsiteX70" fmla="*/ 1374925 w 4102732"/>
              <a:gd name="connsiteY70" fmla="*/ 4294655 h 6856184"/>
              <a:gd name="connsiteX71" fmla="*/ 1431979 w 4102732"/>
              <a:gd name="connsiteY71" fmla="*/ 4340374 h 6856184"/>
              <a:gd name="connsiteX72" fmla="*/ 1478909 w 4102732"/>
              <a:gd name="connsiteY72" fmla="*/ 4378326 h 6856184"/>
              <a:gd name="connsiteX73" fmla="*/ 1660006 w 4102732"/>
              <a:gd name="connsiteY73" fmla="*/ 4440729 h 6856184"/>
              <a:gd name="connsiteX74" fmla="*/ 1706172 w 4102732"/>
              <a:gd name="connsiteY74" fmla="*/ 4500267 h 6856184"/>
              <a:gd name="connsiteX75" fmla="*/ 1707382 w 4102732"/>
              <a:gd name="connsiteY75" fmla="*/ 4561652 h 6856184"/>
              <a:gd name="connsiteX76" fmla="*/ 1703943 w 4102732"/>
              <a:gd name="connsiteY76" fmla="*/ 4747779 h 6856184"/>
              <a:gd name="connsiteX77" fmla="*/ 1699231 w 4102732"/>
              <a:gd name="connsiteY77" fmla="*/ 5170785 h 6856184"/>
              <a:gd name="connsiteX78" fmla="*/ 1695983 w 4102732"/>
              <a:gd name="connsiteY78" fmla="*/ 5393972 h 6856184"/>
              <a:gd name="connsiteX79" fmla="*/ 1672423 w 4102732"/>
              <a:gd name="connsiteY79" fmla="*/ 5597738 h 6856184"/>
              <a:gd name="connsiteX80" fmla="*/ 1660133 w 4102732"/>
              <a:gd name="connsiteY80" fmla="*/ 5738209 h 6856184"/>
              <a:gd name="connsiteX81" fmla="*/ 1643259 w 4102732"/>
              <a:gd name="connsiteY81" fmla="*/ 5851427 h 6856184"/>
              <a:gd name="connsiteX82" fmla="*/ 1631542 w 4102732"/>
              <a:gd name="connsiteY82" fmla="*/ 6208527 h 6856184"/>
              <a:gd name="connsiteX83" fmla="*/ 1597985 w 4102732"/>
              <a:gd name="connsiteY83" fmla="*/ 6769647 h 6856184"/>
              <a:gd name="connsiteX84" fmla="*/ 1639120 w 4102732"/>
              <a:gd name="connsiteY84" fmla="*/ 6818042 h 6856184"/>
              <a:gd name="connsiteX85" fmla="*/ 1857659 w 4102732"/>
              <a:gd name="connsiteY85" fmla="*/ 6822053 h 6856184"/>
              <a:gd name="connsiteX86" fmla="*/ 2217179 w 4102732"/>
              <a:gd name="connsiteY86" fmla="*/ 6833516 h 6856184"/>
              <a:gd name="connsiteX87" fmla="*/ 2448644 w 4102732"/>
              <a:gd name="connsiteY87" fmla="*/ 6843895 h 6856184"/>
              <a:gd name="connsiteX88" fmla="*/ 2886869 w 4102732"/>
              <a:gd name="connsiteY88" fmla="*/ 6856120 h 6856184"/>
              <a:gd name="connsiteX89" fmla="*/ 2933289 w 4102732"/>
              <a:gd name="connsiteY89" fmla="*/ 6822563 h 6856184"/>
              <a:gd name="connsiteX90" fmla="*/ 2954557 w 4102732"/>
              <a:gd name="connsiteY90" fmla="*/ 6694127 h 6856184"/>
              <a:gd name="connsiteX91" fmla="*/ 2976207 w 4102732"/>
              <a:gd name="connsiteY91" fmla="*/ 6621662 h 6856184"/>
              <a:gd name="connsiteX92" fmla="*/ 3025366 w 4102732"/>
              <a:gd name="connsiteY92" fmla="*/ 6451645 h 6856184"/>
              <a:gd name="connsiteX93" fmla="*/ 3037592 w 4102732"/>
              <a:gd name="connsiteY93" fmla="*/ 6357531 h 6856184"/>
              <a:gd name="connsiteX94" fmla="*/ 3090762 w 4102732"/>
              <a:gd name="connsiteY94" fmla="*/ 6229349 h 6856184"/>
              <a:gd name="connsiteX95" fmla="*/ 3177362 w 4102732"/>
              <a:gd name="connsiteY95" fmla="*/ 6113776 h 6856184"/>
              <a:gd name="connsiteX96" fmla="*/ 3270203 w 4102732"/>
              <a:gd name="connsiteY96" fmla="*/ 5959869 h 6856184"/>
              <a:gd name="connsiteX97" fmla="*/ 3309810 w 4102732"/>
              <a:gd name="connsiteY97" fmla="*/ 5886067 h 6856184"/>
              <a:gd name="connsiteX98" fmla="*/ 3344769 w 4102732"/>
              <a:gd name="connsiteY98" fmla="*/ 5839519 h 6856184"/>
              <a:gd name="connsiteX99" fmla="*/ 3403925 w 4102732"/>
              <a:gd name="connsiteY99" fmla="*/ 5570294 h 6856184"/>
              <a:gd name="connsiteX100" fmla="*/ 3420863 w 4102732"/>
              <a:gd name="connsiteY100" fmla="*/ 5438864 h 6856184"/>
              <a:gd name="connsiteX101" fmla="*/ 3432197 w 4102732"/>
              <a:gd name="connsiteY101" fmla="*/ 5277635 h 6856184"/>
              <a:gd name="connsiteX102" fmla="*/ 3432388 w 4102732"/>
              <a:gd name="connsiteY102" fmla="*/ 5144995 h 6856184"/>
              <a:gd name="connsiteX103" fmla="*/ 3444232 w 4102732"/>
              <a:gd name="connsiteY103" fmla="*/ 4937600 h 6856184"/>
              <a:gd name="connsiteX104" fmla="*/ 3431561 w 4102732"/>
              <a:gd name="connsiteY104" fmla="*/ 4778281 h 6856184"/>
              <a:gd name="connsiteX105" fmla="*/ 3458496 w 4102732"/>
              <a:gd name="connsiteY105" fmla="*/ 4722117 h 6856184"/>
              <a:gd name="connsiteX106" fmla="*/ 3524911 w 4102732"/>
              <a:gd name="connsiteY106" fmla="*/ 4645641 h 6856184"/>
              <a:gd name="connsiteX107" fmla="*/ 3626539 w 4102732"/>
              <a:gd name="connsiteY107" fmla="*/ 4361834 h 6856184"/>
              <a:gd name="connsiteX108" fmla="*/ 3800568 w 4102732"/>
              <a:gd name="connsiteY108" fmla="*/ 3871394 h 6856184"/>
              <a:gd name="connsiteX109" fmla="*/ 3876471 w 4102732"/>
              <a:gd name="connsiteY109" fmla="*/ 3689215 h 6856184"/>
              <a:gd name="connsiteX110" fmla="*/ 4044514 w 4102732"/>
              <a:gd name="connsiteY110" fmla="*/ 3382738 h 6856184"/>
              <a:gd name="connsiteX111" fmla="*/ 4081256 w 4102732"/>
              <a:gd name="connsiteY111" fmla="*/ 3274678 h 6856184"/>
              <a:gd name="connsiteX112" fmla="*/ 4101887 w 4102732"/>
              <a:gd name="connsiteY112" fmla="*/ 2976861 h 6856184"/>
              <a:gd name="connsiteX113" fmla="*/ 4099404 w 4102732"/>
              <a:gd name="connsiteY113" fmla="*/ 2766282 h 6856184"/>
              <a:gd name="connsiteX114" fmla="*/ 1940057 w 4102732"/>
              <a:gd name="connsiteY114" fmla="*/ 3793008 h 6856184"/>
              <a:gd name="connsiteX115" fmla="*/ 1928722 w 4102732"/>
              <a:gd name="connsiteY115" fmla="*/ 3822809 h 6856184"/>
              <a:gd name="connsiteX116" fmla="*/ 1895801 w 4102732"/>
              <a:gd name="connsiteY116" fmla="*/ 3829941 h 6856184"/>
              <a:gd name="connsiteX117" fmla="*/ 1868357 w 4102732"/>
              <a:gd name="connsiteY117" fmla="*/ 3814149 h 6856184"/>
              <a:gd name="connsiteX118" fmla="*/ 1616005 w 4102732"/>
              <a:gd name="connsiteY118" fmla="*/ 3700995 h 6856184"/>
              <a:gd name="connsiteX119" fmla="*/ 1612758 w 4102732"/>
              <a:gd name="connsiteY119" fmla="*/ 3669347 h 6856184"/>
              <a:gd name="connsiteX120" fmla="*/ 1777808 w 4102732"/>
              <a:gd name="connsiteY120" fmla="*/ 3606626 h 6856184"/>
              <a:gd name="connsiteX121" fmla="*/ 1793218 w 4102732"/>
              <a:gd name="connsiteY121" fmla="*/ 3619870 h 6856184"/>
              <a:gd name="connsiteX122" fmla="*/ 1914395 w 4102732"/>
              <a:gd name="connsiteY122" fmla="*/ 3740729 h 6856184"/>
              <a:gd name="connsiteX123" fmla="*/ 1940057 w 4102732"/>
              <a:gd name="connsiteY123" fmla="*/ 3793008 h 6856184"/>
              <a:gd name="connsiteX124" fmla="*/ 2740030 w 4102732"/>
              <a:gd name="connsiteY124" fmla="*/ 2085894 h 6856184"/>
              <a:gd name="connsiteX125" fmla="*/ 2701633 w 4102732"/>
              <a:gd name="connsiteY125" fmla="*/ 2090224 h 6856184"/>
              <a:gd name="connsiteX126" fmla="*/ 2697493 w 4102732"/>
              <a:gd name="connsiteY126" fmla="*/ 2036991 h 6856184"/>
              <a:gd name="connsiteX127" fmla="*/ 2729778 w 4102732"/>
              <a:gd name="connsiteY127" fmla="*/ 2059278 h 6856184"/>
              <a:gd name="connsiteX128" fmla="*/ 2740030 w 4102732"/>
              <a:gd name="connsiteY128" fmla="*/ 2085894 h 6856184"/>
              <a:gd name="connsiteX129" fmla="*/ 2833953 w 4102732"/>
              <a:gd name="connsiteY129" fmla="*/ 2006935 h 6856184"/>
              <a:gd name="connsiteX130" fmla="*/ 2810393 w 4102732"/>
              <a:gd name="connsiteY130" fmla="*/ 2029668 h 6856184"/>
              <a:gd name="connsiteX131" fmla="*/ 2794028 w 4102732"/>
              <a:gd name="connsiteY131" fmla="*/ 2013303 h 6856184"/>
              <a:gd name="connsiteX132" fmla="*/ 2712903 w 4102732"/>
              <a:gd name="connsiteY132" fmla="*/ 1926638 h 6856184"/>
              <a:gd name="connsiteX133" fmla="*/ 2699149 w 4102732"/>
              <a:gd name="connsiteY133" fmla="*/ 1911420 h 6856184"/>
              <a:gd name="connsiteX134" fmla="*/ 2587714 w 4102732"/>
              <a:gd name="connsiteY134" fmla="*/ 1854111 h 6856184"/>
              <a:gd name="connsiteX135" fmla="*/ 2535882 w 4102732"/>
              <a:gd name="connsiteY135" fmla="*/ 1865954 h 6856184"/>
              <a:gd name="connsiteX136" fmla="*/ 2480674 w 4102732"/>
              <a:gd name="connsiteY136" fmla="*/ 1883720 h 6856184"/>
              <a:gd name="connsiteX137" fmla="*/ 2499840 w 4102732"/>
              <a:gd name="connsiteY137" fmla="*/ 1838064 h 6856184"/>
              <a:gd name="connsiteX138" fmla="*/ 2523910 w 4102732"/>
              <a:gd name="connsiteY138" fmla="*/ 1821572 h 6856184"/>
              <a:gd name="connsiteX139" fmla="*/ 2734426 w 4102732"/>
              <a:gd name="connsiteY139" fmla="*/ 1827111 h 6856184"/>
              <a:gd name="connsiteX140" fmla="*/ 2760279 w 4102732"/>
              <a:gd name="connsiteY140" fmla="*/ 1823737 h 6856184"/>
              <a:gd name="connsiteX141" fmla="*/ 2769448 w 4102732"/>
              <a:gd name="connsiteY141" fmla="*/ 1771585 h 6856184"/>
              <a:gd name="connsiteX142" fmla="*/ 2723665 w 4102732"/>
              <a:gd name="connsiteY142" fmla="*/ 1727075 h 6856184"/>
              <a:gd name="connsiteX143" fmla="*/ 2763909 w 4102732"/>
              <a:gd name="connsiteY143" fmla="*/ 1702050 h 6856184"/>
              <a:gd name="connsiteX144" fmla="*/ 2807591 w 4102732"/>
              <a:gd name="connsiteY144" fmla="*/ 1726375 h 6856184"/>
              <a:gd name="connsiteX145" fmla="*/ 2836245 w 4102732"/>
              <a:gd name="connsiteY145" fmla="*/ 1967010 h 6856184"/>
              <a:gd name="connsiteX146" fmla="*/ 2833953 w 4102732"/>
              <a:gd name="connsiteY146" fmla="*/ 2006935 h 68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</a:cxnLst>
            <a:rect l="l" t="t" r="r" b="b"/>
            <a:pathLst>
              <a:path w="4102732" h="6856184">
                <a:moveTo>
                  <a:pt x="4099404" y="2766282"/>
                </a:moveTo>
                <a:cubicBezTo>
                  <a:pt x="4100295" y="2724191"/>
                  <a:pt x="4095838" y="2682292"/>
                  <a:pt x="4096092" y="2640202"/>
                </a:cubicBezTo>
                <a:cubicBezTo>
                  <a:pt x="4096284" y="2610083"/>
                  <a:pt x="4089597" y="2581428"/>
                  <a:pt x="4080555" y="2552582"/>
                </a:cubicBezTo>
                <a:cubicBezTo>
                  <a:pt x="4042477" y="2431214"/>
                  <a:pt x="3999303" y="2311502"/>
                  <a:pt x="3962562" y="2189624"/>
                </a:cubicBezTo>
                <a:cubicBezTo>
                  <a:pt x="3955621" y="2166637"/>
                  <a:pt x="3948680" y="2143458"/>
                  <a:pt x="3934799" y="2123400"/>
                </a:cubicBezTo>
                <a:cubicBezTo>
                  <a:pt x="3864818" y="2022536"/>
                  <a:pt x="3799485" y="1918488"/>
                  <a:pt x="3727531" y="1819025"/>
                </a:cubicBezTo>
                <a:cubicBezTo>
                  <a:pt x="3664363" y="1731660"/>
                  <a:pt x="3604953" y="1641875"/>
                  <a:pt x="3558214" y="1544577"/>
                </a:cubicBezTo>
                <a:cubicBezTo>
                  <a:pt x="3523128" y="1471667"/>
                  <a:pt x="3491799" y="1396911"/>
                  <a:pt x="3461489" y="1321836"/>
                </a:cubicBezTo>
                <a:cubicBezTo>
                  <a:pt x="3432261" y="1249562"/>
                  <a:pt x="3395647" y="1180154"/>
                  <a:pt x="3387942" y="1100049"/>
                </a:cubicBezTo>
                <a:cubicBezTo>
                  <a:pt x="3381065" y="1028476"/>
                  <a:pt x="3367120" y="957858"/>
                  <a:pt x="3380428" y="885330"/>
                </a:cubicBezTo>
                <a:cubicBezTo>
                  <a:pt x="3389279" y="837191"/>
                  <a:pt x="3390107" y="788160"/>
                  <a:pt x="3380746" y="739383"/>
                </a:cubicBezTo>
                <a:cubicBezTo>
                  <a:pt x="3372978" y="699139"/>
                  <a:pt x="3368266" y="658386"/>
                  <a:pt x="3370940" y="617314"/>
                </a:cubicBezTo>
                <a:cubicBezTo>
                  <a:pt x="3373996" y="569302"/>
                  <a:pt x="3365018" y="523582"/>
                  <a:pt x="3348462" y="478817"/>
                </a:cubicBezTo>
                <a:cubicBezTo>
                  <a:pt x="3341967" y="461306"/>
                  <a:pt x="3336618" y="443413"/>
                  <a:pt x="3330633" y="425647"/>
                </a:cubicBezTo>
                <a:cubicBezTo>
                  <a:pt x="3296948" y="325165"/>
                  <a:pt x="3255749" y="229204"/>
                  <a:pt x="3172077" y="158395"/>
                </a:cubicBezTo>
                <a:cubicBezTo>
                  <a:pt x="3143550" y="134262"/>
                  <a:pt x="3116997" y="107899"/>
                  <a:pt x="3087005" y="85549"/>
                </a:cubicBezTo>
                <a:cubicBezTo>
                  <a:pt x="3034089" y="46069"/>
                  <a:pt x="2959715" y="22063"/>
                  <a:pt x="2880246" y="9837"/>
                </a:cubicBezTo>
                <a:cubicBezTo>
                  <a:pt x="2778045" y="-5891"/>
                  <a:pt x="2722646" y="-415"/>
                  <a:pt x="2615159" y="9964"/>
                </a:cubicBezTo>
                <a:cubicBezTo>
                  <a:pt x="2546133" y="16587"/>
                  <a:pt x="2462780" y="38301"/>
                  <a:pt x="2407700" y="79882"/>
                </a:cubicBezTo>
                <a:cubicBezTo>
                  <a:pt x="2315751" y="149226"/>
                  <a:pt x="2219981" y="214813"/>
                  <a:pt x="2147962" y="307208"/>
                </a:cubicBezTo>
                <a:cubicBezTo>
                  <a:pt x="2109692" y="344077"/>
                  <a:pt x="2084094" y="390052"/>
                  <a:pt x="2055567" y="434052"/>
                </a:cubicBezTo>
                <a:cubicBezTo>
                  <a:pt x="2006918" y="509000"/>
                  <a:pt x="1961516" y="584903"/>
                  <a:pt x="1954957" y="677616"/>
                </a:cubicBezTo>
                <a:cubicBezTo>
                  <a:pt x="1952601" y="711174"/>
                  <a:pt x="1957377" y="722254"/>
                  <a:pt x="1988579" y="733971"/>
                </a:cubicBezTo>
                <a:cubicBezTo>
                  <a:pt x="2029141" y="749189"/>
                  <a:pt x="2068684" y="765809"/>
                  <a:pt x="2061170" y="821717"/>
                </a:cubicBezTo>
                <a:cubicBezTo>
                  <a:pt x="2060024" y="830123"/>
                  <a:pt x="2062890" y="839292"/>
                  <a:pt x="2063781" y="848143"/>
                </a:cubicBezTo>
                <a:cubicBezTo>
                  <a:pt x="2068493" y="894182"/>
                  <a:pt x="2074670" y="939965"/>
                  <a:pt x="2082184" y="985622"/>
                </a:cubicBezTo>
                <a:cubicBezTo>
                  <a:pt x="2093837" y="1056176"/>
                  <a:pt x="2134335" y="1110874"/>
                  <a:pt x="2180373" y="1162707"/>
                </a:cubicBezTo>
                <a:cubicBezTo>
                  <a:pt x="2206354" y="1191998"/>
                  <a:pt x="2221891" y="1225874"/>
                  <a:pt x="2225202" y="1266055"/>
                </a:cubicBezTo>
                <a:cubicBezTo>
                  <a:pt x="2227240" y="1290889"/>
                  <a:pt x="2228832" y="1315659"/>
                  <a:pt x="2229086" y="1340557"/>
                </a:cubicBezTo>
                <a:cubicBezTo>
                  <a:pt x="2229660" y="1392772"/>
                  <a:pt x="2246597" y="1412575"/>
                  <a:pt x="2298749" y="1419325"/>
                </a:cubicBezTo>
                <a:cubicBezTo>
                  <a:pt x="2319125" y="1421936"/>
                  <a:pt x="2331033" y="1431487"/>
                  <a:pt x="2335873" y="1451418"/>
                </a:cubicBezTo>
                <a:cubicBezTo>
                  <a:pt x="2340457" y="1470394"/>
                  <a:pt x="2343323" y="1491534"/>
                  <a:pt x="2357395" y="1505416"/>
                </a:cubicBezTo>
                <a:cubicBezTo>
                  <a:pt x="2389361" y="1536872"/>
                  <a:pt x="2402542" y="1581000"/>
                  <a:pt x="2435591" y="1612329"/>
                </a:cubicBezTo>
                <a:cubicBezTo>
                  <a:pt x="2465582" y="1640793"/>
                  <a:pt x="2457750" y="1687914"/>
                  <a:pt x="2426676" y="1715804"/>
                </a:cubicBezTo>
                <a:cubicBezTo>
                  <a:pt x="2374970" y="1762161"/>
                  <a:pt x="2327467" y="1812784"/>
                  <a:pt x="2278754" y="1862198"/>
                </a:cubicBezTo>
                <a:cubicBezTo>
                  <a:pt x="2268566" y="1872513"/>
                  <a:pt x="2260352" y="1885057"/>
                  <a:pt x="2258314" y="1899066"/>
                </a:cubicBezTo>
                <a:cubicBezTo>
                  <a:pt x="2253666" y="1930777"/>
                  <a:pt x="2236346" y="1955038"/>
                  <a:pt x="2215842" y="1977644"/>
                </a:cubicBezTo>
                <a:cubicBezTo>
                  <a:pt x="2203170" y="1991589"/>
                  <a:pt x="2197885" y="2007444"/>
                  <a:pt x="2196993" y="2026102"/>
                </a:cubicBezTo>
                <a:cubicBezTo>
                  <a:pt x="2194446" y="2080482"/>
                  <a:pt x="2200113" y="2134544"/>
                  <a:pt x="2204252" y="2188542"/>
                </a:cubicBezTo>
                <a:cubicBezTo>
                  <a:pt x="2209474" y="2256548"/>
                  <a:pt x="2211384" y="2320735"/>
                  <a:pt x="2170567" y="2382883"/>
                </a:cubicBezTo>
                <a:cubicBezTo>
                  <a:pt x="2121854" y="2457067"/>
                  <a:pt x="2086386" y="2539401"/>
                  <a:pt x="2046779" y="2618997"/>
                </a:cubicBezTo>
                <a:cubicBezTo>
                  <a:pt x="1975398" y="2762398"/>
                  <a:pt x="1895165" y="2901086"/>
                  <a:pt x="1824738" y="3044932"/>
                </a:cubicBezTo>
                <a:cubicBezTo>
                  <a:pt x="1813340" y="3068238"/>
                  <a:pt x="1804935" y="3092371"/>
                  <a:pt x="1801050" y="3118224"/>
                </a:cubicBezTo>
                <a:cubicBezTo>
                  <a:pt x="1792836" y="3172731"/>
                  <a:pt x="1788506" y="3227748"/>
                  <a:pt x="1780674" y="3282319"/>
                </a:cubicBezTo>
                <a:cubicBezTo>
                  <a:pt x="1774624" y="3324537"/>
                  <a:pt x="1773478" y="3367455"/>
                  <a:pt x="1763672" y="3409100"/>
                </a:cubicBezTo>
                <a:cubicBezTo>
                  <a:pt x="1756731" y="3438646"/>
                  <a:pt x="1750682" y="3441512"/>
                  <a:pt x="1722982" y="3431132"/>
                </a:cubicBezTo>
                <a:cubicBezTo>
                  <a:pt x="1711330" y="3426739"/>
                  <a:pt x="1699931" y="3421772"/>
                  <a:pt x="1688279" y="3417378"/>
                </a:cubicBezTo>
                <a:cubicBezTo>
                  <a:pt x="1402879" y="3309891"/>
                  <a:pt x="1117543" y="3202150"/>
                  <a:pt x="833289" y="3091607"/>
                </a:cubicBezTo>
                <a:cubicBezTo>
                  <a:pt x="771395" y="3067537"/>
                  <a:pt x="711220" y="3055693"/>
                  <a:pt x="646970" y="3080782"/>
                </a:cubicBezTo>
                <a:cubicBezTo>
                  <a:pt x="592017" y="3102241"/>
                  <a:pt x="529041" y="3104470"/>
                  <a:pt x="483385" y="3147897"/>
                </a:cubicBezTo>
                <a:cubicBezTo>
                  <a:pt x="458933" y="3171140"/>
                  <a:pt x="434544" y="3170248"/>
                  <a:pt x="405571" y="3156303"/>
                </a:cubicBezTo>
                <a:cubicBezTo>
                  <a:pt x="338265" y="3123955"/>
                  <a:pt x="269621" y="3094345"/>
                  <a:pt x="201232" y="3064417"/>
                </a:cubicBezTo>
                <a:cubicBezTo>
                  <a:pt x="169840" y="3050663"/>
                  <a:pt x="161180" y="3052892"/>
                  <a:pt x="139848" y="3080273"/>
                </a:cubicBezTo>
                <a:cubicBezTo>
                  <a:pt x="121318" y="3104152"/>
                  <a:pt x="102087" y="3127521"/>
                  <a:pt x="84258" y="3151973"/>
                </a:cubicBezTo>
                <a:cubicBezTo>
                  <a:pt x="71013" y="3170057"/>
                  <a:pt x="54521" y="3179163"/>
                  <a:pt x="31406" y="3174705"/>
                </a:cubicBezTo>
                <a:cubicBezTo>
                  <a:pt x="21154" y="3172731"/>
                  <a:pt x="8992" y="3170121"/>
                  <a:pt x="2369" y="3181519"/>
                </a:cubicBezTo>
                <a:cubicBezTo>
                  <a:pt x="-3807" y="3192153"/>
                  <a:pt x="3452" y="3201832"/>
                  <a:pt x="8673" y="3210874"/>
                </a:cubicBezTo>
                <a:cubicBezTo>
                  <a:pt x="14022" y="3220107"/>
                  <a:pt x="20199" y="3229022"/>
                  <a:pt x="27585" y="3236663"/>
                </a:cubicBezTo>
                <a:cubicBezTo>
                  <a:pt x="65919" y="3276334"/>
                  <a:pt x="99859" y="3320016"/>
                  <a:pt x="138638" y="3359178"/>
                </a:cubicBezTo>
                <a:cubicBezTo>
                  <a:pt x="163154" y="3383948"/>
                  <a:pt x="177863" y="3411265"/>
                  <a:pt x="174679" y="3447115"/>
                </a:cubicBezTo>
                <a:cubicBezTo>
                  <a:pt x="172259" y="3473987"/>
                  <a:pt x="181684" y="3497356"/>
                  <a:pt x="196966" y="3519452"/>
                </a:cubicBezTo>
                <a:cubicBezTo>
                  <a:pt x="216961" y="3548425"/>
                  <a:pt x="245106" y="3566573"/>
                  <a:pt x="275225" y="3582174"/>
                </a:cubicBezTo>
                <a:cubicBezTo>
                  <a:pt x="366983" y="3629677"/>
                  <a:pt x="466829" y="3653301"/>
                  <a:pt x="566356" y="3676352"/>
                </a:cubicBezTo>
                <a:cubicBezTo>
                  <a:pt x="611821" y="3686859"/>
                  <a:pt x="649581" y="3704242"/>
                  <a:pt x="679446" y="3740156"/>
                </a:cubicBezTo>
                <a:cubicBezTo>
                  <a:pt x="726439" y="3796701"/>
                  <a:pt x="786932" y="3834589"/>
                  <a:pt x="852456" y="3866491"/>
                </a:cubicBezTo>
                <a:cubicBezTo>
                  <a:pt x="910784" y="3894891"/>
                  <a:pt x="966883" y="3927621"/>
                  <a:pt x="1020563" y="3964426"/>
                </a:cubicBezTo>
                <a:cubicBezTo>
                  <a:pt x="1112894" y="4027721"/>
                  <a:pt x="1199367" y="4099676"/>
                  <a:pt x="1299085" y="4152018"/>
                </a:cubicBezTo>
                <a:cubicBezTo>
                  <a:pt x="1317870" y="4161888"/>
                  <a:pt x="1326658" y="4179017"/>
                  <a:pt x="1326976" y="4200413"/>
                </a:cubicBezTo>
                <a:cubicBezTo>
                  <a:pt x="1327167" y="4212957"/>
                  <a:pt x="1326148" y="4225310"/>
                  <a:pt x="1324110" y="4237600"/>
                </a:cubicBezTo>
                <a:cubicBezTo>
                  <a:pt x="1320736" y="4257467"/>
                  <a:pt x="1326403" y="4272368"/>
                  <a:pt x="1346143" y="4280709"/>
                </a:cubicBezTo>
                <a:cubicBezTo>
                  <a:pt x="1355949" y="4284848"/>
                  <a:pt x="1364927" y="4291089"/>
                  <a:pt x="1374925" y="4294655"/>
                </a:cubicBezTo>
                <a:cubicBezTo>
                  <a:pt x="1399313" y="4303378"/>
                  <a:pt x="1418161" y="4318024"/>
                  <a:pt x="1431979" y="4340374"/>
                </a:cubicBezTo>
                <a:cubicBezTo>
                  <a:pt x="1442932" y="4358140"/>
                  <a:pt x="1459551" y="4369539"/>
                  <a:pt x="1478909" y="4378326"/>
                </a:cubicBezTo>
                <a:cubicBezTo>
                  <a:pt x="1537364" y="4404879"/>
                  <a:pt x="1596647" y="4428058"/>
                  <a:pt x="1660006" y="4440729"/>
                </a:cubicBezTo>
                <a:cubicBezTo>
                  <a:pt x="1698658" y="4448434"/>
                  <a:pt x="1705726" y="4460214"/>
                  <a:pt x="1706172" y="4500267"/>
                </a:cubicBezTo>
                <a:cubicBezTo>
                  <a:pt x="1706363" y="4520707"/>
                  <a:pt x="1704835" y="4541275"/>
                  <a:pt x="1707382" y="4561652"/>
                </a:cubicBezTo>
                <a:cubicBezTo>
                  <a:pt x="1715214" y="4623928"/>
                  <a:pt x="1713112" y="4685949"/>
                  <a:pt x="1703943" y="4747779"/>
                </a:cubicBezTo>
                <a:cubicBezTo>
                  <a:pt x="1682993" y="4888632"/>
                  <a:pt x="1687705" y="5029613"/>
                  <a:pt x="1699231" y="5170785"/>
                </a:cubicBezTo>
                <a:cubicBezTo>
                  <a:pt x="1705280" y="5245287"/>
                  <a:pt x="1709865" y="5319661"/>
                  <a:pt x="1695983" y="5393972"/>
                </a:cubicBezTo>
                <a:cubicBezTo>
                  <a:pt x="1683375" y="5461279"/>
                  <a:pt x="1675479" y="5529031"/>
                  <a:pt x="1672423" y="5597738"/>
                </a:cubicBezTo>
                <a:cubicBezTo>
                  <a:pt x="1670322" y="5644477"/>
                  <a:pt x="1673951" y="5692490"/>
                  <a:pt x="1660133" y="5738209"/>
                </a:cubicBezTo>
                <a:cubicBezTo>
                  <a:pt x="1648926" y="5775269"/>
                  <a:pt x="1644915" y="5813476"/>
                  <a:pt x="1643259" y="5851427"/>
                </a:cubicBezTo>
                <a:cubicBezTo>
                  <a:pt x="1638038" y="5970375"/>
                  <a:pt x="1628995" y="6089324"/>
                  <a:pt x="1631542" y="6208527"/>
                </a:cubicBezTo>
                <a:cubicBezTo>
                  <a:pt x="1635554" y="6396501"/>
                  <a:pt x="1625366" y="6583520"/>
                  <a:pt x="1597985" y="6769647"/>
                </a:cubicBezTo>
                <a:cubicBezTo>
                  <a:pt x="1591999" y="6810273"/>
                  <a:pt x="1598367" y="6816896"/>
                  <a:pt x="1639120" y="6818042"/>
                </a:cubicBezTo>
                <a:cubicBezTo>
                  <a:pt x="1711966" y="6820144"/>
                  <a:pt x="1784749" y="6819634"/>
                  <a:pt x="1857659" y="6822053"/>
                </a:cubicBezTo>
                <a:cubicBezTo>
                  <a:pt x="1977499" y="6826001"/>
                  <a:pt x="2097403" y="6827020"/>
                  <a:pt x="2217179" y="6833516"/>
                </a:cubicBezTo>
                <a:cubicBezTo>
                  <a:pt x="2294292" y="6837718"/>
                  <a:pt x="2371468" y="6840965"/>
                  <a:pt x="2448644" y="6843895"/>
                </a:cubicBezTo>
                <a:cubicBezTo>
                  <a:pt x="2594655" y="6849499"/>
                  <a:pt x="2740858" y="6850517"/>
                  <a:pt x="2886869" y="6856120"/>
                </a:cubicBezTo>
                <a:cubicBezTo>
                  <a:pt x="2913040" y="6857139"/>
                  <a:pt x="2925075" y="6846060"/>
                  <a:pt x="2933289" y="6822563"/>
                </a:cubicBezTo>
                <a:cubicBezTo>
                  <a:pt x="2947871" y="6780727"/>
                  <a:pt x="2951819" y="6737618"/>
                  <a:pt x="2954557" y="6694127"/>
                </a:cubicBezTo>
                <a:cubicBezTo>
                  <a:pt x="2956149" y="6668210"/>
                  <a:pt x="2956404" y="6641020"/>
                  <a:pt x="2976207" y="6621662"/>
                </a:cubicBezTo>
                <a:cubicBezTo>
                  <a:pt x="3024984" y="6573905"/>
                  <a:pt x="3031415" y="6514749"/>
                  <a:pt x="3025366" y="6451645"/>
                </a:cubicBezTo>
                <a:cubicBezTo>
                  <a:pt x="3022245" y="6419297"/>
                  <a:pt x="3024411" y="6388096"/>
                  <a:pt x="3037592" y="6357531"/>
                </a:cubicBezTo>
                <a:cubicBezTo>
                  <a:pt x="3055867" y="6315058"/>
                  <a:pt x="3074270" y="6272522"/>
                  <a:pt x="3090762" y="6229349"/>
                </a:cubicBezTo>
                <a:cubicBezTo>
                  <a:pt x="3108846" y="6182228"/>
                  <a:pt x="3135781" y="6142176"/>
                  <a:pt x="3177362" y="6113776"/>
                </a:cubicBezTo>
                <a:cubicBezTo>
                  <a:pt x="3232125" y="6076334"/>
                  <a:pt x="3263772" y="6026347"/>
                  <a:pt x="3270203" y="5959869"/>
                </a:cubicBezTo>
                <a:cubicBezTo>
                  <a:pt x="3273069" y="5930450"/>
                  <a:pt x="3288670" y="5906507"/>
                  <a:pt x="3309810" y="5886067"/>
                </a:cubicBezTo>
                <a:cubicBezTo>
                  <a:pt x="3323947" y="5872440"/>
                  <a:pt x="3338019" y="5858495"/>
                  <a:pt x="3344769" y="5839519"/>
                </a:cubicBezTo>
                <a:cubicBezTo>
                  <a:pt x="3375525" y="5752282"/>
                  <a:pt x="3407491" y="5665873"/>
                  <a:pt x="3403925" y="5570294"/>
                </a:cubicBezTo>
                <a:cubicBezTo>
                  <a:pt x="3402269" y="5526548"/>
                  <a:pt x="3407491" y="5482292"/>
                  <a:pt x="3420863" y="5438864"/>
                </a:cubicBezTo>
                <a:cubicBezTo>
                  <a:pt x="3436909" y="5386777"/>
                  <a:pt x="3439711" y="5331760"/>
                  <a:pt x="3432197" y="5277635"/>
                </a:cubicBezTo>
                <a:cubicBezTo>
                  <a:pt x="3426021" y="5233124"/>
                  <a:pt x="3426657" y="5189378"/>
                  <a:pt x="3432388" y="5144995"/>
                </a:cubicBezTo>
                <a:cubicBezTo>
                  <a:pt x="3441239" y="5076224"/>
                  <a:pt x="3445506" y="5006689"/>
                  <a:pt x="3444232" y="4937600"/>
                </a:cubicBezTo>
                <a:cubicBezTo>
                  <a:pt x="3443213" y="4884621"/>
                  <a:pt x="3441048" y="4831005"/>
                  <a:pt x="3431561" y="4778281"/>
                </a:cubicBezTo>
                <a:cubicBezTo>
                  <a:pt x="3425766" y="4746251"/>
                  <a:pt x="3430287" y="4735681"/>
                  <a:pt x="3458496" y="4722117"/>
                </a:cubicBezTo>
                <a:cubicBezTo>
                  <a:pt x="3492181" y="4705880"/>
                  <a:pt x="3510838" y="4678690"/>
                  <a:pt x="3524911" y="4645641"/>
                </a:cubicBezTo>
                <a:cubicBezTo>
                  <a:pt x="3564390" y="4552992"/>
                  <a:pt x="3594955" y="4457221"/>
                  <a:pt x="3626539" y="4361834"/>
                </a:cubicBezTo>
                <a:cubicBezTo>
                  <a:pt x="3681047" y="4197102"/>
                  <a:pt x="3741412" y="4034471"/>
                  <a:pt x="3800568" y="3871394"/>
                </a:cubicBezTo>
                <a:cubicBezTo>
                  <a:pt x="3822982" y="3809500"/>
                  <a:pt x="3845587" y="3747479"/>
                  <a:pt x="3876471" y="3689215"/>
                </a:cubicBezTo>
                <a:cubicBezTo>
                  <a:pt x="3931106" y="3586313"/>
                  <a:pt x="3989625" y="3485512"/>
                  <a:pt x="4044514" y="3382738"/>
                </a:cubicBezTo>
                <a:cubicBezTo>
                  <a:pt x="4062726" y="3348671"/>
                  <a:pt x="4075143" y="3312884"/>
                  <a:pt x="4081256" y="3274678"/>
                </a:cubicBezTo>
                <a:cubicBezTo>
                  <a:pt x="4096984" y="3175979"/>
                  <a:pt x="4097175" y="3076261"/>
                  <a:pt x="4101887" y="2976861"/>
                </a:cubicBezTo>
                <a:cubicBezTo>
                  <a:pt x="4105134" y="2906753"/>
                  <a:pt x="4097876" y="2836518"/>
                  <a:pt x="4099404" y="2766282"/>
                </a:cubicBezTo>
                <a:close/>
                <a:moveTo>
                  <a:pt x="1940057" y="3793008"/>
                </a:moveTo>
                <a:cubicBezTo>
                  <a:pt x="1936491" y="3803005"/>
                  <a:pt x="1932670" y="3812939"/>
                  <a:pt x="1928722" y="3822809"/>
                </a:cubicBezTo>
                <a:cubicBezTo>
                  <a:pt x="1917006" y="3851846"/>
                  <a:pt x="1917515" y="3851272"/>
                  <a:pt x="1895801" y="3829941"/>
                </a:cubicBezTo>
                <a:cubicBezTo>
                  <a:pt x="1888542" y="3822745"/>
                  <a:pt x="1877972" y="3818479"/>
                  <a:pt x="1868357" y="3814149"/>
                </a:cubicBezTo>
                <a:cubicBezTo>
                  <a:pt x="1784303" y="3776261"/>
                  <a:pt x="1700123" y="3738692"/>
                  <a:pt x="1616005" y="3700995"/>
                </a:cubicBezTo>
                <a:cubicBezTo>
                  <a:pt x="1589707" y="3689215"/>
                  <a:pt x="1589388" y="3687623"/>
                  <a:pt x="1612758" y="3669347"/>
                </a:cubicBezTo>
                <a:cubicBezTo>
                  <a:pt x="1661280" y="3631460"/>
                  <a:pt x="1720372" y="3621080"/>
                  <a:pt x="1777808" y="3606626"/>
                </a:cubicBezTo>
                <a:cubicBezTo>
                  <a:pt x="1789015" y="3604142"/>
                  <a:pt x="1791308" y="3611083"/>
                  <a:pt x="1793218" y="3619870"/>
                </a:cubicBezTo>
                <a:cubicBezTo>
                  <a:pt x="1807482" y="3686286"/>
                  <a:pt x="1852629" y="3721371"/>
                  <a:pt x="1914395" y="3740729"/>
                </a:cubicBezTo>
                <a:cubicBezTo>
                  <a:pt x="1952856" y="3752828"/>
                  <a:pt x="1953429" y="3755693"/>
                  <a:pt x="1940057" y="3793008"/>
                </a:cubicBezTo>
                <a:close/>
                <a:moveTo>
                  <a:pt x="2740030" y="2085894"/>
                </a:moveTo>
                <a:cubicBezTo>
                  <a:pt x="2728504" y="2096656"/>
                  <a:pt x="2720163" y="2107354"/>
                  <a:pt x="2701633" y="2090224"/>
                </a:cubicBezTo>
                <a:cubicBezTo>
                  <a:pt x="2680938" y="2071058"/>
                  <a:pt x="2688197" y="2055839"/>
                  <a:pt x="2697493" y="2036991"/>
                </a:cubicBezTo>
                <a:cubicBezTo>
                  <a:pt x="2711120" y="2040811"/>
                  <a:pt x="2720799" y="2050235"/>
                  <a:pt x="2729778" y="2059278"/>
                </a:cubicBezTo>
                <a:cubicBezTo>
                  <a:pt x="2736336" y="2065773"/>
                  <a:pt x="2757923" y="2069275"/>
                  <a:pt x="2740030" y="2085894"/>
                </a:cubicBezTo>
                <a:close/>
                <a:moveTo>
                  <a:pt x="2833953" y="2006935"/>
                </a:moveTo>
                <a:cubicBezTo>
                  <a:pt x="2832743" y="2021071"/>
                  <a:pt x="2820454" y="2026038"/>
                  <a:pt x="2810393" y="2029668"/>
                </a:cubicBezTo>
                <a:cubicBezTo>
                  <a:pt x="2798230" y="2034125"/>
                  <a:pt x="2797020" y="2020053"/>
                  <a:pt x="2794028" y="2013303"/>
                </a:cubicBezTo>
                <a:cubicBezTo>
                  <a:pt x="2777217" y="1974587"/>
                  <a:pt x="2754548" y="1941857"/>
                  <a:pt x="2712903" y="1926638"/>
                </a:cubicBezTo>
                <a:cubicBezTo>
                  <a:pt x="2705771" y="1924028"/>
                  <a:pt x="2702588" y="1918042"/>
                  <a:pt x="2699149" y="1911420"/>
                </a:cubicBezTo>
                <a:cubicBezTo>
                  <a:pt x="2674824" y="1864617"/>
                  <a:pt x="2640566" y="1846788"/>
                  <a:pt x="2587714" y="1854111"/>
                </a:cubicBezTo>
                <a:cubicBezTo>
                  <a:pt x="2570203" y="1856530"/>
                  <a:pt x="2552947" y="1861242"/>
                  <a:pt x="2535882" y="1865954"/>
                </a:cubicBezTo>
                <a:cubicBezTo>
                  <a:pt x="2518944" y="1870666"/>
                  <a:pt x="2502324" y="1876716"/>
                  <a:pt x="2480674" y="1883720"/>
                </a:cubicBezTo>
                <a:cubicBezTo>
                  <a:pt x="2487869" y="1865381"/>
                  <a:pt x="2498758" y="1853792"/>
                  <a:pt x="2499840" y="1838064"/>
                </a:cubicBezTo>
                <a:cubicBezTo>
                  <a:pt x="2500923" y="1822590"/>
                  <a:pt x="2510474" y="1821126"/>
                  <a:pt x="2523910" y="1821572"/>
                </a:cubicBezTo>
                <a:cubicBezTo>
                  <a:pt x="2594082" y="1823991"/>
                  <a:pt x="2664254" y="1825583"/>
                  <a:pt x="2734426" y="1827111"/>
                </a:cubicBezTo>
                <a:cubicBezTo>
                  <a:pt x="2743022" y="1827303"/>
                  <a:pt x="2751810" y="1828958"/>
                  <a:pt x="2760279" y="1823737"/>
                </a:cubicBezTo>
                <a:cubicBezTo>
                  <a:pt x="2787151" y="1806990"/>
                  <a:pt x="2789252" y="1796929"/>
                  <a:pt x="2769448" y="1771585"/>
                </a:cubicBezTo>
                <a:cubicBezTo>
                  <a:pt x="2756394" y="1754902"/>
                  <a:pt x="2741685" y="1739874"/>
                  <a:pt x="2723665" y="1727075"/>
                </a:cubicBezTo>
                <a:cubicBezTo>
                  <a:pt x="2734235" y="1713003"/>
                  <a:pt x="2748753" y="1706444"/>
                  <a:pt x="2763909" y="1702050"/>
                </a:cubicBezTo>
                <a:cubicBezTo>
                  <a:pt x="2781738" y="1696829"/>
                  <a:pt x="2805744" y="1709500"/>
                  <a:pt x="2807591" y="1726375"/>
                </a:cubicBezTo>
                <a:cubicBezTo>
                  <a:pt x="2816314" y="1806735"/>
                  <a:pt x="2836691" y="1885631"/>
                  <a:pt x="2836245" y="1967010"/>
                </a:cubicBezTo>
                <a:cubicBezTo>
                  <a:pt x="2836118" y="1980318"/>
                  <a:pt x="2835035" y="1993627"/>
                  <a:pt x="2833953" y="2006935"/>
                </a:cubicBezTo>
                <a:close/>
              </a:path>
            </a:pathLst>
          </a:custGeom>
          <a:solidFill>
            <a:schemeClr val="accent2"/>
          </a:solidFill>
          <a:ln w="63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96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F301920E-D0E5-4CCB-83EB-C4D505474425}"/>
              </a:ext>
            </a:extLst>
          </p:cNvPr>
          <p:cNvSpPr>
            <a:spLocks noGrp="1"/>
          </p:cNvSpPr>
          <p:nvPr>
            <p:ph type="pic" idx="10"/>
          </p:nvPr>
        </p:nvSpPr>
        <p:spPr/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xmlns="" id="{E9C3E046-A480-46D5-8735-5A4013C8607F}"/>
              </a:ext>
            </a:extLst>
          </p:cNvPr>
          <p:cNvSpPr/>
          <p:nvPr/>
        </p:nvSpPr>
        <p:spPr>
          <a:xfrm>
            <a:off x="4491881" y="198120"/>
            <a:ext cx="5329646" cy="6461760"/>
          </a:xfrm>
          <a:custGeom>
            <a:avLst/>
            <a:gdLst>
              <a:gd name="connsiteX0" fmla="*/ 0 w 5329646"/>
              <a:gd name="connsiteY0" fmla="*/ 0 h 6461760"/>
              <a:gd name="connsiteX1" fmla="*/ 5329646 w 5329646"/>
              <a:gd name="connsiteY1" fmla="*/ 0 h 6461760"/>
              <a:gd name="connsiteX2" fmla="*/ 5329646 w 5329646"/>
              <a:gd name="connsiteY2" fmla="*/ 1062639 h 6461760"/>
              <a:gd name="connsiteX3" fmla="*/ 5281732 w 5329646"/>
              <a:gd name="connsiteY3" fmla="*/ 1062639 h 6461760"/>
              <a:gd name="connsiteX4" fmla="*/ 5281732 w 5329646"/>
              <a:gd name="connsiteY4" fmla="*/ 47914 h 6461760"/>
              <a:gd name="connsiteX5" fmla="*/ 47914 w 5329646"/>
              <a:gd name="connsiteY5" fmla="*/ 47914 h 6461760"/>
              <a:gd name="connsiteX6" fmla="*/ 47914 w 5329646"/>
              <a:gd name="connsiteY6" fmla="*/ 6413846 h 6461760"/>
              <a:gd name="connsiteX7" fmla="*/ 5281732 w 5329646"/>
              <a:gd name="connsiteY7" fmla="*/ 6413846 h 6461760"/>
              <a:gd name="connsiteX8" fmla="*/ 5281732 w 5329646"/>
              <a:gd name="connsiteY8" fmla="*/ 4058194 h 6461760"/>
              <a:gd name="connsiteX9" fmla="*/ 5329646 w 5329646"/>
              <a:gd name="connsiteY9" fmla="*/ 4058194 h 6461760"/>
              <a:gd name="connsiteX10" fmla="*/ 5329646 w 5329646"/>
              <a:gd name="connsiteY10" fmla="*/ 6461760 h 6461760"/>
              <a:gd name="connsiteX11" fmla="*/ 0 w 5329646"/>
              <a:gd name="connsiteY11" fmla="*/ 6461760 h 6461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329646" h="6461760">
                <a:moveTo>
                  <a:pt x="0" y="0"/>
                </a:moveTo>
                <a:lnTo>
                  <a:pt x="5329646" y="0"/>
                </a:lnTo>
                <a:lnTo>
                  <a:pt x="5329646" y="1062639"/>
                </a:lnTo>
                <a:lnTo>
                  <a:pt x="5281732" y="1062639"/>
                </a:lnTo>
                <a:lnTo>
                  <a:pt x="5281732" y="47914"/>
                </a:lnTo>
                <a:lnTo>
                  <a:pt x="47914" y="47914"/>
                </a:lnTo>
                <a:lnTo>
                  <a:pt x="47914" y="6413846"/>
                </a:lnTo>
                <a:lnTo>
                  <a:pt x="5281732" y="6413846"/>
                </a:lnTo>
                <a:lnTo>
                  <a:pt x="5281732" y="4058194"/>
                </a:lnTo>
                <a:lnTo>
                  <a:pt x="5329646" y="4058194"/>
                </a:lnTo>
                <a:lnTo>
                  <a:pt x="5329646" y="6461760"/>
                </a:lnTo>
                <a:lnTo>
                  <a:pt x="0" y="646176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7EA0A62-CFFB-4051-80B3-C984E6F2F7F5}"/>
              </a:ext>
            </a:extLst>
          </p:cNvPr>
          <p:cNvSpPr txBox="1"/>
          <p:nvPr/>
        </p:nvSpPr>
        <p:spPr>
          <a:xfrm>
            <a:off x="5232016" y="5308503"/>
            <a:ext cx="43845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600" b="1" dirty="0">
                <a:solidFill>
                  <a:schemeClr val="accent3"/>
                </a:solidFill>
                <a:latin typeface="+mj-lt"/>
                <a:cs typeface="Arial" pitchFamily="34" charset="0"/>
              </a:rPr>
              <a:t>Simple PowerPoint Presentation</a:t>
            </a:r>
            <a:endParaRPr lang="ko-KR" altLang="en-US" sz="3600" b="1" dirty="0">
              <a:solidFill>
                <a:schemeClr val="accent3"/>
              </a:solidFill>
              <a:latin typeface="+mj-lt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A4A48D9-E9BB-46D4-B594-79BDD7BC309B}"/>
              </a:ext>
            </a:extLst>
          </p:cNvPr>
          <p:cNvSpPr txBox="1"/>
          <p:nvPr/>
        </p:nvSpPr>
        <p:spPr>
          <a:xfrm>
            <a:off x="5468111" y="605137"/>
            <a:ext cx="426775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GB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OREM IPSUM DOLOR SIT AMET, CU USU AGAM INTEGRE IMPEDIT.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468D80B-8DFA-4939-9C32-81FBC6AFDE9F}"/>
              </a:ext>
            </a:extLst>
          </p:cNvPr>
          <p:cNvSpPr txBox="1"/>
          <p:nvPr/>
        </p:nvSpPr>
        <p:spPr>
          <a:xfrm>
            <a:off x="939971" y="4639876"/>
            <a:ext cx="2241327" cy="16312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2000" dirty="0">
                <a:solidFill>
                  <a:schemeClr val="accent1"/>
                </a:solidFill>
                <a:cs typeface="Arial" pitchFamily="34" charset="0"/>
              </a:rPr>
              <a:t>ALLPPT</a:t>
            </a:r>
            <a:r>
              <a:rPr lang="en-GB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</a:p>
          <a:p>
            <a:r>
              <a:rPr lang="en-GB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Layout</a:t>
            </a:r>
          </a:p>
          <a:p>
            <a:r>
              <a:rPr lang="en-GB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Clean </a:t>
            </a:r>
            <a:r>
              <a:rPr lang="en-GB" altLang="ko-KR" sz="2000" dirty="0">
                <a:solidFill>
                  <a:schemeClr val="accent2"/>
                </a:solidFill>
                <a:cs typeface="Arial" pitchFamily="34" charset="0"/>
              </a:rPr>
              <a:t>Text Slide </a:t>
            </a:r>
          </a:p>
          <a:p>
            <a:r>
              <a:rPr lang="en-GB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for your </a:t>
            </a:r>
          </a:p>
          <a:p>
            <a:r>
              <a:rPr lang="en-GB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Presentation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CF0DF8B-06FD-4BCE-87A8-7F085E4F65AA}"/>
              </a:ext>
            </a:extLst>
          </p:cNvPr>
          <p:cNvSpPr txBox="1"/>
          <p:nvPr/>
        </p:nvSpPr>
        <p:spPr>
          <a:xfrm>
            <a:off x="939971" y="1461416"/>
            <a:ext cx="32754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</a:t>
            </a:r>
            <a:r>
              <a:rPr lang="en-US" altLang="ko-KR" sz="1200" dirty="0">
                <a:solidFill>
                  <a:schemeClr val="bg1"/>
                </a:solidFill>
              </a:rPr>
              <a:t>Get a modern PowerPoint  Presentation that is beautifully designed. 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670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1B76129F-0C53-4228-8DE0-960AE57F842F}"/>
              </a:ext>
            </a:extLst>
          </p:cNvPr>
          <p:cNvGrpSpPr/>
          <p:nvPr/>
        </p:nvGrpSpPr>
        <p:grpSpPr>
          <a:xfrm>
            <a:off x="3783893" y="2740788"/>
            <a:ext cx="4105644" cy="3547909"/>
            <a:chOff x="0" y="0"/>
            <a:chExt cx="7934952" cy="6857020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xmlns="" id="{97C89448-B15C-4C24-A04A-FE2AE3DB58E1}"/>
                </a:ext>
              </a:extLst>
            </p:cNvPr>
            <p:cNvGrpSpPr/>
            <p:nvPr/>
          </p:nvGrpSpPr>
          <p:grpSpPr>
            <a:xfrm>
              <a:off x="3259917" y="0"/>
              <a:ext cx="4144327" cy="5931604"/>
              <a:chOff x="3259917" y="0"/>
              <a:chExt cx="4144327" cy="5931604"/>
            </a:xfrm>
          </p:grpSpPr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xmlns="" id="{037845C7-159F-4E30-A722-7C17C5818D74}"/>
                  </a:ext>
                </a:extLst>
              </p:cNvPr>
              <p:cNvSpPr/>
              <p:nvPr/>
            </p:nvSpPr>
            <p:spPr>
              <a:xfrm>
                <a:off x="3493537" y="3918148"/>
                <a:ext cx="3823851" cy="2013456"/>
              </a:xfrm>
              <a:custGeom>
                <a:avLst/>
                <a:gdLst>
                  <a:gd name="connsiteX0" fmla="*/ 3823851 w 3823851"/>
                  <a:gd name="connsiteY0" fmla="*/ 1995749 h 2013456"/>
                  <a:gd name="connsiteX1" fmla="*/ 3724061 w 3823851"/>
                  <a:gd name="connsiteY1" fmla="*/ 1540267 h 2013456"/>
                  <a:gd name="connsiteX2" fmla="*/ 3456907 w 3823851"/>
                  <a:gd name="connsiteY2" fmla="*/ 901904 h 2013456"/>
                  <a:gd name="connsiteX3" fmla="*/ 2927278 w 3823851"/>
                  <a:gd name="connsiteY3" fmla="*/ 186907 h 2013456"/>
                  <a:gd name="connsiteX4" fmla="*/ 2686181 w 3823851"/>
                  <a:gd name="connsiteY4" fmla="*/ 2369 h 2013456"/>
                  <a:gd name="connsiteX5" fmla="*/ 2668948 w 3823851"/>
                  <a:gd name="connsiteY5" fmla="*/ 20254 h 2013456"/>
                  <a:gd name="connsiteX6" fmla="*/ 2644430 w 3823851"/>
                  <a:gd name="connsiteY6" fmla="*/ 68995 h 2013456"/>
                  <a:gd name="connsiteX7" fmla="*/ 2549495 w 3823851"/>
                  <a:gd name="connsiteY7" fmla="*/ 0 h 2013456"/>
                  <a:gd name="connsiteX8" fmla="*/ 1593343 w 3823851"/>
                  <a:gd name="connsiteY8" fmla="*/ 240267 h 2013456"/>
                  <a:gd name="connsiteX9" fmla="*/ 1473654 w 3823851"/>
                  <a:gd name="connsiteY9" fmla="*/ 245952 h 2013456"/>
                  <a:gd name="connsiteX10" fmla="*/ 1400395 w 3823851"/>
                  <a:gd name="connsiteY10" fmla="*/ 283263 h 2013456"/>
                  <a:gd name="connsiteX11" fmla="*/ 1241204 w 3823851"/>
                  <a:gd name="connsiteY11" fmla="*/ 441210 h 2013456"/>
                  <a:gd name="connsiteX12" fmla="*/ 1073426 w 3823851"/>
                  <a:gd name="connsiteY12" fmla="*/ 658025 h 2013456"/>
                  <a:gd name="connsiteX13" fmla="*/ 1021665 w 3823851"/>
                  <a:gd name="connsiteY13" fmla="*/ 525247 h 2013456"/>
                  <a:gd name="connsiteX14" fmla="*/ 996614 w 3823851"/>
                  <a:gd name="connsiteY14" fmla="*/ 516364 h 2013456"/>
                  <a:gd name="connsiteX15" fmla="*/ 642166 w 3823851"/>
                  <a:gd name="connsiteY15" fmla="*/ 424805 h 2013456"/>
                  <a:gd name="connsiteX16" fmla="*/ 595616 w 3823851"/>
                  <a:gd name="connsiteY16" fmla="*/ 427648 h 2013456"/>
                  <a:gd name="connsiteX17" fmla="*/ 479362 w 3823851"/>
                  <a:gd name="connsiteY17" fmla="*/ 511330 h 2013456"/>
                  <a:gd name="connsiteX18" fmla="*/ 435893 w 3823851"/>
                  <a:gd name="connsiteY18" fmla="*/ 588379 h 2013456"/>
                  <a:gd name="connsiteX19" fmla="*/ 169627 w 3823851"/>
                  <a:gd name="connsiteY19" fmla="*/ 1071104 h 2013456"/>
                  <a:gd name="connsiteX20" fmla="*/ 168679 w 3823851"/>
                  <a:gd name="connsiteY20" fmla="*/ 1995690 h 2013456"/>
                  <a:gd name="connsiteX21" fmla="*/ 895817 w 3823851"/>
                  <a:gd name="connsiteY21" fmla="*/ 1714678 h 2013456"/>
                  <a:gd name="connsiteX22" fmla="*/ 1023501 w 3823851"/>
                  <a:gd name="connsiteY22" fmla="*/ 1629160 h 2013456"/>
                  <a:gd name="connsiteX23" fmla="*/ 1304751 w 3823851"/>
                  <a:gd name="connsiteY23" fmla="*/ 1394223 h 2013456"/>
                  <a:gd name="connsiteX24" fmla="*/ 1427105 w 3823851"/>
                  <a:gd name="connsiteY24" fmla="*/ 1306870 h 2013456"/>
                  <a:gd name="connsiteX25" fmla="*/ 1465600 w 3823851"/>
                  <a:gd name="connsiteY25" fmla="*/ 1336540 h 2013456"/>
                  <a:gd name="connsiteX26" fmla="*/ 1454525 w 3823851"/>
                  <a:gd name="connsiteY26" fmla="*/ 2013457 h 2013456"/>
                  <a:gd name="connsiteX27" fmla="*/ 3823851 w 3823851"/>
                  <a:gd name="connsiteY27" fmla="*/ 1995749 h 2013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823851" h="2013456">
                    <a:moveTo>
                      <a:pt x="3823851" y="1995749"/>
                    </a:moveTo>
                    <a:cubicBezTo>
                      <a:pt x="3823851" y="1995749"/>
                      <a:pt x="3726963" y="1551756"/>
                      <a:pt x="3724061" y="1540267"/>
                    </a:cubicBezTo>
                    <a:cubicBezTo>
                      <a:pt x="3666674" y="1314213"/>
                      <a:pt x="3570378" y="1104268"/>
                      <a:pt x="3456907" y="901904"/>
                    </a:cubicBezTo>
                    <a:cubicBezTo>
                      <a:pt x="3310745" y="641205"/>
                      <a:pt x="3143145" y="395964"/>
                      <a:pt x="2927278" y="186907"/>
                    </a:cubicBezTo>
                    <a:cubicBezTo>
                      <a:pt x="2854256" y="116136"/>
                      <a:pt x="2776260" y="51169"/>
                      <a:pt x="2686181" y="2369"/>
                    </a:cubicBezTo>
                    <a:cubicBezTo>
                      <a:pt x="2674752" y="2843"/>
                      <a:pt x="2672797" y="12614"/>
                      <a:pt x="2668948" y="20254"/>
                    </a:cubicBezTo>
                    <a:cubicBezTo>
                      <a:pt x="2660775" y="36481"/>
                      <a:pt x="2653135" y="53004"/>
                      <a:pt x="2644430" y="68995"/>
                    </a:cubicBezTo>
                    <a:lnTo>
                      <a:pt x="2549495" y="0"/>
                    </a:lnTo>
                    <a:lnTo>
                      <a:pt x="1593343" y="240267"/>
                    </a:lnTo>
                    <a:cubicBezTo>
                      <a:pt x="1553486" y="243051"/>
                      <a:pt x="1513629" y="244886"/>
                      <a:pt x="1473654" y="245952"/>
                    </a:cubicBezTo>
                    <a:cubicBezTo>
                      <a:pt x="1445878" y="251875"/>
                      <a:pt x="1422308" y="266384"/>
                      <a:pt x="1400395" y="283263"/>
                    </a:cubicBezTo>
                    <a:cubicBezTo>
                      <a:pt x="1340758" y="329220"/>
                      <a:pt x="1289412" y="383823"/>
                      <a:pt x="1241204" y="441210"/>
                    </a:cubicBezTo>
                    <a:cubicBezTo>
                      <a:pt x="1180975" y="512929"/>
                      <a:pt x="1120035" y="584292"/>
                      <a:pt x="1073426" y="658025"/>
                    </a:cubicBezTo>
                    <a:cubicBezTo>
                      <a:pt x="1106295" y="599986"/>
                      <a:pt x="1089416" y="551542"/>
                      <a:pt x="1021665" y="525247"/>
                    </a:cubicBezTo>
                    <a:cubicBezTo>
                      <a:pt x="1013374" y="522049"/>
                      <a:pt x="1004906" y="519384"/>
                      <a:pt x="996614" y="516364"/>
                    </a:cubicBezTo>
                    <a:cubicBezTo>
                      <a:pt x="880538" y="477987"/>
                      <a:pt x="761263" y="451692"/>
                      <a:pt x="642166" y="424805"/>
                    </a:cubicBezTo>
                    <a:cubicBezTo>
                      <a:pt x="626768" y="421311"/>
                      <a:pt x="610837" y="421311"/>
                      <a:pt x="595616" y="427648"/>
                    </a:cubicBezTo>
                    <a:cubicBezTo>
                      <a:pt x="543974" y="437657"/>
                      <a:pt x="506486" y="467801"/>
                      <a:pt x="479362" y="511330"/>
                    </a:cubicBezTo>
                    <a:cubicBezTo>
                      <a:pt x="463787" y="536322"/>
                      <a:pt x="448863" y="561965"/>
                      <a:pt x="435893" y="588379"/>
                    </a:cubicBezTo>
                    <a:cubicBezTo>
                      <a:pt x="354995" y="753669"/>
                      <a:pt x="245136" y="902911"/>
                      <a:pt x="169627" y="1071104"/>
                    </a:cubicBezTo>
                    <a:cubicBezTo>
                      <a:pt x="-139279" y="1652198"/>
                      <a:pt x="44312" y="1995690"/>
                      <a:pt x="168679" y="1995690"/>
                    </a:cubicBezTo>
                    <a:cubicBezTo>
                      <a:pt x="512646" y="1995690"/>
                      <a:pt x="883617" y="1719652"/>
                      <a:pt x="895817" y="1714678"/>
                    </a:cubicBezTo>
                    <a:cubicBezTo>
                      <a:pt x="941656" y="1691048"/>
                      <a:pt x="982045" y="1659245"/>
                      <a:pt x="1023501" y="1629160"/>
                    </a:cubicBezTo>
                    <a:cubicBezTo>
                      <a:pt x="1122522" y="1557204"/>
                      <a:pt x="1212718" y="1474530"/>
                      <a:pt x="1304751" y="1394223"/>
                    </a:cubicBezTo>
                    <a:cubicBezTo>
                      <a:pt x="1342890" y="1360940"/>
                      <a:pt x="1386893" y="1336718"/>
                      <a:pt x="1427105" y="1306870"/>
                    </a:cubicBezTo>
                    <a:cubicBezTo>
                      <a:pt x="1435100" y="1296683"/>
                      <a:pt x="1471403" y="1317115"/>
                      <a:pt x="1465600" y="1336540"/>
                    </a:cubicBezTo>
                    <a:cubicBezTo>
                      <a:pt x="1472825" y="1449005"/>
                      <a:pt x="1454525" y="2013457"/>
                      <a:pt x="1454525" y="2013457"/>
                    </a:cubicBezTo>
                    <a:lnTo>
                      <a:pt x="3823851" y="1995749"/>
                    </a:lnTo>
                    <a:close/>
                  </a:path>
                </a:pathLst>
              </a:custGeom>
              <a:solidFill>
                <a:schemeClr val="accent5"/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xmlns="" id="{AA85FCCA-431C-4F0F-96D1-6C6B67BC6394}"/>
                  </a:ext>
                </a:extLst>
              </p:cNvPr>
              <p:cNvSpPr/>
              <p:nvPr/>
            </p:nvSpPr>
            <p:spPr>
              <a:xfrm>
                <a:off x="5699748" y="4458189"/>
                <a:ext cx="390758" cy="833175"/>
              </a:xfrm>
              <a:custGeom>
                <a:avLst/>
                <a:gdLst>
                  <a:gd name="connsiteX0" fmla="*/ 10630 w 390758"/>
                  <a:gd name="connsiteY0" fmla="*/ 39276 h 833175"/>
                  <a:gd name="connsiteX1" fmla="*/ 1569 w 390758"/>
                  <a:gd name="connsiteY1" fmla="*/ 5578 h 833175"/>
                  <a:gd name="connsiteX2" fmla="*/ 11045 w 390758"/>
                  <a:gd name="connsiteY2" fmla="*/ 4275 h 833175"/>
                  <a:gd name="connsiteX3" fmla="*/ 43617 w 390758"/>
                  <a:gd name="connsiteY3" fmla="*/ 18963 h 833175"/>
                  <a:gd name="connsiteX4" fmla="*/ 173256 w 390758"/>
                  <a:gd name="connsiteY4" fmla="*/ 314662 h 833175"/>
                  <a:gd name="connsiteX5" fmla="*/ 207013 w 390758"/>
                  <a:gd name="connsiteY5" fmla="*/ 131071 h 833175"/>
                  <a:gd name="connsiteX6" fmla="*/ 213054 w 390758"/>
                  <a:gd name="connsiteY6" fmla="*/ 90385 h 833175"/>
                  <a:gd name="connsiteX7" fmla="*/ 242073 w 390758"/>
                  <a:gd name="connsiteY7" fmla="*/ 60063 h 833175"/>
                  <a:gd name="connsiteX8" fmla="*/ 253562 w 390758"/>
                  <a:gd name="connsiteY8" fmla="*/ 94768 h 833175"/>
                  <a:gd name="connsiteX9" fmla="*/ 216252 w 390758"/>
                  <a:gd name="connsiteY9" fmla="*/ 270363 h 833175"/>
                  <a:gd name="connsiteX10" fmla="*/ 202038 w 390758"/>
                  <a:gd name="connsiteY10" fmla="*/ 336515 h 833175"/>
                  <a:gd name="connsiteX11" fmla="*/ 225964 w 390758"/>
                  <a:gd name="connsiteY11" fmla="*/ 420079 h 833175"/>
                  <a:gd name="connsiteX12" fmla="*/ 385629 w 390758"/>
                  <a:gd name="connsiteY12" fmla="*/ 788444 h 833175"/>
                  <a:gd name="connsiteX13" fmla="*/ 390130 w 390758"/>
                  <a:gd name="connsiteY13" fmla="*/ 802362 h 833175"/>
                  <a:gd name="connsiteX14" fmla="*/ 378286 w 390758"/>
                  <a:gd name="connsiteY14" fmla="*/ 832092 h 833175"/>
                  <a:gd name="connsiteX15" fmla="*/ 351694 w 390758"/>
                  <a:gd name="connsiteY15" fmla="*/ 814858 h 833175"/>
                  <a:gd name="connsiteX16" fmla="*/ 302776 w 390758"/>
                  <a:gd name="connsiteY16" fmla="*/ 704111 h 833175"/>
                  <a:gd name="connsiteX17" fmla="*/ 154127 w 390758"/>
                  <a:gd name="connsiteY17" fmla="*/ 366364 h 833175"/>
                  <a:gd name="connsiteX18" fmla="*/ 10630 w 390758"/>
                  <a:gd name="connsiteY18" fmla="*/ 39276 h 83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90758" h="833175">
                    <a:moveTo>
                      <a:pt x="10630" y="39276"/>
                    </a:moveTo>
                    <a:cubicBezTo>
                      <a:pt x="5359" y="28675"/>
                      <a:pt x="-3642" y="19022"/>
                      <a:pt x="1569" y="5578"/>
                    </a:cubicBezTo>
                    <a:cubicBezTo>
                      <a:pt x="4708" y="5164"/>
                      <a:pt x="7847" y="4749"/>
                      <a:pt x="11045" y="4275"/>
                    </a:cubicBezTo>
                    <a:cubicBezTo>
                      <a:pt x="28279" y="-4904"/>
                      <a:pt x="35978" y="1018"/>
                      <a:pt x="43617" y="18963"/>
                    </a:cubicBezTo>
                    <a:cubicBezTo>
                      <a:pt x="84836" y="115614"/>
                      <a:pt x="127773" y="211496"/>
                      <a:pt x="173256" y="314662"/>
                    </a:cubicBezTo>
                    <a:cubicBezTo>
                      <a:pt x="185397" y="248747"/>
                      <a:pt x="196294" y="189939"/>
                      <a:pt x="207013" y="131071"/>
                    </a:cubicBezTo>
                    <a:cubicBezTo>
                      <a:pt x="209441" y="117569"/>
                      <a:pt x="211218" y="103948"/>
                      <a:pt x="213054" y="90385"/>
                    </a:cubicBezTo>
                    <a:cubicBezTo>
                      <a:pt x="215363" y="72974"/>
                      <a:pt x="224365" y="57576"/>
                      <a:pt x="242073" y="60063"/>
                    </a:cubicBezTo>
                    <a:cubicBezTo>
                      <a:pt x="260669" y="62669"/>
                      <a:pt x="255931" y="82627"/>
                      <a:pt x="253562" y="94768"/>
                    </a:cubicBezTo>
                    <a:cubicBezTo>
                      <a:pt x="242132" y="153517"/>
                      <a:pt x="228866" y="211851"/>
                      <a:pt x="216252" y="270363"/>
                    </a:cubicBezTo>
                    <a:cubicBezTo>
                      <a:pt x="211514" y="292394"/>
                      <a:pt x="206954" y="314485"/>
                      <a:pt x="202038" y="336515"/>
                    </a:cubicBezTo>
                    <a:cubicBezTo>
                      <a:pt x="194872" y="368673"/>
                      <a:pt x="214712" y="393606"/>
                      <a:pt x="225964" y="420079"/>
                    </a:cubicBezTo>
                    <a:cubicBezTo>
                      <a:pt x="278199" y="543262"/>
                      <a:pt x="332269" y="665735"/>
                      <a:pt x="385629" y="788444"/>
                    </a:cubicBezTo>
                    <a:cubicBezTo>
                      <a:pt x="387583" y="792945"/>
                      <a:pt x="389893" y="797683"/>
                      <a:pt x="390130" y="802362"/>
                    </a:cubicBezTo>
                    <a:cubicBezTo>
                      <a:pt x="390663" y="813851"/>
                      <a:pt x="393861" y="827413"/>
                      <a:pt x="378286" y="832092"/>
                    </a:cubicBezTo>
                    <a:cubicBezTo>
                      <a:pt x="363420" y="836593"/>
                      <a:pt x="356787" y="826347"/>
                      <a:pt x="351694" y="814858"/>
                    </a:cubicBezTo>
                    <a:cubicBezTo>
                      <a:pt x="335349" y="777962"/>
                      <a:pt x="319062" y="741066"/>
                      <a:pt x="302776" y="704111"/>
                    </a:cubicBezTo>
                    <a:cubicBezTo>
                      <a:pt x="253207" y="591529"/>
                      <a:pt x="203578" y="479005"/>
                      <a:pt x="154127" y="366364"/>
                    </a:cubicBezTo>
                    <a:cubicBezTo>
                      <a:pt x="106156" y="257394"/>
                      <a:pt x="58423" y="148305"/>
                      <a:pt x="10630" y="39276"/>
                    </a:cubicBezTo>
                    <a:close/>
                  </a:path>
                </a:pathLst>
              </a:custGeom>
              <a:solidFill>
                <a:srgbClr val="212F99"/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xmlns="" id="{A7451869-F375-4863-BB2B-D82A3BC1BE1A}"/>
                  </a:ext>
                </a:extLst>
              </p:cNvPr>
              <p:cNvSpPr/>
              <p:nvPr/>
            </p:nvSpPr>
            <p:spPr>
              <a:xfrm>
                <a:off x="4335640" y="4608271"/>
                <a:ext cx="2323335" cy="1014093"/>
              </a:xfrm>
              <a:custGeom>
                <a:avLst/>
                <a:gdLst>
                  <a:gd name="connsiteX0" fmla="*/ 177195 w 2323335"/>
                  <a:gd name="connsiteY0" fmla="*/ 68284 h 1014093"/>
                  <a:gd name="connsiteX1" fmla="*/ 0 w 2323335"/>
                  <a:gd name="connsiteY1" fmla="*/ 648667 h 1014093"/>
                  <a:gd name="connsiteX2" fmla="*/ 177195 w 2323335"/>
                  <a:gd name="connsiteY2" fmla="*/ 68284 h 1014093"/>
                  <a:gd name="connsiteX3" fmla="*/ 703389 w 2323335"/>
                  <a:gd name="connsiteY3" fmla="*/ 62243 h 1014093"/>
                  <a:gd name="connsiteX4" fmla="*/ 630545 w 2323335"/>
                  <a:gd name="connsiteY4" fmla="*/ 641619 h 1014093"/>
                  <a:gd name="connsiteX5" fmla="*/ 576652 w 2323335"/>
                  <a:gd name="connsiteY5" fmla="*/ 617990 h 1014093"/>
                  <a:gd name="connsiteX6" fmla="*/ 677271 w 2323335"/>
                  <a:gd name="connsiteY6" fmla="*/ 274201 h 1014093"/>
                  <a:gd name="connsiteX7" fmla="*/ 703389 w 2323335"/>
                  <a:gd name="connsiteY7" fmla="*/ 62243 h 1014093"/>
                  <a:gd name="connsiteX8" fmla="*/ 2308385 w 2323335"/>
                  <a:gd name="connsiteY8" fmla="*/ 60052 h 1014093"/>
                  <a:gd name="connsiteX9" fmla="*/ 2322777 w 2323335"/>
                  <a:gd name="connsiteY9" fmla="*/ 90196 h 1014093"/>
                  <a:gd name="connsiteX10" fmla="*/ 2246379 w 2323335"/>
                  <a:gd name="connsiteY10" fmla="*/ 615562 h 1014093"/>
                  <a:gd name="connsiteX11" fmla="*/ 2139127 w 2323335"/>
                  <a:gd name="connsiteY11" fmla="*/ 902556 h 1014093"/>
                  <a:gd name="connsiteX12" fmla="*/ 2104185 w 2323335"/>
                  <a:gd name="connsiteY12" fmla="*/ 914518 h 1014093"/>
                  <a:gd name="connsiteX13" fmla="*/ 2308385 w 2323335"/>
                  <a:gd name="connsiteY13" fmla="*/ 60052 h 1014093"/>
                  <a:gd name="connsiteX14" fmla="*/ 851386 w 2323335"/>
                  <a:gd name="connsiteY14" fmla="*/ 0 h 1014093"/>
                  <a:gd name="connsiteX15" fmla="*/ 883722 w 2323335"/>
                  <a:gd name="connsiteY15" fmla="*/ 2310 h 1014093"/>
                  <a:gd name="connsiteX16" fmla="*/ 869331 w 2323335"/>
                  <a:gd name="connsiteY16" fmla="*/ 216341 h 1014093"/>
                  <a:gd name="connsiteX17" fmla="*/ 1070689 w 2323335"/>
                  <a:gd name="connsiteY17" fmla="*/ 738804 h 1014093"/>
                  <a:gd name="connsiteX18" fmla="*/ 1178356 w 2323335"/>
                  <a:gd name="connsiteY18" fmla="*/ 994232 h 1014093"/>
                  <a:gd name="connsiteX19" fmla="*/ 1180132 w 2323335"/>
                  <a:gd name="connsiteY19" fmla="*/ 1014072 h 1014093"/>
                  <a:gd name="connsiteX20" fmla="*/ 1152653 w 2323335"/>
                  <a:gd name="connsiteY20" fmla="*/ 987422 h 1014093"/>
                  <a:gd name="connsiteX21" fmla="*/ 829060 w 2323335"/>
                  <a:gd name="connsiteY21" fmla="*/ 282493 h 1014093"/>
                  <a:gd name="connsiteX22" fmla="*/ 790269 w 2323335"/>
                  <a:gd name="connsiteY22" fmla="*/ 116491 h 1014093"/>
                  <a:gd name="connsiteX23" fmla="*/ 798441 w 2323335"/>
                  <a:gd name="connsiteY23" fmla="*/ 43766 h 1014093"/>
                  <a:gd name="connsiteX24" fmla="*/ 841970 w 2323335"/>
                  <a:gd name="connsiteY24" fmla="*/ 3850 h 1014093"/>
                  <a:gd name="connsiteX25" fmla="*/ 851386 w 2323335"/>
                  <a:gd name="connsiteY25" fmla="*/ 0 h 1014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323335" h="1014093">
                    <a:moveTo>
                      <a:pt x="177195" y="68284"/>
                    </a:moveTo>
                    <a:cubicBezTo>
                      <a:pt x="188802" y="283263"/>
                      <a:pt x="129046" y="476507"/>
                      <a:pt x="0" y="648667"/>
                    </a:cubicBezTo>
                    <a:cubicBezTo>
                      <a:pt x="76753" y="460635"/>
                      <a:pt x="136686" y="267450"/>
                      <a:pt x="177195" y="68284"/>
                    </a:cubicBezTo>
                    <a:close/>
                    <a:moveTo>
                      <a:pt x="703389" y="62243"/>
                    </a:moveTo>
                    <a:cubicBezTo>
                      <a:pt x="720800" y="260639"/>
                      <a:pt x="718609" y="456607"/>
                      <a:pt x="630545" y="641619"/>
                    </a:cubicBezTo>
                    <a:cubicBezTo>
                      <a:pt x="618759" y="619707"/>
                      <a:pt x="599630" y="614496"/>
                      <a:pt x="576652" y="617990"/>
                    </a:cubicBezTo>
                    <a:cubicBezTo>
                      <a:pt x="627228" y="508368"/>
                      <a:pt x="656662" y="392647"/>
                      <a:pt x="677271" y="274201"/>
                    </a:cubicBezTo>
                    <a:cubicBezTo>
                      <a:pt x="689471" y="203963"/>
                      <a:pt x="693854" y="132777"/>
                      <a:pt x="703389" y="62243"/>
                    </a:cubicBezTo>
                    <a:close/>
                    <a:moveTo>
                      <a:pt x="2308385" y="60052"/>
                    </a:moveTo>
                    <a:cubicBezTo>
                      <a:pt x="2327573" y="70712"/>
                      <a:pt x="2322836" y="81668"/>
                      <a:pt x="2322777" y="90196"/>
                    </a:cubicBezTo>
                    <a:cubicBezTo>
                      <a:pt x="2321532" y="268812"/>
                      <a:pt x="2295238" y="443697"/>
                      <a:pt x="2246379" y="615562"/>
                    </a:cubicBezTo>
                    <a:cubicBezTo>
                      <a:pt x="2218367" y="714286"/>
                      <a:pt x="2177147" y="807740"/>
                      <a:pt x="2139127" y="902556"/>
                    </a:cubicBezTo>
                    <a:cubicBezTo>
                      <a:pt x="2127993" y="908004"/>
                      <a:pt x="2117451" y="915348"/>
                      <a:pt x="2104185" y="914518"/>
                    </a:cubicBezTo>
                    <a:cubicBezTo>
                      <a:pt x="2192723" y="635934"/>
                      <a:pt x="2241641" y="347460"/>
                      <a:pt x="2308385" y="60052"/>
                    </a:cubicBezTo>
                    <a:close/>
                    <a:moveTo>
                      <a:pt x="851386" y="0"/>
                    </a:moveTo>
                    <a:cubicBezTo>
                      <a:pt x="861869" y="4797"/>
                      <a:pt x="872944" y="1658"/>
                      <a:pt x="883722" y="2310"/>
                    </a:cubicBezTo>
                    <a:cubicBezTo>
                      <a:pt x="834686" y="70712"/>
                      <a:pt x="846530" y="142075"/>
                      <a:pt x="869331" y="216341"/>
                    </a:cubicBezTo>
                    <a:cubicBezTo>
                      <a:pt x="924231" y="395312"/>
                      <a:pt x="986947" y="570789"/>
                      <a:pt x="1070689" y="738804"/>
                    </a:cubicBezTo>
                    <a:cubicBezTo>
                      <a:pt x="1111789" y="821361"/>
                      <a:pt x="1143059" y="908833"/>
                      <a:pt x="1178356" y="994232"/>
                    </a:cubicBezTo>
                    <a:cubicBezTo>
                      <a:pt x="1180725" y="999977"/>
                      <a:pt x="1184752" y="1006669"/>
                      <a:pt x="1180132" y="1014072"/>
                    </a:cubicBezTo>
                    <a:cubicBezTo>
                      <a:pt x="1161714" y="1014783"/>
                      <a:pt x="1158220" y="997963"/>
                      <a:pt x="1152653" y="987422"/>
                    </a:cubicBezTo>
                    <a:cubicBezTo>
                      <a:pt x="1031602" y="758526"/>
                      <a:pt x="912623" y="528564"/>
                      <a:pt x="829060" y="282493"/>
                    </a:cubicBezTo>
                    <a:cubicBezTo>
                      <a:pt x="810700" y="228482"/>
                      <a:pt x="798441" y="172871"/>
                      <a:pt x="790269" y="116491"/>
                    </a:cubicBezTo>
                    <a:cubicBezTo>
                      <a:pt x="786715" y="91795"/>
                      <a:pt x="791275" y="67632"/>
                      <a:pt x="798441" y="43766"/>
                    </a:cubicBezTo>
                    <a:cubicBezTo>
                      <a:pt x="805133" y="21498"/>
                      <a:pt x="821953" y="11134"/>
                      <a:pt x="841970" y="3850"/>
                    </a:cubicBezTo>
                    <a:cubicBezTo>
                      <a:pt x="845109" y="2547"/>
                      <a:pt x="848248" y="1303"/>
                      <a:pt x="851386" y="0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xmlns="" id="{67EF2EA9-1769-466E-A3A6-923ADB1E7A21}"/>
                  </a:ext>
                </a:extLst>
              </p:cNvPr>
              <p:cNvSpPr/>
              <p:nvPr/>
            </p:nvSpPr>
            <p:spPr>
              <a:xfrm>
                <a:off x="3259917" y="0"/>
                <a:ext cx="4144327" cy="4617073"/>
              </a:xfrm>
              <a:custGeom>
                <a:avLst/>
                <a:gdLst>
                  <a:gd name="connsiteX0" fmla="*/ 4113438 w 4144327"/>
                  <a:gd name="connsiteY0" fmla="*/ 1843337 h 4617073"/>
                  <a:gd name="connsiteX1" fmla="*/ 4046635 w 4144327"/>
                  <a:gd name="connsiteY1" fmla="*/ 1551072 h 4617073"/>
                  <a:gd name="connsiteX2" fmla="*/ 3703202 w 4144327"/>
                  <a:gd name="connsiteY2" fmla="*/ 1060944 h 4617073"/>
                  <a:gd name="connsiteX3" fmla="*/ 3297466 w 4144327"/>
                  <a:gd name="connsiteY3" fmla="*/ 717215 h 4617073"/>
                  <a:gd name="connsiteX4" fmla="*/ 3363144 w 4144327"/>
                  <a:gd name="connsiteY4" fmla="*/ 333215 h 4617073"/>
                  <a:gd name="connsiteX5" fmla="*/ 3362671 w 4144327"/>
                  <a:gd name="connsiteY5" fmla="*/ 447159 h 4617073"/>
                  <a:gd name="connsiteX6" fmla="*/ 3327788 w 4144327"/>
                  <a:gd name="connsiteY6" fmla="*/ 620031 h 4617073"/>
                  <a:gd name="connsiteX7" fmla="*/ 3270934 w 4144327"/>
                  <a:gd name="connsiteY7" fmla="*/ 689203 h 4617073"/>
                  <a:gd name="connsiteX8" fmla="*/ 3177244 w 4144327"/>
                  <a:gd name="connsiteY8" fmla="*/ 684228 h 4617073"/>
                  <a:gd name="connsiteX9" fmla="*/ 3169486 w 4144327"/>
                  <a:gd name="connsiteY9" fmla="*/ 630276 h 4617073"/>
                  <a:gd name="connsiteX10" fmla="*/ 3126371 w 4144327"/>
                  <a:gd name="connsiteY10" fmla="*/ 312960 h 4617073"/>
                  <a:gd name="connsiteX11" fmla="*/ 2692742 w 4144327"/>
                  <a:gd name="connsiteY11" fmla="*/ 86 h 4617073"/>
                  <a:gd name="connsiteX12" fmla="*/ 2874320 w 4144327"/>
                  <a:gd name="connsiteY12" fmla="*/ 124513 h 4617073"/>
                  <a:gd name="connsiteX13" fmla="*/ 3081303 w 4144327"/>
                  <a:gd name="connsiteY13" fmla="*/ 385212 h 4617073"/>
                  <a:gd name="connsiteX14" fmla="*/ 3081007 w 4144327"/>
                  <a:gd name="connsiteY14" fmla="*/ 630513 h 4617073"/>
                  <a:gd name="connsiteX15" fmla="*/ 2788505 w 4144327"/>
                  <a:gd name="connsiteY15" fmla="*/ 380830 h 4617073"/>
                  <a:gd name="connsiteX16" fmla="*/ 1909580 w 4144327"/>
                  <a:gd name="connsiteY16" fmla="*/ 207721 h 4617073"/>
                  <a:gd name="connsiteX17" fmla="*/ 1712427 w 4144327"/>
                  <a:gd name="connsiteY17" fmla="*/ 222468 h 4617073"/>
                  <a:gd name="connsiteX18" fmla="*/ 1473404 w 4144327"/>
                  <a:gd name="connsiteY18" fmla="*/ 344645 h 4617073"/>
                  <a:gd name="connsiteX19" fmla="*/ 1489749 w 4144327"/>
                  <a:gd name="connsiteY19" fmla="*/ 343401 h 4617073"/>
                  <a:gd name="connsiteX20" fmla="*/ 1962347 w 4144327"/>
                  <a:gd name="connsiteY20" fmla="*/ 238458 h 4617073"/>
                  <a:gd name="connsiteX21" fmla="*/ 2309334 w 4144327"/>
                  <a:gd name="connsiteY21" fmla="*/ 264694 h 4617073"/>
                  <a:gd name="connsiteX22" fmla="*/ 2414099 w 4144327"/>
                  <a:gd name="connsiteY22" fmla="*/ 319889 h 4617073"/>
                  <a:gd name="connsiteX23" fmla="*/ 2403143 w 4144327"/>
                  <a:gd name="connsiteY23" fmla="*/ 319830 h 4617073"/>
                  <a:gd name="connsiteX24" fmla="*/ 2043068 w 4144327"/>
                  <a:gd name="connsiteY24" fmla="*/ 321962 h 4617073"/>
                  <a:gd name="connsiteX25" fmla="*/ 1789772 w 4144327"/>
                  <a:gd name="connsiteY25" fmla="*/ 364188 h 4617073"/>
                  <a:gd name="connsiteX26" fmla="*/ 1356380 w 4144327"/>
                  <a:gd name="connsiteY26" fmla="*/ 463919 h 4617073"/>
                  <a:gd name="connsiteX27" fmla="*/ 1188898 w 4144327"/>
                  <a:gd name="connsiteY27" fmla="*/ 528235 h 4617073"/>
                  <a:gd name="connsiteX28" fmla="*/ 817807 w 4144327"/>
                  <a:gd name="connsiteY28" fmla="*/ 440585 h 4617073"/>
                  <a:gd name="connsiteX29" fmla="*/ 784347 w 4144327"/>
                  <a:gd name="connsiteY29" fmla="*/ 411981 h 4617073"/>
                  <a:gd name="connsiteX30" fmla="*/ 875609 w 4144327"/>
                  <a:gd name="connsiteY30" fmla="*/ 556781 h 4617073"/>
                  <a:gd name="connsiteX31" fmla="*/ 1033556 w 4144327"/>
                  <a:gd name="connsiteY31" fmla="*/ 603152 h 4617073"/>
                  <a:gd name="connsiteX32" fmla="*/ 1000214 w 4144327"/>
                  <a:gd name="connsiteY32" fmla="*/ 642891 h 4617073"/>
                  <a:gd name="connsiteX33" fmla="*/ 497827 w 4144327"/>
                  <a:gd name="connsiteY33" fmla="*/ 927456 h 4617073"/>
                  <a:gd name="connsiteX34" fmla="*/ 247255 w 4144327"/>
                  <a:gd name="connsiteY34" fmla="*/ 1167901 h 4617073"/>
                  <a:gd name="connsiteX35" fmla="*/ 166712 w 4144327"/>
                  <a:gd name="connsiteY35" fmla="*/ 1401357 h 4617073"/>
                  <a:gd name="connsiteX36" fmla="*/ 392588 w 4144327"/>
                  <a:gd name="connsiteY36" fmla="*/ 1087535 h 4617073"/>
                  <a:gd name="connsiteX37" fmla="*/ 372689 w 4144327"/>
                  <a:gd name="connsiteY37" fmla="*/ 1108796 h 4617073"/>
                  <a:gd name="connsiteX38" fmla="*/ 265081 w 4144327"/>
                  <a:gd name="connsiteY38" fmla="*/ 1324249 h 4617073"/>
                  <a:gd name="connsiteX39" fmla="*/ 221197 w 4144327"/>
                  <a:gd name="connsiteY39" fmla="*/ 1619297 h 4617073"/>
                  <a:gd name="connsiteX40" fmla="*/ 109740 w 4144327"/>
                  <a:gd name="connsiteY40" fmla="*/ 1746034 h 4617073"/>
                  <a:gd name="connsiteX41" fmla="*/ 0 w 4144327"/>
                  <a:gd name="connsiteY41" fmla="*/ 1758411 h 4617073"/>
                  <a:gd name="connsiteX42" fmla="*/ 126855 w 4144327"/>
                  <a:gd name="connsiteY42" fmla="*/ 1797617 h 4617073"/>
                  <a:gd name="connsiteX43" fmla="*/ 237128 w 4144327"/>
                  <a:gd name="connsiteY43" fmla="*/ 1747870 h 4617073"/>
                  <a:gd name="connsiteX44" fmla="*/ 383823 w 4144327"/>
                  <a:gd name="connsiteY44" fmla="*/ 2452206 h 4617073"/>
                  <a:gd name="connsiteX45" fmla="*/ 438900 w 4144327"/>
                  <a:gd name="connsiteY45" fmla="*/ 1968593 h 4617073"/>
                  <a:gd name="connsiteX46" fmla="*/ 425634 w 4144327"/>
                  <a:gd name="connsiteY46" fmla="*/ 2176583 h 4617073"/>
                  <a:gd name="connsiteX47" fmla="*/ 532413 w 4144327"/>
                  <a:gd name="connsiteY47" fmla="*/ 2479212 h 4617073"/>
                  <a:gd name="connsiteX48" fmla="*/ 532413 w 4144327"/>
                  <a:gd name="connsiteY48" fmla="*/ 2479212 h 4617073"/>
                  <a:gd name="connsiteX49" fmla="*/ 526728 w 4144327"/>
                  <a:gd name="connsiteY49" fmla="*/ 2573258 h 4617073"/>
                  <a:gd name="connsiteX50" fmla="*/ 337985 w 4144327"/>
                  <a:gd name="connsiteY50" fmla="*/ 2976328 h 4617073"/>
                  <a:gd name="connsiteX51" fmla="*/ 669277 w 4144327"/>
                  <a:gd name="connsiteY51" fmla="*/ 3279194 h 4617073"/>
                  <a:gd name="connsiteX52" fmla="*/ 669277 w 4144327"/>
                  <a:gd name="connsiteY52" fmla="*/ 3279194 h 4617073"/>
                  <a:gd name="connsiteX53" fmla="*/ 715411 w 4144327"/>
                  <a:gd name="connsiteY53" fmla="*/ 3392487 h 4617073"/>
                  <a:gd name="connsiteX54" fmla="*/ 686451 w 4144327"/>
                  <a:gd name="connsiteY54" fmla="*/ 3402318 h 4617073"/>
                  <a:gd name="connsiteX55" fmla="*/ 604073 w 4144327"/>
                  <a:gd name="connsiteY55" fmla="*/ 3509393 h 4617073"/>
                  <a:gd name="connsiteX56" fmla="*/ 666967 w 4144327"/>
                  <a:gd name="connsiteY56" fmla="*/ 3810067 h 4617073"/>
                  <a:gd name="connsiteX57" fmla="*/ 862284 w 4144327"/>
                  <a:gd name="connsiteY57" fmla="*/ 4173043 h 4617073"/>
                  <a:gd name="connsiteX58" fmla="*/ 860744 w 4144327"/>
                  <a:gd name="connsiteY58" fmla="*/ 4299484 h 4617073"/>
                  <a:gd name="connsiteX59" fmla="*/ 829415 w 4144327"/>
                  <a:gd name="connsiteY59" fmla="*/ 4345856 h 4617073"/>
                  <a:gd name="connsiteX60" fmla="*/ 887750 w 4144327"/>
                  <a:gd name="connsiteY60" fmla="*/ 4354384 h 4617073"/>
                  <a:gd name="connsiteX61" fmla="*/ 1230709 w 4144327"/>
                  <a:gd name="connsiteY61" fmla="*/ 4442625 h 4617073"/>
                  <a:gd name="connsiteX62" fmla="*/ 1248535 w 4144327"/>
                  <a:gd name="connsiteY62" fmla="*/ 4423793 h 4617073"/>
                  <a:gd name="connsiteX63" fmla="*/ 1334526 w 4144327"/>
                  <a:gd name="connsiteY63" fmla="*/ 4341414 h 4617073"/>
                  <a:gd name="connsiteX64" fmla="*/ 1482110 w 4144327"/>
                  <a:gd name="connsiteY64" fmla="*/ 4174346 h 4617073"/>
                  <a:gd name="connsiteX65" fmla="*/ 1489157 w 4144327"/>
                  <a:gd name="connsiteY65" fmla="*/ 4147933 h 4617073"/>
                  <a:gd name="connsiteX66" fmla="*/ 1489572 w 4144327"/>
                  <a:gd name="connsiteY66" fmla="*/ 4148051 h 4617073"/>
                  <a:gd name="connsiteX67" fmla="*/ 1700050 w 4144327"/>
                  <a:gd name="connsiteY67" fmla="*/ 4171918 h 4617073"/>
                  <a:gd name="connsiteX68" fmla="*/ 1960038 w 4144327"/>
                  <a:gd name="connsiteY68" fmla="*/ 4155276 h 4617073"/>
                  <a:gd name="connsiteX69" fmla="*/ 1948845 w 4144327"/>
                  <a:gd name="connsiteY69" fmla="*/ 4175886 h 4617073"/>
                  <a:gd name="connsiteX70" fmla="*/ 1917634 w 4144327"/>
                  <a:gd name="connsiteY70" fmla="*/ 4612299 h 4617073"/>
                  <a:gd name="connsiteX71" fmla="*/ 1926695 w 4144327"/>
                  <a:gd name="connsiteY71" fmla="*/ 4607561 h 4617073"/>
                  <a:gd name="connsiteX72" fmla="*/ 1927051 w 4144327"/>
                  <a:gd name="connsiteY72" fmla="*/ 4608390 h 4617073"/>
                  <a:gd name="connsiteX73" fmla="*/ 1959386 w 4144327"/>
                  <a:gd name="connsiteY73" fmla="*/ 4610700 h 4617073"/>
                  <a:gd name="connsiteX74" fmla="*/ 2247031 w 4144327"/>
                  <a:gd name="connsiteY74" fmla="*/ 4545377 h 4617073"/>
                  <a:gd name="connsiteX75" fmla="*/ 2450343 w 4144327"/>
                  <a:gd name="connsiteY75" fmla="*/ 4497584 h 4617073"/>
                  <a:gd name="connsiteX76" fmla="*/ 2442467 w 4144327"/>
                  <a:gd name="connsiteY76" fmla="*/ 4465604 h 4617073"/>
                  <a:gd name="connsiteX77" fmla="*/ 2450758 w 4144327"/>
                  <a:gd name="connsiteY77" fmla="*/ 4462584 h 4617073"/>
                  <a:gd name="connsiteX78" fmla="*/ 2440631 w 4144327"/>
                  <a:gd name="connsiteY78" fmla="*/ 4444639 h 4617073"/>
                  <a:gd name="connsiteX79" fmla="*/ 2478830 w 4144327"/>
                  <a:gd name="connsiteY79" fmla="*/ 4348994 h 4617073"/>
                  <a:gd name="connsiteX80" fmla="*/ 2569914 w 4144327"/>
                  <a:gd name="connsiteY80" fmla="*/ 4307893 h 4617073"/>
                  <a:gd name="connsiteX81" fmla="*/ 2919743 w 4144327"/>
                  <a:gd name="connsiteY81" fmla="*/ 3920576 h 4617073"/>
                  <a:gd name="connsiteX82" fmla="*/ 2938872 w 4144327"/>
                  <a:gd name="connsiteY82" fmla="*/ 3796860 h 4617073"/>
                  <a:gd name="connsiteX83" fmla="*/ 2951131 w 4144327"/>
                  <a:gd name="connsiteY83" fmla="*/ 3717146 h 4617073"/>
                  <a:gd name="connsiteX84" fmla="*/ 2961318 w 4144327"/>
                  <a:gd name="connsiteY84" fmla="*/ 3639090 h 4617073"/>
                  <a:gd name="connsiteX85" fmla="*/ 2971563 w 4144327"/>
                  <a:gd name="connsiteY85" fmla="*/ 3487362 h 4617073"/>
                  <a:gd name="connsiteX86" fmla="*/ 2971563 w 4144327"/>
                  <a:gd name="connsiteY86" fmla="*/ 3487362 h 4617073"/>
                  <a:gd name="connsiteX87" fmla="*/ 2985362 w 4144327"/>
                  <a:gd name="connsiteY87" fmla="*/ 3461777 h 4617073"/>
                  <a:gd name="connsiteX88" fmla="*/ 3043697 w 4144327"/>
                  <a:gd name="connsiteY88" fmla="*/ 3349373 h 4617073"/>
                  <a:gd name="connsiteX89" fmla="*/ 3202236 w 4144327"/>
                  <a:gd name="connsiteY89" fmla="*/ 3283694 h 4617073"/>
                  <a:gd name="connsiteX90" fmla="*/ 3467495 w 4144327"/>
                  <a:gd name="connsiteY90" fmla="*/ 3246325 h 4617073"/>
                  <a:gd name="connsiteX91" fmla="*/ 3654106 w 4144327"/>
                  <a:gd name="connsiteY91" fmla="*/ 2988765 h 4617073"/>
                  <a:gd name="connsiteX92" fmla="*/ 3654106 w 4144327"/>
                  <a:gd name="connsiteY92" fmla="*/ 2988765 h 4617073"/>
                  <a:gd name="connsiteX93" fmla="*/ 3718896 w 4144327"/>
                  <a:gd name="connsiteY93" fmla="*/ 2957318 h 4617073"/>
                  <a:gd name="connsiteX94" fmla="*/ 3771249 w 4144327"/>
                  <a:gd name="connsiteY94" fmla="*/ 2886132 h 4617073"/>
                  <a:gd name="connsiteX95" fmla="*/ 3865827 w 4144327"/>
                  <a:gd name="connsiteY95" fmla="*/ 2673877 h 4617073"/>
                  <a:gd name="connsiteX96" fmla="*/ 3902605 w 4144327"/>
                  <a:gd name="connsiteY96" fmla="*/ 2571363 h 4617073"/>
                  <a:gd name="connsiteX97" fmla="*/ 3940389 w 4144327"/>
                  <a:gd name="connsiteY97" fmla="*/ 2465768 h 4617073"/>
                  <a:gd name="connsiteX98" fmla="*/ 3906395 w 4144327"/>
                  <a:gd name="connsiteY98" fmla="*/ 2758092 h 4617073"/>
                  <a:gd name="connsiteX99" fmla="*/ 3915220 w 4144327"/>
                  <a:gd name="connsiteY99" fmla="*/ 2758566 h 4617073"/>
                  <a:gd name="connsiteX100" fmla="*/ 4103074 w 4144327"/>
                  <a:gd name="connsiteY100" fmla="*/ 2576870 h 4617073"/>
                  <a:gd name="connsiteX101" fmla="*/ 4143879 w 4144327"/>
                  <a:gd name="connsiteY101" fmla="*/ 2306400 h 4617073"/>
                  <a:gd name="connsiteX102" fmla="*/ 4113438 w 4144327"/>
                  <a:gd name="connsiteY102" fmla="*/ 1843337 h 4617073"/>
                  <a:gd name="connsiteX103" fmla="*/ 262712 w 4144327"/>
                  <a:gd name="connsiteY103" fmla="*/ 1656015 h 4617073"/>
                  <a:gd name="connsiteX104" fmla="*/ 275327 w 4144327"/>
                  <a:gd name="connsiteY104" fmla="*/ 1491790 h 4617073"/>
                  <a:gd name="connsiteX105" fmla="*/ 484087 w 4144327"/>
                  <a:gd name="connsiteY105" fmla="*/ 1170329 h 4617073"/>
                  <a:gd name="connsiteX106" fmla="*/ 602592 w 4144327"/>
                  <a:gd name="connsiteY106" fmla="*/ 1070361 h 4617073"/>
                  <a:gd name="connsiteX107" fmla="*/ 262712 w 4144327"/>
                  <a:gd name="connsiteY107" fmla="*/ 1656015 h 4617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</a:cxnLst>
                <a:rect l="l" t="t" r="r" b="b"/>
                <a:pathLst>
                  <a:path w="4144327" h="4617073">
                    <a:moveTo>
                      <a:pt x="4113438" y="1843337"/>
                    </a:moveTo>
                    <a:cubicBezTo>
                      <a:pt x="4102778" y="1743250"/>
                      <a:pt x="4085011" y="1645000"/>
                      <a:pt x="4046635" y="1551072"/>
                    </a:cubicBezTo>
                    <a:cubicBezTo>
                      <a:pt x="3969290" y="1361500"/>
                      <a:pt x="3845514" y="1204737"/>
                      <a:pt x="3703202" y="1060944"/>
                    </a:cubicBezTo>
                    <a:cubicBezTo>
                      <a:pt x="3578123" y="934504"/>
                      <a:pt x="3440489" y="822869"/>
                      <a:pt x="3297466" y="717215"/>
                    </a:cubicBezTo>
                    <a:cubicBezTo>
                      <a:pt x="3462698" y="596223"/>
                      <a:pt x="3425032" y="441652"/>
                      <a:pt x="3363144" y="333215"/>
                    </a:cubicBezTo>
                    <a:cubicBezTo>
                      <a:pt x="3363144" y="376566"/>
                      <a:pt x="3365158" y="412040"/>
                      <a:pt x="3362671" y="447159"/>
                    </a:cubicBezTo>
                    <a:cubicBezTo>
                      <a:pt x="3358585" y="506145"/>
                      <a:pt x="3350945" y="564776"/>
                      <a:pt x="3327788" y="620031"/>
                    </a:cubicBezTo>
                    <a:cubicBezTo>
                      <a:pt x="3315825" y="648635"/>
                      <a:pt x="3300131" y="675049"/>
                      <a:pt x="3270934" y="689203"/>
                    </a:cubicBezTo>
                    <a:cubicBezTo>
                      <a:pt x="3239191" y="704601"/>
                      <a:pt x="3206381" y="700574"/>
                      <a:pt x="3177244" y="684228"/>
                    </a:cubicBezTo>
                    <a:cubicBezTo>
                      <a:pt x="3155924" y="672265"/>
                      <a:pt x="3169308" y="648221"/>
                      <a:pt x="3169486" y="630276"/>
                    </a:cubicBezTo>
                    <a:cubicBezTo>
                      <a:pt x="3170552" y="522313"/>
                      <a:pt x="3163031" y="415712"/>
                      <a:pt x="3126371" y="312960"/>
                    </a:cubicBezTo>
                    <a:cubicBezTo>
                      <a:pt x="3062352" y="133456"/>
                      <a:pt x="2873372" y="-3941"/>
                      <a:pt x="2692742" y="86"/>
                    </a:cubicBezTo>
                    <a:cubicBezTo>
                      <a:pt x="2757236" y="38877"/>
                      <a:pt x="2818117" y="78438"/>
                      <a:pt x="2874320" y="124513"/>
                    </a:cubicBezTo>
                    <a:cubicBezTo>
                      <a:pt x="2962087" y="196410"/>
                      <a:pt x="3039906" y="276420"/>
                      <a:pt x="3081303" y="385212"/>
                    </a:cubicBezTo>
                    <a:cubicBezTo>
                      <a:pt x="3112276" y="466644"/>
                      <a:pt x="3112099" y="569750"/>
                      <a:pt x="3081007" y="630513"/>
                    </a:cubicBezTo>
                    <a:cubicBezTo>
                      <a:pt x="2980269" y="497795"/>
                      <a:pt x="2923415" y="448107"/>
                      <a:pt x="2788505" y="380830"/>
                    </a:cubicBezTo>
                    <a:cubicBezTo>
                      <a:pt x="2511521" y="242544"/>
                      <a:pt x="2217124" y="189777"/>
                      <a:pt x="1909580" y="207721"/>
                    </a:cubicBezTo>
                    <a:cubicBezTo>
                      <a:pt x="1843902" y="211571"/>
                      <a:pt x="1777572" y="205708"/>
                      <a:pt x="1712427" y="222468"/>
                    </a:cubicBezTo>
                    <a:cubicBezTo>
                      <a:pt x="1623593" y="245269"/>
                      <a:pt x="1545656" y="287198"/>
                      <a:pt x="1473404" y="344645"/>
                    </a:cubicBezTo>
                    <a:cubicBezTo>
                      <a:pt x="1481221" y="348612"/>
                      <a:pt x="1485189" y="344941"/>
                      <a:pt x="1489749" y="343401"/>
                    </a:cubicBezTo>
                    <a:cubicBezTo>
                      <a:pt x="1643729" y="292588"/>
                      <a:pt x="1796761" y="237688"/>
                      <a:pt x="1962347" y="238458"/>
                    </a:cubicBezTo>
                    <a:cubicBezTo>
                      <a:pt x="2078661" y="238991"/>
                      <a:pt x="2195211" y="236563"/>
                      <a:pt x="2309334" y="264694"/>
                    </a:cubicBezTo>
                    <a:cubicBezTo>
                      <a:pt x="2347236" y="274051"/>
                      <a:pt x="2384369" y="286310"/>
                      <a:pt x="2414099" y="319889"/>
                    </a:cubicBezTo>
                    <a:cubicBezTo>
                      <a:pt x="2407999" y="319889"/>
                      <a:pt x="2405512" y="320126"/>
                      <a:pt x="2403143" y="319830"/>
                    </a:cubicBezTo>
                    <a:cubicBezTo>
                      <a:pt x="2283039" y="306801"/>
                      <a:pt x="2163172" y="308282"/>
                      <a:pt x="2043068" y="321962"/>
                    </a:cubicBezTo>
                    <a:cubicBezTo>
                      <a:pt x="1957787" y="331675"/>
                      <a:pt x="1874342" y="351041"/>
                      <a:pt x="1789772" y="364188"/>
                    </a:cubicBezTo>
                    <a:cubicBezTo>
                      <a:pt x="1642781" y="387048"/>
                      <a:pt x="1497626" y="416186"/>
                      <a:pt x="1356380" y="463919"/>
                    </a:cubicBezTo>
                    <a:cubicBezTo>
                      <a:pt x="1299526" y="483167"/>
                      <a:pt x="1246699" y="515384"/>
                      <a:pt x="1188898" y="528235"/>
                    </a:cubicBezTo>
                    <a:cubicBezTo>
                      <a:pt x="1052804" y="558498"/>
                      <a:pt x="926896" y="531611"/>
                      <a:pt x="817807" y="440585"/>
                    </a:cubicBezTo>
                    <a:cubicBezTo>
                      <a:pt x="808509" y="432827"/>
                      <a:pt x="799389" y="424832"/>
                      <a:pt x="784347" y="411981"/>
                    </a:cubicBezTo>
                    <a:cubicBezTo>
                      <a:pt x="799034" y="476948"/>
                      <a:pt x="825980" y="523971"/>
                      <a:pt x="875609" y="556781"/>
                    </a:cubicBezTo>
                    <a:cubicBezTo>
                      <a:pt x="923461" y="588465"/>
                      <a:pt x="978479" y="596282"/>
                      <a:pt x="1033556" y="603152"/>
                    </a:cubicBezTo>
                    <a:cubicBezTo>
                      <a:pt x="1029233" y="624058"/>
                      <a:pt x="1017566" y="634718"/>
                      <a:pt x="1000214" y="642891"/>
                    </a:cubicBezTo>
                    <a:cubicBezTo>
                      <a:pt x="825684" y="725269"/>
                      <a:pt x="655063" y="814637"/>
                      <a:pt x="497827" y="927456"/>
                    </a:cubicBezTo>
                    <a:cubicBezTo>
                      <a:pt x="402893" y="995562"/>
                      <a:pt x="314355" y="1070598"/>
                      <a:pt x="247255" y="1167901"/>
                    </a:cubicBezTo>
                    <a:cubicBezTo>
                      <a:pt x="199936" y="1236481"/>
                      <a:pt x="170976" y="1311398"/>
                      <a:pt x="166712" y="1401357"/>
                    </a:cubicBezTo>
                    <a:cubicBezTo>
                      <a:pt x="203549" y="1259459"/>
                      <a:pt x="290251" y="1139237"/>
                      <a:pt x="392588" y="1087535"/>
                    </a:cubicBezTo>
                    <a:cubicBezTo>
                      <a:pt x="384178" y="1096478"/>
                      <a:pt x="378375" y="1102637"/>
                      <a:pt x="372689" y="1108796"/>
                    </a:cubicBezTo>
                    <a:cubicBezTo>
                      <a:pt x="316131" y="1170270"/>
                      <a:pt x="276689" y="1239856"/>
                      <a:pt x="265081" y="1324249"/>
                    </a:cubicBezTo>
                    <a:cubicBezTo>
                      <a:pt x="251460" y="1422736"/>
                      <a:pt x="234167" y="1520750"/>
                      <a:pt x="221197" y="1619297"/>
                    </a:cubicBezTo>
                    <a:cubicBezTo>
                      <a:pt x="212136" y="1687936"/>
                      <a:pt x="171154" y="1724891"/>
                      <a:pt x="109740" y="1746034"/>
                    </a:cubicBezTo>
                    <a:cubicBezTo>
                      <a:pt x="76160" y="1757582"/>
                      <a:pt x="41219" y="1757286"/>
                      <a:pt x="0" y="1758411"/>
                    </a:cubicBezTo>
                    <a:cubicBezTo>
                      <a:pt x="42403" y="1786957"/>
                      <a:pt x="82557" y="1800637"/>
                      <a:pt x="126855" y="1797617"/>
                    </a:cubicBezTo>
                    <a:cubicBezTo>
                      <a:pt x="168666" y="1794774"/>
                      <a:pt x="213084" y="1795189"/>
                      <a:pt x="237128" y="1747870"/>
                    </a:cubicBezTo>
                    <a:cubicBezTo>
                      <a:pt x="176365" y="2005193"/>
                      <a:pt x="217999" y="2239241"/>
                      <a:pt x="383823" y="2452206"/>
                    </a:cubicBezTo>
                    <a:cubicBezTo>
                      <a:pt x="308669" y="2183868"/>
                      <a:pt x="366707" y="2056006"/>
                      <a:pt x="438900" y="1968593"/>
                    </a:cubicBezTo>
                    <a:cubicBezTo>
                      <a:pt x="426641" y="2038831"/>
                      <a:pt x="423621" y="2107530"/>
                      <a:pt x="425634" y="2176583"/>
                    </a:cubicBezTo>
                    <a:cubicBezTo>
                      <a:pt x="428891" y="2288929"/>
                      <a:pt x="458681" y="2391799"/>
                      <a:pt x="532413" y="2479212"/>
                    </a:cubicBezTo>
                    <a:cubicBezTo>
                      <a:pt x="532413" y="2479212"/>
                      <a:pt x="532413" y="2479212"/>
                      <a:pt x="532413" y="2479212"/>
                    </a:cubicBezTo>
                    <a:cubicBezTo>
                      <a:pt x="520746" y="2509949"/>
                      <a:pt x="533005" y="2542166"/>
                      <a:pt x="526728" y="2573258"/>
                    </a:cubicBezTo>
                    <a:cubicBezTo>
                      <a:pt x="378611" y="2660967"/>
                      <a:pt x="305708" y="2816723"/>
                      <a:pt x="337985" y="2976328"/>
                    </a:cubicBezTo>
                    <a:cubicBezTo>
                      <a:pt x="368188" y="3125747"/>
                      <a:pt x="514113" y="3259117"/>
                      <a:pt x="669277" y="3279194"/>
                    </a:cubicBezTo>
                    <a:cubicBezTo>
                      <a:pt x="669277" y="3279194"/>
                      <a:pt x="669277" y="3279194"/>
                      <a:pt x="669277" y="3279194"/>
                    </a:cubicBezTo>
                    <a:cubicBezTo>
                      <a:pt x="684675" y="3317096"/>
                      <a:pt x="700132" y="3354999"/>
                      <a:pt x="715411" y="3392487"/>
                    </a:cubicBezTo>
                    <a:cubicBezTo>
                      <a:pt x="705758" y="3400008"/>
                      <a:pt x="693913" y="3394145"/>
                      <a:pt x="686451" y="3402318"/>
                    </a:cubicBezTo>
                    <a:cubicBezTo>
                      <a:pt x="634631" y="3413392"/>
                      <a:pt x="607211" y="3449518"/>
                      <a:pt x="604073" y="3509393"/>
                    </a:cubicBezTo>
                    <a:cubicBezTo>
                      <a:pt x="598565" y="3615224"/>
                      <a:pt x="630427" y="3713297"/>
                      <a:pt x="666967" y="3810067"/>
                    </a:cubicBezTo>
                    <a:cubicBezTo>
                      <a:pt x="715885" y="3939646"/>
                      <a:pt x="788433" y="4056789"/>
                      <a:pt x="862284" y="4173043"/>
                    </a:cubicBezTo>
                    <a:cubicBezTo>
                      <a:pt x="889941" y="4216631"/>
                      <a:pt x="889112" y="4257673"/>
                      <a:pt x="860744" y="4299484"/>
                    </a:cubicBezTo>
                    <a:cubicBezTo>
                      <a:pt x="850262" y="4314941"/>
                      <a:pt x="839839" y="4330398"/>
                      <a:pt x="829415" y="4345856"/>
                    </a:cubicBezTo>
                    <a:cubicBezTo>
                      <a:pt x="848899" y="4348639"/>
                      <a:pt x="868621" y="4350119"/>
                      <a:pt x="887750" y="4354384"/>
                    </a:cubicBezTo>
                    <a:cubicBezTo>
                      <a:pt x="1003057" y="4379909"/>
                      <a:pt x="1117534" y="4408750"/>
                      <a:pt x="1230709" y="4442625"/>
                    </a:cubicBezTo>
                    <a:cubicBezTo>
                      <a:pt x="1239355" y="4438895"/>
                      <a:pt x="1244153" y="4431551"/>
                      <a:pt x="1248535" y="4423793"/>
                    </a:cubicBezTo>
                    <a:cubicBezTo>
                      <a:pt x="1268967" y="4387726"/>
                      <a:pt x="1299289" y="4361549"/>
                      <a:pt x="1334526" y="4341414"/>
                    </a:cubicBezTo>
                    <a:cubicBezTo>
                      <a:pt x="1402810" y="4302327"/>
                      <a:pt x="1447168" y="4242571"/>
                      <a:pt x="1482110" y="4174346"/>
                    </a:cubicBezTo>
                    <a:cubicBezTo>
                      <a:pt x="1486314" y="4166114"/>
                      <a:pt x="1492296" y="4157764"/>
                      <a:pt x="1489157" y="4147933"/>
                    </a:cubicBezTo>
                    <a:cubicBezTo>
                      <a:pt x="1489276" y="4147992"/>
                      <a:pt x="1489453" y="4147992"/>
                      <a:pt x="1489572" y="4148051"/>
                    </a:cubicBezTo>
                    <a:cubicBezTo>
                      <a:pt x="1559218" y="4160370"/>
                      <a:pt x="1627739" y="4182933"/>
                      <a:pt x="1700050" y="4171918"/>
                    </a:cubicBezTo>
                    <a:cubicBezTo>
                      <a:pt x="1786989" y="4170970"/>
                      <a:pt x="1873809" y="4167476"/>
                      <a:pt x="1960038" y="4155276"/>
                    </a:cubicBezTo>
                    <a:cubicBezTo>
                      <a:pt x="1956307" y="4162146"/>
                      <a:pt x="1952398" y="4168898"/>
                      <a:pt x="1948845" y="4175886"/>
                    </a:cubicBezTo>
                    <a:cubicBezTo>
                      <a:pt x="1876593" y="4316895"/>
                      <a:pt x="1855924" y="4461636"/>
                      <a:pt x="1917634" y="4612299"/>
                    </a:cubicBezTo>
                    <a:cubicBezTo>
                      <a:pt x="1922194" y="4612832"/>
                      <a:pt x="1924978" y="4610878"/>
                      <a:pt x="1926695" y="4607561"/>
                    </a:cubicBezTo>
                    <a:cubicBezTo>
                      <a:pt x="1926814" y="4607857"/>
                      <a:pt x="1926932" y="4608153"/>
                      <a:pt x="1927051" y="4608390"/>
                    </a:cubicBezTo>
                    <a:cubicBezTo>
                      <a:pt x="1937000" y="4620827"/>
                      <a:pt x="1948016" y="4618340"/>
                      <a:pt x="1959386" y="4610700"/>
                    </a:cubicBezTo>
                    <a:cubicBezTo>
                      <a:pt x="2055268" y="4589024"/>
                      <a:pt x="2151328" y="4567882"/>
                      <a:pt x="2247031" y="4545377"/>
                    </a:cubicBezTo>
                    <a:cubicBezTo>
                      <a:pt x="2314782" y="4529446"/>
                      <a:pt x="2384073" y="4519852"/>
                      <a:pt x="2450343" y="4497584"/>
                    </a:cubicBezTo>
                    <a:cubicBezTo>
                      <a:pt x="2455851" y="4484733"/>
                      <a:pt x="2449040" y="4475198"/>
                      <a:pt x="2442467" y="4465604"/>
                    </a:cubicBezTo>
                    <a:cubicBezTo>
                      <a:pt x="2445369" y="4465663"/>
                      <a:pt x="2448152" y="4464834"/>
                      <a:pt x="2450758" y="4462584"/>
                    </a:cubicBezTo>
                    <a:cubicBezTo>
                      <a:pt x="2447382" y="4456602"/>
                      <a:pt x="2444125" y="4450561"/>
                      <a:pt x="2440631" y="4444639"/>
                    </a:cubicBezTo>
                    <a:cubicBezTo>
                      <a:pt x="2405452" y="4385298"/>
                      <a:pt x="2413092" y="4366465"/>
                      <a:pt x="2478830" y="4348994"/>
                    </a:cubicBezTo>
                    <a:cubicBezTo>
                      <a:pt x="2511402" y="4340348"/>
                      <a:pt x="2542613" y="4327674"/>
                      <a:pt x="2569914" y="4307893"/>
                    </a:cubicBezTo>
                    <a:cubicBezTo>
                      <a:pt x="2714003" y="4203721"/>
                      <a:pt x="2849150" y="4091257"/>
                      <a:pt x="2919743" y="3920576"/>
                    </a:cubicBezTo>
                    <a:cubicBezTo>
                      <a:pt x="2929456" y="3879831"/>
                      <a:pt x="2942129" y="3839027"/>
                      <a:pt x="2938872" y="3796860"/>
                    </a:cubicBezTo>
                    <a:cubicBezTo>
                      <a:pt x="2936681" y="3768552"/>
                      <a:pt x="2942129" y="3742967"/>
                      <a:pt x="2951131" y="3717146"/>
                    </a:cubicBezTo>
                    <a:cubicBezTo>
                      <a:pt x="2959956" y="3691799"/>
                      <a:pt x="2960785" y="3665622"/>
                      <a:pt x="2961318" y="3639090"/>
                    </a:cubicBezTo>
                    <a:cubicBezTo>
                      <a:pt x="2962384" y="3588396"/>
                      <a:pt x="2963568" y="3537642"/>
                      <a:pt x="2971563" y="3487362"/>
                    </a:cubicBezTo>
                    <a:cubicBezTo>
                      <a:pt x="2971563" y="3487362"/>
                      <a:pt x="2971563" y="3487362"/>
                      <a:pt x="2971563" y="3487362"/>
                    </a:cubicBezTo>
                    <a:cubicBezTo>
                      <a:pt x="2979499" y="3480610"/>
                      <a:pt x="2981868" y="3471016"/>
                      <a:pt x="2985362" y="3461777"/>
                    </a:cubicBezTo>
                    <a:cubicBezTo>
                      <a:pt x="3000227" y="3421980"/>
                      <a:pt x="3017106" y="3382952"/>
                      <a:pt x="3043697" y="3349373"/>
                    </a:cubicBezTo>
                    <a:cubicBezTo>
                      <a:pt x="3084146" y="3298322"/>
                      <a:pt x="3133064" y="3266520"/>
                      <a:pt x="3202236" y="3283694"/>
                    </a:cubicBezTo>
                    <a:cubicBezTo>
                      <a:pt x="3295571" y="3306910"/>
                      <a:pt x="3383991" y="3291512"/>
                      <a:pt x="3467495" y="3246325"/>
                    </a:cubicBezTo>
                    <a:cubicBezTo>
                      <a:pt x="3570602" y="3190537"/>
                      <a:pt x="3636695" y="3107092"/>
                      <a:pt x="3654106" y="2988765"/>
                    </a:cubicBezTo>
                    <a:cubicBezTo>
                      <a:pt x="3654106" y="2988765"/>
                      <a:pt x="3654106" y="2988765"/>
                      <a:pt x="3654106" y="2988765"/>
                    </a:cubicBezTo>
                    <a:cubicBezTo>
                      <a:pt x="3680164" y="2987462"/>
                      <a:pt x="3700892" y="2975262"/>
                      <a:pt x="3718896" y="2957318"/>
                    </a:cubicBezTo>
                    <a:cubicBezTo>
                      <a:pt x="3740038" y="2936294"/>
                      <a:pt x="3756443" y="2911834"/>
                      <a:pt x="3771249" y="2886132"/>
                    </a:cubicBezTo>
                    <a:cubicBezTo>
                      <a:pt x="3810040" y="2818618"/>
                      <a:pt x="3838348" y="2746366"/>
                      <a:pt x="3865827" y="2673877"/>
                    </a:cubicBezTo>
                    <a:cubicBezTo>
                      <a:pt x="3878679" y="2639943"/>
                      <a:pt x="3890405" y="2605534"/>
                      <a:pt x="3902605" y="2571363"/>
                    </a:cubicBezTo>
                    <a:cubicBezTo>
                      <a:pt x="3914805" y="2537250"/>
                      <a:pt x="3927005" y="2503138"/>
                      <a:pt x="3940389" y="2465768"/>
                    </a:cubicBezTo>
                    <a:cubicBezTo>
                      <a:pt x="4004231" y="2574265"/>
                      <a:pt x="3976219" y="2668429"/>
                      <a:pt x="3906395" y="2758092"/>
                    </a:cubicBezTo>
                    <a:cubicBezTo>
                      <a:pt x="3911606" y="2758447"/>
                      <a:pt x="3913502" y="2758980"/>
                      <a:pt x="3915220" y="2758566"/>
                    </a:cubicBezTo>
                    <a:cubicBezTo>
                      <a:pt x="4015602" y="2737068"/>
                      <a:pt x="4070324" y="2668073"/>
                      <a:pt x="4103074" y="2576870"/>
                    </a:cubicBezTo>
                    <a:cubicBezTo>
                      <a:pt x="4134403" y="2489457"/>
                      <a:pt x="4141806" y="2398136"/>
                      <a:pt x="4143879" y="2306400"/>
                    </a:cubicBezTo>
                    <a:cubicBezTo>
                      <a:pt x="4147373" y="2151236"/>
                      <a:pt x="4129843" y="1997316"/>
                      <a:pt x="4113438" y="1843337"/>
                    </a:cubicBezTo>
                    <a:close/>
                    <a:moveTo>
                      <a:pt x="262712" y="1656015"/>
                    </a:moveTo>
                    <a:cubicBezTo>
                      <a:pt x="274202" y="1601826"/>
                      <a:pt x="261410" y="1546453"/>
                      <a:pt x="275327" y="1491790"/>
                    </a:cubicBezTo>
                    <a:cubicBezTo>
                      <a:pt x="308728" y="1360434"/>
                      <a:pt x="385896" y="1258689"/>
                      <a:pt x="484087" y="1170329"/>
                    </a:cubicBezTo>
                    <a:cubicBezTo>
                      <a:pt x="520568" y="1137519"/>
                      <a:pt x="559063" y="1106960"/>
                      <a:pt x="602592" y="1070361"/>
                    </a:cubicBezTo>
                    <a:cubicBezTo>
                      <a:pt x="492023" y="1273317"/>
                      <a:pt x="339347" y="1442517"/>
                      <a:pt x="262712" y="1656015"/>
                    </a:cubicBezTo>
                    <a:close/>
                  </a:path>
                </a:pathLst>
              </a:custGeom>
              <a:solidFill>
                <a:srgbClr val="000000"/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xmlns="" id="{6C46A2A3-0E7E-442E-B0B5-F66CD7B6B237}"/>
                  </a:ext>
                </a:extLst>
              </p:cNvPr>
              <p:cNvSpPr/>
              <p:nvPr/>
            </p:nvSpPr>
            <p:spPr>
              <a:xfrm>
                <a:off x="3783291" y="2073713"/>
                <a:ext cx="3130671" cy="2100345"/>
              </a:xfrm>
              <a:custGeom>
                <a:avLst/>
                <a:gdLst>
                  <a:gd name="connsiteX0" fmla="*/ 1436485 w 3130671"/>
                  <a:gd name="connsiteY0" fmla="*/ 2080734 h 2100345"/>
                  <a:gd name="connsiteX1" fmla="*/ 1176497 w 3130671"/>
                  <a:gd name="connsiteY1" fmla="*/ 2097375 h 2100345"/>
                  <a:gd name="connsiteX2" fmla="*/ 966019 w 3130671"/>
                  <a:gd name="connsiteY2" fmla="*/ 2073509 h 2100345"/>
                  <a:gd name="connsiteX3" fmla="*/ 636504 w 3130671"/>
                  <a:gd name="connsiteY3" fmla="*/ 1911179 h 2100345"/>
                  <a:gd name="connsiteX4" fmla="*/ 270981 w 3130671"/>
                  <a:gd name="connsiteY4" fmla="*/ 1490401 h 2100345"/>
                  <a:gd name="connsiteX5" fmla="*/ 215963 w 3130671"/>
                  <a:gd name="connsiteY5" fmla="*/ 1385813 h 2100345"/>
                  <a:gd name="connsiteX6" fmla="*/ 162840 w 3130671"/>
                  <a:gd name="connsiteY6" fmla="*/ 1327716 h 2100345"/>
                  <a:gd name="connsiteX7" fmla="*/ 191800 w 3130671"/>
                  <a:gd name="connsiteY7" fmla="*/ 1317885 h 2100345"/>
                  <a:gd name="connsiteX8" fmla="*/ 145665 w 3130671"/>
                  <a:gd name="connsiteY8" fmla="*/ 1204592 h 2100345"/>
                  <a:gd name="connsiteX9" fmla="*/ 124641 w 3130671"/>
                  <a:gd name="connsiteY9" fmla="*/ 1173500 h 2100345"/>
                  <a:gd name="connsiteX10" fmla="*/ 5248 w 3130671"/>
                  <a:gd name="connsiteY10" fmla="*/ 622372 h 2100345"/>
                  <a:gd name="connsiteX11" fmla="*/ 3057 w 3130671"/>
                  <a:gd name="connsiteY11" fmla="*/ 498597 h 2100345"/>
                  <a:gd name="connsiteX12" fmla="*/ 8742 w 3130671"/>
                  <a:gd name="connsiteY12" fmla="*/ 404551 h 2100345"/>
                  <a:gd name="connsiteX13" fmla="*/ 36577 w 3130671"/>
                  <a:gd name="connsiteY13" fmla="*/ 461405 h 2100345"/>
                  <a:gd name="connsiteX14" fmla="*/ 36044 w 3130671"/>
                  <a:gd name="connsiteY14" fmla="*/ 592761 h 2100345"/>
                  <a:gd name="connsiteX15" fmla="*/ 104091 w 3130671"/>
                  <a:gd name="connsiteY15" fmla="*/ 504282 h 2100345"/>
                  <a:gd name="connsiteX16" fmla="*/ 104091 w 3130671"/>
                  <a:gd name="connsiteY16" fmla="*/ 714108 h 2100345"/>
                  <a:gd name="connsiteX17" fmla="*/ 110309 w 3130671"/>
                  <a:gd name="connsiteY17" fmla="*/ 716418 h 2100345"/>
                  <a:gd name="connsiteX18" fmla="*/ 161123 w 3130671"/>
                  <a:gd name="connsiteY18" fmla="*/ 632618 h 2100345"/>
                  <a:gd name="connsiteX19" fmla="*/ 195827 w 3130671"/>
                  <a:gd name="connsiteY19" fmla="*/ 727019 h 2100345"/>
                  <a:gd name="connsiteX20" fmla="*/ 199617 w 3130671"/>
                  <a:gd name="connsiteY20" fmla="*/ 726486 h 2100345"/>
                  <a:gd name="connsiteX21" fmla="*/ 203940 w 3130671"/>
                  <a:gd name="connsiteY21" fmla="*/ 633625 h 2100345"/>
                  <a:gd name="connsiteX22" fmla="*/ 209744 w 3130671"/>
                  <a:gd name="connsiteY22" fmla="*/ 432445 h 2100345"/>
                  <a:gd name="connsiteX23" fmla="*/ 202519 w 3130671"/>
                  <a:gd name="connsiteY23" fmla="*/ 353856 h 2100345"/>
                  <a:gd name="connsiteX24" fmla="*/ 225498 w 3130671"/>
                  <a:gd name="connsiteY24" fmla="*/ 278288 h 2100345"/>
                  <a:gd name="connsiteX25" fmla="*/ 327953 w 3130671"/>
                  <a:gd name="connsiteY25" fmla="*/ 209649 h 2100345"/>
                  <a:gd name="connsiteX26" fmla="*/ 291827 w 3130671"/>
                  <a:gd name="connsiteY26" fmla="*/ 368958 h 2100345"/>
                  <a:gd name="connsiteX27" fmla="*/ 760161 w 3130671"/>
                  <a:gd name="connsiteY27" fmla="*/ 0 h 2100345"/>
                  <a:gd name="connsiteX28" fmla="*/ 642545 w 3130671"/>
                  <a:gd name="connsiteY28" fmla="*/ 225935 h 2100345"/>
                  <a:gd name="connsiteX29" fmla="*/ 410154 w 3130671"/>
                  <a:gd name="connsiteY29" fmla="*/ 341005 h 2100345"/>
                  <a:gd name="connsiteX30" fmla="*/ 671682 w 3130671"/>
                  <a:gd name="connsiteY30" fmla="*/ 278584 h 2100345"/>
                  <a:gd name="connsiteX31" fmla="*/ 599489 w 3130671"/>
                  <a:gd name="connsiteY31" fmla="*/ 378078 h 2100345"/>
                  <a:gd name="connsiteX32" fmla="*/ 780711 w 3130671"/>
                  <a:gd name="connsiteY32" fmla="*/ 408874 h 2100345"/>
                  <a:gd name="connsiteX33" fmla="*/ 1031520 w 3130671"/>
                  <a:gd name="connsiteY33" fmla="*/ 397385 h 2100345"/>
                  <a:gd name="connsiteX34" fmla="*/ 1130185 w 3130671"/>
                  <a:gd name="connsiteY34" fmla="*/ 346513 h 2100345"/>
                  <a:gd name="connsiteX35" fmla="*/ 1294410 w 3130671"/>
                  <a:gd name="connsiteY35" fmla="*/ 168903 h 2100345"/>
                  <a:gd name="connsiteX36" fmla="*/ 1315553 w 3130671"/>
                  <a:gd name="connsiteY36" fmla="*/ 148768 h 2100345"/>
                  <a:gd name="connsiteX37" fmla="*/ 1128231 w 3130671"/>
                  <a:gd name="connsiteY37" fmla="*/ 412783 h 2100345"/>
                  <a:gd name="connsiteX38" fmla="*/ 1519989 w 3130671"/>
                  <a:gd name="connsiteY38" fmla="*/ 440085 h 2100345"/>
                  <a:gd name="connsiteX39" fmla="*/ 1699079 w 3130671"/>
                  <a:gd name="connsiteY39" fmla="*/ 425042 h 2100345"/>
                  <a:gd name="connsiteX40" fmla="*/ 1983467 w 3130671"/>
                  <a:gd name="connsiteY40" fmla="*/ 218473 h 2100345"/>
                  <a:gd name="connsiteX41" fmla="*/ 2052343 w 3130671"/>
                  <a:gd name="connsiteY41" fmla="*/ 121762 h 2100345"/>
                  <a:gd name="connsiteX42" fmla="*/ 1575422 w 3130671"/>
                  <a:gd name="connsiteY42" fmla="*/ 498656 h 2100345"/>
                  <a:gd name="connsiteX43" fmla="*/ 1751847 w 3130671"/>
                  <a:gd name="connsiteY43" fmla="*/ 485982 h 2100345"/>
                  <a:gd name="connsiteX44" fmla="*/ 1933365 w 3130671"/>
                  <a:gd name="connsiteY44" fmla="*/ 461642 h 2100345"/>
                  <a:gd name="connsiteX45" fmla="*/ 2114409 w 3130671"/>
                  <a:gd name="connsiteY45" fmla="*/ 426759 h 2100345"/>
                  <a:gd name="connsiteX46" fmla="*/ 1907958 w 3130671"/>
                  <a:gd name="connsiteY46" fmla="*/ 518732 h 2100345"/>
                  <a:gd name="connsiteX47" fmla="*/ 2440015 w 3130671"/>
                  <a:gd name="connsiteY47" fmla="*/ 281723 h 2100345"/>
                  <a:gd name="connsiteX48" fmla="*/ 2214021 w 3130671"/>
                  <a:gd name="connsiteY48" fmla="*/ 787663 h 2100345"/>
                  <a:gd name="connsiteX49" fmla="*/ 2326249 w 3130671"/>
                  <a:gd name="connsiteY49" fmla="*/ 781859 h 2100345"/>
                  <a:gd name="connsiteX50" fmla="*/ 2423611 w 3130671"/>
                  <a:gd name="connsiteY50" fmla="*/ 775226 h 2100345"/>
                  <a:gd name="connsiteX51" fmla="*/ 2444102 w 3130671"/>
                  <a:gd name="connsiteY51" fmla="*/ 795658 h 2100345"/>
                  <a:gd name="connsiteX52" fmla="*/ 2443806 w 3130671"/>
                  <a:gd name="connsiteY52" fmla="*/ 963969 h 2100345"/>
                  <a:gd name="connsiteX53" fmla="*/ 2626627 w 3130671"/>
                  <a:gd name="connsiteY53" fmla="*/ 779846 h 2100345"/>
                  <a:gd name="connsiteX54" fmla="*/ 2757924 w 3130671"/>
                  <a:gd name="connsiteY54" fmla="*/ 705521 h 2100345"/>
                  <a:gd name="connsiteX55" fmla="*/ 2963072 w 3130671"/>
                  <a:gd name="connsiteY55" fmla="*/ 749583 h 2100345"/>
                  <a:gd name="connsiteX56" fmla="*/ 3063632 w 3130671"/>
                  <a:gd name="connsiteY56" fmla="*/ 865127 h 2100345"/>
                  <a:gd name="connsiteX57" fmla="*/ 3130672 w 3130671"/>
                  <a:gd name="connsiteY57" fmla="*/ 914282 h 2100345"/>
                  <a:gd name="connsiteX58" fmla="*/ 2944061 w 3130671"/>
                  <a:gd name="connsiteY58" fmla="*/ 1171842 h 2100345"/>
                  <a:gd name="connsiteX59" fmla="*/ 2678802 w 3130671"/>
                  <a:gd name="connsiteY59" fmla="*/ 1209211 h 2100345"/>
                  <a:gd name="connsiteX60" fmla="*/ 2520263 w 3130671"/>
                  <a:gd name="connsiteY60" fmla="*/ 1274889 h 2100345"/>
                  <a:gd name="connsiteX61" fmla="*/ 2461928 w 3130671"/>
                  <a:gd name="connsiteY61" fmla="*/ 1387294 h 2100345"/>
                  <a:gd name="connsiteX62" fmla="*/ 2448129 w 3130671"/>
                  <a:gd name="connsiteY62" fmla="*/ 1412878 h 2100345"/>
                  <a:gd name="connsiteX63" fmla="*/ 2435219 w 3130671"/>
                  <a:gd name="connsiteY63" fmla="*/ 1389367 h 2100345"/>
                  <a:gd name="connsiteX64" fmla="*/ 2399507 w 3130671"/>
                  <a:gd name="connsiteY64" fmla="*/ 1317056 h 2100345"/>
                  <a:gd name="connsiteX65" fmla="*/ 2279285 w 3130671"/>
                  <a:gd name="connsiteY65" fmla="*/ 1351168 h 2100345"/>
                  <a:gd name="connsiteX66" fmla="*/ 2267500 w 3130671"/>
                  <a:gd name="connsiteY66" fmla="*/ 1369409 h 2100345"/>
                  <a:gd name="connsiteX67" fmla="*/ 2249259 w 3130671"/>
                  <a:gd name="connsiteY67" fmla="*/ 1356261 h 2100345"/>
                  <a:gd name="connsiteX68" fmla="*/ 2227465 w 3130671"/>
                  <a:gd name="connsiteY68" fmla="*/ 1328308 h 2100345"/>
                  <a:gd name="connsiteX69" fmla="*/ 2164097 w 3130671"/>
                  <a:gd name="connsiteY69" fmla="*/ 1332809 h 2100345"/>
                  <a:gd name="connsiteX70" fmla="*/ 2146330 w 3130671"/>
                  <a:gd name="connsiteY70" fmla="*/ 1370060 h 2100345"/>
                  <a:gd name="connsiteX71" fmla="*/ 2107006 w 3130671"/>
                  <a:gd name="connsiteY71" fmla="*/ 1379122 h 2100345"/>
                  <a:gd name="connsiteX72" fmla="*/ 2100432 w 3130671"/>
                  <a:gd name="connsiteY72" fmla="*/ 1373199 h 2100345"/>
                  <a:gd name="connsiteX73" fmla="*/ 2047309 w 3130671"/>
                  <a:gd name="connsiteY73" fmla="*/ 1358571 h 2100345"/>
                  <a:gd name="connsiteX74" fmla="*/ 2013671 w 3130671"/>
                  <a:gd name="connsiteY74" fmla="*/ 1410806 h 2100345"/>
                  <a:gd name="connsiteX75" fmla="*/ 2014796 w 3130671"/>
                  <a:gd name="connsiteY75" fmla="*/ 1452084 h 2100345"/>
                  <a:gd name="connsiteX76" fmla="*/ 2013848 w 3130671"/>
                  <a:gd name="connsiteY76" fmla="*/ 1522263 h 2100345"/>
                  <a:gd name="connsiteX77" fmla="*/ 1830672 w 3130671"/>
                  <a:gd name="connsiteY77" fmla="*/ 1801735 h 2100345"/>
                  <a:gd name="connsiteX78" fmla="*/ 1570151 w 3130671"/>
                  <a:gd name="connsiteY78" fmla="*/ 1965131 h 2100345"/>
                  <a:gd name="connsiteX79" fmla="*/ 1458813 w 3130671"/>
                  <a:gd name="connsiteY79" fmla="*/ 2064270 h 2100345"/>
                  <a:gd name="connsiteX80" fmla="*/ 1436485 w 3130671"/>
                  <a:gd name="connsiteY80" fmla="*/ 2080734 h 2100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3130671" h="2100345">
                    <a:moveTo>
                      <a:pt x="1436485" y="2080734"/>
                    </a:moveTo>
                    <a:cubicBezTo>
                      <a:pt x="1350257" y="2092934"/>
                      <a:pt x="1263436" y="2096428"/>
                      <a:pt x="1176497" y="2097375"/>
                    </a:cubicBezTo>
                    <a:cubicBezTo>
                      <a:pt x="1104186" y="2108450"/>
                      <a:pt x="1035666" y="2085886"/>
                      <a:pt x="966019" y="2073509"/>
                    </a:cubicBezTo>
                    <a:cubicBezTo>
                      <a:pt x="847396" y="2037264"/>
                      <a:pt x="736590" y="1985385"/>
                      <a:pt x="636504" y="1911179"/>
                    </a:cubicBezTo>
                    <a:cubicBezTo>
                      <a:pt x="483590" y="1797767"/>
                      <a:pt x="366270" y="1653738"/>
                      <a:pt x="270981" y="1490401"/>
                    </a:cubicBezTo>
                    <a:cubicBezTo>
                      <a:pt x="251082" y="1456348"/>
                      <a:pt x="232427" y="1421643"/>
                      <a:pt x="215963" y="1385813"/>
                    </a:cubicBezTo>
                    <a:cubicBezTo>
                      <a:pt x="204296" y="1360407"/>
                      <a:pt x="192037" y="1336599"/>
                      <a:pt x="162840" y="1327716"/>
                    </a:cubicBezTo>
                    <a:cubicBezTo>
                      <a:pt x="170243" y="1319543"/>
                      <a:pt x="182147" y="1325406"/>
                      <a:pt x="191800" y="1317885"/>
                    </a:cubicBezTo>
                    <a:cubicBezTo>
                      <a:pt x="176520" y="1280397"/>
                      <a:pt x="161123" y="1242494"/>
                      <a:pt x="145665" y="1204592"/>
                    </a:cubicBezTo>
                    <a:cubicBezTo>
                      <a:pt x="133939" y="1197426"/>
                      <a:pt x="128964" y="1185877"/>
                      <a:pt x="124641" y="1173500"/>
                    </a:cubicBezTo>
                    <a:cubicBezTo>
                      <a:pt x="62339" y="994647"/>
                      <a:pt x="21830" y="811175"/>
                      <a:pt x="5248" y="622372"/>
                    </a:cubicBezTo>
                    <a:cubicBezTo>
                      <a:pt x="1635" y="581035"/>
                      <a:pt x="-3280" y="539993"/>
                      <a:pt x="3057" y="498597"/>
                    </a:cubicBezTo>
                    <a:cubicBezTo>
                      <a:pt x="9334" y="467505"/>
                      <a:pt x="-2925" y="435288"/>
                      <a:pt x="8742" y="404551"/>
                    </a:cubicBezTo>
                    <a:cubicBezTo>
                      <a:pt x="30062" y="417639"/>
                      <a:pt x="37821" y="435939"/>
                      <a:pt x="36577" y="461405"/>
                    </a:cubicBezTo>
                    <a:cubicBezTo>
                      <a:pt x="34563" y="502446"/>
                      <a:pt x="36044" y="543606"/>
                      <a:pt x="36044" y="592761"/>
                    </a:cubicBezTo>
                    <a:cubicBezTo>
                      <a:pt x="60740" y="560662"/>
                      <a:pt x="81172" y="534130"/>
                      <a:pt x="104091" y="504282"/>
                    </a:cubicBezTo>
                    <a:cubicBezTo>
                      <a:pt x="104091" y="576238"/>
                      <a:pt x="104091" y="645173"/>
                      <a:pt x="104091" y="714108"/>
                    </a:cubicBezTo>
                    <a:cubicBezTo>
                      <a:pt x="106164" y="714878"/>
                      <a:pt x="108236" y="715648"/>
                      <a:pt x="110309" y="716418"/>
                    </a:cubicBezTo>
                    <a:cubicBezTo>
                      <a:pt x="126536" y="689649"/>
                      <a:pt x="142763" y="662940"/>
                      <a:pt x="161123" y="632618"/>
                    </a:cubicBezTo>
                    <a:cubicBezTo>
                      <a:pt x="173500" y="666257"/>
                      <a:pt x="184634" y="696638"/>
                      <a:pt x="195827" y="727019"/>
                    </a:cubicBezTo>
                    <a:cubicBezTo>
                      <a:pt x="197070" y="726841"/>
                      <a:pt x="198314" y="726664"/>
                      <a:pt x="199617" y="726486"/>
                    </a:cubicBezTo>
                    <a:cubicBezTo>
                      <a:pt x="201098" y="695513"/>
                      <a:pt x="202934" y="664598"/>
                      <a:pt x="203940" y="633625"/>
                    </a:cubicBezTo>
                    <a:cubicBezTo>
                      <a:pt x="206072" y="566584"/>
                      <a:pt x="207731" y="499544"/>
                      <a:pt x="209744" y="432445"/>
                    </a:cubicBezTo>
                    <a:cubicBezTo>
                      <a:pt x="210573" y="405913"/>
                      <a:pt x="210929" y="379974"/>
                      <a:pt x="202519" y="353856"/>
                    </a:cubicBezTo>
                    <a:cubicBezTo>
                      <a:pt x="193162" y="324719"/>
                      <a:pt x="206546" y="299786"/>
                      <a:pt x="225498" y="278288"/>
                    </a:cubicBezTo>
                    <a:cubicBezTo>
                      <a:pt x="253273" y="246781"/>
                      <a:pt x="289518" y="227475"/>
                      <a:pt x="327953" y="209649"/>
                    </a:cubicBezTo>
                    <a:cubicBezTo>
                      <a:pt x="285135" y="253947"/>
                      <a:pt x="272994" y="305175"/>
                      <a:pt x="291827" y="368958"/>
                    </a:cubicBezTo>
                    <a:cubicBezTo>
                      <a:pt x="412878" y="201180"/>
                      <a:pt x="558567" y="68047"/>
                      <a:pt x="760161" y="0"/>
                    </a:cubicBezTo>
                    <a:cubicBezTo>
                      <a:pt x="737538" y="86643"/>
                      <a:pt x="703011" y="162803"/>
                      <a:pt x="642545" y="225935"/>
                    </a:cubicBezTo>
                    <a:cubicBezTo>
                      <a:pt x="580953" y="290310"/>
                      <a:pt x="503371" y="323297"/>
                      <a:pt x="410154" y="341005"/>
                    </a:cubicBezTo>
                    <a:cubicBezTo>
                      <a:pt x="512550" y="366411"/>
                      <a:pt x="595107" y="341479"/>
                      <a:pt x="671682" y="278584"/>
                    </a:cubicBezTo>
                    <a:cubicBezTo>
                      <a:pt x="664220" y="325252"/>
                      <a:pt x="634194" y="351369"/>
                      <a:pt x="599489" y="378078"/>
                    </a:cubicBezTo>
                    <a:cubicBezTo>
                      <a:pt x="660430" y="398747"/>
                      <a:pt x="720541" y="404966"/>
                      <a:pt x="780711" y="408874"/>
                    </a:cubicBezTo>
                    <a:cubicBezTo>
                      <a:pt x="864630" y="414323"/>
                      <a:pt x="948430" y="408756"/>
                      <a:pt x="1031520" y="397385"/>
                    </a:cubicBezTo>
                    <a:cubicBezTo>
                      <a:pt x="1069363" y="392233"/>
                      <a:pt x="1100515" y="369550"/>
                      <a:pt x="1130185" y="346513"/>
                    </a:cubicBezTo>
                    <a:cubicBezTo>
                      <a:pt x="1194797" y="296469"/>
                      <a:pt x="1245373" y="233397"/>
                      <a:pt x="1294410" y="168903"/>
                    </a:cubicBezTo>
                    <a:cubicBezTo>
                      <a:pt x="1299325" y="162448"/>
                      <a:pt x="1301813" y="153505"/>
                      <a:pt x="1315553" y="148768"/>
                    </a:cubicBezTo>
                    <a:cubicBezTo>
                      <a:pt x="1265568" y="247255"/>
                      <a:pt x="1200364" y="330049"/>
                      <a:pt x="1128231" y="412783"/>
                    </a:cubicBezTo>
                    <a:cubicBezTo>
                      <a:pt x="1260949" y="434222"/>
                      <a:pt x="1390055" y="442631"/>
                      <a:pt x="1519989" y="440085"/>
                    </a:cubicBezTo>
                    <a:cubicBezTo>
                      <a:pt x="1579982" y="438900"/>
                      <a:pt x="1640508" y="442276"/>
                      <a:pt x="1699079" y="425042"/>
                    </a:cubicBezTo>
                    <a:cubicBezTo>
                      <a:pt x="1818295" y="389982"/>
                      <a:pt x="1908787" y="314769"/>
                      <a:pt x="1983467" y="218473"/>
                    </a:cubicBezTo>
                    <a:cubicBezTo>
                      <a:pt x="2008104" y="186670"/>
                      <a:pt x="2030194" y="152972"/>
                      <a:pt x="2052343" y="121762"/>
                    </a:cubicBezTo>
                    <a:cubicBezTo>
                      <a:pt x="1977367" y="323120"/>
                      <a:pt x="1826171" y="463300"/>
                      <a:pt x="1575422" y="498656"/>
                    </a:cubicBezTo>
                    <a:cubicBezTo>
                      <a:pt x="1634230" y="494570"/>
                      <a:pt x="1693216" y="492023"/>
                      <a:pt x="1751847" y="485982"/>
                    </a:cubicBezTo>
                    <a:cubicBezTo>
                      <a:pt x="1812550" y="479764"/>
                      <a:pt x="1873135" y="471532"/>
                      <a:pt x="1933365" y="461642"/>
                    </a:cubicBezTo>
                    <a:cubicBezTo>
                      <a:pt x="1992350" y="451988"/>
                      <a:pt x="2050863" y="439137"/>
                      <a:pt x="2114409" y="426759"/>
                    </a:cubicBezTo>
                    <a:cubicBezTo>
                      <a:pt x="2065846" y="511744"/>
                      <a:pt x="1985895" y="513402"/>
                      <a:pt x="1907958" y="518732"/>
                    </a:cubicBezTo>
                    <a:cubicBezTo>
                      <a:pt x="2047842" y="558590"/>
                      <a:pt x="2252635" y="516541"/>
                      <a:pt x="2440015" y="281723"/>
                    </a:cubicBezTo>
                    <a:cubicBezTo>
                      <a:pt x="2454644" y="373992"/>
                      <a:pt x="2409161" y="572684"/>
                      <a:pt x="2214021" y="787663"/>
                    </a:cubicBezTo>
                    <a:cubicBezTo>
                      <a:pt x="2253582" y="785650"/>
                      <a:pt x="2289945" y="783932"/>
                      <a:pt x="2326249" y="781859"/>
                    </a:cubicBezTo>
                    <a:cubicBezTo>
                      <a:pt x="2358762" y="780023"/>
                      <a:pt x="2391335" y="779076"/>
                      <a:pt x="2423611" y="775226"/>
                    </a:cubicBezTo>
                    <a:cubicBezTo>
                      <a:pt x="2442147" y="773035"/>
                      <a:pt x="2444339" y="779905"/>
                      <a:pt x="2444102" y="795658"/>
                    </a:cubicBezTo>
                    <a:cubicBezTo>
                      <a:pt x="2443273" y="849492"/>
                      <a:pt x="2443806" y="903325"/>
                      <a:pt x="2443806" y="963969"/>
                    </a:cubicBezTo>
                    <a:cubicBezTo>
                      <a:pt x="2507945" y="899713"/>
                      <a:pt x="2569062" y="841437"/>
                      <a:pt x="2626627" y="779846"/>
                    </a:cubicBezTo>
                    <a:cubicBezTo>
                      <a:pt x="2663345" y="740581"/>
                      <a:pt x="2707703" y="719083"/>
                      <a:pt x="2757924" y="705521"/>
                    </a:cubicBezTo>
                    <a:cubicBezTo>
                      <a:pt x="2833966" y="685030"/>
                      <a:pt x="2902072" y="700783"/>
                      <a:pt x="2963072" y="749583"/>
                    </a:cubicBezTo>
                    <a:cubicBezTo>
                      <a:pt x="3003580" y="781978"/>
                      <a:pt x="3035620" y="822012"/>
                      <a:pt x="3063632" y="865127"/>
                    </a:cubicBezTo>
                    <a:cubicBezTo>
                      <a:pt x="3080096" y="890474"/>
                      <a:pt x="3101120" y="907708"/>
                      <a:pt x="3130672" y="914282"/>
                    </a:cubicBezTo>
                    <a:cubicBezTo>
                      <a:pt x="3113261" y="1032609"/>
                      <a:pt x="3047108" y="1116054"/>
                      <a:pt x="2944061" y="1171842"/>
                    </a:cubicBezTo>
                    <a:cubicBezTo>
                      <a:pt x="2860616" y="1217028"/>
                      <a:pt x="2772197" y="1232427"/>
                      <a:pt x="2678802" y="1209211"/>
                    </a:cubicBezTo>
                    <a:cubicBezTo>
                      <a:pt x="2609630" y="1192037"/>
                      <a:pt x="2560712" y="1223780"/>
                      <a:pt x="2520263" y="1274889"/>
                    </a:cubicBezTo>
                    <a:cubicBezTo>
                      <a:pt x="2493672" y="1308468"/>
                      <a:pt x="2476853" y="1347496"/>
                      <a:pt x="2461928" y="1387294"/>
                    </a:cubicBezTo>
                    <a:cubicBezTo>
                      <a:pt x="2458493" y="1396533"/>
                      <a:pt x="2456065" y="1406127"/>
                      <a:pt x="2448129" y="1412878"/>
                    </a:cubicBezTo>
                    <a:cubicBezTo>
                      <a:pt x="2434982" y="1409976"/>
                      <a:pt x="2435692" y="1398842"/>
                      <a:pt x="2435219" y="1389367"/>
                    </a:cubicBezTo>
                    <a:cubicBezTo>
                      <a:pt x="2433738" y="1359992"/>
                      <a:pt x="2420176" y="1336599"/>
                      <a:pt x="2399507" y="1317056"/>
                    </a:cubicBezTo>
                    <a:cubicBezTo>
                      <a:pt x="2356689" y="1276606"/>
                      <a:pt x="2295216" y="1294196"/>
                      <a:pt x="2279285" y="1351168"/>
                    </a:cubicBezTo>
                    <a:cubicBezTo>
                      <a:pt x="2277212" y="1358571"/>
                      <a:pt x="2277390" y="1368284"/>
                      <a:pt x="2267500" y="1369409"/>
                    </a:cubicBezTo>
                    <a:cubicBezTo>
                      <a:pt x="2258676" y="1370356"/>
                      <a:pt x="2254175" y="1362361"/>
                      <a:pt x="2249259" y="1356261"/>
                    </a:cubicBezTo>
                    <a:cubicBezTo>
                      <a:pt x="2241856" y="1347082"/>
                      <a:pt x="2236053" y="1336718"/>
                      <a:pt x="2227465" y="1328308"/>
                    </a:cubicBezTo>
                    <a:cubicBezTo>
                      <a:pt x="2202888" y="1304264"/>
                      <a:pt x="2184233" y="1305270"/>
                      <a:pt x="2164097" y="1332809"/>
                    </a:cubicBezTo>
                    <a:cubicBezTo>
                      <a:pt x="2155865" y="1344061"/>
                      <a:pt x="2151482" y="1357209"/>
                      <a:pt x="2146330" y="1370060"/>
                    </a:cubicBezTo>
                    <a:cubicBezTo>
                      <a:pt x="2136440" y="1394460"/>
                      <a:pt x="2128089" y="1396059"/>
                      <a:pt x="2107006" y="1379122"/>
                    </a:cubicBezTo>
                    <a:cubicBezTo>
                      <a:pt x="2104696" y="1377285"/>
                      <a:pt x="2102742" y="1374976"/>
                      <a:pt x="2100432" y="1373199"/>
                    </a:cubicBezTo>
                    <a:cubicBezTo>
                      <a:pt x="2084738" y="1360940"/>
                      <a:pt x="2069281" y="1347437"/>
                      <a:pt x="2047309" y="1358571"/>
                    </a:cubicBezTo>
                    <a:cubicBezTo>
                      <a:pt x="2026048" y="1369350"/>
                      <a:pt x="2016040" y="1388064"/>
                      <a:pt x="2013671" y="1410806"/>
                    </a:cubicBezTo>
                    <a:cubicBezTo>
                      <a:pt x="2012249" y="1424486"/>
                      <a:pt x="2011420" y="1438640"/>
                      <a:pt x="2014796" y="1452084"/>
                    </a:cubicBezTo>
                    <a:cubicBezTo>
                      <a:pt x="2020777" y="1475714"/>
                      <a:pt x="2019238" y="1498692"/>
                      <a:pt x="2013848" y="1522263"/>
                    </a:cubicBezTo>
                    <a:cubicBezTo>
                      <a:pt x="1987317" y="1638162"/>
                      <a:pt x="1931943" y="1734458"/>
                      <a:pt x="1830672" y="1801735"/>
                    </a:cubicBezTo>
                    <a:cubicBezTo>
                      <a:pt x="1745214" y="1858470"/>
                      <a:pt x="1659696" y="1914969"/>
                      <a:pt x="1570151" y="1965131"/>
                    </a:cubicBezTo>
                    <a:cubicBezTo>
                      <a:pt x="1525616" y="1990123"/>
                      <a:pt x="1487121" y="2021156"/>
                      <a:pt x="1458813" y="2064270"/>
                    </a:cubicBezTo>
                    <a:cubicBezTo>
                      <a:pt x="1453601" y="2071969"/>
                      <a:pt x="1449159" y="2082570"/>
                      <a:pt x="1436485" y="2080734"/>
                    </a:cubicBezTo>
                    <a:close/>
                  </a:path>
                </a:pathLst>
              </a:custGeom>
              <a:solidFill>
                <a:srgbClr val="FDAAB4"/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xmlns="" id="{2EB96912-FC82-4AAE-9250-20043BB57169}"/>
                  </a:ext>
                </a:extLst>
              </p:cNvPr>
              <p:cNvSpPr/>
              <p:nvPr/>
            </p:nvSpPr>
            <p:spPr>
              <a:xfrm>
                <a:off x="3590033" y="2575742"/>
                <a:ext cx="3160120" cy="1860131"/>
              </a:xfrm>
              <a:custGeom>
                <a:avLst/>
                <a:gdLst>
                  <a:gd name="connsiteX0" fmla="*/ 356097 w 3160120"/>
                  <a:gd name="connsiteY0" fmla="*/ 819823 h 1860131"/>
                  <a:gd name="connsiteX1" fmla="*/ 405015 w 3160120"/>
                  <a:gd name="connsiteY1" fmla="*/ 850442 h 1860131"/>
                  <a:gd name="connsiteX2" fmla="*/ 609511 w 3160120"/>
                  <a:gd name="connsiteY2" fmla="*/ 1180609 h 1860131"/>
                  <a:gd name="connsiteX3" fmla="*/ 948858 w 3160120"/>
                  <a:gd name="connsiteY3" fmla="*/ 1469438 h 1860131"/>
                  <a:gd name="connsiteX4" fmla="*/ 1138904 w 3160120"/>
                  <a:gd name="connsiteY4" fmla="*/ 1548501 h 1860131"/>
                  <a:gd name="connsiteX5" fmla="*/ 1157263 w 3160120"/>
                  <a:gd name="connsiteY5" fmla="*/ 1561648 h 1860131"/>
                  <a:gd name="connsiteX6" fmla="*/ 1151814 w 3160120"/>
                  <a:gd name="connsiteY6" fmla="*/ 1591852 h 1860131"/>
                  <a:gd name="connsiteX7" fmla="*/ 1004231 w 3160120"/>
                  <a:gd name="connsiteY7" fmla="*/ 1758919 h 1860131"/>
                  <a:gd name="connsiteX8" fmla="*/ 918240 w 3160120"/>
                  <a:gd name="connsiteY8" fmla="*/ 1841299 h 1860131"/>
                  <a:gd name="connsiteX9" fmla="*/ 900414 w 3160120"/>
                  <a:gd name="connsiteY9" fmla="*/ 1860131 h 1860131"/>
                  <a:gd name="connsiteX10" fmla="*/ 557455 w 3160120"/>
                  <a:gd name="connsiteY10" fmla="*/ 1771889 h 1860131"/>
                  <a:gd name="connsiteX11" fmla="*/ 499120 w 3160120"/>
                  <a:gd name="connsiteY11" fmla="*/ 1763361 h 1860131"/>
                  <a:gd name="connsiteX12" fmla="*/ 530449 w 3160120"/>
                  <a:gd name="connsiteY12" fmla="*/ 1716990 h 1860131"/>
                  <a:gd name="connsiteX13" fmla="*/ 531989 w 3160120"/>
                  <a:gd name="connsiteY13" fmla="*/ 1590549 h 1860131"/>
                  <a:gd name="connsiteX14" fmla="*/ 336672 w 3160120"/>
                  <a:gd name="connsiteY14" fmla="*/ 1227573 h 1860131"/>
                  <a:gd name="connsiteX15" fmla="*/ 273777 w 3160120"/>
                  <a:gd name="connsiteY15" fmla="*/ 926898 h 1860131"/>
                  <a:gd name="connsiteX16" fmla="*/ 356097 w 3160120"/>
                  <a:gd name="connsiteY16" fmla="*/ 819823 h 1860131"/>
                  <a:gd name="connsiteX17" fmla="*/ 2979540 w 3160120"/>
                  <a:gd name="connsiteY17" fmla="*/ 264066 h 1860131"/>
                  <a:gd name="connsiteX18" fmla="*/ 3160120 w 3160120"/>
                  <a:gd name="connsiteY18" fmla="*/ 336389 h 1860131"/>
                  <a:gd name="connsiteX19" fmla="*/ 2918491 w 3160120"/>
                  <a:gd name="connsiteY19" fmla="*/ 281844 h 1860131"/>
                  <a:gd name="connsiteX20" fmla="*/ 2979540 w 3160120"/>
                  <a:gd name="connsiteY20" fmla="*/ 264066 h 1860131"/>
                  <a:gd name="connsiteX21" fmla="*/ 196314 w 3160120"/>
                  <a:gd name="connsiteY21" fmla="*/ 0 h 1860131"/>
                  <a:gd name="connsiteX22" fmla="*/ 202533 w 3160120"/>
                  <a:gd name="connsiteY22" fmla="*/ 27657 h 1860131"/>
                  <a:gd name="connsiteX23" fmla="*/ 284734 w 3160120"/>
                  <a:gd name="connsiteY23" fmla="*/ 537506 h 1860131"/>
                  <a:gd name="connsiteX24" fmla="*/ 338804 w 3160120"/>
                  <a:gd name="connsiteY24" fmla="*/ 705995 h 1860131"/>
                  <a:gd name="connsiteX25" fmla="*/ 7512 w 3160120"/>
                  <a:gd name="connsiteY25" fmla="*/ 403130 h 1860131"/>
                  <a:gd name="connsiteX26" fmla="*/ 196314 w 3160120"/>
                  <a:gd name="connsiteY26" fmla="*/ 0 h 1860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160120" h="1860131">
                    <a:moveTo>
                      <a:pt x="356097" y="819823"/>
                    </a:moveTo>
                    <a:cubicBezTo>
                      <a:pt x="381030" y="816330"/>
                      <a:pt x="394355" y="826990"/>
                      <a:pt x="405015" y="850442"/>
                    </a:cubicBezTo>
                    <a:cubicBezTo>
                      <a:pt x="458848" y="969243"/>
                      <a:pt x="527073" y="1079930"/>
                      <a:pt x="609511" y="1180609"/>
                    </a:cubicBezTo>
                    <a:cubicBezTo>
                      <a:pt x="704801" y="1296982"/>
                      <a:pt x="815192" y="1396890"/>
                      <a:pt x="948858" y="1469438"/>
                    </a:cubicBezTo>
                    <a:cubicBezTo>
                      <a:pt x="1009739" y="1502426"/>
                      <a:pt x="1072515" y="1529550"/>
                      <a:pt x="1138904" y="1548501"/>
                    </a:cubicBezTo>
                    <a:cubicBezTo>
                      <a:pt x="1147077" y="1550810"/>
                      <a:pt x="1153473" y="1553949"/>
                      <a:pt x="1157263" y="1561648"/>
                    </a:cubicBezTo>
                    <a:cubicBezTo>
                      <a:pt x="1163600" y="1573197"/>
                      <a:pt x="1156552" y="1582613"/>
                      <a:pt x="1151814" y="1591852"/>
                    </a:cubicBezTo>
                    <a:cubicBezTo>
                      <a:pt x="1116873" y="1660077"/>
                      <a:pt x="1072515" y="1719833"/>
                      <a:pt x="1004231" y="1758919"/>
                    </a:cubicBezTo>
                    <a:cubicBezTo>
                      <a:pt x="968994" y="1779115"/>
                      <a:pt x="938672" y="1805291"/>
                      <a:pt x="918240" y="1841299"/>
                    </a:cubicBezTo>
                    <a:cubicBezTo>
                      <a:pt x="913857" y="1849057"/>
                      <a:pt x="909060" y="1856400"/>
                      <a:pt x="900414" y="1860131"/>
                    </a:cubicBezTo>
                    <a:cubicBezTo>
                      <a:pt x="787239" y="1826315"/>
                      <a:pt x="672761" y="1797414"/>
                      <a:pt x="557455" y="1771889"/>
                    </a:cubicBezTo>
                    <a:cubicBezTo>
                      <a:pt x="538326" y="1767625"/>
                      <a:pt x="518545" y="1766145"/>
                      <a:pt x="499120" y="1763361"/>
                    </a:cubicBezTo>
                    <a:cubicBezTo>
                      <a:pt x="509543" y="1747904"/>
                      <a:pt x="519966" y="1732388"/>
                      <a:pt x="530449" y="1716990"/>
                    </a:cubicBezTo>
                    <a:cubicBezTo>
                      <a:pt x="558876" y="1675178"/>
                      <a:pt x="559705" y="1634137"/>
                      <a:pt x="531989" y="1590549"/>
                    </a:cubicBezTo>
                    <a:cubicBezTo>
                      <a:pt x="458197" y="1474295"/>
                      <a:pt x="385590" y="1357093"/>
                      <a:pt x="336672" y="1227573"/>
                    </a:cubicBezTo>
                    <a:cubicBezTo>
                      <a:pt x="300131" y="1130802"/>
                      <a:pt x="268210" y="1032670"/>
                      <a:pt x="273777" y="926898"/>
                    </a:cubicBezTo>
                    <a:cubicBezTo>
                      <a:pt x="276857" y="866965"/>
                      <a:pt x="304277" y="830839"/>
                      <a:pt x="356097" y="819823"/>
                    </a:cubicBezTo>
                    <a:close/>
                    <a:moveTo>
                      <a:pt x="2979540" y="264066"/>
                    </a:moveTo>
                    <a:cubicBezTo>
                      <a:pt x="3045180" y="257426"/>
                      <a:pt x="3119790" y="283532"/>
                      <a:pt x="3160120" y="336389"/>
                    </a:cubicBezTo>
                    <a:lnTo>
                      <a:pt x="2918491" y="281844"/>
                    </a:lnTo>
                    <a:cubicBezTo>
                      <a:pt x="2936776" y="272132"/>
                      <a:pt x="2957660" y="266280"/>
                      <a:pt x="2979540" y="264066"/>
                    </a:cubicBezTo>
                    <a:close/>
                    <a:moveTo>
                      <a:pt x="196314" y="0"/>
                    </a:moveTo>
                    <a:cubicBezTo>
                      <a:pt x="205375" y="7640"/>
                      <a:pt x="202296" y="18122"/>
                      <a:pt x="202533" y="27657"/>
                    </a:cubicBezTo>
                    <a:cubicBezTo>
                      <a:pt x="207093" y="201298"/>
                      <a:pt x="238007" y="370794"/>
                      <a:pt x="284734" y="537506"/>
                    </a:cubicBezTo>
                    <a:cubicBezTo>
                      <a:pt x="300665" y="594242"/>
                      <a:pt x="320682" y="649852"/>
                      <a:pt x="338804" y="705995"/>
                    </a:cubicBezTo>
                    <a:cubicBezTo>
                      <a:pt x="183581" y="685919"/>
                      <a:pt x="37716" y="552549"/>
                      <a:pt x="7512" y="403130"/>
                    </a:cubicBezTo>
                    <a:cubicBezTo>
                      <a:pt x="-24705" y="243406"/>
                      <a:pt x="48257" y="87650"/>
                      <a:pt x="196314" y="0"/>
                    </a:cubicBezTo>
                    <a:close/>
                  </a:path>
                </a:pathLst>
              </a:custGeom>
              <a:solidFill>
                <a:srgbClr val="FC8393"/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xmlns="" id="{5E31A573-89F8-4626-9D61-5D9719CA2E4E}"/>
                  </a:ext>
                </a:extLst>
              </p:cNvPr>
              <p:cNvSpPr/>
              <p:nvPr/>
            </p:nvSpPr>
            <p:spPr>
              <a:xfrm>
                <a:off x="5167795" y="3389530"/>
                <a:ext cx="1068683" cy="1244480"/>
              </a:xfrm>
              <a:custGeom>
                <a:avLst/>
                <a:gdLst>
                  <a:gd name="connsiteX0" fmla="*/ 36762 w 1068683"/>
                  <a:gd name="connsiteY0" fmla="*/ 1235797 h 1244480"/>
                  <a:gd name="connsiteX1" fmla="*/ 31491 w 1068683"/>
                  <a:gd name="connsiteY1" fmla="*/ 887567 h 1244480"/>
                  <a:gd name="connsiteX2" fmla="*/ 222070 w 1068683"/>
                  <a:gd name="connsiteY2" fmla="*/ 657131 h 1244480"/>
                  <a:gd name="connsiteX3" fmla="*/ 492363 w 1068683"/>
                  <a:gd name="connsiteY3" fmla="*/ 483075 h 1244480"/>
                  <a:gd name="connsiteX4" fmla="*/ 649718 w 1068683"/>
                  <a:gd name="connsiteY4" fmla="*/ 144202 h 1244480"/>
                  <a:gd name="connsiteX5" fmla="*/ 655403 w 1068683"/>
                  <a:gd name="connsiteY5" fmla="*/ 86164 h 1244480"/>
                  <a:gd name="connsiteX6" fmla="*/ 724931 w 1068683"/>
                  <a:gd name="connsiteY6" fmla="*/ 69996 h 1244480"/>
                  <a:gd name="connsiteX7" fmla="*/ 758332 w 1068683"/>
                  <a:gd name="connsiteY7" fmla="*/ 133660 h 1244480"/>
                  <a:gd name="connsiteX8" fmla="*/ 689516 w 1068683"/>
                  <a:gd name="connsiteY8" fmla="*/ 459386 h 1244480"/>
                  <a:gd name="connsiteX9" fmla="*/ 785753 w 1068683"/>
                  <a:gd name="connsiteY9" fmla="*/ 307183 h 1244480"/>
                  <a:gd name="connsiteX10" fmla="*/ 783916 w 1068683"/>
                  <a:gd name="connsiteY10" fmla="*/ 109142 h 1244480"/>
                  <a:gd name="connsiteX11" fmla="*/ 803875 w 1068683"/>
                  <a:gd name="connsiteY11" fmla="*/ 28185 h 1244480"/>
                  <a:gd name="connsiteX12" fmla="*/ 855991 w 1068683"/>
                  <a:gd name="connsiteY12" fmla="*/ 27356 h 1244480"/>
                  <a:gd name="connsiteX13" fmla="*/ 905323 w 1068683"/>
                  <a:gd name="connsiteY13" fmla="*/ 140057 h 1244480"/>
                  <a:gd name="connsiteX14" fmla="*/ 868961 w 1068683"/>
                  <a:gd name="connsiteY14" fmla="*/ 431374 h 1244480"/>
                  <a:gd name="connsiteX15" fmla="*/ 866769 w 1068683"/>
                  <a:gd name="connsiteY15" fmla="*/ 458557 h 1244480"/>
                  <a:gd name="connsiteX16" fmla="*/ 940087 w 1068683"/>
                  <a:gd name="connsiteY16" fmla="*/ 293325 h 1244480"/>
                  <a:gd name="connsiteX17" fmla="*/ 920010 w 1068683"/>
                  <a:gd name="connsiteY17" fmla="*/ 90250 h 1244480"/>
                  <a:gd name="connsiteX18" fmla="*/ 936593 w 1068683"/>
                  <a:gd name="connsiteY18" fmla="*/ 13853 h 1244480"/>
                  <a:gd name="connsiteX19" fmla="*/ 1032534 w 1068683"/>
                  <a:gd name="connsiteY19" fmla="*/ 18058 h 1244480"/>
                  <a:gd name="connsiteX20" fmla="*/ 1068601 w 1068683"/>
                  <a:gd name="connsiteY20" fmla="*/ 93448 h 1244480"/>
                  <a:gd name="connsiteX21" fmla="*/ 1050300 w 1068683"/>
                  <a:gd name="connsiteY21" fmla="*/ 346093 h 1244480"/>
                  <a:gd name="connsiteX22" fmla="*/ 979529 w 1068683"/>
                  <a:gd name="connsiteY22" fmla="*/ 501020 h 1244480"/>
                  <a:gd name="connsiteX23" fmla="*/ 968099 w 1068683"/>
                  <a:gd name="connsiteY23" fmla="*/ 526722 h 1244480"/>
                  <a:gd name="connsiteX24" fmla="*/ 1038634 w 1068683"/>
                  <a:gd name="connsiteY24" fmla="*/ 414495 h 1244480"/>
                  <a:gd name="connsiteX25" fmla="*/ 982787 w 1068683"/>
                  <a:gd name="connsiteY25" fmla="*/ 621183 h 1244480"/>
                  <a:gd name="connsiteX26" fmla="*/ 752943 w 1068683"/>
                  <a:gd name="connsiteY26" fmla="*/ 869208 h 1244480"/>
                  <a:gd name="connsiteX27" fmla="*/ 563667 w 1068683"/>
                  <a:gd name="connsiteY27" fmla="*/ 973499 h 1244480"/>
                  <a:gd name="connsiteX28" fmla="*/ 529377 w 1068683"/>
                  <a:gd name="connsiteY28" fmla="*/ 1052917 h 1244480"/>
                  <a:gd name="connsiteX29" fmla="*/ 551230 w 1068683"/>
                  <a:gd name="connsiteY29" fmla="*/ 1091352 h 1244480"/>
                  <a:gd name="connsiteX30" fmla="*/ 560291 w 1068683"/>
                  <a:gd name="connsiteY30" fmla="*/ 1124991 h 1244480"/>
                  <a:gd name="connsiteX31" fmla="*/ 356979 w 1068683"/>
                  <a:gd name="connsiteY31" fmla="*/ 1172784 h 1244480"/>
                  <a:gd name="connsiteX32" fmla="*/ 69334 w 1068683"/>
                  <a:gd name="connsiteY32" fmla="*/ 1238107 h 1244480"/>
                  <a:gd name="connsiteX33" fmla="*/ 36762 w 1068683"/>
                  <a:gd name="connsiteY33" fmla="*/ 1235797 h 1244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068683" h="1244480">
                    <a:moveTo>
                      <a:pt x="36762" y="1235797"/>
                    </a:moveTo>
                    <a:cubicBezTo>
                      <a:pt x="-15828" y="1120490"/>
                      <a:pt x="-6886" y="1003229"/>
                      <a:pt x="31491" y="887567"/>
                    </a:cubicBezTo>
                    <a:cubicBezTo>
                      <a:pt x="64715" y="787362"/>
                      <a:pt x="125418" y="708359"/>
                      <a:pt x="222070" y="657131"/>
                    </a:cubicBezTo>
                    <a:cubicBezTo>
                      <a:pt x="316826" y="606910"/>
                      <a:pt x="408029" y="549701"/>
                      <a:pt x="492363" y="483075"/>
                    </a:cubicBezTo>
                    <a:cubicBezTo>
                      <a:pt x="601155" y="397143"/>
                      <a:pt x="655818" y="284382"/>
                      <a:pt x="649718" y="144202"/>
                    </a:cubicBezTo>
                    <a:cubicBezTo>
                      <a:pt x="648888" y="124659"/>
                      <a:pt x="646105" y="104878"/>
                      <a:pt x="655403" y="86164"/>
                    </a:cubicBezTo>
                    <a:cubicBezTo>
                      <a:pt x="670979" y="54835"/>
                      <a:pt x="696918" y="49268"/>
                      <a:pt x="724931" y="69996"/>
                    </a:cubicBezTo>
                    <a:cubicBezTo>
                      <a:pt x="746843" y="86164"/>
                      <a:pt x="756437" y="104997"/>
                      <a:pt x="758332" y="133660"/>
                    </a:cubicBezTo>
                    <a:cubicBezTo>
                      <a:pt x="765676" y="247901"/>
                      <a:pt x="755608" y="357641"/>
                      <a:pt x="689516" y="459386"/>
                    </a:cubicBezTo>
                    <a:cubicBezTo>
                      <a:pt x="727003" y="434216"/>
                      <a:pt x="767986" y="368301"/>
                      <a:pt x="785753" y="307183"/>
                    </a:cubicBezTo>
                    <a:cubicBezTo>
                      <a:pt x="804941" y="241031"/>
                      <a:pt x="804881" y="174465"/>
                      <a:pt x="783916" y="109142"/>
                    </a:cubicBezTo>
                    <a:cubicBezTo>
                      <a:pt x="773375" y="76273"/>
                      <a:pt x="784153" y="51459"/>
                      <a:pt x="803875" y="28185"/>
                    </a:cubicBezTo>
                    <a:cubicBezTo>
                      <a:pt x="821819" y="6983"/>
                      <a:pt x="836151" y="7042"/>
                      <a:pt x="855991" y="27356"/>
                    </a:cubicBezTo>
                    <a:cubicBezTo>
                      <a:pt x="886550" y="58566"/>
                      <a:pt x="902658" y="95107"/>
                      <a:pt x="905323" y="140057"/>
                    </a:cubicBezTo>
                    <a:cubicBezTo>
                      <a:pt x="911186" y="239729"/>
                      <a:pt x="900289" y="336617"/>
                      <a:pt x="868961" y="431374"/>
                    </a:cubicBezTo>
                    <a:cubicBezTo>
                      <a:pt x="866414" y="439132"/>
                      <a:pt x="859485" y="446712"/>
                      <a:pt x="866769" y="458557"/>
                    </a:cubicBezTo>
                    <a:cubicBezTo>
                      <a:pt x="908581" y="410113"/>
                      <a:pt x="928242" y="353377"/>
                      <a:pt x="940087" y="293325"/>
                    </a:cubicBezTo>
                    <a:cubicBezTo>
                      <a:pt x="953827" y="223738"/>
                      <a:pt x="944706" y="156165"/>
                      <a:pt x="920010" y="90250"/>
                    </a:cubicBezTo>
                    <a:cubicBezTo>
                      <a:pt x="906863" y="55072"/>
                      <a:pt x="912607" y="29665"/>
                      <a:pt x="936593" y="13853"/>
                    </a:cubicBezTo>
                    <a:cubicBezTo>
                      <a:pt x="966796" y="-6046"/>
                      <a:pt x="1008430" y="-4388"/>
                      <a:pt x="1032534" y="18058"/>
                    </a:cubicBezTo>
                    <a:cubicBezTo>
                      <a:pt x="1054387" y="38430"/>
                      <a:pt x="1069963" y="65317"/>
                      <a:pt x="1068601" y="93448"/>
                    </a:cubicBezTo>
                    <a:cubicBezTo>
                      <a:pt x="1064395" y="177781"/>
                      <a:pt x="1072924" y="263654"/>
                      <a:pt x="1050300" y="346093"/>
                    </a:cubicBezTo>
                    <a:cubicBezTo>
                      <a:pt x="1035258" y="400874"/>
                      <a:pt x="1008727" y="451924"/>
                      <a:pt x="979529" y="501020"/>
                    </a:cubicBezTo>
                    <a:cubicBezTo>
                      <a:pt x="974791" y="509015"/>
                      <a:pt x="970054" y="517010"/>
                      <a:pt x="968099" y="526722"/>
                    </a:cubicBezTo>
                    <a:cubicBezTo>
                      <a:pt x="1002508" y="496400"/>
                      <a:pt x="1015774" y="452516"/>
                      <a:pt x="1038634" y="414495"/>
                    </a:cubicBezTo>
                    <a:cubicBezTo>
                      <a:pt x="1040233" y="489116"/>
                      <a:pt x="1020038" y="557222"/>
                      <a:pt x="982787" y="621183"/>
                    </a:cubicBezTo>
                    <a:cubicBezTo>
                      <a:pt x="924630" y="721151"/>
                      <a:pt x="841244" y="797311"/>
                      <a:pt x="752943" y="869208"/>
                    </a:cubicBezTo>
                    <a:cubicBezTo>
                      <a:pt x="696089" y="915520"/>
                      <a:pt x="637754" y="957213"/>
                      <a:pt x="563667" y="973499"/>
                    </a:cubicBezTo>
                    <a:cubicBezTo>
                      <a:pt x="521678" y="982738"/>
                      <a:pt x="510663" y="1013593"/>
                      <a:pt x="529377" y="1052917"/>
                    </a:cubicBezTo>
                    <a:cubicBezTo>
                      <a:pt x="535714" y="1066183"/>
                      <a:pt x="543887" y="1078560"/>
                      <a:pt x="551230" y="1091352"/>
                    </a:cubicBezTo>
                    <a:cubicBezTo>
                      <a:pt x="558159" y="1101539"/>
                      <a:pt x="566095" y="1111429"/>
                      <a:pt x="560291" y="1124991"/>
                    </a:cubicBezTo>
                    <a:cubicBezTo>
                      <a:pt x="494021" y="1147259"/>
                      <a:pt x="424730" y="1156853"/>
                      <a:pt x="356979" y="1172784"/>
                    </a:cubicBezTo>
                    <a:cubicBezTo>
                      <a:pt x="261275" y="1195288"/>
                      <a:pt x="165216" y="1216372"/>
                      <a:pt x="69334" y="1238107"/>
                    </a:cubicBezTo>
                    <a:cubicBezTo>
                      <a:pt x="57726" y="1245746"/>
                      <a:pt x="46711" y="1248234"/>
                      <a:pt x="36762" y="1235797"/>
                    </a:cubicBezTo>
                    <a:close/>
                  </a:path>
                </a:pathLst>
              </a:custGeom>
              <a:solidFill>
                <a:srgbClr val="FEA9B3"/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xmlns="" id="{02CB8365-953E-4974-AD3B-32AB2DDDEEB3}"/>
                </a:ext>
              </a:extLst>
            </p:cNvPr>
            <p:cNvGrpSpPr/>
            <p:nvPr/>
          </p:nvGrpSpPr>
          <p:grpSpPr>
            <a:xfrm>
              <a:off x="0" y="3503470"/>
              <a:ext cx="5812123" cy="2428134"/>
              <a:chOff x="0" y="3503470"/>
              <a:chExt cx="5812123" cy="2428134"/>
            </a:xfrm>
          </p:grpSpPr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xmlns="" id="{0FDCC484-4AB4-4269-B92F-21AA1FD5327F}"/>
                  </a:ext>
                </a:extLst>
              </p:cNvPr>
              <p:cNvSpPr/>
              <p:nvPr/>
            </p:nvSpPr>
            <p:spPr>
              <a:xfrm>
                <a:off x="0" y="3503470"/>
                <a:ext cx="5812123" cy="2428134"/>
              </a:xfrm>
              <a:custGeom>
                <a:avLst/>
                <a:gdLst>
                  <a:gd name="connsiteX0" fmla="*/ 5770668 w 5812123"/>
                  <a:gd name="connsiteY0" fmla="*/ 2132080 h 2428134"/>
                  <a:gd name="connsiteX1" fmla="*/ 3935708 w 5812123"/>
                  <a:gd name="connsiteY1" fmla="*/ 2132080 h 2428134"/>
                  <a:gd name="connsiteX2" fmla="*/ 3946606 w 5812123"/>
                  <a:gd name="connsiteY2" fmla="*/ 2070251 h 2428134"/>
                  <a:gd name="connsiteX3" fmla="*/ 3087875 w 5812123"/>
                  <a:gd name="connsiteY3" fmla="*/ 180274 h 2428134"/>
                  <a:gd name="connsiteX4" fmla="*/ 2759544 w 5812123"/>
                  <a:gd name="connsiteY4" fmla="*/ 0 h 2428134"/>
                  <a:gd name="connsiteX5" fmla="*/ 176719 w 5812123"/>
                  <a:gd name="connsiteY5" fmla="*/ 0 h 2428134"/>
                  <a:gd name="connsiteX6" fmla="*/ 8289 w 5812123"/>
                  <a:gd name="connsiteY6" fmla="*/ 201358 h 2428134"/>
                  <a:gd name="connsiteX7" fmla="*/ 884787 w 5812123"/>
                  <a:gd name="connsiteY7" fmla="*/ 2070192 h 2428134"/>
                  <a:gd name="connsiteX8" fmla="*/ 1124284 w 5812123"/>
                  <a:gd name="connsiteY8" fmla="*/ 2250466 h 2428134"/>
                  <a:gd name="connsiteX9" fmla="*/ 1151289 w 5812123"/>
                  <a:gd name="connsiteY9" fmla="*/ 2250466 h 2428134"/>
                  <a:gd name="connsiteX10" fmla="*/ 1151289 w 5812123"/>
                  <a:gd name="connsiteY10" fmla="*/ 2342262 h 2428134"/>
                  <a:gd name="connsiteX11" fmla="*/ 1231240 w 5812123"/>
                  <a:gd name="connsiteY11" fmla="*/ 2422213 h 2428134"/>
                  <a:gd name="connsiteX12" fmla="*/ 3786704 w 5812123"/>
                  <a:gd name="connsiteY12" fmla="*/ 2422213 h 2428134"/>
                  <a:gd name="connsiteX13" fmla="*/ 3786704 w 5812123"/>
                  <a:gd name="connsiteY13" fmla="*/ 2420673 h 2428134"/>
                  <a:gd name="connsiteX14" fmla="*/ 3810393 w 5812123"/>
                  <a:gd name="connsiteY14" fmla="*/ 2428135 h 2428134"/>
                  <a:gd name="connsiteX15" fmla="*/ 5770668 w 5812123"/>
                  <a:gd name="connsiteY15" fmla="*/ 2428135 h 2428134"/>
                  <a:gd name="connsiteX16" fmla="*/ 5812124 w 5812123"/>
                  <a:gd name="connsiteY16" fmla="*/ 2386679 h 2428134"/>
                  <a:gd name="connsiteX17" fmla="*/ 5812124 w 5812123"/>
                  <a:gd name="connsiteY17" fmla="*/ 2173477 h 2428134"/>
                  <a:gd name="connsiteX18" fmla="*/ 5770668 w 5812123"/>
                  <a:gd name="connsiteY18" fmla="*/ 2132080 h 2428134"/>
                  <a:gd name="connsiteX19" fmla="*/ 3768937 w 5812123"/>
                  <a:gd name="connsiteY19" fmla="*/ 2250466 h 2428134"/>
                  <a:gd name="connsiteX20" fmla="*/ 3768937 w 5812123"/>
                  <a:gd name="connsiteY20" fmla="*/ 2250526 h 2428134"/>
                  <a:gd name="connsiteX21" fmla="*/ 3766331 w 5812123"/>
                  <a:gd name="connsiteY21" fmla="*/ 2250526 h 2428134"/>
                  <a:gd name="connsiteX22" fmla="*/ 3768937 w 5812123"/>
                  <a:gd name="connsiteY22" fmla="*/ 2250466 h 2428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812123" h="2428134">
                    <a:moveTo>
                      <a:pt x="5770668" y="2132080"/>
                    </a:moveTo>
                    <a:lnTo>
                      <a:pt x="3935708" y="2132080"/>
                    </a:lnTo>
                    <a:cubicBezTo>
                      <a:pt x="3942756" y="2112773"/>
                      <a:pt x="3946606" y="2091986"/>
                      <a:pt x="3946606" y="2070251"/>
                    </a:cubicBezTo>
                    <a:lnTo>
                      <a:pt x="3087875" y="180274"/>
                    </a:lnTo>
                    <a:cubicBezTo>
                      <a:pt x="3046419" y="71067"/>
                      <a:pt x="2933896" y="17767"/>
                      <a:pt x="2759544" y="0"/>
                    </a:cubicBezTo>
                    <a:lnTo>
                      <a:pt x="176719" y="0"/>
                    </a:lnTo>
                    <a:cubicBezTo>
                      <a:pt x="55667" y="0"/>
                      <a:pt x="-27245" y="109918"/>
                      <a:pt x="8289" y="201358"/>
                    </a:cubicBezTo>
                    <a:lnTo>
                      <a:pt x="884787" y="2070192"/>
                    </a:lnTo>
                    <a:cubicBezTo>
                      <a:pt x="959940" y="2209839"/>
                      <a:pt x="1062633" y="2239510"/>
                      <a:pt x="1124284" y="2250466"/>
                    </a:cubicBezTo>
                    <a:lnTo>
                      <a:pt x="1151289" y="2250466"/>
                    </a:lnTo>
                    <a:lnTo>
                      <a:pt x="1151289" y="2342262"/>
                    </a:lnTo>
                    <a:cubicBezTo>
                      <a:pt x="1151289" y="2386442"/>
                      <a:pt x="1187060" y="2422213"/>
                      <a:pt x="1231240" y="2422213"/>
                    </a:cubicBezTo>
                    <a:lnTo>
                      <a:pt x="3786704" y="2422213"/>
                    </a:lnTo>
                    <a:lnTo>
                      <a:pt x="3786704" y="2420673"/>
                    </a:lnTo>
                    <a:cubicBezTo>
                      <a:pt x="3793396" y="2425351"/>
                      <a:pt x="3801569" y="2428135"/>
                      <a:pt x="3810393" y="2428135"/>
                    </a:cubicBezTo>
                    <a:lnTo>
                      <a:pt x="5770668" y="2428135"/>
                    </a:lnTo>
                    <a:cubicBezTo>
                      <a:pt x="5793587" y="2428135"/>
                      <a:pt x="5812124" y="2409598"/>
                      <a:pt x="5812124" y="2386679"/>
                    </a:cubicBezTo>
                    <a:lnTo>
                      <a:pt x="5812124" y="2173477"/>
                    </a:lnTo>
                    <a:cubicBezTo>
                      <a:pt x="5812124" y="2150617"/>
                      <a:pt x="5793587" y="2132080"/>
                      <a:pt x="5770668" y="2132080"/>
                    </a:cubicBezTo>
                    <a:close/>
                    <a:moveTo>
                      <a:pt x="3768937" y="2250466"/>
                    </a:moveTo>
                    <a:lnTo>
                      <a:pt x="3768937" y="2250526"/>
                    </a:lnTo>
                    <a:lnTo>
                      <a:pt x="3766331" y="2250526"/>
                    </a:lnTo>
                    <a:cubicBezTo>
                      <a:pt x="3767219" y="2250526"/>
                      <a:pt x="3768049" y="2250466"/>
                      <a:pt x="3768937" y="2250466"/>
                    </a:cubicBezTo>
                    <a:close/>
                  </a:path>
                </a:pathLst>
              </a:custGeom>
              <a:solidFill>
                <a:srgbClr val="090B55"/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" name="자유형: 도형 15">
                <a:extLst>
                  <a:ext uri="{FF2B5EF4-FFF2-40B4-BE49-F238E27FC236}">
                    <a16:creationId xmlns:a16="http://schemas.microsoft.com/office/drawing/2014/main" xmlns="" id="{D99A0380-A423-4A77-BB77-2659D9AC77EA}"/>
                  </a:ext>
                </a:extLst>
              </p:cNvPr>
              <p:cNvSpPr/>
              <p:nvPr/>
            </p:nvSpPr>
            <p:spPr>
              <a:xfrm>
                <a:off x="3804470" y="5647394"/>
                <a:ext cx="1995808" cy="266502"/>
              </a:xfrm>
              <a:custGeom>
                <a:avLst/>
                <a:gdLst>
                  <a:gd name="connsiteX0" fmla="*/ 1954352 w 1995808"/>
                  <a:gd name="connsiteY0" fmla="*/ 266503 h 266502"/>
                  <a:gd name="connsiteX1" fmla="*/ 41456 w 1995808"/>
                  <a:gd name="connsiteY1" fmla="*/ 266503 h 266502"/>
                  <a:gd name="connsiteX2" fmla="*/ 0 w 1995808"/>
                  <a:gd name="connsiteY2" fmla="*/ 225047 h 266502"/>
                  <a:gd name="connsiteX3" fmla="*/ 0 w 1995808"/>
                  <a:gd name="connsiteY3" fmla="*/ 41456 h 266502"/>
                  <a:gd name="connsiteX4" fmla="*/ 41456 w 1995808"/>
                  <a:gd name="connsiteY4" fmla="*/ 0 h 266502"/>
                  <a:gd name="connsiteX5" fmla="*/ 1954352 w 1995808"/>
                  <a:gd name="connsiteY5" fmla="*/ 0 h 266502"/>
                  <a:gd name="connsiteX6" fmla="*/ 1995808 w 1995808"/>
                  <a:gd name="connsiteY6" fmla="*/ 41456 h 266502"/>
                  <a:gd name="connsiteX7" fmla="*/ 1995808 w 1995808"/>
                  <a:gd name="connsiteY7" fmla="*/ 225047 h 266502"/>
                  <a:gd name="connsiteX8" fmla="*/ 1954352 w 1995808"/>
                  <a:gd name="connsiteY8" fmla="*/ 266503 h 266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95808" h="266502">
                    <a:moveTo>
                      <a:pt x="1954352" y="266503"/>
                    </a:moveTo>
                    <a:lnTo>
                      <a:pt x="41456" y="266503"/>
                    </a:lnTo>
                    <a:cubicBezTo>
                      <a:pt x="18537" y="266503"/>
                      <a:pt x="0" y="247966"/>
                      <a:pt x="0" y="225047"/>
                    </a:cubicBezTo>
                    <a:lnTo>
                      <a:pt x="0" y="41456"/>
                    </a:lnTo>
                    <a:cubicBezTo>
                      <a:pt x="0" y="18536"/>
                      <a:pt x="18537" y="0"/>
                      <a:pt x="41456" y="0"/>
                    </a:cubicBezTo>
                    <a:lnTo>
                      <a:pt x="1954352" y="0"/>
                    </a:lnTo>
                    <a:cubicBezTo>
                      <a:pt x="1977272" y="0"/>
                      <a:pt x="1995808" y="18536"/>
                      <a:pt x="1995808" y="41456"/>
                    </a:cubicBezTo>
                    <a:lnTo>
                      <a:pt x="1995808" y="225047"/>
                    </a:lnTo>
                    <a:cubicBezTo>
                      <a:pt x="1995808" y="247966"/>
                      <a:pt x="1977272" y="266503"/>
                      <a:pt x="1954352" y="266503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xmlns="" id="{02337952-F9B9-4226-B5A6-AFF3D347E814}"/>
                  </a:ext>
                </a:extLst>
              </p:cNvPr>
              <p:cNvSpPr/>
              <p:nvPr/>
            </p:nvSpPr>
            <p:spPr>
              <a:xfrm>
                <a:off x="29614" y="3521237"/>
                <a:ext cx="3898545" cy="2197165"/>
              </a:xfrm>
              <a:custGeom>
                <a:avLst/>
                <a:gdLst>
                  <a:gd name="connsiteX0" fmla="*/ 3757090 w 3898545"/>
                  <a:gd name="connsiteY0" fmla="*/ 2155769 h 2197165"/>
                  <a:gd name="connsiteX1" fmla="*/ 3798546 w 3898545"/>
                  <a:gd name="connsiteY1" fmla="*/ 2114313 h 2197165"/>
                  <a:gd name="connsiteX2" fmla="*/ 3886136 w 3898545"/>
                  <a:gd name="connsiteY2" fmla="*/ 2114313 h 2197165"/>
                  <a:gd name="connsiteX3" fmla="*/ 3891466 w 3898545"/>
                  <a:gd name="connsiteY3" fmla="*/ 2034007 h 2197165"/>
                  <a:gd name="connsiteX4" fmla="*/ 3039842 w 3898545"/>
                  <a:gd name="connsiteY4" fmla="*/ 175063 h 2197165"/>
                  <a:gd name="connsiteX5" fmla="*/ 2721046 w 3898545"/>
                  <a:gd name="connsiteY5" fmla="*/ 0 h 2197165"/>
                  <a:gd name="connsiteX6" fmla="*/ 177427 w 3898545"/>
                  <a:gd name="connsiteY6" fmla="*/ 0 h 2197165"/>
                  <a:gd name="connsiteX7" fmla="*/ 8286 w 3898545"/>
                  <a:gd name="connsiteY7" fmla="*/ 189513 h 2197165"/>
                  <a:gd name="connsiteX8" fmla="*/ 865003 w 3898545"/>
                  <a:gd name="connsiteY8" fmla="*/ 2010259 h 2197165"/>
                  <a:gd name="connsiteX9" fmla="*/ 1115338 w 3898545"/>
                  <a:gd name="connsiteY9" fmla="*/ 2197166 h 2197165"/>
                  <a:gd name="connsiteX10" fmla="*/ 3734229 w 3898545"/>
                  <a:gd name="connsiteY10" fmla="*/ 2197166 h 2197165"/>
                  <a:gd name="connsiteX11" fmla="*/ 3757090 w 3898545"/>
                  <a:gd name="connsiteY11" fmla="*/ 2196041 h 2197165"/>
                  <a:gd name="connsiteX12" fmla="*/ 3757090 w 3898545"/>
                  <a:gd name="connsiteY12" fmla="*/ 2155769 h 2197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98545" h="2197165">
                    <a:moveTo>
                      <a:pt x="3757090" y="2155769"/>
                    </a:moveTo>
                    <a:cubicBezTo>
                      <a:pt x="3757090" y="2132850"/>
                      <a:pt x="3775627" y="2114313"/>
                      <a:pt x="3798546" y="2114313"/>
                    </a:cubicBezTo>
                    <a:lnTo>
                      <a:pt x="3886136" y="2114313"/>
                    </a:lnTo>
                    <a:cubicBezTo>
                      <a:pt x="3901060" y="2083991"/>
                      <a:pt x="3902126" y="2052662"/>
                      <a:pt x="3891466" y="2034007"/>
                    </a:cubicBezTo>
                    <a:lnTo>
                      <a:pt x="3039842" y="175063"/>
                    </a:lnTo>
                    <a:cubicBezTo>
                      <a:pt x="2999571" y="69054"/>
                      <a:pt x="2890305" y="17293"/>
                      <a:pt x="2721046" y="0"/>
                    </a:cubicBezTo>
                    <a:lnTo>
                      <a:pt x="177427" y="0"/>
                    </a:lnTo>
                    <a:cubicBezTo>
                      <a:pt x="55665" y="0"/>
                      <a:pt x="-27247" y="106601"/>
                      <a:pt x="8286" y="189513"/>
                    </a:cubicBezTo>
                    <a:lnTo>
                      <a:pt x="865003" y="2010259"/>
                    </a:lnTo>
                    <a:cubicBezTo>
                      <a:pt x="893786" y="2099034"/>
                      <a:pt x="1050608" y="2197166"/>
                      <a:pt x="1115338" y="2197166"/>
                    </a:cubicBezTo>
                    <a:lnTo>
                      <a:pt x="3734229" y="2197166"/>
                    </a:lnTo>
                    <a:cubicBezTo>
                      <a:pt x="3742165" y="2197166"/>
                      <a:pt x="3749805" y="2196751"/>
                      <a:pt x="3757090" y="2196041"/>
                    </a:cubicBezTo>
                    <a:lnTo>
                      <a:pt x="3757090" y="2155769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xmlns="" id="{857F4064-A61F-420C-8202-BAF83C4FB1F5}"/>
                  </a:ext>
                </a:extLst>
              </p:cNvPr>
              <p:cNvSpPr/>
              <p:nvPr/>
            </p:nvSpPr>
            <p:spPr>
              <a:xfrm>
                <a:off x="1608663" y="4426794"/>
                <a:ext cx="418619" cy="498496"/>
              </a:xfrm>
              <a:custGeom>
                <a:avLst/>
                <a:gdLst>
                  <a:gd name="connsiteX0" fmla="*/ 222800 w 418619"/>
                  <a:gd name="connsiteY0" fmla="*/ 498496 h 498496"/>
                  <a:gd name="connsiteX1" fmla="*/ 54192 w 418619"/>
                  <a:gd name="connsiteY1" fmla="*/ 395686 h 498496"/>
                  <a:gd name="connsiteX2" fmla="*/ 42229 w 418619"/>
                  <a:gd name="connsiteY2" fmla="*/ 78903 h 498496"/>
                  <a:gd name="connsiteX3" fmla="*/ 307962 w 418619"/>
                  <a:gd name="connsiteY3" fmla="*/ 45560 h 498496"/>
                  <a:gd name="connsiteX4" fmla="*/ 418472 w 418619"/>
                  <a:gd name="connsiteY4" fmla="*/ 268534 h 498496"/>
                  <a:gd name="connsiteX5" fmla="*/ 274738 w 418619"/>
                  <a:gd name="connsiteY5" fmla="*/ 493996 h 498496"/>
                  <a:gd name="connsiteX6" fmla="*/ 222800 w 418619"/>
                  <a:gd name="connsiteY6" fmla="*/ 498496 h 498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8619" h="498496">
                    <a:moveTo>
                      <a:pt x="222800" y="498496"/>
                    </a:moveTo>
                    <a:cubicBezTo>
                      <a:pt x="153805" y="495121"/>
                      <a:pt x="98669" y="455501"/>
                      <a:pt x="54192" y="395686"/>
                    </a:cubicBezTo>
                    <a:cubicBezTo>
                      <a:pt x="-12670" y="305904"/>
                      <a:pt x="-18829" y="169514"/>
                      <a:pt x="42229" y="78903"/>
                    </a:cubicBezTo>
                    <a:cubicBezTo>
                      <a:pt x="103999" y="-12715"/>
                      <a:pt x="220608" y="-25507"/>
                      <a:pt x="307962" y="45560"/>
                    </a:cubicBezTo>
                    <a:cubicBezTo>
                      <a:pt x="378437" y="102888"/>
                      <a:pt x="415570" y="179286"/>
                      <a:pt x="418472" y="268534"/>
                    </a:cubicBezTo>
                    <a:cubicBezTo>
                      <a:pt x="421314" y="357369"/>
                      <a:pt x="383471" y="465332"/>
                      <a:pt x="274738" y="493996"/>
                    </a:cubicBezTo>
                    <a:cubicBezTo>
                      <a:pt x="259932" y="497904"/>
                      <a:pt x="245482" y="496720"/>
                      <a:pt x="222800" y="498496"/>
                    </a:cubicBezTo>
                    <a:close/>
                  </a:path>
                </a:pathLst>
              </a:custGeom>
              <a:solidFill>
                <a:srgbClr val="FEFEFE"/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xmlns="" id="{0F895A3D-760E-4028-867E-1E4D3C563AC6}"/>
                </a:ext>
              </a:extLst>
            </p:cNvPr>
            <p:cNvGrpSpPr/>
            <p:nvPr/>
          </p:nvGrpSpPr>
          <p:grpSpPr>
            <a:xfrm>
              <a:off x="5291056" y="5381468"/>
              <a:ext cx="2643896" cy="1475552"/>
              <a:chOff x="5291056" y="5381468"/>
              <a:chExt cx="2643896" cy="1475552"/>
            </a:xfrm>
          </p:grpSpPr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xmlns="" id="{F932C265-3F38-4497-9715-9CEBA0E2AE2B}"/>
                  </a:ext>
                </a:extLst>
              </p:cNvPr>
              <p:cNvSpPr/>
              <p:nvPr/>
            </p:nvSpPr>
            <p:spPr>
              <a:xfrm>
                <a:off x="5291056" y="5678278"/>
                <a:ext cx="2643896" cy="1178742"/>
              </a:xfrm>
              <a:custGeom>
                <a:avLst/>
                <a:gdLst>
                  <a:gd name="connsiteX0" fmla="*/ 2600794 w 2643896"/>
                  <a:gd name="connsiteY0" fmla="*/ 56470 h 1178742"/>
                  <a:gd name="connsiteX1" fmla="*/ 2603104 w 2643896"/>
                  <a:gd name="connsiteY1" fmla="*/ 356907 h 1178742"/>
                  <a:gd name="connsiteX2" fmla="*/ 2454692 w 2643896"/>
                  <a:gd name="connsiteY2" fmla="*/ 468897 h 1178742"/>
                  <a:gd name="connsiteX3" fmla="*/ 1180572 w 2643896"/>
                  <a:gd name="connsiteY3" fmla="*/ 1177617 h 1178742"/>
                  <a:gd name="connsiteX4" fmla="*/ 1103642 w 2643896"/>
                  <a:gd name="connsiteY4" fmla="*/ 1165713 h 1178742"/>
                  <a:gd name="connsiteX5" fmla="*/ 81752 w 2643896"/>
                  <a:gd name="connsiteY5" fmla="*/ 838447 h 1178742"/>
                  <a:gd name="connsiteX6" fmla="*/ 24010 w 2643896"/>
                  <a:gd name="connsiteY6" fmla="*/ 808185 h 1178742"/>
                  <a:gd name="connsiteX7" fmla="*/ 17555 w 2643896"/>
                  <a:gd name="connsiteY7" fmla="*/ 750916 h 1178742"/>
                  <a:gd name="connsiteX8" fmla="*/ 195223 w 2643896"/>
                  <a:gd name="connsiteY8" fmla="*/ 756838 h 1178742"/>
                  <a:gd name="connsiteX9" fmla="*/ 1119099 w 2643896"/>
                  <a:gd name="connsiteY9" fmla="*/ 1041108 h 1178742"/>
                  <a:gd name="connsiteX10" fmla="*/ 1154633 w 2643896"/>
                  <a:gd name="connsiteY10" fmla="*/ 1047030 h 1178742"/>
                  <a:gd name="connsiteX11" fmla="*/ 1184244 w 2643896"/>
                  <a:gd name="connsiteY11" fmla="*/ 1011496 h 1178742"/>
                  <a:gd name="connsiteX12" fmla="*/ 1136866 w 2643896"/>
                  <a:gd name="connsiteY12" fmla="*/ 685771 h 1178742"/>
                  <a:gd name="connsiteX13" fmla="*/ 17555 w 2643896"/>
                  <a:gd name="connsiteY13" fmla="*/ 348201 h 1178742"/>
                  <a:gd name="connsiteX14" fmla="*/ 17140 w 2643896"/>
                  <a:gd name="connsiteY14" fmla="*/ 276245 h 1178742"/>
                  <a:gd name="connsiteX15" fmla="*/ 17081 w 2643896"/>
                  <a:gd name="connsiteY15" fmla="*/ 276008 h 1178742"/>
                  <a:gd name="connsiteX16" fmla="*/ 112311 w 2643896"/>
                  <a:gd name="connsiteY16" fmla="*/ 306745 h 1178742"/>
                  <a:gd name="connsiteX17" fmla="*/ 1148710 w 2643896"/>
                  <a:gd name="connsiteY17" fmla="*/ 632470 h 1178742"/>
                  <a:gd name="connsiteX18" fmla="*/ 1225700 w 2643896"/>
                  <a:gd name="connsiteY18" fmla="*/ 632470 h 1178742"/>
                  <a:gd name="connsiteX19" fmla="*/ 2498990 w 2643896"/>
                  <a:gd name="connsiteY19" fmla="*/ 4709 h 1178742"/>
                  <a:gd name="connsiteX20" fmla="*/ 2600794 w 2643896"/>
                  <a:gd name="connsiteY20" fmla="*/ 56470 h 1178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643896" h="1178742">
                    <a:moveTo>
                      <a:pt x="2600794" y="56470"/>
                    </a:moveTo>
                    <a:cubicBezTo>
                      <a:pt x="2662445" y="133755"/>
                      <a:pt x="2653207" y="291702"/>
                      <a:pt x="2603104" y="356907"/>
                    </a:cubicBezTo>
                    <a:cubicBezTo>
                      <a:pt x="2565083" y="406417"/>
                      <a:pt x="2509117" y="438279"/>
                      <a:pt x="2454692" y="468897"/>
                    </a:cubicBezTo>
                    <a:cubicBezTo>
                      <a:pt x="2048068" y="697615"/>
                      <a:pt x="1200057" y="1174478"/>
                      <a:pt x="1180572" y="1177617"/>
                    </a:cubicBezTo>
                    <a:cubicBezTo>
                      <a:pt x="1154692" y="1181762"/>
                      <a:pt x="1128634" y="1173708"/>
                      <a:pt x="1103642" y="1165713"/>
                    </a:cubicBezTo>
                    <a:cubicBezTo>
                      <a:pt x="762992" y="1056624"/>
                      <a:pt x="422402" y="947536"/>
                      <a:pt x="81752" y="838447"/>
                    </a:cubicBezTo>
                    <a:cubicBezTo>
                      <a:pt x="60787" y="831755"/>
                      <a:pt x="38875" y="824412"/>
                      <a:pt x="24010" y="808185"/>
                    </a:cubicBezTo>
                    <a:cubicBezTo>
                      <a:pt x="9204" y="791958"/>
                      <a:pt x="2157" y="776737"/>
                      <a:pt x="17555" y="750916"/>
                    </a:cubicBezTo>
                    <a:cubicBezTo>
                      <a:pt x="53088" y="697615"/>
                      <a:pt x="135290" y="738183"/>
                      <a:pt x="195223" y="756838"/>
                    </a:cubicBezTo>
                    <a:cubicBezTo>
                      <a:pt x="498859" y="851240"/>
                      <a:pt x="815463" y="946707"/>
                      <a:pt x="1119099" y="1041108"/>
                    </a:cubicBezTo>
                    <a:cubicBezTo>
                      <a:pt x="1132720" y="1045313"/>
                      <a:pt x="1141722" y="1053071"/>
                      <a:pt x="1154633" y="1047030"/>
                    </a:cubicBezTo>
                    <a:cubicBezTo>
                      <a:pt x="1164937" y="1042233"/>
                      <a:pt x="1178499" y="1021268"/>
                      <a:pt x="1184244" y="1011496"/>
                    </a:cubicBezTo>
                    <a:cubicBezTo>
                      <a:pt x="1243467" y="910817"/>
                      <a:pt x="1213855" y="709460"/>
                      <a:pt x="1136866" y="685771"/>
                    </a:cubicBezTo>
                    <a:cubicBezTo>
                      <a:pt x="942200" y="625897"/>
                      <a:pt x="38875" y="359987"/>
                      <a:pt x="17555" y="348201"/>
                    </a:cubicBezTo>
                    <a:cubicBezTo>
                      <a:pt x="-5424" y="335527"/>
                      <a:pt x="-6134" y="294900"/>
                      <a:pt x="17140" y="276245"/>
                    </a:cubicBezTo>
                    <a:lnTo>
                      <a:pt x="17081" y="276008"/>
                    </a:lnTo>
                    <a:cubicBezTo>
                      <a:pt x="59011" y="288978"/>
                      <a:pt x="87319" y="298809"/>
                      <a:pt x="112311" y="306745"/>
                    </a:cubicBezTo>
                    <a:cubicBezTo>
                      <a:pt x="310530" y="369640"/>
                      <a:pt x="991829" y="582605"/>
                      <a:pt x="1148710" y="632470"/>
                    </a:cubicBezTo>
                    <a:cubicBezTo>
                      <a:pt x="1168846" y="638867"/>
                      <a:pt x="1207045" y="642242"/>
                      <a:pt x="1225700" y="632470"/>
                    </a:cubicBezTo>
                    <a:cubicBezTo>
                      <a:pt x="1445002" y="517578"/>
                      <a:pt x="2346254" y="79803"/>
                      <a:pt x="2498990" y="4709"/>
                    </a:cubicBezTo>
                    <a:cubicBezTo>
                      <a:pt x="2537485" y="-14242"/>
                      <a:pt x="2578349" y="28280"/>
                      <a:pt x="2600794" y="5647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xmlns="" id="{60C4CA21-E371-48EB-9E51-A8D5E8E4A6F9}"/>
                  </a:ext>
                </a:extLst>
              </p:cNvPr>
              <p:cNvSpPr/>
              <p:nvPr/>
            </p:nvSpPr>
            <p:spPr>
              <a:xfrm>
                <a:off x="5305590" y="5381468"/>
                <a:ext cx="2490496" cy="938887"/>
              </a:xfrm>
              <a:custGeom>
                <a:avLst/>
                <a:gdLst>
                  <a:gd name="connsiteX0" fmla="*/ 1484064 w 2490496"/>
                  <a:gd name="connsiteY0" fmla="*/ 11920 h 938887"/>
                  <a:gd name="connsiteX1" fmla="*/ 1593982 w 2490496"/>
                  <a:gd name="connsiteY1" fmla="*/ 9137 h 938887"/>
                  <a:gd name="connsiteX2" fmla="*/ 2490497 w 2490496"/>
                  <a:gd name="connsiteY2" fmla="*/ 299388 h 938887"/>
                  <a:gd name="connsiteX3" fmla="*/ 2483923 w 2490496"/>
                  <a:gd name="connsiteY3" fmla="*/ 307028 h 938887"/>
                  <a:gd name="connsiteX4" fmla="*/ 1200269 w 2490496"/>
                  <a:gd name="connsiteY4" fmla="*/ 931413 h 938887"/>
                  <a:gd name="connsiteX5" fmla="*/ 1149574 w 2490496"/>
                  <a:gd name="connsiteY5" fmla="*/ 935203 h 938887"/>
                  <a:gd name="connsiteX6" fmla="*/ 0 w 2490496"/>
                  <a:gd name="connsiteY6" fmla="*/ 571812 h 938887"/>
                  <a:gd name="connsiteX7" fmla="*/ 1484064 w 2490496"/>
                  <a:gd name="connsiteY7" fmla="*/ 11920 h 93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90496" h="938887">
                    <a:moveTo>
                      <a:pt x="1484064" y="11920"/>
                    </a:moveTo>
                    <a:cubicBezTo>
                      <a:pt x="1522440" y="-3537"/>
                      <a:pt x="1555842" y="-3419"/>
                      <a:pt x="1593982" y="9137"/>
                    </a:cubicBezTo>
                    <a:cubicBezTo>
                      <a:pt x="1749974" y="60364"/>
                      <a:pt x="2487654" y="302645"/>
                      <a:pt x="2490497" y="299388"/>
                    </a:cubicBezTo>
                    <a:cubicBezTo>
                      <a:pt x="2488305" y="301934"/>
                      <a:pt x="2486943" y="305547"/>
                      <a:pt x="2483923" y="307028"/>
                    </a:cubicBezTo>
                    <a:cubicBezTo>
                      <a:pt x="2383836" y="354761"/>
                      <a:pt x="1229821" y="931413"/>
                      <a:pt x="1200269" y="931413"/>
                    </a:cubicBezTo>
                    <a:cubicBezTo>
                      <a:pt x="1183153" y="939942"/>
                      <a:pt x="1167873" y="941126"/>
                      <a:pt x="1149574" y="935203"/>
                    </a:cubicBezTo>
                    <a:cubicBezTo>
                      <a:pt x="987659" y="883265"/>
                      <a:pt x="220486" y="643531"/>
                      <a:pt x="0" y="571812"/>
                    </a:cubicBezTo>
                    <a:cubicBezTo>
                      <a:pt x="17412" y="577498"/>
                      <a:pt x="1378174" y="47217"/>
                      <a:pt x="1484064" y="119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" name="자유형: 도형 12">
                <a:extLst>
                  <a:ext uri="{FF2B5EF4-FFF2-40B4-BE49-F238E27FC236}">
                    <a16:creationId xmlns:a16="http://schemas.microsoft.com/office/drawing/2014/main" xmlns="" id="{C5FF1D67-30D4-45D1-A83A-BD32144381F2}"/>
                  </a:ext>
                </a:extLst>
              </p:cNvPr>
              <p:cNvSpPr/>
              <p:nvPr/>
            </p:nvSpPr>
            <p:spPr>
              <a:xfrm>
                <a:off x="5914697" y="5779540"/>
                <a:ext cx="820354" cy="286351"/>
              </a:xfrm>
              <a:custGeom>
                <a:avLst/>
                <a:gdLst>
                  <a:gd name="connsiteX0" fmla="*/ 642805 w 820354"/>
                  <a:gd name="connsiteY0" fmla="*/ 279808 h 286351"/>
                  <a:gd name="connsiteX1" fmla="*/ 609403 w 820354"/>
                  <a:gd name="connsiteY1" fmla="*/ 280933 h 286351"/>
                  <a:gd name="connsiteX2" fmla="*/ 245656 w 820354"/>
                  <a:gd name="connsiteY2" fmla="*/ 169891 h 286351"/>
                  <a:gd name="connsiteX3" fmla="*/ 0 w 820354"/>
                  <a:gd name="connsiteY3" fmla="*/ 96336 h 286351"/>
                  <a:gd name="connsiteX4" fmla="*/ 197982 w 820354"/>
                  <a:gd name="connsiteY4" fmla="*/ 2053 h 286351"/>
                  <a:gd name="connsiteX5" fmla="*/ 217585 w 820354"/>
                  <a:gd name="connsiteY5" fmla="*/ 2112 h 286351"/>
                  <a:gd name="connsiteX6" fmla="*/ 814254 w 820354"/>
                  <a:gd name="connsiteY6" fmla="*/ 180787 h 286351"/>
                  <a:gd name="connsiteX7" fmla="*/ 820354 w 820354"/>
                  <a:gd name="connsiteY7" fmla="*/ 184341 h 286351"/>
                  <a:gd name="connsiteX8" fmla="*/ 642805 w 820354"/>
                  <a:gd name="connsiteY8" fmla="*/ 279808 h 286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0354" h="286351">
                    <a:moveTo>
                      <a:pt x="642805" y="279808"/>
                    </a:moveTo>
                    <a:cubicBezTo>
                      <a:pt x="625867" y="288336"/>
                      <a:pt x="631789" y="288336"/>
                      <a:pt x="609403" y="280933"/>
                    </a:cubicBezTo>
                    <a:cubicBezTo>
                      <a:pt x="488174" y="243919"/>
                      <a:pt x="366945" y="206727"/>
                      <a:pt x="245656" y="169891"/>
                    </a:cubicBezTo>
                    <a:cubicBezTo>
                      <a:pt x="165646" y="145609"/>
                      <a:pt x="85518" y="121920"/>
                      <a:pt x="0" y="96336"/>
                    </a:cubicBezTo>
                    <a:cubicBezTo>
                      <a:pt x="69173" y="63467"/>
                      <a:pt x="133666" y="32967"/>
                      <a:pt x="197982" y="2053"/>
                    </a:cubicBezTo>
                    <a:cubicBezTo>
                      <a:pt x="205089" y="-1382"/>
                      <a:pt x="210715" y="99"/>
                      <a:pt x="217585" y="2112"/>
                    </a:cubicBezTo>
                    <a:cubicBezTo>
                      <a:pt x="416455" y="61809"/>
                      <a:pt x="615325" y="121209"/>
                      <a:pt x="814254" y="180787"/>
                    </a:cubicBezTo>
                    <a:cubicBezTo>
                      <a:pt x="815913" y="181261"/>
                      <a:pt x="817334" y="182564"/>
                      <a:pt x="820354" y="184341"/>
                    </a:cubicBezTo>
                    <a:cubicBezTo>
                      <a:pt x="813781" y="189197"/>
                      <a:pt x="663770" y="266838"/>
                      <a:pt x="642805" y="279808"/>
                    </a:cubicBezTo>
                    <a:close/>
                  </a:path>
                </a:pathLst>
              </a:custGeom>
              <a:solidFill>
                <a:srgbClr val="FEFEFB"/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xmlns="" id="{5CF6D63D-88B4-4EAE-BC67-FF4A7BC4EC2D}"/>
                  </a:ext>
                </a:extLst>
              </p:cNvPr>
              <p:cNvSpPr/>
              <p:nvPr/>
            </p:nvSpPr>
            <p:spPr>
              <a:xfrm>
                <a:off x="5391404" y="6056032"/>
                <a:ext cx="1120349" cy="674893"/>
              </a:xfrm>
              <a:custGeom>
                <a:avLst/>
                <a:gdLst>
                  <a:gd name="connsiteX0" fmla="*/ 237 w 1120349"/>
                  <a:gd name="connsiteY0" fmla="*/ 0 h 674893"/>
                  <a:gd name="connsiteX1" fmla="*/ 510619 w 1120349"/>
                  <a:gd name="connsiteY1" fmla="*/ 148531 h 674893"/>
                  <a:gd name="connsiteX2" fmla="*/ 1037287 w 1120349"/>
                  <a:gd name="connsiteY2" fmla="*/ 309025 h 674893"/>
                  <a:gd name="connsiteX3" fmla="*/ 1073235 w 1120349"/>
                  <a:gd name="connsiteY3" fmla="*/ 336326 h 674893"/>
                  <a:gd name="connsiteX4" fmla="*/ 1072762 w 1120349"/>
                  <a:gd name="connsiteY4" fmla="*/ 658439 h 674893"/>
                  <a:gd name="connsiteX5" fmla="*/ 1037702 w 1120349"/>
                  <a:gd name="connsiteY5" fmla="*/ 672653 h 674893"/>
                  <a:gd name="connsiteX6" fmla="*/ 8173 w 1120349"/>
                  <a:gd name="connsiteY6" fmla="*/ 353027 h 674893"/>
                  <a:gd name="connsiteX7" fmla="*/ 0 w 1120349"/>
                  <a:gd name="connsiteY7" fmla="*/ 349592 h 674893"/>
                  <a:gd name="connsiteX8" fmla="*/ 237 w 1120349"/>
                  <a:gd name="connsiteY8" fmla="*/ 0 h 674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20349" h="674893">
                    <a:moveTo>
                      <a:pt x="237" y="0"/>
                    </a:moveTo>
                    <a:cubicBezTo>
                      <a:pt x="170325" y="51405"/>
                      <a:pt x="340650" y="96888"/>
                      <a:pt x="510619" y="148531"/>
                    </a:cubicBezTo>
                    <a:cubicBezTo>
                      <a:pt x="686215" y="201891"/>
                      <a:pt x="861692" y="255724"/>
                      <a:pt x="1037287" y="309025"/>
                    </a:cubicBezTo>
                    <a:cubicBezTo>
                      <a:pt x="1053100" y="313821"/>
                      <a:pt x="1064589" y="321639"/>
                      <a:pt x="1073235" y="336326"/>
                    </a:cubicBezTo>
                    <a:cubicBezTo>
                      <a:pt x="1136782" y="443934"/>
                      <a:pt x="1135479" y="551009"/>
                      <a:pt x="1072762" y="658439"/>
                    </a:cubicBezTo>
                    <a:cubicBezTo>
                      <a:pt x="1064175" y="673067"/>
                      <a:pt x="1055884" y="678338"/>
                      <a:pt x="1037702" y="672653"/>
                    </a:cubicBezTo>
                    <a:cubicBezTo>
                      <a:pt x="694684" y="565637"/>
                      <a:pt x="351369" y="459451"/>
                      <a:pt x="8173" y="353027"/>
                    </a:cubicBezTo>
                    <a:cubicBezTo>
                      <a:pt x="5389" y="352139"/>
                      <a:pt x="2724" y="350776"/>
                      <a:pt x="0" y="349592"/>
                    </a:cubicBezTo>
                    <a:cubicBezTo>
                      <a:pt x="178" y="231146"/>
                      <a:pt x="59" y="118445"/>
                      <a:pt x="237" y="0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45" name="Freeform: Shape 21">
            <a:extLst>
              <a:ext uri="{FF2B5EF4-FFF2-40B4-BE49-F238E27FC236}">
                <a16:creationId xmlns:a16="http://schemas.microsoft.com/office/drawing/2014/main" xmlns="" id="{90A60DBB-9DF8-46B6-9280-7976BE01EA35}"/>
              </a:ext>
            </a:extLst>
          </p:cNvPr>
          <p:cNvSpPr/>
          <p:nvPr/>
        </p:nvSpPr>
        <p:spPr>
          <a:xfrm>
            <a:off x="6371415" y="6587554"/>
            <a:ext cx="15449" cy="1545"/>
          </a:xfrm>
          <a:custGeom>
            <a:avLst/>
            <a:gdLst>
              <a:gd name="connsiteX0" fmla="*/ 12592 w 12591"/>
              <a:gd name="connsiteY0" fmla="*/ 1259 h 1259"/>
              <a:gd name="connsiteX1" fmla="*/ 0 w 12591"/>
              <a:gd name="connsiteY1" fmla="*/ 899 h 1259"/>
              <a:gd name="connsiteX2" fmla="*/ 4317 w 12591"/>
              <a:gd name="connsiteY2" fmla="*/ 1259 h 1259"/>
              <a:gd name="connsiteX3" fmla="*/ 12592 w 12591"/>
              <a:gd name="connsiteY3" fmla="*/ 1259 h 1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91" h="1259">
                <a:moveTo>
                  <a:pt x="12592" y="1259"/>
                </a:moveTo>
                <a:cubicBezTo>
                  <a:pt x="8275" y="-540"/>
                  <a:pt x="3957" y="-180"/>
                  <a:pt x="0" y="899"/>
                </a:cubicBezTo>
                <a:cubicBezTo>
                  <a:pt x="1439" y="1259"/>
                  <a:pt x="2878" y="1259"/>
                  <a:pt x="4317" y="1259"/>
                </a:cubicBezTo>
                <a:cubicBezTo>
                  <a:pt x="7915" y="1259"/>
                  <a:pt x="11512" y="899"/>
                  <a:pt x="12592" y="1259"/>
                </a:cubicBezTo>
                <a:close/>
              </a:path>
            </a:pathLst>
          </a:custGeom>
          <a:solidFill>
            <a:srgbClr val="000000"/>
          </a:solidFill>
          <a:ln w="359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7" name="Group 112">
            <a:extLst>
              <a:ext uri="{FF2B5EF4-FFF2-40B4-BE49-F238E27FC236}">
                <a16:creationId xmlns:a16="http://schemas.microsoft.com/office/drawing/2014/main" xmlns="" id="{0FB65A77-6EB6-43E2-B54A-51C02AC05503}"/>
              </a:ext>
            </a:extLst>
          </p:cNvPr>
          <p:cNvGrpSpPr/>
          <p:nvPr/>
        </p:nvGrpSpPr>
        <p:grpSpPr>
          <a:xfrm>
            <a:off x="917655" y="1776914"/>
            <a:ext cx="10306596" cy="4145781"/>
            <a:chOff x="951752" y="1869105"/>
            <a:chExt cx="10306596" cy="4145781"/>
          </a:xfrm>
        </p:grpSpPr>
        <p:sp>
          <p:nvSpPr>
            <p:cNvPr id="68" name="Down Arrow 4">
              <a:extLst>
                <a:ext uri="{FF2B5EF4-FFF2-40B4-BE49-F238E27FC236}">
                  <a16:creationId xmlns:a16="http://schemas.microsoft.com/office/drawing/2014/main" xmlns="" id="{254CC681-2790-4EA4-942B-A9618BD415CF}"/>
                </a:ext>
              </a:extLst>
            </p:cNvPr>
            <p:cNvSpPr/>
            <p:nvPr/>
          </p:nvSpPr>
          <p:spPr>
            <a:xfrm rot="10800000">
              <a:off x="9170354" y="3173523"/>
              <a:ext cx="2087994" cy="2841363"/>
            </a:xfrm>
            <a:prstGeom prst="downArrow">
              <a:avLst>
                <a:gd name="adj1" fmla="val 73536"/>
                <a:gd name="adj2" fmla="val 5466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69" name="Down Arrow 6">
              <a:extLst>
                <a:ext uri="{FF2B5EF4-FFF2-40B4-BE49-F238E27FC236}">
                  <a16:creationId xmlns:a16="http://schemas.microsoft.com/office/drawing/2014/main" xmlns="" id="{58F6343B-0F8D-4304-B5F2-E623FF10B957}"/>
                </a:ext>
              </a:extLst>
            </p:cNvPr>
            <p:cNvSpPr/>
            <p:nvPr/>
          </p:nvSpPr>
          <p:spPr>
            <a:xfrm>
              <a:off x="951752" y="1869105"/>
              <a:ext cx="2087994" cy="2841363"/>
            </a:xfrm>
            <a:prstGeom prst="downArrow">
              <a:avLst>
                <a:gd name="adj1" fmla="val 73536"/>
                <a:gd name="adj2" fmla="val 54666"/>
              </a:avLst>
            </a:prstGeom>
            <a:solidFill>
              <a:schemeClr val="accent2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grpSp>
        <p:nvGrpSpPr>
          <p:cNvPr id="70" name="Group 100">
            <a:extLst>
              <a:ext uri="{FF2B5EF4-FFF2-40B4-BE49-F238E27FC236}">
                <a16:creationId xmlns:a16="http://schemas.microsoft.com/office/drawing/2014/main" xmlns="" id="{E1737552-65BF-436D-A157-B08995BCABCD}"/>
              </a:ext>
            </a:extLst>
          </p:cNvPr>
          <p:cNvGrpSpPr/>
          <p:nvPr/>
        </p:nvGrpSpPr>
        <p:grpSpPr>
          <a:xfrm>
            <a:off x="1312133" y="1885549"/>
            <a:ext cx="1296144" cy="1655429"/>
            <a:chOff x="2079598" y="4324401"/>
            <a:chExt cx="3303211" cy="1655429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xmlns="" id="{0EFE8904-CB5C-4361-AFA8-7065B885FF9C}"/>
                </a:ext>
              </a:extLst>
            </p:cNvPr>
            <p:cNvSpPr txBox="1"/>
            <p:nvPr/>
          </p:nvSpPr>
          <p:spPr>
            <a:xfrm>
              <a:off x="2098434" y="4594835"/>
              <a:ext cx="325572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xmlns="" id="{C7242D2E-DAE8-4BE0-BD9B-D7BB428DC2A2}"/>
                </a:ext>
              </a:extLst>
            </p:cNvPr>
            <p:cNvSpPr txBox="1"/>
            <p:nvPr/>
          </p:nvSpPr>
          <p:spPr>
            <a:xfrm>
              <a:off x="2079598" y="4324401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73" name="Group 103">
            <a:extLst>
              <a:ext uri="{FF2B5EF4-FFF2-40B4-BE49-F238E27FC236}">
                <a16:creationId xmlns:a16="http://schemas.microsoft.com/office/drawing/2014/main" xmlns="" id="{BBD02D85-8227-46F9-87E4-261B292B3E2B}"/>
              </a:ext>
            </a:extLst>
          </p:cNvPr>
          <p:cNvGrpSpPr/>
          <p:nvPr/>
        </p:nvGrpSpPr>
        <p:grpSpPr>
          <a:xfrm>
            <a:off x="9540638" y="4149577"/>
            <a:ext cx="1296144" cy="1655429"/>
            <a:chOff x="2079598" y="4324401"/>
            <a:chExt cx="3303211" cy="1655429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xmlns="" id="{3953ABEB-C32C-4D47-A33F-E345F1BE93A3}"/>
                </a:ext>
              </a:extLst>
            </p:cNvPr>
            <p:cNvSpPr txBox="1"/>
            <p:nvPr/>
          </p:nvSpPr>
          <p:spPr>
            <a:xfrm>
              <a:off x="2098434" y="4594835"/>
              <a:ext cx="325572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xmlns="" id="{DEFB1A8A-5D71-47DA-BE7A-10E19018372B}"/>
                </a:ext>
              </a:extLst>
            </p:cNvPr>
            <p:cNvSpPr txBox="1"/>
            <p:nvPr/>
          </p:nvSpPr>
          <p:spPr>
            <a:xfrm>
              <a:off x="2079598" y="4324401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76" name="Rectangle 36">
            <a:extLst>
              <a:ext uri="{FF2B5EF4-FFF2-40B4-BE49-F238E27FC236}">
                <a16:creationId xmlns:a16="http://schemas.microsoft.com/office/drawing/2014/main" xmlns="" id="{5868DF28-B542-451B-8B6B-FD0BEC7514CB}"/>
              </a:ext>
            </a:extLst>
          </p:cNvPr>
          <p:cNvSpPr/>
          <p:nvPr/>
        </p:nvSpPr>
        <p:spPr>
          <a:xfrm>
            <a:off x="9949157" y="3617085"/>
            <a:ext cx="475255" cy="397275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7" name="Rectangle 16">
            <a:extLst>
              <a:ext uri="{FF2B5EF4-FFF2-40B4-BE49-F238E27FC236}">
                <a16:creationId xmlns:a16="http://schemas.microsoft.com/office/drawing/2014/main" xmlns="" id="{F7D9AAD2-BF98-41F9-8ADB-563D3944F5B0}"/>
              </a:ext>
            </a:extLst>
          </p:cNvPr>
          <p:cNvSpPr/>
          <p:nvPr/>
        </p:nvSpPr>
        <p:spPr>
          <a:xfrm>
            <a:off x="1699394" y="3632486"/>
            <a:ext cx="538804" cy="354110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48C20A18-52A0-4797-8540-E2E898814BFB}"/>
              </a:ext>
            </a:extLst>
          </p:cNvPr>
          <p:cNvSpPr txBox="1"/>
          <p:nvPr/>
        </p:nvSpPr>
        <p:spPr>
          <a:xfrm>
            <a:off x="8771999" y="1439246"/>
            <a:ext cx="2808312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9" indent="-171459">
              <a:buFont typeface="Wingdings" pitchFamily="2" charset="2"/>
              <a:buChar char="v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PowerPoint Presentation</a:t>
            </a:r>
          </a:p>
          <a:p>
            <a:pPr marL="171459" indent="-171459">
              <a:buFont typeface="Wingdings" pitchFamily="2" charset="2"/>
              <a:buChar char="v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PowerPoint Presentation </a:t>
            </a:r>
          </a:p>
          <a:p>
            <a:pPr marL="171459" indent="-171459">
              <a:buFont typeface="Wingdings" pitchFamily="2" charset="2"/>
              <a:buChar char="v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PowerPoint Presentation </a:t>
            </a:r>
          </a:p>
          <a:p>
            <a:pPr marL="171459" indent="-171459">
              <a:buFont typeface="Wingdings" pitchFamily="2" charset="2"/>
              <a:buChar char="v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PowerPoint Presentation </a:t>
            </a:r>
          </a:p>
          <a:p>
            <a:pPr marL="171459" indent="-171459">
              <a:buFont typeface="Wingdings" pitchFamily="2" charset="2"/>
              <a:buChar char="v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PowerPoint Presentation 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xmlns="" id="{973FABC7-B4A1-4BB8-A756-8170A9B3CE5A}"/>
              </a:ext>
            </a:extLst>
          </p:cNvPr>
          <p:cNvSpPr txBox="1"/>
          <p:nvPr/>
        </p:nvSpPr>
        <p:spPr>
          <a:xfrm>
            <a:off x="543495" y="5251909"/>
            <a:ext cx="2808312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9" indent="-171459" algn="r">
              <a:buFont typeface="Wingdings" pitchFamily="2" charset="2"/>
              <a:buChar char="v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PowerPoint Presentation</a:t>
            </a:r>
          </a:p>
          <a:p>
            <a:pPr marL="171459" indent="-171459" algn="r">
              <a:buFont typeface="Wingdings" pitchFamily="2" charset="2"/>
              <a:buChar char="v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PowerPoint Presentation </a:t>
            </a:r>
          </a:p>
          <a:p>
            <a:pPr marL="171459" indent="-171459" algn="r">
              <a:buFont typeface="Wingdings" pitchFamily="2" charset="2"/>
              <a:buChar char="v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PowerPoint Presentation </a:t>
            </a:r>
          </a:p>
          <a:p>
            <a:pPr marL="171459" indent="-171459" algn="r">
              <a:buFont typeface="Wingdings" pitchFamily="2" charset="2"/>
              <a:buChar char="v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PowerPoint Presentation </a:t>
            </a:r>
          </a:p>
          <a:p>
            <a:pPr marL="171459" indent="-171459" algn="r">
              <a:buFont typeface="Wingdings" pitchFamily="2" charset="2"/>
              <a:buChar char="v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PowerPoint Presentation  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419AE21C-ED46-4BC5-8D4A-403D863AD325}"/>
              </a:ext>
            </a:extLst>
          </p:cNvPr>
          <p:cNvGrpSpPr/>
          <p:nvPr/>
        </p:nvGrpSpPr>
        <p:grpSpPr>
          <a:xfrm>
            <a:off x="4384136" y="1406015"/>
            <a:ext cx="4134424" cy="3138789"/>
            <a:chOff x="4384136" y="1406015"/>
            <a:chExt cx="4134424" cy="3138789"/>
          </a:xfrm>
        </p:grpSpPr>
        <p:sp>
          <p:nvSpPr>
            <p:cNvPr id="46" name="Freeform: Shape 78">
              <a:extLst>
                <a:ext uri="{FF2B5EF4-FFF2-40B4-BE49-F238E27FC236}">
                  <a16:creationId xmlns:a16="http://schemas.microsoft.com/office/drawing/2014/main" xmlns="" id="{472338C1-419C-4F63-9765-088264A0765D}"/>
                </a:ext>
              </a:extLst>
            </p:cNvPr>
            <p:cNvSpPr/>
            <p:nvPr/>
          </p:nvSpPr>
          <p:spPr>
            <a:xfrm>
              <a:off x="7798995" y="3384433"/>
              <a:ext cx="255653" cy="432859"/>
            </a:xfrm>
            <a:custGeom>
              <a:avLst/>
              <a:gdLst>
                <a:gd name="connsiteX0" fmla="*/ 186650 w 419753"/>
                <a:gd name="connsiteY0" fmla="*/ 550023 h 710704"/>
                <a:gd name="connsiteX1" fmla="*/ 272287 w 419753"/>
                <a:gd name="connsiteY1" fmla="*/ 629480 h 710704"/>
                <a:gd name="connsiteX2" fmla="*/ 186208 w 419753"/>
                <a:gd name="connsiteY2" fmla="*/ 710704 h 710704"/>
                <a:gd name="connsiteX3" fmla="*/ 100571 w 419753"/>
                <a:gd name="connsiteY3" fmla="*/ 631246 h 710704"/>
                <a:gd name="connsiteX4" fmla="*/ 186650 w 419753"/>
                <a:gd name="connsiteY4" fmla="*/ 550023 h 710704"/>
                <a:gd name="connsiteX5" fmla="*/ 209606 w 419753"/>
                <a:gd name="connsiteY5" fmla="*/ 0 h 710704"/>
                <a:gd name="connsiteX6" fmla="*/ 338945 w 419753"/>
                <a:gd name="connsiteY6" fmla="*/ 28693 h 710704"/>
                <a:gd name="connsiteX7" fmla="*/ 378673 w 419753"/>
                <a:gd name="connsiteY7" fmla="*/ 263093 h 710704"/>
                <a:gd name="connsiteX8" fmla="*/ 294360 w 419753"/>
                <a:gd name="connsiteY8" fmla="*/ 330190 h 710704"/>
                <a:gd name="connsiteX9" fmla="*/ 251983 w 419753"/>
                <a:gd name="connsiteY9" fmla="*/ 358000 h 710704"/>
                <a:gd name="connsiteX10" fmla="*/ 194597 w 419753"/>
                <a:gd name="connsiteY10" fmla="*/ 450260 h 710704"/>
                <a:gd name="connsiteX11" fmla="*/ 180030 w 419753"/>
                <a:gd name="connsiteY11" fmla="*/ 473655 h 710704"/>
                <a:gd name="connsiteX12" fmla="*/ 171200 w 419753"/>
                <a:gd name="connsiteY12" fmla="*/ 446729 h 710704"/>
                <a:gd name="connsiteX13" fmla="*/ 211371 w 419753"/>
                <a:gd name="connsiteY13" fmla="*/ 316065 h 710704"/>
                <a:gd name="connsiteX14" fmla="*/ 257721 w 419753"/>
                <a:gd name="connsiteY14" fmla="*/ 151411 h 710704"/>
                <a:gd name="connsiteX15" fmla="*/ 243595 w 419753"/>
                <a:gd name="connsiteY15" fmla="*/ 87403 h 710704"/>
                <a:gd name="connsiteX16" fmla="*/ 127058 w 419753"/>
                <a:gd name="connsiteY16" fmla="*/ 40611 h 710704"/>
                <a:gd name="connsiteX17" fmla="*/ 108076 w 419753"/>
                <a:gd name="connsiteY17" fmla="*/ 95791 h 710704"/>
                <a:gd name="connsiteX18" fmla="*/ 127499 w 419753"/>
                <a:gd name="connsiteY18" fmla="*/ 137726 h 710704"/>
                <a:gd name="connsiteX19" fmla="*/ 114256 w 419753"/>
                <a:gd name="connsiteY19" fmla="*/ 203058 h 710704"/>
                <a:gd name="connsiteX20" fmla="*/ 44069 w 419753"/>
                <a:gd name="connsiteY20" fmla="*/ 215419 h 710704"/>
                <a:gd name="connsiteX21" fmla="*/ 808 w 419753"/>
                <a:gd name="connsiteY21" fmla="*/ 162005 h 710704"/>
                <a:gd name="connsiteX22" fmla="*/ 90859 w 419753"/>
                <a:gd name="connsiteY22" fmla="*/ 22071 h 710704"/>
                <a:gd name="connsiteX23" fmla="*/ 209606 w 419753"/>
                <a:gd name="connsiteY23" fmla="*/ 0 h 71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753" h="710704">
                  <a:moveTo>
                    <a:pt x="186650" y="550023"/>
                  </a:moveTo>
                  <a:cubicBezTo>
                    <a:pt x="234324" y="550465"/>
                    <a:pt x="271846" y="584896"/>
                    <a:pt x="272287" y="629480"/>
                  </a:cubicBezTo>
                  <a:cubicBezTo>
                    <a:pt x="272287" y="675390"/>
                    <a:pt x="234766" y="710704"/>
                    <a:pt x="186208" y="710704"/>
                  </a:cubicBezTo>
                  <a:cubicBezTo>
                    <a:pt x="138975" y="710704"/>
                    <a:pt x="101013" y="675832"/>
                    <a:pt x="100571" y="631246"/>
                  </a:cubicBezTo>
                  <a:cubicBezTo>
                    <a:pt x="99687" y="586221"/>
                    <a:pt x="138534" y="550023"/>
                    <a:pt x="186650" y="550023"/>
                  </a:cubicBezTo>
                  <a:close/>
                  <a:moveTo>
                    <a:pt x="209606" y="0"/>
                  </a:moveTo>
                  <a:cubicBezTo>
                    <a:pt x="254190" y="1324"/>
                    <a:pt x="298333" y="6180"/>
                    <a:pt x="338945" y="28693"/>
                  </a:cubicBezTo>
                  <a:cubicBezTo>
                    <a:pt x="428114" y="78133"/>
                    <a:pt x="446654" y="187608"/>
                    <a:pt x="378673" y="263093"/>
                  </a:cubicBezTo>
                  <a:cubicBezTo>
                    <a:pt x="354395" y="290021"/>
                    <a:pt x="324377" y="310326"/>
                    <a:pt x="294360" y="330190"/>
                  </a:cubicBezTo>
                  <a:cubicBezTo>
                    <a:pt x="280234" y="339460"/>
                    <a:pt x="266109" y="348730"/>
                    <a:pt x="251983" y="358000"/>
                  </a:cubicBezTo>
                  <a:cubicBezTo>
                    <a:pt x="219316" y="380513"/>
                    <a:pt x="199452" y="410089"/>
                    <a:pt x="194597" y="450260"/>
                  </a:cubicBezTo>
                  <a:cubicBezTo>
                    <a:pt x="193714" y="458647"/>
                    <a:pt x="199011" y="476304"/>
                    <a:pt x="180030" y="473655"/>
                  </a:cubicBezTo>
                  <a:cubicBezTo>
                    <a:pt x="161930" y="471007"/>
                    <a:pt x="171200" y="455999"/>
                    <a:pt x="171200" y="446729"/>
                  </a:cubicBezTo>
                  <a:cubicBezTo>
                    <a:pt x="169877" y="399054"/>
                    <a:pt x="186209" y="355793"/>
                    <a:pt x="211371" y="316065"/>
                  </a:cubicBezTo>
                  <a:cubicBezTo>
                    <a:pt x="243154" y="265742"/>
                    <a:pt x="262136" y="211886"/>
                    <a:pt x="257721" y="151411"/>
                  </a:cubicBezTo>
                  <a:cubicBezTo>
                    <a:pt x="255956" y="129340"/>
                    <a:pt x="252866" y="107709"/>
                    <a:pt x="243595" y="87403"/>
                  </a:cubicBezTo>
                  <a:cubicBezTo>
                    <a:pt x="222849" y="42377"/>
                    <a:pt x="169877" y="21189"/>
                    <a:pt x="127058" y="40611"/>
                  </a:cubicBezTo>
                  <a:cubicBezTo>
                    <a:pt x="97923" y="53413"/>
                    <a:pt x="92626" y="68863"/>
                    <a:pt x="108076" y="95791"/>
                  </a:cubicBezTo>
                  <a:cubicBezTo>
                    <a:pt x="115580" y="109474"/>
                    <a:pt x="123085" y="122718"/>
                    <a:pt x="127499" y="137726"/>
                  </a:cubicBezTo>
                  <a:cubicBezTo>
                    <a:pt x="134120" y="161563"/>
                    <a:pt x="134120" y="184960"/>
                    <a:pt x="114256" y="203058"/>
                  </a:cubicBezTo>
                  <a:cubicBezTo>
                    <a:pt x="93950" y="221598"/>
                    <a:pt x="69230" y="224247"/>
                    <a:pt x="44069" y="215419"/>
                  </a:cubicBezTo>
                  <a:cubicBezTo>
                    <a:pt x="19348" y="207031"/>
                    <a:pt x="3898" y="188933"/>
                    <a:pt x="808" y="162005"/>
                  </a:cubicBezTo>
                  <a:cubicBezTo>
                    <a:pt x="-5814" y="104177"/>
                    <a:pt x="28618" y="50323"/>
                    <a:pt x="90859" y="22071"/>
                  </a:cubicBezTo>
                  <a:cubicBezTo>
                    <a:pt x="127941" y="4855"/>
                    <a:pt x="168111" y="442"/>
                    <a:pt x="209606" y="0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7" name="Freeform: Shape 79">
              <a:extLst>
                <a:ext uri="{FF2B5EF4-FFF2-40B4-BE49-F238E27FC236}">
                  <a16:creationId xmlns:a16="http://schemas.microsoft.com/office/drawing/2014/main" xmlns="" id="{1FFC3F26-6DEC-4B5C-A8C7-AE16245AD0CE}"/>
                </a:ext>
              </a:extLst>
            </p:cNvPr>
            <p:cNvSpPr/>
            <p:nvPr/>
          </p:nvSpPr>
          <p:spPr>
            <a:xfrm>
              <a:off x="8127823" y="2244152"/>
              <a:ext cx="303622" cy="514078"/>
            </a:xfrm>
            <a:custGeom>
              <a:avLst/>
              <a:gdLst>
                <a:gd name="connsiteX0" fmla="*/ 186650 w 419753"/>
                <a:gd name="connsiteY0" fmla="*/ 550023 h 710704"/>
                <a:gd name="connsiteX1" fmla="*/ 272287 w 419753"/>
                <a:gd name="connsiteY1" fmla="*/ 629480 h 710704"/>
                <a:gd name="connsiteX2" fmla="*/ 186208 w 419753"/>
                <a:gd name="connsiteY2" fmla="*/ 710704 h 710704"/>
                <a:gd name="connsiteX3" fmla="*/ 100571 w 419753"/>
                <a:gd name="connsiteY3" fmla="*/ 631246 h 710704"/>
                <a:gd name="connsiteX4" fmla="*/ 186650 w 419753"/>
                <a:gd name="connsiteY4" fmla="*/ 550023 h 710704"/>
                <a:gd name="connsiteX5" fmla="*/ 209606 w 419753"/>
                <a:gd name="connsiteY5" fmla="*/ 0 h 710704"/>
                <a:gd name="connsiteX6" fmla="*/ 338945 w 419753"/>
                <a:gd name="connsiteY6" fmla="*/ 28693 h 710704"/>
                <a:gd name="connsiteX7" fmla="*/ 378673 w 419753"/>
                <a:gd name="connsiteY7" fmla="*/ 263093 h 710704"/>
                <a:gd name="connsiteX8" fmla="*/ 294360 w 419753"/>
                <a:gd name="connsiteY8" fmla="*/ 330190 h 710704"/>
                <a:gd name="connsiteX9" fmla="*/ 251983 w 419753"/>
                <a:gd name="connsiteY9" fmla="*/ 358000 h 710704"/>
                <a:gd name="connsiteX10" fmla="*/ 194597 w 419753"/>
                <a:gd name="connsiteY10" fmla="*/ 450260 h 710704"/>
                <a:gd name="connsiteX11" fmla="*/ 180030 w 419753"/>
                <a:gd name="connsiteY11" fmla="*/ 473655 h 710704"/>
                <a:gd name="connsiteX12" fmla="*/ 171200 w 419753"/>
                <a:gd name="connsiteY12" fmla="*/ 446729 h 710704"/>
                <a:gd name="connsiteX13" fmla="*/ 211371 w 419753"/>
                <a:gd name="connsiteY13" fmla="*/ 316065 h 710704"/>
                <a:gd name="connsiteX14" fmla="*/ 257721 w 419753"/>
                <a:gd name="connsiteY14" fmla="*/ 151411 h 710704"/>
                <a:gd name="connsiteX15" fmla="*/ 243595 w 419753"/>
                <a:gd name="connsiteY15" fmla="*/ 87403 h 710704"/>
                <a:gd name="connsiteX16" fmla="*/ 127058 w 419753"/>
                <a:gd name="connsiteY16" fmla="*/ 40611 h 710704"/>
                <a:gd name="connsiteX17" fmla="*/ 108076 w 419753"/>
                <a:gd name="connsiteY17" fmla="*/ 95791 h 710704"/>
                <a:gd name="connsiteX18" fmla="*/ 127499 w 419753"/>
                <a:gd name="connsiteY18" fmla="*/ 137726 h 710704"/>
                <a:gd name="connsiteX19" fmla="*/ 114256 w 419753"/>
                <a:gd name="connsiteY19" fmla="*/ 203058 h 710704"/>
                <a:gd name="connsiteX20" fmla="*/ 44069 w 419753"/>
                <a:gd name="connsiteY20" fmla="*/ 215419 h 710704"/>
                <a:gd name="connsiteX21" fmla="*/ 808 w 419753"/>
                <a:gd name="connsiteY21" fmla="*/ 162005 h 710704"/>
                <a:gd name="connsiteX22" fmla="*/ 90859 w 419753"/>
                <a:gd name="connsiteY22" fmla="*/ 22071 h 710704"/>
                <a:gd name="connsiteX23" fmla="*/ 209606 w 419753"/>
                <a:gd name="connsiteY23" fmla="*/ 0 h 71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753" h="710704">
                  <a:moveTo>
                    <a:pt x="186650" y="550023"/>
                  </a:moveTo>
                  <a:cubicBezTo>
                    <a:pt x="234324" y="550465"/>
                    <a:pt x="271846" y="584896"/>
                    <a:pt x="272287" y="629480"/>
                  </a:cubicBezTo>
                  <a:cubicBezTo>
                    <a:pt x="272287" y="675390"/>
                    <a:pt x="234766" y="710704"/>
                    <a:pt x="186208" y="710704"/>
                  </a:cubicBezTo>
                  <a:cubicBezTo>
                    <a:pt x="138975" y="710704"/>
                    <a:pt x="101013" y="675832"/>
                    <a:pt x="100571" y="631246"/>
                  </a:cubicBezTo>
                  <a:cubicBezTo>
                    <a:pt x="99687" y="586221"/>
                    <a:pt x="138534" y="550023"/>
                    <a:pt x="186650" y="550023"/>
                  </a:cubicBezTo>
                  <a:close/>
                  <a:moveTo>
                    <a:pt x="209606" y="0"/>
                  </a:moveTo>
                  <a:cubicBezTo>
                    <a:pt x="254190" y="1324"/>
                    <a:pt x="298333" y="6180"/>
                    <a:pt x="338945" y="28693"/>
                  </a:cubicBezTo>
                  <a:cubicBezTo>
                    <a:pt x="428114" y="78133"/>
                    <a:pt x="446654" y="187608"/>
                    <a:pt x="378673" y="263093"/>
                  </a:cubicBezTo>
                  <a:cubicBezTo>
                    <a:pt x="354395" y="290021"/>
                    <a:pt x="324377" y="310326"/>
                    <a:pt x="294360" y="330190"/>
                  </a:cubicBezTo>
                  <a:cubicBezTo>
                    <a:pt x="280234" y="339460"/>
                    <a:pt x="266109" y="348730"/>
                    <a:pt x="251983" y="358000"/>
                  </a:cubicBezTo>
                  <a:cubicBezTo>
                    <a:pt x="219316" y="380513"/>
                    <a:pt x="199452" y="410089"/>
                    <a:pt x="194597" y="450260"/>
                  </a:cubicBezTo>
                  <a:cubicBezTo>
                    <a:pt x="193714" y="458647"/>
                    <a:pt x="199011" y="476304"/>
                    <a:pt x="180030" y="473655"/>
                  </a:cubicBezTo>
                  <a:cubicBezTo>
                    <a:pt x="161930" y="471007"/>
                    <a:pt x="171200" y="455999"/>
                    <a:pt x="171200" y="446729"/>
                  </a:cubicBezTo>
                  <a:cubicBezTo>
                    <a:pt x="169877" y="399054"/>
                    <a:pt x="186209" y="355793"/>
                    <a:pt x="211371" y="316065"/>
                  </a:cubicBezTo>
                  <a:cubicBezTo>
                    <a:pt x="243154" y="265742"/>
                    <a:pt x="262136" y="211886"/>
                    <a:pt x="257721" y="151411"/>
                  </a:cubicBezTo>
                  <a:cubicBezTo>
                    <a:pt x="255956" y="129340"/>
                    <a:pt x="252866" y="107709"/>
                    <a:pt x="243595" y="87403"/>
                  </a:cubicBezTo>
                  <a:cubicBezTo>
                    <a:pt x="222849" y="42377"/>
                    <a:pt x="169877" y="21189"/>
                    <a:pt x="127058" y="40611"/>
                  </a:cubicBezTo>
                  <a:cubicBezTo>
                    <a:pt x="97923" y="53413"/>
                    <a:pt x="92626" y="68863"/>
                    <a:pt x="108076" y="95791"/>
                  </a:cubicBezTo>
                  <a:cubicBezTo>
                    <a:pt x="115580" y="109474"/>
                    <a:pt x="123085" y="122718"/>
                    <a:pt x="127499" y="137726"/>
                  </a:cubicBezTo>
                  <a:cubicBezTo>
                    <a:pt x="134120" y="161563"/>
                    <a:pt x="134120" y="184960"/>
                    <a:pt x="114256" y="203058"/>
                  </a:cubicBezTo>
                  <a:cubicBezTo>
                    <a:pt x="93950" y="221598"/>
                    <a:pt x="69230" y="224247"/>
                    <a:pt x="44069" y="215419"/>
                  </a:cubicBezTo>
                  <a:cubicBezTo>
                    <a:pt x="19348" y="207031"/>
                    <a:pt x="3898" y="188933"/>
                    <a:pt x="808" y="162005"/>
                  </a:cubicBezTo>
                  <a:cubicBezTo>
                    <a:pt x="-5814" y="104177"/>
                    <a:pt x="28618" y="50323"/>
                    <a:pt x="90859" y="22071"/>
                  </a:cubicBezTo>
                  <a:cubicBezTo>
                    <a:pt x="127941" y="4855"/>
                    <a:pt x="168111" y="442"/>
                    <a:pt x="209606" y="0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8" name="Freeform: Shape 87">
              <a:extLst>
                <a:ext uri="{FF2B5EF4-FFF2-40B4-BE49-F238E27FC236}">
                  <a16:creationId xmlns:a16="http://schemas.microsoft.com/office/drawing/2014/main" xmlns="" id="{E38400D3-F681-4BD9-A69D-9C39E879E40A}"/>
                </a:ext>
              </a:extLst>
            </p:cNvPr>
            <p:cNvSpPr/>
            <p:nvPr/>
          </p:nvSpPr>
          <p:spPr>
            <a:xfrm>
              <a:off x="7184139" y="2367179"/>
              <a:ext cx="255653" cy="432859"/>
            </a:xfrm>
            <a:custGeom>
              <a:avLst/>
              <a:gdLst>
                <a:gd name="connsiteX0" fmla="*/ 186650 w 419753"/>
                <a:gd name="connsiteY0" fmla="*/ 550023 h 710704"/>
                <a:gd name="connsiteX1" fmla="*/ 272287 w 419753"/>
                <a:gd name="connsiteY1" fmla="*/ 629480 h 710704"/>
                <a:gd name="connsiteX2" fmla="*/ 186208 w 419753"/>
                <a:gd name="connsiteY2" fmla="*/ 710704 h 710704"/>
                <a:gd name="connsiteX3" fmla="*/ 100571 w 419753"/>
                <a:gd name="connsiteY3" fmla="*/ 631246 h 710704"/>
                <a:gd name="connsiteX4" fmla="*/ 186650 w 419753"/>
                <a:gd name="connsiteY4" fmla="*/ 550023 h 710704"/>
                <a:gd name="connsiteX5" fmla="*/ 209606 w 419753"/>
                <a:gd name="connsiteY5" fmla="*/ 0 h 710704"/>
                <a:gd name="connsiteX6" fmla="*/ 338945 w 419753"/>
                <a:gd name="connsiteY6" fmla="*/ 28693 h 710704"/>
                <a:gd name="connsiteX7" fmla="*/ 378673 w 419753"/>
                <a:gd name="connsiteY7" fmla="*/ 263093 h 710704"/>
                <a:gd name="connsiteX8" fmla="*/ 294360 w 419753"/>
                <a:gd name="connsiteY8" fmla="*/ 330190 h 710704"/>
                <a:gd name="connsiteX9" fmla="*/ 251983 w 419753"/>
                <a:gd name="connsiteY9" fmla="*/ 358000 h 710704"/>
                <a:gd name="connsiteX10" fmla="*/ 194597 w 419753"/>
                <a:gd name="connsiteY10" fmla="*/ 450260 h 710704"/>
                <a:gd name="connsiteX11" fmla="*/ 180030 w 419753"/>
                <a:gd name="connsiteY11" fmla="*/ 473655 h 710704"/>
                <a:gd name="connsiteX12" fmla="*/ 171200 w 419753"/>
                <a:gd name="connsiteY12" fmla="*/ 446729 h 710704"/>
                <a:gd name="connsiteX13" fmla="*/ 211371 w 419753"/>
                <a:gd name="connsiteY13" fmla="*/ 316065 h 710704"/>
                <a:gd name="connsiteX14" fmla="*/ 257721 w 419753"/>
                <a:gd name="connsiteY14" fmla="*/ 151411 h 710704"/>
                <a:gd name="connsiteX15" fmla="*/ 243595 w 419753"/>
                <a:gd name="connsiteY15" fmla="*/ 87403 h 710704"/>
                <a:gd name="connsiteX16" fmla="*/ 127058 w 419753"/>
                <a:gd name="connsiteY16" fmla="*/ 40611 h 710704"/>
                <a:gd name="connsiteX17" fmla="*/ 108076 w 419753"/>
                <a:gd name="connsiteY17" fmla="*/ 95791 h 710704"/>
                <a:gd name="connsiteX18" fmla="*/ 127499 w 419753"/>
                <a:gd name="connsiteY18" fmla="*/ 137726 h 710704"/>
                <a:gd name="connsiteX19" fmla="*/ 114256 w 419753"/>
                <a:gd name="connsiteY19" fmla="*/ 203058 h 710704"/>
                <a:gd name="connsiteX20" fmla="*/ 44069 w 419753"/>
                <a:gd name="connsiteY20" fmla="*/ 215419 h 710704"/>
                <a:gd name="connsiteX21" fmla="*/ 808 w 419753"/>
                <a:gd name="connsiteY21" fmla="*/ 162005 h 710704"/>
                <a:gd name="connsiteX22" fmla="*/ 90859 w 419753"/>
                <a:gd name="connsiteY22" fmla="*/ 22071 h 710704"/>
                <a:gd name="connsiteX23" fmla="*/ 209606 w 419753"/>
                <a:gd name="connsiteY23" fmla="*/ 0 h 71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753" h="710704">
                  <a:moveTo>
                    <a:pt x="186650" y="550023"/>
                  </a:moveTo>
                  <a:cubicBezTo>
                    <a:pt x="234324" y="550465"/>
                    <a:pt x="271846" y="584896"/>
                    <a:pt x="272287" y="629480"/>
                  </a:cubicBezTo>
                  <a:cubicBezTo>
                    <a:pt x="272287" y="675390"/>
                    <a:pt x="234766" y="710704"/>
                    <a:pt x="186208" y="710704"/>
                  </a:cubicBezTo>
                  <a:cubicBezTo>
                    <a:pt x="138975" y="710704"/>
                    <a:pt x="101013" y="675832"/>
                    <a:pt x="100571" y="631246"/>
                  </a:cubicBezTo>
                  <a:cubicBezTo>
                    <a:pt x="99687" y="586221"/>
                    <a:pt x="138534" y="550023"/>
                    <a:pt x="186650" y="550023"/>
                  </a:cubicBezTo>
                  <a:close/>
                  <a:moveTo>
                    <a:pt x="209606" y="0"/>
                  </a:moveTo>
                  <a:cubicBezTo>
                    <a:pt x="254190" y="1324"/>
                    <a:pt x="298333" y="6180"/>
                    <a:pt x="338945" y="28693"/>
                  </a:cubicBezTo>
                  <a:cubicBezTo>
                    <a:pt x="428114" y="78133"/>
                    <a:pt x="446654" y="187608"/>
                    <a:pt x="378673" y="263093"/>
                  </a:cubicBezTo>
                  <a:cubicBezTo>
                    <a:pt x="354395" y="290021"/>
                    <a:pt x="324377" y="310326"/>
                    <a:pt x="294360" y="330190"/>
                  </a:cubicBezTo>
                  <a:cubicBezTo>
                    <a:pt x="280234" y="339460"/>
                    <a:pt x="266109" y="348730"/>
                    <a:pt x="251983" y="358000"/>
                  </a:cubicBezTo>
                  <a:cubicBezTo>
                    <a:pt x="219316" y="380513"/>
                    <a:pt x="199452" y="410089"/>
                    <a:pt x="194597" y="450260"/>
                  </a:cubicBezTo>
                  <a:cubicBezTo>
                    <a:pt x="193714" y="458647"/>
                    <a:pt x="199011" y="476304"/>
                    <a:pt x="180030" y="473655"/>
                  </a:cubicBezTo>
                  <a:cubicBezTo>
                    <a:pt x="161930" y="471007"/>
                    <a:pt x="171200" y="455999"/>
                    <a:pt x="171200" y="446729"/>
                  </a:cubicBezTo>
                  <a:cubicBezTo>
                    <a:pt x="169877" y="399054"/>
                    <a:pt x="186209" y="355793"/>
                    <a:pt x="211371" y="316065"/>
                  </a:cubicBezTo>
                  <a:cubicBezTo>
                    <a:pt x="243154" y="265742"/>
                    <a:pt x="262136" y="211886"/>
                    <a:pt x="257721" y="151411"/>
                  </a:cubicBezTo>
                  <a:cubicBezTo>
                    <a:pt x="255956" y="129340"/>
                    <a:pt x="252866" y="107709"/>
                    <a:pt x="243595" y="87403"/>
                  </a:cubicBezTo>
                  <a:cubicBezTo>
                    <a:pt x="222849" y="42377"/>
                    <a:pt x="169877" y="21189"/>
                    <a:pt x="127058" y="40611"/>
                  </a:cubicBezTo>
                  <a:cubicBezTo>
                    <a:pt x="97923" y="53413"/>
                    <a:pt x="92626" y="68863"/>
                    <a:pt x="108076" y="95791"/>
                  </a:cubicBezTo>
                  <a:cubicBezTo>
                    <a:pt x="115580" y="109474"/>
                    <a:pt x="123085" y="122718"/>
                    <a:pt x="127499" y="137726"/>
                  </a:cubicBezTo>
                  <a:cubicBezTo>
                    <a:pt x="134120" y="161563"/>
                    <a:pt x="134120" y="184960"/>
                    <a:pt x="114256" y="203058"/>
                  </a:cubicBezTo>
                  <a:cubicBezTo>
                    <a:pt x="93950" y="221598"/>
                    <a:pt x="69230" y="224247"/>
                    <a:pt x="44069" y="215419"/>
                  </a:cubicBezTo>
                  <a:cubicBezTo>
                    <a:pt x="19348" y="207031"/>
                    <a:pt x="3898" y="188933"/>
                    <a:pt x="808" y="162005"/>
                  </a:cubicBezTo>
                  <a:cubicBezTo>
                    <a:pt x="-5814" y="104177"/>
                    <a:pt x="28618" y="50323"/>
                    <a:pt x="90859" y="22071"/>
                  </a:cubicBezTo>
                  <a:cubicBezTo>
                    <a:pt x="127941" y="4855"/>
                    <a:pt x="168111" y="442"/>
                    <a:pt x="209606" y="0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9" name="Freeform: Shape 92">
              <a:extLst>
                <a:ext uri="{FF2B5EF4-FFF2-40B4-BE49-F238E27FC236}">
                  <a16:creationId xmlns:a16="http://schemas.microsoft.com/office/drawing/2014/main" xmlns="" id="{DA4F859D-962F-4B0A-9D6D-A15678BBCC1E}"/>
                </a:ext>
              </a:extLst>
            </p:cNvPr>
            <p:cNvSpPr/>
            <p:nvPr/>
          </p:nvSpPr>
          <p:spPr>
            <a:xfrm>
              <a:off x="7800867" y="2773914"/>
              <a:ext cx="211208" cy="357607"/>
            </a:xfrm>
            <a:custGeom>
              <a:avLst/>
              <a:gdLst>
                <a:gd name="connsiteX0" fmla="*/ 186650 w 419753"/>
                <a:gd name="connsiteY0" fmla="*/ 550023 h 710704"/>
                <a:gd name="connsiteX1" fmla="*/ 272287 w 419753"/>
                <a:gd name="connsiteY1" fmla="*/ 629480 h 710704"/>
                <a:gd name="connsiteX2" fmla="*/ 186208 w 419753"/>
                <a:gd name="connsiteY2" fmla="*/ 710704 h 710704"/>
                <a:gd name="connsiteX3" fmla="*/ 100571 w 419753"/>
                <a:gd name="connsiteY3" fmla="*/ 631246 h 710704"/>
                <a:gd name="connsiteX4" fmla="*/ 186650 w 419753"/>
                <a:gd name="connsiteY4" fmla="*/ 550023 h 710704"/>
                <a:gd name="connsiteX5" fmla="*/ 209606 w 419753"/>
                <a:gd name="connsiteY5" fmla="*/ 0 h 710704"/>
                <a:gd name="connsiteX6" fmla="*/ 338945 w 419753"/>
                <a:gd name="connsiteY6" fmla="*/ 28693 h 710704"/>
                <a:gd name="connsiteX7" fmla="*/ 378673 w 419753"/>
                <a:gd name="connsiteY7" fmla="*/ 263093 h 710704"/>
                <a:gd name="connsiteX8" fmla="*/ 294360 w 419753"/>
                <a:gd name="connsiteY8" fmla="*/ 330190 h 710704"/>
                <a:gd name="connsiteX9" fmla="*/ 251983 w 419753"/>
                <a:gd name="connsiteY9" fmla="*/ 358000 h 710704"/>
                <a:gd name="connsiteX10" fmla="*/ 194597 w 419753"/>
                <a:gd name="connsiteY10" fmla="*/ 450260 h 710704"/>
                <a:gd name="connsiteX11" fmla="*/ 180030 w 419753"/>
                <a:gd name="connsiteY11" fmla="*/ 473655 h 710704"/>
                <a:gd name="connsiteX12" fmla="*/ 171200 w 419753"/>
                <a:gd name="connsiteY12" fmla="*/ 446729 h 710704"/>
                <a:gd name="connsiteX13" fmla="*/ 211371 w 419753"/>
                <a:gd name="connsiteY13" fmla="*/ 316065 h 710704"/>
                <a:gd name="connsiteX14" fmla="*/ 257721 w 419753"/>
                <a:gd name="connsiteY14" fmla="*/ 151411 h 710704"/>
                <a:gd name="connsiteX15" fmla="*/ 243595 w 419753"/>
                <a:gd name="connsiteY15" fmla="*/ 87403 h 710704"/>
                <a:gd name="connsiteX16" fmla="*/ 127058 w 419753"/>
                <a:gd name="connsiteY16" fmla="*/ 40611 h 710704"/>
                <a:gd name="connsiteX17" fmla="*/ 108076 w 419753"/>
                <a:gd name="connsiteY17" fmla="*/ 95791 h 710704"/>
                <a:gd name="connsiteX18" fmla="*/ 127499 w 419753"/>
                <a:gd name="connsiteY18" fmla="*/ 137726 h 710704"/>
                <a:gd name="connsiteX19" fmla="*/ 114256 w 419753"/>
                <a:gd name="connsiteY19" fmla="*/ 203058 h 710704"/>
                <a:gd name="connsiteX20" fmla="*/ 44069 w 419753"/>
                <a:gd name="connsiteY20" fmla="*/ 215419 h 710704"/>
                <a:gd name="connsiteX21" fmla="*/ 808 w 419753"/>
                <a:gd name="connsiteY21" fmla="*/ 162005 h 710704"/>
                <a:gd name="connsiteX22" fmla="*/ 90859 w 419753"/>
                <a:gd name="connsiteY22" fmla="*/ 22071 h 710704"/>
                <a:gd name="connsiteX23" fmla="*/ 209606 w 419753"/>
                <a:gd name="connsiteY23" fmla="*/ 0 h 71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753" h="710704">
                  <a:moveTo>
                    <a:pt x="186650" y="550023"/>
                  </a:moveTo>
                  <a:cubicBezTo>
                    <a:pt x="234324" y="550465"/>
                    <a:pt x="271846" y="584896"/>
                    <a:pt x="272287" y="629480"/>
                  </a:cubicBezTo>
                  <a:cubicBezTo>
                    <a:pt x="272287" y="675390"/>
                    <a:pt x="234766" y="710704"/>
                    <a:pt x="186208" y="710704"/>
                  </a:cubicBezTo>
                  <a:cubicBezTo>
                    <a:pt x="138975" y="710704"/>
                    <a:pt x="101013" y="675832"/>
                    <a:pt x="100571" y="631246"/>
                  </a:cubicBezTo>
                  <a:cubicBezTo>
                    <a:pt x="99687" y="586221"/>
                    <a:pt x="138534" y="550023"/>
                    <a:pt x="186650" y="550023"/>
                  </a:cubicBezTo>
                  <a:close/>
                  <a:moveTo>
                    <a:pt x="209606" y="0"/>
                  </a:moveTo>
                  <a:cubicBezTo>
                    <a:pt x="254190" y="1324"/>
                    <a:pt x="298333" y="6180"/>
                    <a:pt x="338945" y="28693"/>
                  </a:cubicBezTo>
                  <a:cubicBezTo>
                    <a:pt x="428114" y="78133"/>
                    <a:pt x="446654" y="187608"/>
                    <a:pt x="378673" y="263093"/>
                  </a:cubicBezTo>
                  <a:cubicBezTo>
                    <a:pt x="354395" y="290021"/>
                    <a:pt x="324377" y="310326"/>
                    <a:pt x="294360" y="330190"/>
                  </a:cubicBezTo>
                  <a:cubicBezTo>
                    <a:pt x="280234" y="339460"/>
                    <a:pt x="266109" y="348730"/>
                    <a:pt x="251983" y="358000"/>
                  </a:cubicBezTo>
                  <a:cubicBezTo>
                    <a:pt x="219316" y="380513"/>
                    <a:pt x="199452" y="410089"/>
                    <a:pt x="194597" y="450260"/>
                  </a:cubicBezTo>
                  <a:cubicBezTo>
                    <a:pt x="193714" y="458647"/>
                    <a:pt x="199011" y="476304"/>
                    <a:pt x="180030" y="473655"/>
                  </a:cubicBezTo>
                  <a:cubicBezTo>
                    <a:pt x="161930" y="471007"/>
                    <a:pt x="171200" y="455999"/>
                    <a:pt x="171200" y="446729"/>
                  </a:cubicBezTo>
                  <a:cubicBezTo>
                    <a:pt x="169877" y="399054"/>
                    <a:pt x="186209" y="355793"/>
                    <a:pt x="211371" y="316065"/>
                  </a:cubicBezTo>
                  <a:cubicBezTo>
                    <a:pt x="243154" y="265742"/>
                    <a:pt x="262136" y="211886"/>
                    <a:pt x="257721" y="151411"/>
                  </a:cubicBezTo>
                  <a:cubicBezTo>
                    <a:pt x="255956" y="129340"/>
                    <a:pt x="252866" y="107709"/>
                    <a:pt x="243595" y="87403"/>
                  </a:cubicBezTo>
                  <a:cubicBezTo>
                    <a:pt x="222849" y="42377"/>
                    <a:pt x="169877" y="21189"/>
                    <a:pt x="127058" y="40611"/>
                  </a:cubicBezTo>
                  <a:cubicBezTo>
                    <a:pt x="97923" y="53413"/>
                    <a:pt x="92626" y="68863"/>
                    <a:pt x="108076" y="95791"/>
                  </a:cubicBezTo>
                  <a:cubicBezTo>
                    <a:pt x="115580" y="109474"/>
                    <a:pt x="123085" y="122718"/>
                    <a:pt x="127499" y="137726"/>
                  </a:cubicBezTo>
                  <a:cubicBezTo>
                    <a:pt x="134120" y="161563"/>
                    <a:pt x="134120" y="184960"/>
                    <a:pt x="114256" y="203058"/>
                  </a:cubicBezTo>
                  <a:cubicBezTo>
                    <a:pt x="93950" y="221598"/>
                    <a:pt x="69230" y="224247"/>
                    <a:pt x="44069" y="215419"/>
                  </a:cubicBezTo>
                  <a:cubicBezTo>
                    <a:pt x="19348" y="207031"/>
                    <a:pt x="3898" y="188933"/>
                    <a:pt x="808" y="162005"/>
                  </a:cubicBezTo>
                  <a:cubicBezTo>
                    <a:pt x="-5814" y="104177"/>
                    <a:pt x="28618" y="50323"/>
                    <a:pt x="90859" y="22071"/>
                  </a:cubicBezTo>
                  <a:cubicBezTo>
                    <a:pt x="127941" y="4855"/>
                    <a:pt x="168111" y="442"/>
                    <a:pt x="209606" y="0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0" name="Freeform: Shape 91">
              <a:extLst>
                <a:ext uri="{FF2B5EF4-FFF2-40B4-BE49-F238E27FC236}">
                  <a16:creationId xmlns:a16="http://schemas.microsoft.com/office/drawing/2014/main" xmlns="" id="{C547DA82-C6BE-4E78-B798-D854010AA8A7}"/>
                </a:ext>
              </a:extLst>
            </p:cNvPr>
            <p:cNvSpPr/>
            <p:nvPr/>
          </p:nvSpPr>
          <p:spPr>
            <a:xfrm>
              <a:off x="6017429" y="1921795"/>
              <a:ext cx="211208" cy="357607"/>
            </a:xfrm>
            <a:custGeom>
              <a:avLst/>
              <a:gdLst>
                <a:gd name="connsiteX0" fmla="*/ 186650 w 419753"/>
                <a:gd name="connsiteY0" fmla="*/ 550023 h 710704"/>
                <a:gd name="connsiteX1" fmla="*/ 272287 w 419753"/>
                <a:gd name="connsiteY1" fmla="*/ 629480 h 710704"/>
                <a:gd name="connsiteX2" fmla="*/ 186208 w 419753"/>
                <a:gd name="connsiteY2" fmla="*/ 710704 h 710704"/>
                <a:gd name="connsiteX3" fmla="*/ 100571 w 419753"/>
                <a:gd name="connsiteY3" fmla="*/ 631246 h 710704"/>
                <a:gd name="connsiteX4" fmla="*/ 186650 w 419753"/>
                <a:gd name="connsiteY4" fmla="*/ 550023 h 710704"/>
                <a:gd name="connsiteX5" fmla="*/ 209606 w 419753"/>
                <a:gd name="connsiteY5" fmla="*/ 0 h 710704"/>
                <a:gd name="connsiteX6" fmla="*/ 338945 w 419753"/>
                <a:gd name="connsiteY6" fmla="*/ 28693 h 710704"/>
                <a:gd name="connsiteX7" fmla="*/ 378673 w 419753"/>
                <a:gd name="connsiteY7" fmla="*/ 263093 h 710704"/>
                <a:gd name="connsiteX8" fmla="*/ 294360 w 419753"/>
                <a:gd name="connsiteY8" fmla="*/ 330190 h 710704"/>
                <a:gd name="connsiteX9" fmla="*/ 251983 w 419753"/>
                <a:gd name="connsiteY9" fmla="*/ 358000 h 710704"/>
                <a:gd name="connsiteX10" fmla="*/ 194597 w 419753"/>
                <a:gd name="connsiteY10" fmla="*/ 450260 h 710704"/>
                <a:gd name="connsiteX11" fmla="*/ 180030 w 419753"/>
                <a:gd name="connsiteY11" fmla="*/ 473655 h 710704"/>
                <a:gd name="connsiteX12" fmla="*/ 171200 w 419753"/>
                <a:gd name="connsiteY12" fmla="*/ 446729 h 710704"/>
                <a:gd name="connsiteX13" fmla="*/ 211371 w 419753"/>
                <a:gd name="connsiteY13" fmla="*/ 316065 h 710704"/>
                <a:gd name="connsiteX14" fmla="*/ 257721 w 419753"/>
                <a:gd name="connsiteY14" fmla="*/ 151411 h 710704"/>
                <a:gd name="connsiteX15" fmla="*/ 243595 w 419753"/>
                <a:gd name="connsiteY15" fmla="*/ 87403 h 710704"/>
                <a:gd name="connsiteX16" fmla="*/ 127058 w 419753"/>
                <a:gd name="connsiteY16" fmla="*/ 40611 h 710704"/>
                <a:gd name="connsiteX17" fmla="*/ 108076 w 419753"/>
                <a:gd name="connsiteY17" fmla="*/ 95791 h 710704"/>
                <a:gd name="connsiteX18" fmla="*/ 127499 w 419753"/>
                <a:gd name="connsiteY18" fmla="*/ 137726 h 710704"/>
                <a:gd name="connsiteX19" fmla="*/ 114256 w 419753"/>
                <a:gd name="connsiteY19" fmla="*/ 203058 h 710704"/>
                <a:gd name="connsiteX20" fmla="*/ 44069 w 419753"/>
                <a:gd name="connsiteY20" fmla="*/ 215419 h 710704"/>
                <a:gd name="connsiteX21" fmla="*/ 808 w 419753"/>
                <a:gd name="connsiteY21" fmla="*/ 162005 h 710704"/>
                <a:gd name="connsiteX22" fmla="*/ 90859 w 419753"/>
                <a:gd name="connsiteY22" fmla="*/ 22071 h 710704"/>
                <a:gd name="connsiteX23" fmla="*/ 209606 w 419753"/>
                <a:gd name="connsiteY23" fmla="*/ 0 h 71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753" h="710704">
                  <a:moveTo>
                    <a:pt x="186650" y="550023"/>
                  </a:moveTo>
                  <a:cubicBezTo>
                    <a:pt x="234324" y="550465"/>
                    <a:pt x="271846" y="584896"/>
                    <a:pt x="272287" y="629480"/>
                  </a:cubicBezTo>
                  <a:cubicBezTo>
                    <a:pt x="272287" y="675390"/>
                    <a:pt x="234766" y="710704"/>
                    <a:pt x="186208" y="710704"/>
                  </a:cubicBezTo>
                  <a:cubicBezTo>
                    <a:pt x="138975" y="710704"/>
                    <a:pt x="101013" y="675832"/>
                    <a:pt x="100571" y="631246"/>
                  </a:cubicBezTo>
                  <a:cubicBezTo>
                    <a:pt x="99687" y="586221"/>
                    <a:pt x="138534" y="550023"/>
                    <a:pt x="186650" y="550023"/>
                  </a:cubicBezTo>
                  <a:close/>
                  <a:moveTo>
                    <a:pt x="209606" y="0"/>
                  </a:moveTo>
                  <a:cubicBezTo>
                    <a:pt x="254190" y="1324"/>
                    <a:pt x="298333" y="6180"/>
                    <a:pt x="338945" y="28693"/>
                  </a:cubicBezTo>
                  <a:cubicBezTo>
                    <a:pt x="428114" y="78133"/>
                    <a:pt x="446654" y="187608"/>
                    <a:pt x="378673" y="263093"/>
                  </a:cubicBezTo>
                  <a:cubicBezTo>
                    <a:pt x="354395" y="290021"/>
                    <a:pt x="324377" y="310326"/>
                    <a:pt x="294360" y="330190"/>
                  </a:cubicBezTo>
                  <a:cubicBezTo>
                    <a:pt x="280234" y="339460"/>
                    <a:pt x="266109" y="348730"/>
                    <a:pt x="251983" y="358000"/>
                  </a:cubicBezTo>
                  <a:cubicBezTo>
                    <a:pt x="219316" y="380513"/>
                    <a:pt x="199452" y="410089"/>
                    <a:pt x="194597" y="450260"/>
                  </a:cubicBezTo>
                  <a:cubicBezTo>
                    <a:pt x="193714" y="458647"/>
                    <a:pt x="199011" y="476304"/>
                    <a:pt x="180030" y="473655"/>
                  </a:cubicBezTo>
                  <a:cubicBezTo>
                    <a:pt x="161930" y="471007"/>
                    <a:pt x="171200" y="455999"/>
                    <a:pt x="171200" y="446729"/>
                  </a:cubicBezTo>
                  <a:cubicBezTo>
                    <a:pt x="169877" y="399054"/>
                    <a:pt x="186209" y="355793"/>
                    <a:pt x="211371" y="316065"/>
                  </a:cubicBezTo>
                  <a:cubicBezTo>
                    <a:pt x="243154" y="265742"/>
                    <a:pt x="262136" y="211886"/>
                    <a:pt x="257721" y="151411"/>
                  </a:cubicBezTo>
                  <a:cubicBezTo>
                    <a:pt x="255956" y="129340"/>
                    <a:pt x="252866" y="107709"/>
                    <a:pt x="243595" y="87403"/>
                  </a:cubicBezTo>
                  <a:cubicBezTo>
                    <a:pt x="222849" y="42377"/>
                    <a:pt x="169877" y="21189"/>
                    <a:pt x="127058" y="40611"/>
                  </a:cubicBezTo>
                  <a:cubicBezTo>
                    <a:pt x="97923" y="53413"/>
                    <a:pt x="92626" y="68863"/>
                    <a:pt x="108076" y="95791"/>
                  </a:cubicBezTo>
                  <a:cubicBezTo>
                    <a:pt x="115580" y="109474"/>
                    <a:pt x="123085" y="122718"/>
                    <a:pt x="127499" y="137726"/>
                  </a:cubicBezTo>
                  <a:cubicBezTo>
                    <a:pt x="134120" y="161563"/>
                    <a:pt x="134120" y="184960"/>
                    <a:pt x="114256" y="203058"/>
                  </a:cubicBezTo>
                  <a:cubicBezTo>
                    <a:pt x="93950" y="221598"/>
                    <a:pt x="69230" y="224247"/>
                    <a:pt x="44069" y="215419"/>
                  </a:cubicBezTo>
                  <a:cubicBezTo>
                    <a:pt x="19348" y="207031"/>
                    <a:pt x="3898" y="188933"/>
                    <a:pt x="808" y="162005"/>
                  </a:cubicBezTo>
                  <a:cubicBezTo>
                    <a:pt x="-5814" y="104177"/>
                    <a:pt x="28618" y="50323"/>
                    <a:pt x="90859" y="22071"/>
                  </a:cubicBezTo>
                  <a:cubicBezTo>
                    <a:pt x="127941" y="4855"/>
                    <a:pt x="168111" y="442"/>
                    <a:pt x="209606" y="0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1" name="Freeform: Shape 95">
              <a:extLst>
                <a:ext uri="{FF2B5EF4-FFF2-40B4-BE49-F238E27FC236}">
                  <a16:creationId xmlns:a16="http://schemas.microsoft.com/office/drawing/2014/main" xmlns="" id="{7ADBDABA-73B9-41B8-89D2-7D417E419C78}"/>
                </a:ext>
              </a:extLst>
            </p:cNvPr>
            <p:cNvSpPr/>
            <p:nvPr/>
          </p:nvSpPr>
          <p:spPr>
            <a:xfrm>
              <a:off x="5880245" y="1406015"/>
              <a:ext cx="132280" cy="223969"/>
            </a:xfrm>
            <a:custGeom>
              <a:avLst/>
              <a:gdLst>
                <a:gd name="connsiteX0" fmla="*/ 186650 w 419753"/>
                <a:gd name="connsiteY0" fmla="*/ 550023 h 710704"/>
                <a:gd name="connsiteX1" fmla="*/ 272287 w 419753"/>
                <a:gd name="connsiteY1" fmla="*/ 629480 h 710704"/>
                <a:gd name="connsiteX2" fmla="*/ 186208 w 419753"/>
                <a:gd name="connsiteY2" fmla="*/ 710704 h 710704"/>
                <a:gd name="connsiteX3" fmla="*/ 100571 w 419753"/>
                <a:gd name="connsiteY3" fmla="*/ 631246 h 710704"/>
                <a:gd name="connsiteX4" fmla="*/ 186650 w 419753"/>
                <a:gd name="connsiteY4" fmla="*/ 550023 h 710704"/>
                <a:gd name="connsiteX5" fmla="*/ 209606 w 419753"/>
                <a:gd name="connsiteY5" fmla="*/ 0 h 710704"/>
                <a:gd name="connsiteX6" fmla="*/ 338945 w 419753"/>
                <a:gd name="connsiteY6" fmla="*/ 28693 h 710704"/>
                <a:gd name="connsiteX7" fmla="*/ 378673 w 419753"/>
                <a:gd name="connsiteY7" fmla="*/ 263093 h 710704"/>
                <a:gd name="connsiteX8" fmla="*/ 294360 w 419753"/>
                <a:gd name="connsiteY8" fmla="*/ 330190 h 710704"/>
                <a:gd name="connsiteX9" fmla="*/ 251983 w 419753"/>
                <a:gd name="connsiteY9" fmla="*/ 358000 h 710704"/>
                <a:gd name="connsiteX10" fmla="*/ 194597 w 419753"/>
                <a:gd name="connsiteY10" fmla="*/ 450260 h 710704"/>
                <a:gd name="connsiteX11" fmla="*/ 180030 w 419753"/>
                <a:gd name="connsiteY11" fmla="*/ 473655 h 710704"/>
                <a:gd name="connsiteX12" fmla="*/ 171200 w 419753"/>
                <a:gd name="connsiteY12" fmla="*/ 446729 h 710704"/>
                <a:gd name="connsiteX13" fmla="*/ 211371 w 419753"/>
                <a:gd name="connsiteY13" fmla="*/ 316065 h 710704"/>
                <a:gd name="connsiteX14" fmla="*/ 257721 w 419753"/>
                <a:gd name="connsiteY14" fmla="*/ 151411 h 710704"/>
                <a:gd name="connsiteX15" fmla="*/ 243595 w 419753"/>
                <a:gd name="connsiteY15" fmla="*/ 87403 h 710704"/>
                <a:gd name="connsiteX16" fmla="*/ 127058 w 419753"/>
                <a:gd name="connsiteY16" fmla="*/ 40611 h 710704"/>
                <a:gd name="connsiteX17" fmla="*/ 108076 w 419753"/>
                <a:gd name="connsiteY17" fmla="*/ 95791 h 710704"/>
                <a:gd name="connsiteX18" fmla="*/ 127499 w 419753"/>
                <a:gd name="connsiteY18" fmla="*/ 137726 h 710704"/>
                <a:gd name="connsiteX19" fmla="*/ 114256 w 419753"/>
                <a:gd name="connsiteY19" fmla="*/ 203058 h 710704"/>
                <a:gd name="connsiteX20" fmla="*/ 44069 w 419753"/>
                <a:gd name="connsiteY20" fmla="*/ 215419 h 710704"/>
                <a:gd name="connsiteX21" fmla="*/ 808 w 419753"/>
                <a:gd name="connsiteY21" fmla="*/ 162005 h 710704"/>
                <a:gd name="connsiteX22" fmla="*/ 90859 w 419753"/>
                <a:gd name="connsiteY22" fmla="*/ 22071 h 710704"/>
                <a:gd name="connsiteX23" fmla="*/ 209606 w 419753"/>
                <a:gd name="connsiteY23" fmla="*/ 0 h 71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753" h="710704">
                  <a:moveTo>
                    <a:pt x="186650" y="550023"/>
                  </a:moveTo>
                  <a:cubicBezTo>
                    <a:pt x="234324" y="550465"/>
                    <a:pt x="271846" y="584896"/>
                    <a:pt x="272287" y="629480"/>
                  </a:cubicBezTo>
                  <a:cubicBezTo>
                    <a:pt x="272287" y="675390"/>
                    <a:pt x="234766" y="710704"/>
                    <a:pt x="186208" y="710704"/>
                  </a:cubicBezTo>
                  <a:cubicBezTo>
                    <a:pt x="138975" y="710704"/>
                    <a:pt x="101013" y="675832"/>
                    <a:pt x="100571" y="631246"/>
                  </a:cubicBezTo>
                  <a:cubicBezTo>
                    <a:pt x="99687" y="586221"/>
                    <a:pt x="138534" y="550023"/>
                    <a:pt x="186650" y="550023"/>
                  </a:cubicBezTo>
                  <a:close/>
                  <a:moveTo>
                    <a:pt x="209606" y="0"/>
                  </a:moveTo>
                  <a:cubicBezTo>
                    <a:pt x="254190" y="1324"/>
                    <a:pt x="298333" y="6180"/>
                    <a:pt x="338945" y="28693"/>
                  </a:cubicBezTo>
                  <a:cubicBezTo>
                    <a:pt x="428114" y="78133"/>
                    <a:pt x="446654" y="187608"/>
                    <a:pt x="378673" y="263093"/>
                  </a:cubicBezTo>
                  <a:cubicBezTo>
                    <a:pt x="354395" y="290021"/>
                    <a:pt x="324377" y="310326"/>
                    <a:pt x="294360" y="330190"/>
                  </a:cubicBezTo>
                  <a:cubicBezTo>
                    <a:pt x="280234" y="339460"/>
                    <a:pt x="266109" y="348730"/>
                    <a:pt x="251983" y="358000"/>
                  </a:cubicBezTo>
                  <a:cubicBezTo>
                    <a:pt x="219316" y="380513"/>
                    <a:pt x="199452" y="410089"/>
                    <a:pt x="194597" y="450260"/>
                  </a:cubicBezTo>
                  <a:cubicBezTo>
                    <a:pt x="193714" y="458647"/>
                    <a:pt x="199011" y="476304"/>
                    <a:pt x="180030" y="473655"/>
                  </a:cubicBezTo>
                  <a:cubicBezTo>
                    <a:pt x="161930" y="471007"/>
                    <a:pt x="171200" y="455999"/>
                    <a:pt x="171200" y="446729"/>
                  </a:cubicBezTo>
                  <a:cubicBezTo>
                    <a:pt x="169877" y="399054"/>
                    <a:pt x="186209" y="355793"/>
                    <a:pt x="211371" y="316065"/>
                  </a:cubicBezTo>
                  <a:cubicBezTo>
                    <a:pt x="243154" y="265742"/>
                    <a:pt x="262136" y="211886"/>
                    <a:pt x="257721" y="151411"/>
                  </a:cubicBezTo>
                  <a:cubicBezTo>
                    <a:pt x="255956" y="129340"/>
                    <a:pt x="252866" y="107709"/>
                    <a:pt x="243595" y="87403"/>
                  </a:cubicBezTo>
                  <a:cubicBezTo>
                    <a:pt x="222849" y="42377"/>
                    <a:pt x="169877" y="21189"/>
                    <a:pt x="127058" y="40611"/>
                  </a:cubicBezTo>
                  <a:cubicBezTo>
                    <a:pt x="97923" y="53413"/>
                    <a:pt x="92626" y="68863"/>
                    <a:pt x="108076" y="95791"/>
                  </a:cubicBezTo>
                  <a:cubicBezTo>
                    <a:pt x="115580" y="109474"/>
                    <a:pt x="123085" y="122718"/>
                    <a:pt x="127499" y="137726"/>
                  </a:cubicBezTo>
                  <a:cubicBezTo>
                    <a:pt x="134120" y="161563"/>
                    <a:pt x="134120" y="184960"/>
                    <a:pt x="114256" y="203058"/>
                  </a:cubicBezTo>
                  <a:cubicBezTo>
                    <a:pt x="93950" y="221598"/>
                    <a:pt x="69230" y="224247"/>
                    <a:pt x="44069" y="215419"/>
                  </a:cubicBezTo>
                  <a:cubicBezTo>
                    <a:pt x="19348" y="207031"/>
                    <a:pt x="3898" y="188933"/>
                    <a:pt x="808" y="162005"/>
                  </a:cubicBezTo>
                  <a:cubicBezTo>
                    <a:pt x="-5814" y="104177"/>
                    <a:pt x="28618" y="50323"/>
                    <a:pt x="90859" y="22071"/>
                  </a:cubicBezTo>
                  <a:cubicBezTo>
                    <a:pt x="127941" y="4855"/>
                    <a:pt x="168111" y="442"/>
                    <a:pt x="209606" y="0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2" name="Freeform: Shape 96">
              <a:extLst>
                <a:ext uri="{FF2B5EF4-FFF2-40B4-BE49-F238E27FC236}">
                  <a16:creationId xmlns:a16="http://schemas.microsoft.com/office/drawing/2014/main" xmlns="" id="{6DD87A61-9B8F-49CB-B576-6A22DECD11F7}"/>
                </a:ext>
              </a:extLst>
            </p:cNvPr>
            <p:cNvSpPr/>
            <p:nvPr/>
          </p:nvSpPr>
          <p:spPr>
            <a:xfrm>
              <a:off x="6477793" y="2357299"/>
              <a:ext cx="132280" cy="223969"/>
            </a:xfrm>
            <a:custGeom>
              <a:avLst/>
              <a:gdLst>
                <a:gd name="connsiteX0" fmla="*/ 186650 w 419753"/>
                <a:gd name="connsiteY0" fmla="*/ 550023 h 710704"/>
                <a:gd name="connsiteX1" fmla="*/ 272287 w 419753"/>
                <a:gd name="connsiteY1" fmla="*/ 629480 h 710704"/>
                <a:gd name="connsiteX2" fmla="*/ 186208 w 419753"/>
                <a:gd name="connsiteY2" fmla="*/ 710704 h 710704"/>
                <a:gd name="connsiteX3" fmla="*/ 100571 w 419753"/>
                <a:gd name="connsiteY3" fmla="*/ 631246 h 710704"/>
                <a:gd name="connsiteX4" fmla="*/ 186650 w 419753"/>
                <a:gd name="connsiteY4" fmla="*/ 550023 h 710704"/>
                <a:gd name="connsiteX5" fmla="*/ 209606 w 419753"/>
                <a:gd name="connsiteY5" fmla="*/ 0 h 710704"/>
                <a:gd name="connsiteX6" fmla="*/ 338945 w 419753"/>
                <a:gd name="connsiteY6" fmla="*/ 28693 h 710704"/>
                <a:gd name="connsiteX7" fmla="*/ 378673 w 419753"/>
                <a:gd name="connsiteY7" fmla="*/ 263093 h 710704"/>
                <a:gd name="connsiteX8" fmla="*/ 294360 w 419753"/>
                <a:gd name="connsiteY8" fmla="*/ 330190 h 710704"/>
                <a:gd name="connsiteX9" fmla="*/ 251983 w 419753"/>
                <a:gd name="connsiteY9" fmla="*/ 358000 h 710704"/>
                <a:gd name="connsiteX10" fmla="*/ 194597 w 419753"/>
                <a:gd name="connsiteY10" fmla="*/ 450260 h 710704"/>
                <a:gd name="connsiteX11" fmla="*/ 180030 w 419753"/>
                <a:gd name="connsiteY11" fmla="*/ 473655 h 710704"/>
                <a:gd name="connsiteX12" fmla="*/ 171200 w 419753"/>
                <a:gd name="connsiteY12" fmla="*/ 446729 h 710704"/>
                <a:gd name="connsiteX13" fmla="*/ 211371 w 419753"/>
                <a:gd name="connsiteY13" fmla="*/ 316065 h 710704"/>
                <a:gd name="connsiteX14" fmla="*/ 257721 w 419753"/>
                <a:gd name="connsiteY14" fmla="*/ 151411 h 710704"/>
                <a:gd name="connsiteX15" fmla="*/ 243595 w 419753"/>
                <a:gd name="connsiteY15" fmla="*/ 87403 h 710704"/>
                <a:gd name="connsiteX16" fmla="*/ 127058 w 419753"/>
                <a:gd name="connsiteY16" fmla="*/ 40611 h 710704"/>
                <a:gd name="connsiteX17" fmla="*/ 108076 w 419753"/>
                <a:gd name="connsiteY17" fmla="*/ 95791 h 710704"/>
                <a:gd name="connsiteX18" fmla="*/ 127499 w 419753"/>
                <a:gd name="connsiteY18" fmla="*/ 137726 h 710704"/>
                <a:gd name="connsiteX19" fmla="*/ 114256 w 419753"/>
                <a:gd name="connsiteY19" fmla="*/ 203058 h 710704"/>
                <a:gd name="connsiteX20" fmla="*/ 44069 w 419753"/>
                <a:gd name="connsiteY20" fmla="*/ 215419 h 710704"/>
                <a:gd name="connsiteX21" fmla="*/ 808 w 419753"/>
                <a:gd name="connsiteY21" fmla="*/ 162005 h 710704"/>
                <a:gd name="connsiteX22" fmla="*/ 90859 w 419753"/>
                <a:gd name="connsiteY22" fmla="*/ 22071 h 710704"/>
                <a:gd name="connsiteX23" fmla="*/ 209606 w 419753"/>
                <a:gd name="connsiteY23" fmla="*/ 0 h 71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753" h="710704">
                  <a:moveTo>
                    <a:pt x="186650" y="550023"/>
                  </a:moveTo>
                  <a:cubicBezTo>
                    <a:pt x="234324" y="550465"/>
                    <a:pt x="271846" y="584896"/>
                    <a:pt x="272287" y="629480"/>
                  </a:cubicBezTo>
                  <a:cubicBezTo>
                    <a:pt x="272287" y="675390"/>
                    <a:pt x="234766" y="710704"/>
                    <a:pt x="186208" y="710704"/>
                  </a:cubicBezTo>
                  <a:cubicBezTo>
                    <a:pt x="138975" y="710704"/>
                    <a:pt x="101013" y="675832"/>
                    <a:pt x="100571" y="631246"/>
                  </a:cubicBezTo>
                  <a:cubicBezTo>
                    <a:pt x="99687" y="586221"/>
                    <a:pt x="138534" y="550023"/>
                    <a:pt x="186650" y="550023"/>
                  </a:cubicBezTo>
                  <a:close/>
                  <a:moveTo>
                    <a:pt x="209606" y="0"/>
                  </a:moveTo>
                  <a:cubicBezTo>
                    <a:pt x="254190" y="1324"/>
                    <a:pt x="298333" y="6180"/>
                    <a:pt x="338945" y="28693"/>
                  </a:cubicBezTo>
                  <a:cubicBezTo>
                    <a:pt x="428114" y="78133"/>
                    <a:pt x="446654" y="187608"/>
                    <a:pt x="378673" y="263093"/>
                  </a:cubicBezTo>
                  <a:cubicBezTo>
                    <a:pt x="354395" y="290021"/>
                    <a:pt x="324377" y="310326"/>
                    <a:pt x="294360" y="330190"/>
                  </a:cubicBezTo>
                  <a:cubicBezTo>
                    <a:pt x="280234" y="339460"/>
                    <a:pt x="266109" y="348730"/>
                    <a:pt x="251983" y="358000"/>
                  </a:cubicBezTo>
                  <a:cubicBezTo>
                    <a:pt x="219316" y="380513"/>
                    <a:pt x="199452" y="410089"/>
                    <a:pt x="194597" y="450260"/>
                  </a:cubicBezTo>
                  <a:cubicBezTo>
                    <a:pt x="193714" y="458647"/>
                    <a:pt x="199011" y="476304"/>
                    <a:pt x="180030" y="473655"/>
                  </a:cubicBezTo>
                  <a:cubicBezTo>
                    <a:pt x="161930" y="471007"/>
                    <a:pt x="171200" y="455999"/>
                    <a:pt x="171200" y="446729"/>
                  </a:cubicBezTo>
                  <a:cubicBezTo>
                    <a:pt x="169877" y="399054"/>
                    <a:pt x="186209" y="355793"/>
                    <a:pt x="211371" y="316065"/>
                  </a:cubicBezTo>
                  <a:cubicBezTo>
                    <a:pt x="243154" y="265742"/>
                    <a:pt x="262136" y="211886"/>
                    <a:pt x="257721" y="151411"/>
                  </a:cubicBezTo>
                  <a:cubicBezTo>
                    <a:pt x="255956" y="129340"/>
                    <a:pt x="252866" y="107709"/>
                    <a:pt x="243595" y="87403"/>
                  </a:cubicBezTo>
                  <a:cubicBezTo>
                    <a:pt x="222849" y="42377"/>
                    <a:pt x="169877" y="21189"/>
                    <a:pt x="127058" y="40611"/>
                  </a:cubicBezTo>
                  <a:cubicBezTo>
                    <a:pt x="97923" y="53413"/>
                    <a:pt x="92626" y="68863"/>
                    <a:pt x="108076" y="95791"/>
                  </a:cubicBezTo>
                  <a:cubicBezTo>
                    <a:pt x="115580" y="109474"/>
                    <a:pt x="123085" y="122718"/>
                    <a:pt x="127499" y="137726"/>
                  </a:cubicBezTo>
                  <a:cubicBezTo>
                    <a:pt x="134120" y="161563"/>
                    <a:pt x="134120" y="184960"/>
                    <a:pt x="114256" y="203058"/>
                  </a:cubicBezTo>
                  <a:cubicBezTo>
                    <a:pt x="93950" y="221598"/>
                    <a:pt x="69230" y="224247"/>
                    <a:pt x="44069" y="215419"/>
                  </a:cubicBezTo>
                  <a:cubicBezTo>
                    <a:pt x="19348" y="207031"/>
                    <a:pt x="3898" y="188933"/>
                    <a:pt x="808" y="162005"/>
                  </a:cubicBezTo>
                  <a:cubicBezTo>
                    <a:pt x="-5814" y="104177"/>
                    <a:pt x="28618" y="50323"/>
                    <a:pt x="90859" y="22071"/>
                  </a:cubicBezTo>
                  <a:cubicBezTo>
                    <a:pt x="127941" y="4855"/>
                    <a:pt x="168111" y="442"/>
                    <a:pt x="209606" y="0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3" name="Freeform: Shape 81">
              <a:extLst>
                <a:ext uri="{FF2B5EF4-FFF2-40B4-BE49-F238E27FC236}">
                  <a16:creationId xmlns:a16="http://schemas.microsoft.com/office/drawing/2014/main" xmlns="" id="{22D6334B-2175-4EC4-8DB2-8AF33A9931B8}"/>
                </a:ext>
              </a:extLst>
            </p:cNvPr>
            <p:cNvSpPr/>
            <p:nvPr/>
          </p:nvSpPr>
          <p:spPr>
            <a:xfrm>
              <a:off x="6515926" y="1416028"/>
              <a:ext cx="499096" cy="845043"/>
            </a:xfrm>
            <a:custGeom>
              <a:avLst/>
              <a:gdLst>
                <a:gd name="connsiteX0" fmla="*/ 186650 w 419753"/>
                <a:gd name="connsiteY0" fmla="*/ 550023 h 710704"/>
                <a:gd name="connsiteX1" fmla="*/ 272287 w 419753"/>
                <a:gd name="connsiteY1" fmla="*/ 629480 h 710704"/>
                <a:gd name="connsiteX2" fmla="*/ 186208 w 419753"/>
                <a:gd name="connsiteY2" fmla="*/ 710704 h 710704"/>
                <a:gd name="connsiteX3" fmla="*/ 100571 w 419753"/>
                <a:gd name="connsiteY3" fmla="*/ 631246 h 710704"/>
                <a:gd name="connsiteX4" fmla="*/ 186650 w 419753"/>
                <a:gd name="connsiteY4" fmla="*/ 550023 h 710704"/>
                <a:gd name="connsiteX5" fmla="*/ 209606 w 419753"/>
                <a:gd name="connsiteY5" fmla="*/ 0 h 710704"/>
                <a:gd name="connsiteX6" fmla="*/ 338945 w 419753"/>
                <a:gd name="connsiteY6" fmla="*/ 28693 h 710704"/>
                <a:gd name="connsiteX7" fmla="*/ 378673 w 419753"/>
                <a:gd name="connsiteY7" fmla="*/ 263093 h 710704"/>
                <a:gd name="connsiteX8" fmla="*/ 294360 w 419753"/>
                <a:gd name="connsiteY8" fmla="*/ 330190 h 710704"/>
                <a:gd name="connsiteX9" fmla="*/ 251983 w 419753"/>
                <a:gd name="connsiteY9" fmla="*/ 358000 h 710704"/>
                <a:gd name="connsiteX10" fmla="*/ 194597 w 419753"/>
                <a:gd name="connsiteY10" fmla="*/ 450260 h 710704"/>
                <a:gd name="connsiteX11" fmla="*/ 180030 w 419753"/>
                <a:gd name="connsiteY11" fmla="*/ 473655 h 710704"/>
                <a:gd name="connsiteX12" fmla="*/ 171200 w 419753"/>
                <a:gd name="connsiteY12" fmla="*/ 446729 h 710704"/>
                <a:gd name="connsiteX13" fmla="*/ 211371 w 419753"/>
                <a:gd name="connsiteY13" fmla="*/ 316065 h 710704"/>
                <a:gd name="connsiteX14" fmla="*/ 257721 w 419753"/>
                <a:gd name="connsiteY14" fmla="*/ 151411 h 710704"/>
                <a:gd name="connsiteX15" fmla="*/ 243595 w 419753"/>
                <a:gd name="connsiteY15" fmla="*/ 87403 h 710704"/>
                <a:gd name="connsiteX16" fmla="*/ 127058 w 419753"/>
                <a:gd name="connsiteY16" fmla="*/ 40611 h 710704"/>
                <a:gd name="connsiteX17" fmla="*/ 108076 w 419753"/>
                <a:gd name="connsiteY17" fmla="*/ 95791 h 710704"/>
                <a:gd name="connsiteX18" fmla="*/ 127499 w 419753"/>
                <a:gd name="connsiteY18" fmla="*/ 137726 h 710704"/>
                <a:gd name="connsiteX19" fmla="*/ 114256 w 419753"/>
                <a:gd name="connsiteY19" fmla="*/ 203058 h 710704"/>
                <a:gd name="connsiteX20" fmla="*/ 44069 w 419753"/>
                <a:gd name="connsiteY20" fmla="*/ 215419 h 710704"/>
                <a:gd name="connsiteX21" fmla="*/ 808 w 419753"/>
                <a:gd name="connsiteY21" fmla="*/ 162005 h 710704"/>
                <a:gd name="connsiteX22" fmla="*/ 90859 w 419753"/>
                <a:gd name="connsiteY22" fmla="*/ 22071 h 710704"/>
                <a:gd name="connsiteX23" fmla="*/ 209606 w 419753"/>
                <a:gd name="connsiteY23" fmla="*/ 0 h 71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753" h="710704">
                  <a:moveTo>
                    <a:pt x="186650" y="550023"/>
                  </a:moveTo>
                  <a:cubicBezTo>
                    <a:pt x="234324" y="550465"/>
                    <a:pt x="271846" y="584896"/>
                    <a:pt x="272287" y="629480"/>
                  </a:cubicBezTo>
                  <a:cubicBezTo>
                    <a:pt x="272287" y="675390"/>
                    <a:pt x="234766" y="710704"/>
                    <a:pt x="186208" y="710704"/>
                  </a:cubicBezTo>
                  <a:cubicBezTo>
                    <a:pt x="138975" y="710704"/>
                    <a:pt x="101013" y="675832"/>
                    <a:pt x="100571" y="631246"/>
                  </a:cubicBezTo>
                  <a:cubicBezTo>
                    <a:pt x="99687" y="586221"/>
                    <a:pt x="138534" y="550023"/>
                    <a:pt x="186650" y="550023"/>
                  </a:cubicBezTo>
                  <a:close/>
                  <a:moveTo>
                    <a:pt x="209606" y="0"/>
                  </a:moveTo>
                  <a:cubicBezTo>
                    <a:pt x="254190" y="1324"/>
                    <a:pt x="298333" y="6180"/>
                    <a:pt x="338945" y="28693"/>
                  </a:cubicBezTo>
                  <a:cubicBezTo>
                    <a:pt x="428114" y="78133"/>
                    <a:pt x="446654" y="187608"/>
                    <a:pt x="378673" y="263093"/>
                  </a:cubicBezTo>
                  <a:cubicBezTo>
                    <a:pt x="354395" y="290021"/>
                    <a:pt x="324377" y="310326"/>
                    <a:pt x="294360" y="330190"/>
                  </a:cubicBezTo>
                  <a:cubicBezTo>
                    <a:pt x="280234" y="339460"/>
                    <a:pt x="266109" y="348730"/>
                    <a:pt x="251983" y="358000"/>
                  </a:cubicBezTo>
                  <a:cubicBezTo>
                    <a:pt x="219316" y="380513"/>
                    <a:pt x="199452" y="410089"/>
                    <a:pt x="194597" y="450260"/>
                  </a:cubicBezTo>
                  <a:cubicBezTo>
                    <a:pt x="193714" y="458647"/>
                    <a:pt x="199011" y="476304"/>
                    <a:pt x="180030" y="473655"/>
                  </a:cubicBezTo>
                  <a:cubicBezTo>
                    <a:pt x="161930" y="471007"/>
                    <a:pt x="171200" y="455999"/>
                    <a:pt x="171200" y="446729"/>
                  </a:cubicBezTo>
                  <a:cubicBezTo>
                    <a:pt x="169877" y="399054"/>
                    <a:pt x="186209" y="355793"/>
                    <a:pt x="211371" y="316065"/>
                  </a:cubicBezTo>
                  <a:cubicBezTo>
                    <a:pt x="243154" y="265742"/>
                    <a:pt x="262136" y="211886"/>
                    <a:pt x="257721" y="151411"/>
                  </a:cubicBezTo>
                  <a:cubicBezTo>
                    <a:pt x="255956" y="129340"/>
                    <a:pt x="252866" y="107709"/>
                    <a:pt x="243595" y="87403"/>
                  </a:cubicBezTo>
                  <a:cubicBezTo>
                    <a:pt x="222849" y="42377"/>
                    <a:pt x="169877" y="21189"/>
                    <a:pt x="127058" y="40611"/>
                  </a:cubicBezTo>
                  <a:cubicBezTo>
                    <a:pt x="97923" y="53413"/>
                    <a:pt x="92626" y="68863"/>
                    <a:pt x="108076" y="95791"/>
                  </a:cubicBezTo>
                  <a:cubicBezTo>
                    <a:pt x="115580" y="109474"/>
                    <a:pt x="123085" y="122718"/>
                    <a:pt x="127499" y="137726"/>
                  </a:cubicBezTo>
                  <a:cubicBezTo>
                    <a:pt x="134120" y="161563"/>
                    <a:pt x="134120" y="184960"/>
                    <a:pt x="114256" y="203058"/>
                  </a:cubicBezTo>
                  <a:cubicBezTo>
                    <a:pt x="93950" y="221598"/>
                    <a:pt x="69230" y="224247"/>
                    <a:pt x="44069" y="215419"/>
                  </a:cubicBezTo>
                  <a:cubicBezTo>
                    <a:pt x="19348" y="207031"/>
                    <a:pt x="3898" y="188933"/>
                    <a:pt x="808" y="162005"/>
                  </a:cubicBezTo>
                  <a:cubicBezTo>
                    <a:pt x="-5814" y="104177"/>
                    <a:pt x="28618" y="50323"/>
                    <a:pt x="90859" y="22071"/>
                  </a:cubicBezTo>
                  <a:cubicBezTo>
                    <a:pt x="127941" y="4855"/>
                    <a:pt x="168111" y="442"/>
                    <a:pt x="209606" y="0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4" name="Freeform: Shape 83">
              <a:extLst>
                <a:ext uri="{FF2B5EF4-FFF2-40B4-BE49-F238E27FC236}">
                  <a16:creationId xmlns:a16="http://schemas.microsoft.com/office/drawing/2014/main" xmlns="" id="{FF47AAB9-A379-46D2-B962-E38C73CCD9D2}"/>
                </a:ext>
              </a:extLst>
            </p:cNvPr>
            <p:cNvSpPr/>
            <p:nvPr/>
          </p:nvSpPr>
          <p:spPr>
            <a:xfrm>
              <a:off x="5639955" y="2061332"/>
              <a:ext cx="336848" cy="570334"/>
            </a:xfrm>
            <a:custGeom>
              <a:avLst/>
              <a:gdLst>
                <a:gd name="connsiteX0" fmla="*/ 186650 w 419753"/>
                <a:gd name="connsiteY0" fmla="*/ 550023 h 710704"/>
                <a:gd name="connsiteX1" fmla="*/ 272287 w 419753"/>
                <a:gd name="connsiteY1" fmla="*/ 629480 h 710704"/>
                <a:gd name="connsiteX2" fmla="*/ 186208 w 419753"/>
                <a:gd name="connsiteY2" fmla="*/ 710704 h 710704"/>
                <a:gd name="connsiteX3" fmla="*/ 100571 w 419753"/>
                <a:gd name="connsiteY3" fmla="*/ 631246 h 710704"/>
                <a:gd name="connsiteX4" fmla="*/ 186650 w 419753"/>
                <a:gd name="connsiteY4" fmla="*/ 550023 h 710704"/>
                <a:gd name="connsiteX5" fmla="*/ 209606 w 419753"/>
                <a:gd name="connsiteY5" fmla="*/ 0 h 710704"/>
                <a:gd name="connsiteX6" fmla="*/ 338945 w 419753"/>
                <a:gd name="connsiteY6" fmla="*/ 28693 h 710704"/>
                <a:gd name="connsiteX7" fmla="*/ 378673 w 419753"/>
                <a:gd name="connsiteY7" fmla="*/ 263093 h 710704"/>
                <a:gd name="connsiteX8" fmla="*/ 294360 w 419753"/>
                <a:gd name="connsiteY8" fmla="*/ 330190 h 710704"/>
                <a:gd name="connsiteX9" fmla="*/ 251983 w 419753"/>
                <a:gd name="connsiteY9" fmla="*/ 358000 h 710704"/>
                <a:gd name="connsiteX10" fmla="*/ 194597 w 419753"/>
                <a:gd name="connsiteY10" fmla="*/ 450260 h 710704"/>
                <a:gd name="connsiteX11" fmla="*/ 180030 w 419753"/>
                <a:gd name="connsiteY11" fmla="*/ 473655 h 710704"/>
                <a:gd name="connsiteX12" fmla="*/ 171200 w 419753"/>
                <a:gd name="connsiteY12" fmla="*/ 446729 h 710704"/>
                <a:gd name="connsiteX13" fmla="*/ 211371 w 419753"/>
                <a:gd name="connsiteY13" fmla="*/ 316065 h 710704"/>
                <a:gd name="connsiteX14" fmla="*/ 257721 w 419753"/>
                <a:gd name="connsiteY14" fmla="*/ 151411 h 710704"/>
                <a:gd name="connsiteX15" fmla="*/ 243595 w 419753"/>
                <a:gd name="connsiteY15" fmla="*/ 87403 h 710704"/>
                <a:gd name="connsiteX16" fmla="*/ 127058 w 419753"/>
                <a:gd name="connsiteY16" fmla="*/ 40611 h 710704"/>
                <a:gd name="connsiteX17" fmla="*/ 108076 w 419753"/>
                <a:gd name="connsiteY17" fmla="*/ 95791 h 710704"/>
                <a:gd name="connsiteX18" fmla="*/ 127499 w 419753"/>
                <a:gd name="connsiteY18" fmla="*/ 137726 h 710704"/>
                <a:gd name="connsiteX19" fmla="*/ 114256 w 419753"/>
                <a:gd name="connsiteY19" fmla="*/ 203058 h 710704"/>
                <a:gd name="connsiteX20" fmla="*/ 44069 w 419753"/>
                <a:gd name="connsiteY20" fmla="*/ 215419 h 710704"/>
                <a:gd name="connsiteX21" fmla="*/ 808 w 419753"/>
                <a:gd name="connsiteY21" fmla="*/ 162005 h 710704"/>
                <a:gd name="connsiteX22" fmla="*/ 90859 w 419753"/>
                <a:gd name="connsiteY22" fmla="*/ 22071 h 710704"/>
                <a:gd name="connsiteX23" fmla="*/ 209606 w 419753"/>
                <a:gd name="connsiteY23" fmla="*/ 0 h 71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753" h="710704">
                  <a:moveTo>
                    <a:pt x="186650" y="550023"/>
                  </a:moveTo>
                  <a:cubicBezTo>
                    <a:pt x="234324" y="550465"/>
                    <a:pt x="271846" y="584896"/>
                    <a:pt x="272287" y="629480"/>
                  </a:cubicBezTo>
                  <a:cubicBezTo>
                    <a:pt x="272287" y="675390"/>
                    <a:pt x="234766" y="710704"/>
                    <a:pt x="186208" y="710704"/>
                  </a:cubicBezTo>
                  <a:cubicBezTo>
                    <a:pt x="138975" y="710704"/>
                    <a:pt x="101013" y="675832"/>
                    <a:pt x="100571" y="631246"/>
                  </a:cubicBezTo>
                  <a:cubicBezTo>
                    <a:pt x="99687" y="586221"/>
                    <a:pt x="138534" y="550023"/>
                    <a:pt x="186650" y="550023"/>
                  </a:cubicBezTo>
                  <a:close/>
                  <a:moveTo>
                    <a:pt x="209606" y="0"/>
                  </a:moveTo>
                  <a:cubicBezTo>
                    <a:pt x="254190" y="1324"/>
                    <a:pt x="298333" y="6180"/>
                    <a:pt x="338945" y="28693"/>
                  </a:cubicBezTo>
                  <a:cubicBezTo>
                    <a:pt x="428114" y="78133"/>
                    <a:pt x="446654" y="187608"/>
                    <a:pt x="378673" y="263093"/>
                  </a:cubicBezTo>
                  <a:cubicBezTo>
                    <a:pt x="354395" y="290021"/>
                    <a:pt x="324377" y="310326"/>
                    <a:pt x="294360" y="330190"/>
                  </a:cubicBezTo>
                  <a:cubicBezTo>
                    <a:pt x="280234" y="339460"/>
                    <a:pt x="266109" y="348730"/>
                    <a:pt x="251983" y="358000"/>
                  </a:cubicBezTo>
                  <a:cubicBezTo>
                    <a:pt x="219316" y="380513"/>
                    <a:pt x="199452" y="410089"/>
                    <a:pt x="194597" y="450260"/>
                  </a:cubicBezTo>
                  <a:cubicBezTo>
                    <a:pt x="193714" y="458647"/>
                    <a:pt x="199011" y="476304"/>
                    <a:pt x="180030" y="473655"/>
                  </a:cubicBezTo>
                  <a:cubicBezTo>
                    <a:pt x="161930" y="471007"/>
                    <a:pt x="171200" y="455999"/>
                    <a:pt x="171200" y="446729"/>
                  </a:cubicBezTo>
                  <a:cubicBezTo>
                    <a:pt x="169877" y="399054"/>
                    <a:pt x="186209" y="355793"/>
                    <a:pt x="211371" y="316065"/>
                  </a:cubicBezTo>
                  <a:cubicBezTo>
                    <a:pt x="243154" y="265742"/>
                    <a:pt x="262136" y="211886"/>
                    <a:pt x="257721" y="151411"/>
                  </a:cubicBezTo>
                  <a:cubicBezTo>
                    <a:pt x="255956" y="129340"/>
                    <a:pt x="252866" y="107709"/>
                    <a:pt x="243595" y="87403"/>
                  </a:cubicBezTo>
                  <a:cubicBezTo>
                    <a:pt x="222849" y="42377"/>
                    <a:pt x="169877" y="21189"/>
                    <a:pt x="127058" y="40611"/>
                  </a:cubicBezTo>
                  <a:cubicBezTo>
                    <a:pt x="97923" y="53413"/>
                    <a:pt x="92626" y="68863"/>
                    <a:pt x="108076" y="95791"/>
                  </a:cubicBezTo>
                  <a:cubicBezTo>
                    <a:pt x="115580" y="109474"/>
                    <a:pt x="123085" y="122718"/>
                    <a:pt x="127499" y="137726"/>
                  </a:cubicBezTo>
                  <a:cubicBezTo>
                    <a:pt x="134120" y="161563"/>
                    <a:pt x="134120" y="184960"/>
                    <a:pt x="114256" y="203058"/>
                  </a:cubicBezTo>
                  <a:cubicBezTo>
                    <a:pt x="93950" y="221598"/>
                    <a:pt x="69230" y="224247"/>
                    <a:pt x="44069" y="215419"/>
                  </a:cubicBezTo>
                  <a:cubicBezTo>
                    <a:pt x="19348" y="207031"/>
                    <a:pt x="3898" y="188933"/>
                    <a:pt x="808" y="162005"/>
                  </a:cubicBezTo>
                  <a:cubicBezTo>
                    <a:pt x="-5814" y="104177"/>
                    <a:pt x="28618" y="50323"/>
                    <a:pt x="90859" y="22071"/>
                  </a:cubicBezTo>
                  <a:cubicBezTo>
                    <a:pt x="127941" y="4855"/>
                    <a:pt x="168111" y="442"/>
                    <a:pt x="209606" y="0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" name="Freeform: Shape 84">
              <a:extLst>
                <a:ext uri="{FF2B5EF4-FFF2-40B4-BE49-F238E27FC236}">
                  <a16:creationId xmlns:a16="http://schemas.microsoft.com/office/drawing/2014/main" xmlns="" id="{E8F74387-3CB0-45D9-AC41-10F98129B6C1}"/>
                </a:ext>
              </a:extLst>
            </p:cNvPr>
            <p:cNvSpPr/>
            <p:nvPr/>
          </p:nvSpPr>
          <p:spPr>
            <a:xfrm>
              <a:off x="4994013" y="3284757"/>
              <a:ext cx="303622" cy="514078"/>
            </a:xfrm>
            <a:custGeom>
              <a:avLst/>
              <a:gdLst>
                <a:gd name="connsiteX0" fmla="*/ 186650 w 419753"/>
                <a:gd name="connsiteY0" fmla="*/ 550023 h 710704"/>
                <a:gd name="connsiteX1" fmla="*/ 272287 w 419753"/>
                <a:gd name="connsiteY1" fmla="*/ 629480 h 710704"/>
                <a:gd name="connsiteX2" fmla="*/ 186208 w 419753"/>
                <a:gd name="connsiteY2" fmla="*/ 710704 h 710704"/>
                <a:gd name="connsiteX3" fmla="*/ 100571 w 419753"/>
                <a:gd name="connsiteY3" fmla="*/ 631246 h 710704"/>
                <a:gd name="connsiteX4" fmla="*/ 186650 w 419753"/>
                <a:gd name="connsiteY4" fmla="*/ 550023 h 710704"/>
                <a:gd name="connsiteX5" fmla="*/ 209606 w 419753"/>
                <a:gd name="connsiteY5" fmla="*/ 0 h 710704"/>
                <a:gd name="connsiteX6" fmla="*/ 338945 w 419753"/>
                <a:gd name="connsiteY6" fmla="*/ 28693 h 710704"/>
                <a:gd name="connsiteX7" fmla="*/ 378673 w 419753"/>
                <a:gd name="connsiteY7" fmla="*/ 263093 h 710704"/>
                <a:gd name="connsiteX8" fmla="*/ 294360 w 419753"/>
                <a:gd name="connsiteY8" fmla="*/ 330190 h 710704"/>
                <a:gd name="connsiteX9" fmla="*/ 251983 w 419753"/>
                <a:gd name="connsiteY9" fmla="*/ 358000 h 710704"/>
                <a:gd name="connsiteX10" fmla="*/ 194597 w 419753"/>
                <a:gd name="connsiteY10" fmla="*/ 450260 h 710704"/>
                <a:gd name="connsiteX11" fmla="*/ 180030 w 419753"/>
                <a:gd name="connsiteY11" fmla="*/ 473655 h 710704"/>
                <a:gd name="connsiteX12" fmla="*/ 171200 w 419753"/>
                <a:gd name="connsiteY12" fmla="*/ 446729 h 710704"/>
                <a:gd name="connsiteX13" fmla="*/ 211371 w 419753"/>
                <a:gd name="connsiteY13" fmla="*/ 316065 h 710704"/>
                <a:gd name="connsiteX14" fmla="*/ 257721 w 419753"/>
                <a:gd name="connsiteY14" fmla="*/ 151411 h 710704"/>
                <a:gd name="connsiteX15" fmla="*/ 243595 w 419753"/>
                <a:gd name="connsiteY15" fmla="*/ 87403 h 710704"/>
                <a:gd name="connsiteX16" fmla="*/ 127058 w 419753"/>
                <a:gd name="connsiteY16" fmla="*/ 40611 h 710704"/>
                <a:gd name="connsiteX17" fmla="*/ 108076 w 419753"/>
                <a:gd name="connsiteY17" fmla="*/ 95791 h 710704"/>
                <a:gd name="connsiteX18" fmla="*/ 127499 w 419753"/>
                <a:gd name="connsiteY18" fmla="*/ 137726 h 710704"/>
                <a:gd name="connsiteX19" fmla="*/ 114256 w 419753"/>
                <a:gd name="connsiteY19" fmla="*/ 203058 h 710704"/>
                <a:gd name="connsiteX20" fmla="*/ 44069 w 419753"/>
                <a:gd name="connsiteY20" fmla="*/ 215419 h 710704"/>
                <a:gd name="connsiteX21" fmla="*/ 808 w 419753"/>
                <a:gd name="connsiteY21" fmla="*/ 162005 h 710704"/>
                <a:gd name="connsiteX22" fmla="*/ 90859 w 419753"/>
                <a:gd name="connsiteY22" fmla="*/ 22071 h 710704"/>
                <a:gd name="connsiteX23" fmla="*/ 209606 w 419753"/>
                <a:gd name="connsiteY23" fmla="*/ 0 h 71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753" h="710704">
                  <a:moveTo>
                    <a:pt x="186650" y="550023"/>
                  </a:moveTo>
                  <a:cubicBezTo>
                    <a:pt x="234324" y="550465"/>
                    <a:pt x="271846" y="584896"/>
                    <a:pt x="272287" y="629480"/>
                  </a:cubicBezTo>
                  <a:cubicBezTo>
                    <a:pt x="272287" y="675390"/>
                    <a:pt x="234766" y="710704"/>
                    <a:pt x="186208" y="710704"/>
                  </a:cubicBezTo>
                  <a:cubicBezTo>
                    <a:pt x="138975" y="710704"/>
                    <a:pt x="101013" y="675832"/>
                    <a:pt x="100571" y="631246"/>
                  </a:cubicBezTo>
                  <a:cubicBezTo>
                    <a:pt x="99687" y="586221"/>
                    <a:pt x="138534" y="550023"/>
                    <a:pt x="186650" y="550023"/>
                  </a:cubicBezTo>
                  <a:close/>
                  <a:moveTo>
                    <a:pt x="209606" y="0"/>
                  </a:moveTo>
                  <a:cubicBezTo>
                    <a:pt x="254190" y="1324"/>
                    <a:pt x="298333" y="6180"/>
                    <a:pt x="338945" y="28693"/>
                  </a:cubicBezTo>
                  <a:cubicBezTo>
                    <a:pt x="428114" y="78133"/>
                    <a:pt x="446654" y="187608"/>
                    <a:pt x="378673" y="263093"/>
                  </a:cubicBezTo>
                  <a:cubicBezTo>
                    <a:pt x="354395" y="290021"/>
                    <a:pt x="324377" y="310326"/>
                    <a:pt x="294360" y="330190"/>
                  </a:cubicBezTo>
                  <a:cubicBezTo>
                    <a:pt x="280234" y="339460"/>
                    <a:pt x="266109" y="348730"/>
                    <a:pt x="251983" y="358000"/>
                  </a:cubicBezTo>
                  <a:cubicBezTo>
                    <a:pt x="219316" y="380513"/>
                    <a:pt x="199452" y="410089"/>
                    <a:pt x="194597" y="450260"/>
                  </a:cubicBezTo>
                  <a:cubicBezTo>
                    <a:pt x="193714" y="458647"/>
                    <a:pt x="199011" y="476304"/>
                    <a:pt x="180030" y="473655"/>
                  </a:cubicBezTo>
                  <a:cubicBezTo>
                    <a:pt x="161930" y="471007"/>
                    <a:pt x="171200" y="455999"/>
                    <a:pt x="171200" y="446729"/>
                  </a:cubicBezTo>
                  <a:cubicBezTo>
                    <a:pt x="169877" y="399054"/>
                    <a:pt x="186209" y="355793"/>
                    <a:pt x="211371" y="316065"/>
                  </a:cubicBezTo>
                  <a:cubicBezTo>
                    <a:pt x="243154" y="265742"/>
                    <a:pt x="262136" y="211886"/>
                    <a:pt x="257721" y="151411"/>
                  </a:cubicBezTo>
                  <a:cubicBezTo>
                    <a:pt x="255956" y="129340"/>
                    <a:pt x="252866" y="107709"/>
                    <a:pt x="243595" y="87403"/>
                  </a:cubicBezTo>
                  <a:cubicBezTo>
                    <a:pt x="222849" y="42377"/>
                    <a:pt x="169877" y="21189"/>
                    <a:pt x="127058" y="40611"/>
                  </a:cubicBezTo>
                  <a:cubicBezTo>
                    <a:pt x="97923" y="53413"/>
                    <a:pt x="92626" y="68863"/>
                    <a:pt x="108076" y="95791"/>
                  </a:cubicBezTo>
                  <a:cubicBezTo>
                    <a:pt x="115580" y="109474"/>
                    <a:pt x="123085" y="122718"/>
                    <a:pt x="127499" y="137726"/>
                  </a:cubicBezTo>
                  <a:cubicBezTo>
                    <a:pt x="134120" y="161563"/>
                    <a:pt x="134120" y="184960"/>
                    <a:pt x="114256" y="203058"/>
                  </a:cubicBezTo>
                  <a:cubicBezTo>
                    <a:pt x="93950" y="221598"/>
                    <a:pt x="69230" y="224247"/>
                    <a:pt x="44069" y="215419"/>
                  </a:cubicBezTo>
                  <a:cubicBezTo>
                    <a:pt x="19348" y="207031"/>
                    <a:pt x="3898" y="188933"/>
                    <a:pt x="808" y="162005"/>
                  </a:cubicBezTo>
                  <a:cubicBezTo>
                    <a:pt x="-5814" y="104177"/>
                    <a:pt x="28618" y="50323"/>
                    <a:pt x="90859" y="22071"/>
                  </a:cubicBezTo>
                  <a:cubicBezTo>
                    <a:pt x="127941" y="4855"/>
                    <a:pt x="168111" y="442"/>
                    <a:pt x="209606" y="0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6" name="Freeform: Shape 85">
              <a:extLst>
                <a:ext uri="{FF2B5EF4-FFF2-40B4-BE49-F238E27FC236}">
                  <a16:creationId xmlns:a16="http://schemas.microsoft.com/office/drawing/2014/main" xmlns="" id="{1628C70A-9BDD-4072-A304-BC5537E57FB9}"/>
                </a:ext>
              </a:extLst>
            </p:cNvPr>
            <p:cNvSpPr/>
            <p:nvPr/>
          </p:nvSpPr>
          <p:spPr>
            <a:xfrm>
              <a:off x="5234118" y="2677800"/>
              <a:ext cx="303622" cy="514078"/>
            </a:xfrm>
            <a:custGeom>
              <a:avLst/>
              <a:gdLst>
                <a:gd name="connsiteX0" fmla="*/ 186650 w 419753"/>
                <a:gd name="connsiteY0" fmla="*/ 550023 h 710704"/>
                <a:gd name="connsiteX1" fmla="*/ 272287 w 419753"/>
                <a:gd name="connsiteY1" fmla="*/ 629480 h 710704"/>
                <a:gd name="connsiteX2" fmla="*/ 186208 w 419753"/>
                <a:gd name="connsiteY2" fmla="*/ 710704 h 710704"/>
                <a:gd name="connsiteX3" fmla="*/ 100571 w 419753"/>
                <a:gd name="connsiteY3" fmla="*/ 631246 h 710704"/>
                <a:gd name="connsiteX4" fmla="*/ 186650 w 419753"/>
                <a:gd name="connsiteY4" fmla="*/ 550023 h 710704"/>
                <a:gd name="connsiteX5" fmla="*/ 209606 w 419753"/>
                <a:gd name="connsiteY5" fmla="*/ 0 h 710704"/>
                <a:gd name="connsiteX6" fmla="*/ 338945 w 419753"/>
                <a:gd name="connsiteY6" fmla="*/ 28693 h 710704"/>
                <a:gd name="connsiteX7" fmla="*/ 378673 w 419753"/>
                <a:gd name="connsiteY7" fmla="*/ 263093 h 710704"/>
                <a:gd name="connsiteX8" fmla="*/ 294360 w 419753"/>
                <a:gd name="connsiteY8" fmla="*/ 330190 h 710704"/>
                <a:gd name="connsiteX9" fmla="*/ 251983 w 419753"/>
                <a:gd name="connsiteY9" fmla="*/ 358000 h 710704"/>
                <a:gd name="connsiteX10" fmla="*/ 194597 w 419753"/>
                <a:gd name="connsiteY10" fmla="*/ 450260 h 710704"/>
                <a:gd name="connsiteX11" fmla="*/ 180030 w 419753"/>
                <a:gd name="connsiteY11" fmla="*/ 473655 h 710704"/>
                <a:gd name="connsiteX12" fmla="*/ 171200 w 419753"/>
                <a:gd name="connsiteY12" fmla="*/ 446729 h 710704"/>
                <a:gd name="connsiteX13" fmla="*/ 211371 w 419753"/>
                <a:gd name="connsiteY13" fmla="*/ 316065 h 710704"/>
                <a:gd name="connsiteX14" fmla="*/ 257721 w 419753"/>
                <a:gd name="connsiteY14" fmla="*/ 151411 h 710704"/>
                <a:gd name="connsiteX15" fmla="*/ 243595 w 419753"/>
                <a:gd name="connsiteY15" fmla="*/ 87403 h 710704"/>
                <a:gd name="connsiteX16" fmla="*/ 127058 w 419753"/>
                <a:gd name="connsiteY16" fmla="*/ 40611 h 710704"/>
                <a:gd name="connsiteX17" fmla="*/ 108076 w 419753"/>
                <a:gd name="connsiteY17" fmla="*/ 95791 h 710704"/>
                <a:gd name="connsiteX18" fmla="*/ 127499 w 419753"/>
                <a:gd name="connsiteY18" fmla="*/ 137726 h 710704"/>
                <a:gd name="connsiteX19" fmla="*/ 114256 w 419753"/>
                <a:gd name="connsiteY19" fmla="*/ 203058 h 710704"/>
                <a:gd name="connsiteX20" fmla="*/ 44069 w 419753"/>
                <a:gd name="connsiteY20" fmla="*/ 215419 h 710704"/>
                <a:gd name="connsiteX21" fmla="*/ 808 w 419753"/>
                <a:gd name="connsiteY21" fmla="*/ 162005 h 710704"/>
                <a:gd name="connsiteX22" fmla="*/ 90859 w 419753"/>
                <a:gd name="connsiteY22" fmla="*/ 22071 h 710704"/>
                <a:gd name="connsiteX23" fmla="*/ 209606 w 419753"/>
                <a:gd name="connsiteY23" fmla="*/ 0 h 71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753" h="710704">
                  <a:moveTo>
                    <a:pt x="186650" y="550023"/>
                  </a:moveTo>
                  <a:cubicBezTo>
                    <a:pt x="234324" y="550465"/>
                    <a:pt x="271846" y="584896"/>
                    <a:pt x="272287" y="629480"/>
                  </a:cubicBezTo>
                  <a:cubicBezTo>
                    <a:pt x="272287" y="675390"/>
                    <a:pt x="234766" y="710704"/>
                    <a:pt x="186208" y="710704"/>
                  </a:cubicBezTo>
                  <a:cubicBezTo>
                    <a:pt x="138975" y="710704"/>
                    <a:pt x="101013" y="675832"/>
                    <a:pt x="100571" y="631246"/>
                  </a:cubicBezTo>
                  <a:cubicBezTo>
                    <a:pt x="99687" y="586221"/>
                    <a:pt x="138534" y="550023"/>
                    <a:pt x="186650" y="550023"/>
                  </a:cubicBezTo>
                  <a:close/>
                  <a:moveTo>
                    <a:pt x="209606" y="0"/>
                  </a:moveTo>
                  <a:cubicBezTo>
                    <a:pt x="254190" y="1324"/>
                    <a:pt x="298333" y="6180"/>
                    <a:pt x="338945" y="28693"/>
                  </a:cubicBezTo>
                  <a:cubicBezTo>
                    <a:pt x="428114" y="78133"/>
                    <a:pt x="446654" y="187608"/>
                    <a:pt x="378673" y="263093"/>
                  </a:cubicBezTo>
                  <a:cubicBezTo>
                    <a:pt x="354395" y="290021"/>
                    <a:pt x="324377" y="310326"/>
                    <a:pt x="294360" y="330190"/>
                  </a:cubicBezTo>
                  <a:cubicBezTo>
                    <a:pt x="280234" y="339460"/>
                    <a:pt x="266109" y="348730"/>
                    <a:pt x="251983" y="358000"/>
                  </a:cubicBezTo>
                  <a:cubicBezTo>
                    <a:pt x="219316" y="380513"/>
                    <a:pt x="199452" y="410089"/>
                    <a:pt x="194597" y="450260"/>
                  </a:cubicBezTo>
                  <a:cubicBezTo>
                    <a:pt x="193714" y="458647"/>
                    <a:pt x="199011" y="476304"/>
                    <a:pt x="180030" y="473655"/>
                  </a:cubicBezTo>
                  <a:cubicBezTo>
                    <a:pt x="161930" y="471007"/>
                    <a:pt x="171200" y="455999"/>
                    <a:pt x="171200" y="446729"/>
                  </a:cubicBezTo>
                  <a:cubicBezTo>
                    <a:pt x="169877" y="399054"/>
                    <a:pt x="186209" y="355793"/>
                    <a:pt x="211371" y="316065"/>
                  </a:cubicBezTo>
                  <a:cubicBezTo>
                    <a:pt x="243154" y="265742"/>
                    <a:pt x="262136" y="211886"/>
                    <a:pt x="257721" y="151411"/>
                  </a:cubicBezTo>
                  <a:cubicBezTo>
                    <a:pt x="255956" y="129340"/>
                    <a:pt x="252866" y="107709"/>
                    <a:pt x="243595" y="87403"/>
                  </a:cubicBezTo>
                  <a:cubicBezTo>
                    <a:pt x="222849" y="42377"/>
                    <a:pt x="169877" y="21189"/>
                    <a:pt x="127058" y="40611"/>
                  </a:cubicBezTo>
                  <a:cubicBezTo>
                    <a:pt x="97923" y="53413"/>
                    <a:pt x="92626" y="68863"/>
                    <a:pt x="108076" y="95791"/>
                  </a:cubicBezTo>
                  <a:cubicBezTo>
                    <a:pt x="115580" y="109474"/>
                    <a:pt x="123085" y="122718"/>
                    <a:pt x="127499" y="137726"/>
                  </a:cubicBezTo>
                  <a:cubicBezTo>
                    <a:pt x="134120" y="161563"/>
                    <a:pt x="134120" y="184960"/>
                    <a:pt x="114256" y="203058"/>
                  </a:cubicBezTo>
                  <a:cubicBezTo>
                    <a:pt x="93950" y="221598"/>
                    <a:pt x="69230" y="224247"/>
                    <a:pt x="44069" y="215419"/>
                  </a:cubicBezTo>
                  <a:cubicBezTo>
                    <a:pt x="19348" y="207031"/>
                    <a:pt x="3898" y="188933"/>
                    <a:pt x="808" y="162005"/>
                  </a:cubicBezTo>
                  <a:cubicBezTo>
                    <a:pt x="-5814" y="104177"/>
                    <a:pt x="28618" y="50323"/>
                    <a:pt x="90859" y="22071"/>
                  </a:cubicBezTo>
                  <a:cubicBezTo>
                    <a:pt x="127941" y="4855"/>
                    <a:pt x="168111" y="442"/>
                    <a:pt x="209606" y="0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7" name="Freeform: Shape 89">
              <a:extLst>
                <a:ext uri="{FF2B5EF4-FFF2-40B4-BE49-F238E27FC236}">
                  <a16:creationId xmlns:a16="http://schemas.microsoft.com/office/drawing/2014/main" xmlns="" id="{1903534F-07DE-4CD0-9EC2-B8548CA3C2D4}"/>
                </a:ext>
              </a:extLst>
            </p:cNvPr>
            <p:cNvSpPr/>
            <p:nvPr/>
          </p:nvSpPr>
          <p:spPr>
            <a:xfrm>
              <a:off x="4842541" y="2436725"/>
              <a:ext cx="211208" cy="357607"/>
            </a:xfrm>
            <a:custGeom>
              <a:avLst/>
              <a:gdLst>
                <a:gd name="connsiteX0" fmla="*/ 186650 w 419753"/>
                <a:gd name="connsiteY0" fmla="*/ 550023 h 710704"/>
                <a:gd name="connsiteX1" fmla="*/ 272287 w 419753"/>
                <a:gd name="connsiteY1" fmla="*/ 629480 h 710704"/>
                <a:gd name="connsiteX2" fmla="*/ 186208 w 419753"/>
                <a:gd name="connsiteY2" fmla="*/ 710704 h 710704"/>
                <a:gd name="connsiteX3" fmla="*/ 100571 w 419753"/>
                <a:gd name="connsiteY3" fmla="*/ 631246 h 710704"/>
                <a:gd name="connsiteX4" fmla="*/ 186650 w 419753"/>
                <a:gd name="connsiteY4" fmla="*/ 550023 h 710704"/>
                <a:gd name="connsiteX5" fmla="*/ 209606 w 419753"/>
                <a:gd name="connsiteY5" fmla="*/ 0 h 710704"/>
                <a:gd name="connsiteX6" fmla="*/ 338945 w 419753"/>
                <a:gd name="connsiteY6" fmla="*/ 28693 h 710704"/>
                <a:gd name="connsiteX7" fmla="*/ 378673 w 419753"/>
                <a:gd name="connsiteY7" fmla="*/ 263093 h 710704"/>
                <a:gd name="connsiteX8" fmla="*/ 294360 w 419753"/>
                <a:gd name="connsiteY8" fmla="*/ 330190 h 710704"/>
                <a:gd name="connsiteX9" fmla="*/ 251983 w 419753"/>
                <a:gd name="connsiteY9" fmla="*/ 358000 h 710704"/>
                <a:gd name="connsiteX10" fmla="*/ 194597 w 419753"/>
                <a:gd name="connsiteY10" fmla="*/ 450260 h 710704"/>
                <a:gd name="connsiteX11" fmla="*/ 180030 w 419753"/>
                <a:gd name="connsiteY11" fmla="*/ 473655 h 710704"/>
                <a:gd name="connsiteX12" fmla="*/ 171200 w 419753"/>
                <a:gd name="connsiteY12" fmla="*/ 446729 h 710704"/>
                <a:gd name="connsiteX13" fmla="*/ 211371 w 419753"/>
                <a:gd name="connsiteY13" fmla="*/ 316065 h 710704"/>
                <a:gd name="connsiteX14" fmla="*/ 257721 w 419753"/>
                <a:gd name="connsiteY14" fmla="*/ 151411 h 710704"/>
                <a:gd name="connsiteX15" fmla="*/ 243595 w 419753"/>
                <a:gd name="connsiteY15" fmla="*/ 87403 h 710704"/>
                <a:gd name="connsiteX16" fmla="*/ 127058 w 419753"/>
                <a:gd name="connsiteY16" fmla="*/ 40611 h 710704"/>
                <a:gd name="connsiteX17" fmla="*/ 108076 w 419753"/>
                <a:gd name="connsiteY17" fmla="*/ 95791 h 710704"/>
                <a:gd name="connsiteX18" fmla="*/ 127499 w 419753"/>
                <a:gd name="connsiteY18" fmla="*/ 137726 h 710704"/>
                <a:gd name="connsiteX19" fmla="*/ 114256 w 419753"/>
                <a:gd name="connsiteY19" fmla="*/ 203058 h 710704"/>
                <a:gd name="connsiteX20" fmla="*/ 44069 w 419753"/>
                <a:gd name="connsiteY20" fmla="*/ 215419 h 710704"/>
                <a:gd name="connsiteX21" fmla="*/ 808 w 419753"/>
                <a:gd name="connsiteY21" fmla="*/ 162005 h 710704"/>
                <a:gd name="connsiteX22" fmla="*/ 90859 w 419753"/>
                <a:gd name="connsiteY22" fmla="*/ 22071 h 710704"/>
                <a:gd name="connsiteX23" fmla="*/ 209606 w 419753"/>
                <a:gd name="connsiteY23" fmla="*/ 0 h 71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753" h="710704">
                  <a:moveTo>
                    <a:pt x="186650" y="550023"/>
                  </a:moveTo>
                  <a:cubicBezTo>
                    <a:pt x="234324" y="550465"/>
                    <a:pt x="271846" y="584896"/>
                    <a:pt x="272287" y="629480"/>
                  </a:cubicBezTo>
                  <a:cubicBezTo>
                    <a:pt x="272287" y="675390"/>
                    <a:pt x="234766" y="710704"/>
                    <a:pt x="186208" y="710704"/>
                  </a:cubicBezTo>
                  <a:cubicBezTo>
                    <a:pt x="138975" y="710704"/>
                    <a:pt x="101013" y="675832"/>
                    <a:pt x="100571" y="631246"/>
                  </a:cubicBezTo>
                  <a:cubicBezTo>
                    <a:pt x="99687" y="586221"/>
                    <a:pt x="138534" y="550023"/>
                    <a:pt x="186650" y="550023"/>
                  </a:cubicBezTo>
                  <a:close/>
                  <a:moveTo>
                    <a:pt x="209606" y="0"/>
                  </a:moveTo>
                  <a:cubicBezTo>
                    <a:pt x="254190" y="1324"/>
                    <a:pt x="298333" y="6180"/>
                    <a:pt x="338945" y="28693"/>
                  </a:cubicBezTo>
                  <a:cubicBezTo>
                    <a:pt x="428114" y="78133"/>
                    <a:pt x="446654" y="187608"/>
                    <a:pt x="378673" y="263093"/>
                  </a:cubicBezTo>
                  <a:cubicBezTo>
                    <a:pt x="354395" y="290021"/>
                    <a:pt x="324377" y="310326"/>
                    <a:pt x="294360" y="330190"/>
                  </a:cubicBezTo>
                  <a:cubicBezTo>
                    <a:pt x="280234" y="339460"/>
                    <a:pt x="266109" y="348730"/>
                    <a:pt x="251983" y="358000"/>
                  </a:cubicBezTo>
                  <a:cubicBezTo>
                    <a:pt x="219316" y="380513"/>
                    <a:pt x="199452" y="410089"/>
                    <a:pt x="194597" y="450260"/>
                  </a:cubicBezTo>
                  <a:cubicBezTo>
                    <a:pt x="193714" y="458647"/>
                    <a:pt x="199011" y="476304"/>
                    <a:pt x="180030" y="473655"/>
                  </a:cubicBezTo>
                  <a:cubicBezTo>
                    <a:pt x="161930" y="471007"/>
                    <a:pt x="171200" y="455999"/>
                    <a:pt x="171200" y="446729"/>
                  </a:cubicBezTo>
                  <a:cubicBezTo>
                    <a:pt x="169877" y="399054"/>
                    <a:pt x="186209" y="355793"/>
                    <a:pt x="211371" y="316065"/>
                  </a:cubicBezTo>
                  <a:cubicBezTo>
                    <a:pt x="243154" y="265742"/>
                    <a:pt x="262136" y="211886"/>
                    <a:pt x="257721" y="151411"/>
                  </a:cubicBezTo>
                  <a:cubicBezTo>
                    <a:pt x="255956" y="129340"/>
                    <a:pt x="252866" y="107709"/>
                    <a:pt x="243595" y="87403"/>
                  </a:cubicBezTo>
                  <a:cubicBezTo>
                    <a:pt x="222849" y="42377"/>
                    <a:pt x="169877" y="21189"/>
                    <a:pt x="127058" y="40611"/>
                  </a:cubicBezTo>
                  <a:cubicBezTo>
                    <a:pt x="97923" y="53413"/>
                    <a:pt x="92626" y="68863"/>
                    <a:pt x="108076" y="95791"/>
                  </a:cubicBezTo>
                  <a:cubicBezTo>
                    <a:pt x="115580" y="109474"/>
                    <a:pt x="123085" y="122718"/>
                    <a:pt x="127499" y="137726"/>
                  </a:cubicBezTo>
                  <a:cubicBezTo>
                    <a:pt x="134120" y="161563"/>
                    <a:pt x="134120" y="184960"/>
                    <a:pt x="114256" y="203058"/>
                  </a:cubicBezTo>
                  <a:cubicBezTo>
                    <a:pt x="93950" y="221598"/>
                    <a:pt x="69230" y="224247"/>
                    <a:pt x="44069" y="215419"/>
                  </a:cubicBezTo>
                  <a:cubicBezTo>
                    <a:pt x="19348" y="207031"/>
                    <a:pt x="3898" y="188933"/>
                    <a:pt x="808" y="162005"/>
                  </a:cubicBezTo>
                  <a:cubicBezTo>
                    <a:pt x="-5814" y="104177"/>
                    <a:pt x="28618" y="50323"/>
                    <a:pt x="90859" y="22071"/>
                  </a:cubicBezTo>
                  <a:cubicBezTo>
                    <a:pt x="127941" y="4855"/>
                    <a:pt x="168111" y="442"/>
                    <a:pt x="209606" y="0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8" name="Freeform: Shape 90">
              <a:extLst>
                <a:ext uri="{FF2B5EF4-FFF2-40B4-BE49-F238E27FC236}">
                  <a16:creationId xmlns:a16="http://schemas.microsoft.com/office/drawing/2014/main" xmlns="" id="{55A55448-85F1-4D1D-800D-6B22CCFE04E7}"/>
                </a:ext>
              </a:extLst>
            </p:cNvPr>
            <p:cNvSpPr/>
            <p:nvPr/>
          </p:nvSpPr>
          <p:spPr>
            <a:xfrm>
              <a:off x="4384136" y="2794695"/>
              <a:ext cx="211208" cy="357607"/>
            </a:xfrm>
            <a:custGeom>
              <a:avLst/>
              <a:gdLst>
                <a:gd name="connsiteX0" fmla="*/ 186650 w 419753"/>
                <a:gd name="connsiteY0" fmla="*/ 550023 h 710704"/>
                <a:gd name="connsiteX1" fmla="*/ 272287 w 419753"/>
                <a:gd name="connsiteY1" fmla="*/ 629480 h 710704"/>
                <a:gd name="connsiteX2" fmla="*/ 186208 w 419753"/>
                <a:gd name="connsiteY2" fmla="*/ 710704 h 710704"/>
                <a:gd name="connsiteX3" fmla="*/ 100571 w 419753"/>
                <a:gd name="connsiteY3" fmla="*/ 631246 h 710704"/>
                <a:gd name="connsiteX4" fmla="*/ 186650 w 419753"/>
                <a:gd name="connsiteY4" fmla="*/ 550023 h 710704"/>
                <a:gd name="connsiteX5" fmla="*/ 209606 w 419753"/>
                <a:gd name="connsiteY5" fmla="*/ 0 h 710704"/>
                <a:gd name="connsiteX6" fmla="*/ 338945 w 419753"/>
                <a:gd name="connsiteY6" fmla="*/ 28693 h 710704"/>
                <a:gd name="connsiteX7" fmla="*/ 378673 w 419753"/>
                <a:gd name="connsiteY7" fmla="*/ 263093 h 710704"/>
                <a:gd name="connsiteX8" fmla="*/ 294360 w 419753"/>
                <a:gd name="connsiteY8" fmla="*/ 330190 h 710704"/>
                <a:gd name="connsiteX9" fmla="*/ 251983 w 419753"/>
                <a:gd name="connsiteY9" fmla="*/ 358000 h 710704"/>
                <a:gd name="connsiteX10" fmla="*/ 194597 w 419753"/>
                <a:gd name="connsiteY10" fmla="*/ 450260 h 710704"/>
                <a:gd name="connsiteX11" fmla="*/ 180030 w 419753"/>
                <a:gd name="connsiteY11" fmla="*/ 473655 h 710704"/>
                <a:gd name="connsiteX12" fmla="*/ 171200 w 419753"/>
                <a:gd name="connsiteY12" fmla="*/ 446729 h 710704"/>
                <a:gd name="connsiteX13" fmla="*/ 211371 w 419753"/>
                <a:gd name="connsiteY13" fmla="*/ 316065 h 710704"/>
                <a:gd name="connsiteX14" fmla="*/ 257721 w 419753"/>
                <a:gd name="connsiteY14" fmla="*/ 151411 h 710704"/>
                <a:gd name="connsiteX15" fmla="*/ 243595 w 419753"/>
                <a:gd name="connsiteY15" fmla="*/ 87403 h 710704"/>
                <a:gd name="connsiteX16" fmla="*/ 127058 w 419753"/>
                <a:gd name="connsiteY16" fmla="*/ 40611 h 710704"/>
                <a:gd name="connsiteX17" fmla="*/ 108076 w 419753"/>
                <a:gd name="connsiteY17" fmla="*/ 95791 h 710704"/>
                <a:gd name="connsiteX18" fmla="*/ 127499 w 419753"/>
                <a:gd name="connsiteY18" fmla="*/ 137726 h 710704"/>
                <a:gd name="connsiteX19" fmla="*/ 114256 w 419753"/>
                <a:gd name="connsiteY19" fmla="*/ 203058 h 710704"/>
                <a:gd name="connsiteX20" fmla="*/ 44069 w 419753"/>
                <a:gd name="connsiteY20" fmla="*/ 215419 h 710704"/>
                <a:gd name="connsiteX21" fmla="*/ 808 w 419753"/>
                <a:gd name="connsiteY21" fmla="*/ 162005 h 710704"/>
                <a:gd name="connsiteX22" fmla="*/ 90859 w 419753"/>
                <a:gd name="connsiteY22" fmla="*/ 22071 h 710704"/>
                <a:gd name="connsiteX23" fmla="*/ 209606 w 419753"/>
                <a:gd name="connsiteY23" fmla="*/ 0 h 71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753" h="710704">
                  <a:moveTo>
                    <a:pt x="186650" y="550023"/>
                  </a:moveTo>
                  <a:cubicBezTo>
                    <a:pt x="234324" y="550465"/>
                    <a:pt x="271846" y="584896"/>
                    <a:pt x="272287" y="629480"/>
                  </a:cubicBezTo>
                  <a:cubicBezTo>
                    <a:pt x="272287" y="675390"/>
                    <a:pt x="234766" y="710704"/>
                    <a:pt x="186208" y="710704"/>
                  </a:cubicBezTo>
                  <a:cubicBezTo>
                    <a:pt x="138975" y="710704"/>
                    <a:pt x="101013" y="675832"/>
                    <a:pt x="100571" y="631246"/>
                  </a:cubicBezTo>
                  <a:cubicBezTo>
                    <a:pt x="99687" y="586221"/>
                    <a:pt x="138534" y="550023"/>
                    <a:pt x="186650" y="550023"/>
                  </a:cubicBezTo>
                  <a:close/>
                  <a:moveTo>
                    <a:pt x="209606" y="0"/>
                  </a:moveTo>
                  <a:cubicBezTo>
                    <a:pt x="254190" y="1324"/>
                    <a:pt x="298333" y="6180"/>
                    <a:pt x="338945" y="28693"/>
                  </a:cubicBezTo>
                  <a:cubicBezTo>
                    <a:pt x="428114" y="78133"/>
                    <a:pt x="446654" y="187608"/>
                    <a:pt x="378673" y="263093"/>
                  </a:cubicBezTo>
                  <a:cubicBezTo>
                    <a:pt x="354395" y="290021"/>
                    <a:pt x="324377" y="310326"/>
                    <a:pt x="294360" y="330190"/>
                  </a:cubicBezTo>
                  <a:cubicBezTo>
                    <a:pt x="280234" y="339460"/>
                    <a:pt x="266109" y="348730"/>
                    <a:pt x="251983" y="358000"/>
                  </a:cubicBezTo>
                  <a:cubicBezTo>
                    <a:pt x="219316" y="380513"/>
                    <a:pt x="199452" y="410089"/>
                    <a:pt x="194597" y="450260"/>
                  </a:cubicBezTo>
                  <a:cubicBezTo>
                    <a:pt x="193714" y="458647"/>
                    <a:pt x="199011" y="476304"/>
                    <a:pt x="180030" y="473655"/>
                  </a:cubicBezTo>
                  <a:cubicBezTo>
                    <a:pt x="161930" y="471007"/>
                    <a:pt x="171200" y="455999"/>
                    <a:pt x="171200" y="446729"/>
                  </a:cubicBezTo>
                  <a:cubicBezTo>
                    <a:pt x="169877" y="399054"/>
                    <a:pt x="186209" y="355793"/>
                    <a:pt x="211371" y="316065"/>
                  </a:cubicBezTo>
                  <a:cubicBezTo>
                    <a:pt x="243154" y="265742"/>
                    <a:pt x="262136" y="211886"/>
                    <a:pt x="257721" y="151411"/>
                  </a:cubicBezTo>
                  <a:cubicBezTo>
                    <a:pt x="255956" y="129340"/>
                    <a:pt x="252866" y="107709"/>
                    <a:pt x="243595" y="87403"/>
                  </a:cubicBezTo>
                  <a:cubicBezTo>
                    <a:pt x="222849" y="42377"/>
                    <a:pt x="169877" y="21189"/>
                    <a:pt x="127058" y="40611"/>
                  </a:cubicBezTo>
                  <a:cubicBezTo>
                    <a:pt x="97923" y="53413"/>
                    <a:pt x="92626" y="68863"/>
                    <a:pt x="108076" y="95791"/>
                  </a:cubicBezTo>
                  <a:cubicBezTo>
                    <a:pt x="115580" y="109474"/>
                    <a:pt x="123085" y="122718"/>
                    <a:pt x="127499" y="137726"/>
                  </a:cubicBezTo>
                  <a:cubicBezTo>
                    <a:pt x="134120" y="161563"/>
                    <a:pt x="134120" y="184960"/>
                    <a:pt x="114256" y="203058"/>
                  </a:cubicBezTo>
                  <a:cubicBezTo>
                    <a:pt x="93950" y="221598"/>
                    <a:pt x="69230" y="224247"/>
                    <a:pt x="44069" y="215419"/>
                  </a:cubicBezTo>
                  <a:cubicBezTo>
                    <a:pt x="19348" y="207031"/>
                    <a:pt x="3898" y="188933"/>
                    <a:pt x="808" y="162005"/>
                  </a:cubicBezTo>
                  <a:cubicBezTo>
                    <a:pt x="-5814" y="104177"/>
                    <a:pt x="28618" y="50323"/>
                    <a:pt x="90859" y="22071"/>
                  </a:cubicBezTo>
                  <a:cubicBezTo>
                    <a:pt x="127941" y="4855"/>
                    <a:pt x="168111" y="442"/>
                    <a:pt x="209606" y="0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9" name="Freeform: Shape 19">
              <a:extLst>
                <a:ext uri="{FF2B5EF4-FFF2-40B4-BE49-F238E27FC236}">
                  <a16:creationId xmlns:a16="http://schemas.microsoft.com/office/drawing/2014/main" xmlns="" id="{E468E891-C673-4BB8-96F8-120513A5463C}"/>
                </a:ext>
              </a:extLst>
            </p:cNvPr>
            <p:cNvSpPr/>
            <p:nvPr/>
          </p:nvSpPr>
          <p:spPr>
            <a:xfrm>
              <a:off x="7015022" y="3299110"/>
              <a:ext cx="24278" cy="19864"/>
            </a:xfrm>
            <a:custGeom>
              <a:avLst/>
              <a:gdLst>
                <a:gd name="connsiteX0" fmla="*/ 0 w 19786"/>
                <a:gd name="connsiteY0" fmla="*/ 16189 h 16189"/>
                <a:gd name="connsiteX1" fmla="*/ 19787 w 19786"/>
                <a:gd name="connsiteY1" fmla="*/ 0 h 16189"/>
                <a:gd name="connsiteX2" fmla="*/ 7555 w 19786"/>
                <a:gd name="connsiteY2" fmla="*/ 7915 h 16189"/>
                <a:gd name="connsiteX3" fmla="*/ 0 w 19786"/>
                <a:gd name="connsiteY3" fmla="*/ 16189 h 16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86" h="16189">
                  <a:moveTo>
                    <a:pt x="0" y="16189"/>
                  </a:moveTo>
                  <a:cubicBezTo>
                    <a:pt x="7195" y="11872"/>
                    <a:pt x="13311" y="5396"/>
                    <a:pt x="19787" y="0"/>
                  </a:cubicBezTo>
                  <a:cubicBezTo>
                    <a:pt x="15829" y="2518"/>
                    <a:pt x="11872" y="5396"/>
                    <a:pt x="7555" y="7915"/>
                  </a:cubicBezTo>
                  <a:cubicBezTo>
                    <a:pt x="4317" y="9714"/>
                    <a:pt x="2158" y="12952"/>
                    <a:pt x="0" y="16189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77">
              <a:extLst>
                <a:ext uri="{FF2B5EF4-FFF2-40B4-BE49-F238E27FC236}">
                  <a16:creationId xmlns:a16="http://schemas.microsoft.com/office/drawing/2014/main" xmlns="" id="{AA8DD8CE-C353-45C2-BD38-80FD38F4DC62}"/>
                </a:ext>
              </a:extLst>
            </p:cNvPr>
            <p:cNvSpPr/>
            <p:nvPr/>
          </p:nvSpPr>
          <p:spPr>
            <a:xfrm>
              <a:off x="7477277" y="1845477"/>
              <a:ext cx="419753" cy="710704"/>
            </a:xfrm>
            <a:custGeom>
              <a:avLst/>
              <a:gdLst>
                <a:gd name="connsiteX0" fmla="*/ 186650 w 419753"/>
                <a:gd name="connsiteY0" fmla="*/ 550023 h 710704"/>
                <a:gd name="connsiteX1" fmla="*/ 272287 w 419753"/>
                <a:gd name="connsiteY1" fmla="*/ 629480 h 710704"/>
                <a:gd name="connsiteX2" fmla="*/ 186208 w 419753"/>
                <a:gd name="connsiteY2" fmla="*/ 710704 h 710704"/>
                <a:gd name="connsiteX3" fmla="*/ 100571 w 419753"/>
                <a:gd name="connsiteY3" fmla="*/ 631246 h 710704"/>
                <a:gd name="connsiteX4" fmla="*/ 186650 w 419753"/>
                <a:gd name="connsiteY4" fmla="*/ 550023 h 710704"/>
                <a:gd name="connsiteX5" fmla="*/ 209606 w 419753"/>
                <a:gd name="connsiteY5" fmla="*/ 0 h 710704"/>
                <a:gd name="connsiteX6" fmla="*/ 338945 w 419753"/>
                <a:gd name="connsiteY6" fmla="*/ 28693 h 710704"/>
                <a:gd name="connsiteX7" fmla="*/ 378673 w 419753"/>
                <a:gd name="connsiteY7" fmla="*/ 263093 h 710704"/>
                <a:gd name="connsiteX8" fmla="*/ 294360 w 419753"/>
                <a:gd name="connsiteY8" fmla="*/ 330190 h 710704"/>
                <a:gd name="connsiteX9" fmla="*/ 251983 w 419753"/>
                <a:gd name="connsiteY9" fmla="*/ 358000 h 710704"/>
                <a:gd name="connsiteX10" fmla="*/ 194597 w 419753"/>
                <a:gd name="connsiteY10" fmla="*/ 450260 h 710704"/>
                <a:gd name="connsiteX11" fmla="*/ 180030 w 419753"/>
                <a:gd name="connsiteY11" fmla="*/ 473655 h 710704"/>
                <a:gd name="connsiteX12" fmla="*/ 171200 w 419753"/>
                <a:gd name="connsiteY12" fmla="*/ 446729 h 710704"/>
                <a:gd name="connsiteX13" fmla="*/ 211371 w 419753"/>
                <a:gd name="connsiteY13" fmla="*/ 316065 h 710704"/>
                <a:gd name="connsiteX14" fmla="*/ 257721 w 419753"/>
                <a:gd name="connsiteY14" fmla="*/ 151411 h 710704"/>
                <a:gd name="connsiteX15" fmla="*/ 243595 w 419753"/>
                <a:gd name="connsiteY15" fmla="*/ 87403 h 710704"/>
                <a:gd name="connsiteX16" fmla="*/ 127058 w 419753"/>
                <a:gd name="connsiteY16" fmla="*/ 40611 h 710704"/>
                <a:gd name="connsiteX17" fmla="*/ 108076 w 419753"/>
                <a:gd name="connsiteY17" fmla="*/ 95791 h 710704"/>
                <a:gd name="connsiteX18" fmla="*/ 127499 w 419753"/>
                <a:gd name="connsiteY18" fmla="*/ 137726 h 710704"/>
                <a:gd name="connsiteX19" fmla="*/ 114256 w 419753"/>
                <a:gd name="connsiteY19" fmla="*/ 203058 h 710704"/>
                <a:gd name="connsiteX20" fmla="*/ 44069 w 419753"/>
                <a:gd name="connsiteY20" fmla="*/ 215419 h 710704"/>
                <a:gd name="connsiteX21" fmla="*/ 808 w 419753"/>
                <a:gd name="connsiteY21" fmla="*/ 162005 h 710704"/>
                <a:gd name="connsiteX22" fmla="*/ 90859 w 419753"/>
                <a:gd name="connsiteY22" fmla="*/ 22071 h 710704"/>
                <a:gd name="connsiteX23" fmla="*/ 209606 w 419753"/>
                <a:gd name="connsiteY23" fmla="*/ 0 h 71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753" h="710704">
                  <a:moveTo>
                    <a:pt x="186650" y="550023"/>
                  </a:moveTo>
                  <a:cubicBezTo>
                    <a:pt x="234324" y="550465"/>
                    <a:pt x="271846" y="584896"/>
                    <a:pt x="272287" y="629480"/>
                  </a:cubicBezTo>
                  <a:cubicBezTo>
                    <a:pt x="272287" y="675390"/>
                    <a:pt x="234766" y="710704"/>
                    <a:pt x="186208" y="710704"/>
                  </a:cubicBezTo>
                  <a:cubicBezTo>
                    <a:pt x="138975" y="710704"/>
                    <a:pt x="101013" y="675832"/>
                    <a:pt x="100571" y="631246"/>
                  </a:cubicBezTo>
                  <a:cubicBezTo>
                    <a:pt x="99687" y="586221"/>
                    <a:pt x="138534" y="550023"/>
                    <a:pt x="186650" y="550023"/>
                  </a:cubicBezTo>
                  <a:close/>
                  <a:moveTo>
                    <a:pt x="209606" y="0"/>
                  </a:moveTo>
                  <a:cubicBezTo>
                    <a:pt x="254190" y="1324"/>
                    <a:pt x="298333" y="6180"/>
                    <a:pt x="338945" y="28693"/>
                  </a:cubicBezTo>
                  <a:cubicBezTo>
                    <a:pt x="428114" y="78133"/>
                    <a:pt x="446654" y="187608"/>
                    <a:pt x="378673" y="263093"/>
                  </a:cubicBezTo>
                  <a:cubicBezTo>
                    <a:pt x="354395" y="290021"/>
                    <a:pt x="324377" y="310326"/>
                    <a:pt x="294360" y="330190"/>
                  </a:cubicBezTo>
                  <a:cubicBezTo>
                    <a:pt x="280234" y="339460"/>
                    <a:pt x="266109" y="348730"/>
                    <a:pt x="251983" y="358000"/>
                  </a:cubicBezTo>
                  <a:cubicBezTo>
                    <a:pt x="219316" y="380513"/>
                    <a:pt x="199452" y="410089"/>
                    <a:pt x="194597" y="450260"/>
                  </a:cubicBezTo>
                  <a:cubicBezTo>
                    <a:pt x="193714" y="458647"/>
                    <a:pt x="199011" y="476304"/>
                    <a:pt x="180030" y="473655"/>
                  </a:cubicBezTo>
                  <a:cubicBezTo>
                    <a:pt x="161930" y="471007"/>
                    <a:pt x="171200" y="455999"/>
                    <a:pt x="171200" y="446729"/>
                  </a:cubicBezTo>
                  <a:cubicBezTo>
                    <a:pt x="169877" y="399054"/>
                    <a:pt x="186209" y="355793"/>
                    <a:pt x="211371" y="316065"/>
                  </a:cubicBezTo>
                  <a:cubicBezTo>
                    <a:pt x="243154" y="265742"/>
                    <a:pt x="262136" y="211886"/>
                    <a:pt x="257721" y="151411"/>
                  </a:cubicBezTo>
                  <a:cubicBezTo>
                    <a:pt x="255956" y="129340"/>
                    <a:pt x="252866" y="107709"/>
                    <a:pt x="243595" y="87403"/>
                  </a:cubicBezTo>
                  <a:cubicBezTo>
                    <a:pt x="222849" y="42377"/>
                    <a:pt x="169877" y="21189"/>
                    <a:pt x="127058" y="40611"/>
                  </a:cubicBezTo>
                  <a:cubicBezTo>
                    <a:pt x="97923" y="53413"/>
                    <a:pt x="92626" y="68863"/>
                    <a:pt x="108076" y="95791"/>
                  </a:cubicBezTo>
                  <a:cubicBezTo>
                    <a:pt x="115580" y="109474"/>
                    <a:pt x="123085" y="122718"/>
                    <a:pt x="127499" y="137726"/>
                  </a:cubicBezTo>
                  <a:cubicBezTo>
                    <a:pt x="134120" y="161563"/>
                    <a:pt x="134120" y="184960"/>
                    <a:pt x="114256" y="203058"/>
                  </a:cubicBezTo>
                  <a:cubicBezTo>
                    <a:pt x="93950" y="221598"/>
                    <a:pt x="69230" y="224247"/>
                    <a:pt x="44069" y="215419"/>
                  </a:cubicBezTo>
                  <a:cubicBezTo>
                    <a:pt x="19348" y="207031"/>
                    <a:pt x="3898" y="188933"/>
                    <a:pt x="808" y="162005"/>
                  </a:cubicBezTo>
                  <a:cubicBezTo>
                    <a:pt x="-5814" y="104177"/>
                    <a:pt x="28618" y="50323"/>
                    <a:pt x="90859" y="22071"/>
                  </a:cubicBezTo>
                  <a:cubicBezTo>
                    <a:pt x="127941" y="4855"/>
                    <a:pt x="168111" y="442"/>
                    <a:pt x="209606" y="0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1" name="Freeform: Shape 82">
              <a:extLst>
                <a:ext uri="{FF2B5EF4-FFF2-40B4-BE49-F238E27FC236}">
                  <a16:creationId xmlns:a16="http://schemas.microsoft.com/office/drawing/2014/main" xmlns="" id="{8CC4BD81-141D-497D-8724-457A5E79740B}"/>
                </a:ext>
              </a:extLst>
            </p:cNvPr>
            <p:cNvSpPr/>
            <p:nvPr/>
          </p:nvSpPr>
          <p:spPr>
            <a:xfrm>
              <a:off x="5186186" y="1440521"/>
              <a:ext cx="424491" cy="718724"/>
            </a:xfrm>
            <a:custGeom>
              <a:avLst/>
              <a:gdLst>
                <a:gd name="connsiteX0" fmla="*/ 186650 w 419753"/>
                <a:gd name="connsiteY0" fmla="*/ 550023 h 710704"/>
                <a:gd name="connsiteX1" fmla="*/ 272287 w 419753"/>
                <a:gd name="connsiteY1" fmla="*/ 629480 h 710704"/>
                <a:gd name="connsiteX2" fmla="*/ 186208 w 419753"/>
                <a:gd name="connsiteY2" fmla="*/ 710704 h 710704"/>
                <a:gd name="connsiteX3" fmla="*/ 100571 w 419753"/>
                <a:gd name="connsiteY3" fmla="*/ 631246 h 710704"/>
                <a:gd name="connsiteX4" fmla="*/ 186650 w 419753"/>
                <a:gd name="connsiteY4" fmla="*/ 550023 h 710704"/>
                <a:gd name="connsiteX5" fmla="*/ 209606 w 419753"/>
                <a:gd name="connsiteY5" fmla="*/ 0 h 710704"/>
                <a:gd name="connsiteX6" fmla="*/ 338945 w 419753"/>
                <a:gd name="connsiteY6" fmla="*/ 28693 h 710704"/>
                <a:gd name="connsiteX7" fmla="*/ 378673 w 419753"/>
                <a:gd name="connsiteY7" fmla="*/ 263093 h 710704"/>
                <a:gd name="connsiteX8" fmla="*/ 294360 w 419753"/>
                <a:gd name="connsiteY8" fmla="*/ 330190 h 710704"/>
                <a:gd name="connsiteX9" fmla="*/ 251983 w 419753"/>
                <a:gd name="connsiteY9" fmla="*/ 358000 h 710704"/>
                <a:gd name="connsiteX10" fmla="*/ 194597 w 419753"/>
                <a:gd name="connsiteY10" fmla="*/ 450260 h 710704"/>
                <a:gd name="connsiteX11" fmla="*/ 180030 w 419753"/>
                <a:gd name="connsiteY11" fmla="*/ 473655 h 710704"/>
                <a:gd name="connsiteX12" fmla="*/ 171200 w 419753"/>
                <a:gd name="connsiteY12" fmla="*/ 446729 h 710704"/>
                <a:gd name="connsiteX13" fmla="*/ 211371 w 419753"/>
                <a:gd name="connsiteY13" fmla="*/ 316065 h 710704"/>
                <a:gd name="connsiteX14" fmla="*/ 257721 w 419753"/>
                <a:gd name="connsiteY14" fmla="*/ 151411 h 710704"/>
                <a:gd name="connsiteX15" fmla="*/ 243595 w 419753"/>
                <a:gd name="connsiteY15" fmla="*/ 87403 h 710704"/>
                <a:gd name="connsiteX16" fmla="*/ 127058 w 419753"/>
                <a:gd name="connsiteY16" fmla="*/ 40611 h 710704"/>
                <a:gd name="connsiteX17" fmla="*/ 108076 w 419753"/>
                <a:gd name="connsiteY17" fmla="*/ 95791 h 710704"/>
                <a:gd name="connsiteX18" fmla="*/ 127499 w 419753"/>
                <a:gd name="connsiteY18" fmla="*/ 137726 h 710704"/>
                <a:gd name="connsiteX19" fmla="*/ 114256 w 419753"/>
                <a:gd name="connsiteY19" fmla="*/ 203058 h 710704"/>
                <a:gd name="connsiteX20" fmla="*/ 44069 w 419753"/>
                <a:gd name="connsiteY20" fmla="*/ 215419 h 710704"/>
                <a:gd name="connsiteX21" fmla="*/ 808 w 419753"/>
                <a:gd name="connsiteY21" fmla="*/ 162005 h 710704"/>
                <a:gd name="connsiteX22" fmla="*/ 90859 w 419753"/>
                <a:gd name="connsiteY22" fmla="*/ 22071 h 710704"/>
                <a:gd name="connsiteX23" fmla="*/ 209606 w 419753"/>
                <a:gd name="connsiteY23" fmla="*/ 0 h 71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753" h="710704">
                  <a:moveTo>
                    <a:pt x="186650" y="550023"/>
                  </a:moveTo>
                  <a:cubicBezTo>
                    <a:pt x="234324" y="550465"/>
                    <a:pt x="271846" y="584896"/>
                    <a:pt x="272287" y="629480"/>
                  </a:cubicBezTo>
                  <a:cubicBezTo>
                    <a:pt x="272287" y="675390"/>
                    <a:pt x="234766" y="710704"/>
                    <a:pt x="186208" y="710704"/>
                  </a:cubicBezTo>
                  <a:cubicBezTo>
                    <a:pt x="138975" y="710704"/>
                    <a:pt x="101013" y="675832"/>
                    <a:pt x="100571" y="631246"/>
                  </a:cubicBezTo>
                  <a:cubicBezTo>
                    <a:pt x="99687" y="586221"/>
                    <a:pt x="138534" y="550023"/>
                    <a:pt x="186650" y="550023"/>
                  </a:cubicBezTo>
                  <a:close/>
                  <a:moveTo>
                    <a:pt x="209606" y="0"/>
                  </a:moveTo>
                  <a:cubicBezTo>
                    <a:pt x="254190" y="1324"/>
                    <a:pt x="298333" y="6180"/>
                    <a:pt x="338945" y="28693"/>
                  </a:cubicBezTo>
                  <a:cubicBezTo>
                    <a:pt x="428114" y="78133"/>
                    <a:pt x="446654" y="187608"/>
                    <a:pt x="378673" y="263093"/>
                  </a:cubicBezTo>
                  <a:cubicBezTo>
                    <a:pt x="354395" y="290021"/>
                    <a:pt x="324377" y="310326"/>
                    <a:pt x="294360" y="330190"/>
                  </a:cubicBezTo>
                  <a:cubicBezTo>
                    <a:pt x="280234" y="339460"/>
                    <a:pt x="266109" y="348730"/>
                    <a:pt x="251983" y="358000"/>
                  </a:cubicBezTo>
                  <a:cubicBezTo>
                    <a:pt x="219316" y="380513"/>
                    <a:pt x="199452" y="410089"/>
                    <a:pt x="194597" y="450260"/>
                  </a:cubicBezTo>
                  <a:cubicBezTo>
                    <a:pt x="193714" y="458647"/>
                    <a:pt x="199011" y="476304"/>
                    <a:pt x="180030" y="473655"/>
                  </a:cubicBezTo>
                  <a:cubicBezTo>
                    <a:pt x="161930" y="471007"/>
                    <a:pt x="171200" y="455999"/>
                    <a:pt x="171200" y="446729"/>
                  </a:cubicBezTo>
                  <a:cubicBezTo>
                    <a:pt x="169877" y="399054"/>
                    <a:pt x="186209" y="355793"/>
                    <a:pt x="211371" y="316065"/>
                  </a:cubicBezTo>
                  <a:cubicBezTo>
                    <a:pt x="243154" y="265742"/>
                    <a:pt x="262136" y="211886"/>
                    <a:pt x="257721" y="151411"/>
                  </a:cubicBezTo>
                  <a:cubicBezTo>
                    <a:pt x="255956" y="129340"/>
                    <a:pt x="252866" y="107709"/>
                    <a:pt x="243595" y="87403"/>
                  </a:cubicBezTo>
                  <a:cubicBezTo>
                    <a:pt x="222849" y="42377"/>
                    <a:pt x="169877" y="21189"/>
                    <a:pt x="127058" y="40611"/>
                  </a:cubicBezTo>
                  <a:cubicBezTo>
                    <a:pt x="97923" y="53413"/>
                    <a:pt x="92626" y="68863"/>
                    <a:pt x="108076" y="95791"/>
                  </a:cubicBezTo>
                  <a:cubicBezTo>
                    <a:pt x="115580" y="109474"/>
                    <a:pt x="123085" y="122718"/>
                    <a:pt x="127499" y="137726"/>
                  </a:cubicBezTo>
                  <a:cubicBezTo>
                    <a:pt x="134120" y="161563"/>
                    <a:pt x="134120" y="184960"/>
                    <a:pt x="114256" y="203058"/>
                  </a:cubicBezTo>
                  <a:cubicBezTo>
                    <a:pt x="93950" y="221598"/>
                    <a:pt x="69230" y="224247"/>
                    <a:pt x="44069" y="215419"/>
                  </a:cubicBezTo>
                  <a:cubicBezTo>
                    <a:pt x="19348" y="207031"/>
                    <a:pt x="3898" y="188933"/>
                    <a:pt x="808" y="162005"/>
                  </a:cubicBezTo>
                  <a:cubicBezTo>
                    <a:pt x="-5814" y="104177"/>
                    <a:pt x="28618" y="50323"/>
                    <a:pt x="90859" y="22071"/>
                  </a:cubicBezTo>
                  <a:cubicBezTo>
                    <a:pt x="127941" y="4855"/>
                    <a:pt x="168111" y="442"/>
                    <a:pt x="209606" y="0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2" name="Freeform: Shape 86">
              <a:extLst>
                <a:ext uri="{FF2B5EF4-FFF2-40B4-BE49-F238E27FC236}">
                  <a16:creationId xmlns:a16="http://schemas.microsoft.com/office/drawing/2014/main" xmlns="" id="{68A4F62A-5498-45C4-8C6B-2F4B3A4F92AB}"/>
                </a:ext>
              </a:extLst>
            </p:cNvPr>
            <p:cNvSpPr/>
            <p:nvPr/>
          </p:nvSpPr>
          <p:spPr>
            <a:xfrm>
              <a:off x="4652050" y="1690728"/>
              <a:ext cx="303622" cy="514078"/>
            </a:xfrm>
            <a:custGeom>
              <a:avLst/>
              <a:gdLst>
                <a:gd name="connsiteX0" fmla="*/ 186650 w 419753"/>
                <a:gd name="connsiteY0" fmla="*/ 550023 h 710704"/>
                <a:gd name="connsiteX1" fmla="*/ 272287 w 419753"/>
                <a:gd name="connsiteY1" fmla="*/ 629480 h 710704"/>
                <a:gd name="connsiteX2" fmla="*/ 186208 w 419753"/>
                <a:gd name="connsiteY2" fmla="*/ 710704 h 710704"/>
                <a:gd name="connsiteX3" fmla="*/ 100571 w 419753"/>
                <a:gd name="connsiteY3" fmla="*/ 631246 h 710704"/>
                <a:gd name="connsiteX4" fmla="*/ 186650 w 419753"/>
                <a:gd name="connsiteY4" fmla="*/ 550023 h 710704"/>
                <a:gd name="connsiteX5" fmla="*/ 209606 w 419753"/>
                <a:gd name="connsiteY5" fmla="*/ 0 h 710704"/>
                <a:gd name="connsiteX6" fmla="*/ 338945 w 419753"/>
                <a:gd name="connsiteY6" fmla="*/ 28693 h 710704"/>
                <a:gd name="connsiteX7" fmla="*/ 378673 w 419753"/>
                <a:gd name="connsiteY7" fmla="*/ 263093 h 710704"/>
                <a:gd name="connsiteX8" fmla="*/ 294360 w 419753"/>
                <a:gd name="connsiteY8" fmla="*/ 330190 h 710704"/>
                <a:gd name="connsiteX9" fmla="*/ 251983 w 419753"/>
                <a:gd name="connsiteY9" fmla="*/ 358000 h 710704"/>
                <a:gd name="connsiteX10" fmla="*/ 194597 w 419753"/>
                <a:gd name="connsiteY10" fmla="*/ 450260 h 710704"/>
                <a:gd name="connsiteX11" fmla="*/ 180030 w 419753"/>
                <a:gd name="connsiteY11" fmla="*/ 473655 h 710704"/>
                <a:gd name="connsiteX12" fmla="*/ 171200 w 419753"/>
                <a:gd name="connsiteY12" fmla="*/ 446729 h 710704"/>
                <a:gd name="connsiteX13" fmla="*/ 211371 w 419753"/>
                <a:gd name="connsiteY13" fmla="*/ 316065 h 710704"/>
                <a:gd name="connsiteX14" fmla="*/ 257721 w 419753"/>
                <a:gd name="connsiteY14" fmla="*/ 151411 h 710704"/>
                <a:gd name="connsiteX15" fmla="*/ 243595 w 419753"/>
                <a:gd name="connsiteY15" fmla="*/ 87403 h 710704"/>
                <a:gd name="connsiteX16" fmla="*/ 127058 w 419753"/>
                <a:gd name="connsiteY16" fmla="*/ 40611 h 710704"/>
                <a:gd name="connsiteX17" fmla="*/ 108076 w 419753"/>
                <a:gd name="connsiteY17" fmla="*/ 95791 h 710704"/>
                <a:gd name="connsiteX18" fmla="*/ 127499 w 419753"/>
                <a:gd name="connsiteY18" fmla="*/ 137726 h 710704"/>
                <a:gd name="connsiteX19" fmla="*/ 114256 w 419753"/>
                <a:gd name="connsiteY19" fmla="*/ 203058 h 710704"/>
                <a:gd name="connsiteX20" fmla="*/ 44069 w 419753"/>
                <a:gd name="connsiteY20" fmla="*/ 215419 h 710704"/>
                <a:gd name="connsiteX21" fmla="*/ 808 w 419753"/>
                <a:gd name="connsiteY21" fmla="*/ 162005 h 710704"/>
                <a:gd name="connsiteX22" fmla="*/ 90859 w 419753"/>
                <a:gd name="connsiteY22" fmla="*/ 22071 h 710704"/>
                <a:gd name="connsiteX23" fmla="*/ 209606 w 419753"/>
                <a:gd name="connsiteY23" fmla="*/ 0 h 71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753" h="710704">
                  <a:moveTo>
                    <a:pt x="186650" y="550023"/>
                  </a:moveTo>
                  <a:cubicBezTo>
                    <a:pt x="234324" y="550465"/>
                    <a:pt x="271846" y="584896"/>
                    <a:pt x="272287" y="629480"/>
                  </a:cubicBezTo>
                  <a:cubicBezTo>
                    <a:pt x="272287" y="675390"/>
                    <a:pt x="234766" y="710704"/>
                    <a:pt x="186208" y="710704"/>
                  </a:cubicBezTo>
                  <a:cubicBezTo>
                    <a:pt x="138975" y="710704"/>
                    <a:pt x="101013" y="675832"/>
                    <a:pt x="100571" y="631246"/>
                  </a:cubicBezTo>
                  <a:cubicBezTo>
                    <a:pt x="99687" y="586221"/>
                    <a:pt x="138534" y="550023"/>
                    <a:pt x="186650" y="550023"/>
                  </a:cubicBezTo>
                  <a:close/>
                  <a:moveTo>
                    <a:pt x="209606" y="0"/>
                  </a:moveTo>
                  <a:cubicBezTo>
                    <a:pt x="254190" y="1324"/>
                    <a:pt x="298333" y="6180"/>
                    <a:pt x="338945" y="28693"/>
                  </a:cubicBezTo>
                  <a:cubicBezTo>
                    <a:pt x="428114" y="78133"/>
                    <a:pt x="446654" y="187608"/>
                    <a:pt x="378673" y="263093"/>
                  </a:cubicBezTo>
                  <a:cubicBezTo>
                    <a:pt x="354395" y="290021"/>
                    <a:pt x="324377" y="310326"/>
                    <a:pt x="294360" y="330190"/>
                  </a:cubicBezTo>
                  <a:cubicBezTo>
                    <a:pt x="280234" y="339460"/>
                    <a:pt x="266109" y="348730"/>
                    <a:pt x="251983" y="358000"/>
                  </a:cubicBezTo>
                  <a:cubicBezTo>
                    <a:pt x="219316" y="380513"/>
                    <a:pt x="199452" y="410089"/>
                    <a:pt x="194597" y="450260"/>
                  </a:cubicBezTo>
                  <a:cubicBezTo>
                    <a:pt x="193714" y="458647"/>
                    <a:pt x="199011" y="476304"/>
                    <a:pt x="180030" y="473655"/>
                  </a:cubicBezTo>
                  <a:cubicBezTo>
                    <a:pt x="161930" y="471007"/>
                    <a:pt x="171200" y="455999"/>
                    <a:pt x="171200" y="446729"/>
                  </a:cubicBezTo>
                  <a:cubicBezTo>
                    <a:pt x="169877" y="399054"/>
                    <a:pt x="186209" y="355793"/>
                    <a:pt x="211371" y="316065"/>
                  </a:cubicBezTo>
                  <a:cubicBezTo>
                    <a:pt x="243154" y="265742"/>
                    <a:pt x="262136" y="211886"/>
                    <a:pt x="257721" y="151411"/>
                  </a:cubicBezTo>
                  <a:cubicBezTo>
                    <a:pt x="255956" y="129340"/>
                    <a:pt x="252866" y="107709"/>
                    <a:pt x="243595" y="87403"/>
                  </a:cubicBezTo>
                  <a:cubicBezTo>
                    <a:pt x="222849" y="42377"/>
                    <a:pt x="169877" y="21189"/>
                    <a:pt x="127058" y="40611"/>
                  </a:cubicBezTo>
                  <a:cubicBezTo>
                    <a:pt x="97923" y="53413"/>
                    <a:pt x="92626" y="68863"/>
                    <a:pt x="108076" y="95791"/>
                  </a:cubicBezTo>
                  <a:cubicBezTo>
                    <a:pt x="115580" y="109474"/>
                    <a:pt x="123085" y="122718"/>
                    <a:pt x="127499" y="137726"/>
                  </a:cubicBezTo>
                  <a:cubicBezTo>
                    <a:pt x="134120" y="161563"/>
                    <a:pt x="134120" y="184960"/>
                    <a:pt x="114256" y="203058"/>
                  </a:cubicBezTo>
                  <a:cubicBezTo>
                    <a:pt x="93950" y="221598"/>
                    <a:pt x="69230" y="224247"/>
                    <a:pt x="44069" y="215419"/>
                  </a:cubicBezTo>
                  <a:cubicBezTo>
                    <a:pt x="19348" y="207031"/>
                    <a:pt x="3898" y="188933"/>
                    <a:pt x="808" y="162005"/>
                  </a:cubicBezTo>
                  <a:cubicBezTo>
                    <a:pt x="-5814" y="104177"/>
                    <a:pt x="28618" y="50323"/>
                    <a:pt x="90859" y="22071"/>
                  </a:cubicBezTo>
                  <a:cubicBezTo>
                    <a:pt x="127941" y="4855"/>
                    <a:pt x="168111" y="442"/>
                    <a:pt x="209606" y="0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3" name="Freeform: Shape 88">
              <a:extLst>
                <a:ext uri="{FF2B5EF4-FFF2-40B4-BE49-F238E27FC236}">
                  <a16:creationId xmlns:a16="http://schemas.microsoft.com/office/drawing/2014/main" xmlns="" id="{FFE5DAEF-3D82-466C-A3CF-5D15E4153D44}"/>
                </a:ext>
              </a:extLst>
            </p:cNvPr>
            <p:cNvSpPr/>
            <p:nvPr/>
          </p:nvSpPr>
          <p:spPr>
            <a:xfrm>
              <a:off x="5235351" y="3961569"/>
              <a:ext cx="255653" cy="432859"/>
            </a:xfrm>
            <a:custGeom>
              <a:avLst/>
              <a:gdLst>
                <a:gd name="connsiteX0" fmla="*/ 186650 w 419753"/>
                <a:gd name="connsiteY0" fmla="*/ 550023 h 710704"/>
                <a:gd name="connsiteX1" fmla="*/ 272287 w 419753"/>
                <a:gd name="connsiteY1" fmla="*/ 629480 h 710704"/>
                <a:gd name="connsiteX2" fmla="*/ 186208 w 419753"/>
                <a:gd name="connsiteY2" fmla="*/ 710704 h 710704"/>
                <a:gd name="connsiteX3" fmla="*/ 100571 w 419753"/>
                <a:gd name="connsiteY3" fmla="*/ 631246 h 710704"/>
                <a:gd name="connsiteX4" fmla="*/ 186650 w 419753"/>
                <a:gd name="connsiteY4" fmla="*/ 550023 h 710704"/>
                <a:gd name="connsiteX5" fmla="*/ 209606 w 419753"/>
                <a:gd name="connsiteY5" fmla="*/ 0 h 710704"/>
                <a:gd name="connsiteX6" fmla="*/ 338945 w 419753"/>
                <a:gd name="connsiteY6" fmla="*/ 28693 h 710704"/>
                <a:gd name="connsiteX7" fmla="*/ 378673 w 419753"/>
                <a:gd name="connsiteY7" fmla="*/ 263093 h 710704"/>
                <a:gd name="connsiteX8" fmla="*/ 294360 w 419753"/>
                <a:gd name="connsiteY8" fmla="*/ 330190 h 710704"/>
                <a:gd name="connsiteX9" fmla="*/ 251983 w 419753"/>
                <a:gd name="connsiteY9" fmla="*/ 358000 h 710704"/>
                <a:gd name="connsiteX10" fmla="*/ 194597 w 419753"/>
                <a:gd name="connsiteY10" fmla="*/ 450260 h 710704"/>
                <a:gd name="connsiteX11" fmla="*/ 180030 w 419753"/>
                <a:gd name="connsiteY11" fmla="*/ 473655 h 710704"/>
                <a:gd name="connsiteX12" fmla="*/ 171200 w 419753"/>
                <a:gd name="connsiteY12" fmla="*/ 446729 h 710704"/>
                <a:gd name="connsiteX13" fmla="*/ 211371 w 419753"/>
                <a:gd name="connsiteY13" fmla="*/ 316065 h 710704"/>
                <a:gd name="connsiteX14" fmla="*/ 257721 w 419753"/>
                <a:gd name="connsiteY14" fmla="*/ 151411 h 710704"/>
                <a:gd name="connsiteX15" fmla="*/ 243595 w 419753"/>
                <a:gd name="connsiteY15" fmla="*/ 87403 h 710704"/>
                <a:gd name="connsiteX16" fmla="*/ 127058 w 419753"/>
                <a:gd name="connsiteY16" fmla="*/ 40611 h 710704"/>
                <a:gd name="connsiteX17" fmla="*/ 108076 w 419753"/>
                <a:gd name="connsiteY17" fmla="*/ 95791 h 710704"/>
                <a:gd name="connsiteX18" fmla="*/ 127499 w 419753"/>
                <a:gd name="connsiteY18" fmla="*/ 137726 h 710704"/>
                <a:gd name="connsiteX19" fmla="*/ 114256 w 419753"/>
                <a:gd name="connsiteY19" fmla="*/ 203058 h 710704"/>
                <a:gd name="connsiteX20" fmla="*/ 44069 w 419753"/>
                <a:gd name="connsiteY20" fmla="*/ 215419 h 710704"/>
                <a:gd name="connsiteX21" fmla="*/ 808 w 419753"/>
                <a:gd name="connsiteY21" fmla="*/ 162005 h 710704"/>
                <a:gd name="connsiteX22" fmla="*/ 90859 w 419753"/>
                <a:gd name="connsiteY22" fmla="*/ 22071 h 710704"/>
                <a:gd name="connsiteX23" fmla="*/ 209606 w 419753"/>
                <a:gd name="connsiteY23" fmla="*/ 0 h 71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753" h="710704">
                  <a:moveTo>
                    <a:pt x="186650" y="550023"/>
                  </a:moveTo>
                  <a:cubicBezTo>
                    <a:pt x="234324" y="550465"/>
                    <a:pt x="271846" y="584896"/>
                    <a:pt x="272287" y="629480"/>
                  </a:cubicBezTo>
                  <a:cubicBezTo>
                    <a:pt x="272287" y="675390"/>
                    <a:pt x="234766" y="710704"/>
                    <a:pt x="186208" y="710704"/>
                  </a:cubicBezTo>
                  <a:cubicBezTo>
                    <a:pt x="138975" y="710704"/>
                    <a:pt x="101013" y="675832"/>
                    <a:pt x="100571" y="631246"/>
                  </a:cubicBezTo>
                  <a:cubicBezTo>
                    <a:pt x="99687" y="586221"/>
                    <a:pt x="138534" y="550023"/>
                    <a:pt x="186650" y="550023"/>
                  </a:cubicBezTo>
                  <a:close/>
                  <a:moveTo>
                    <a:pt x="209606" y="0"/>
                  </a:moveTo>
                  <a:cubicBezTo>
                    <a:pt x="254190" y="1324"/>
                    <a:pt x="298333" y="6180"/>
                    <a:pt x="338945" y="28693"/>
                  </a:cubicBezTo>
                  <a:cubicBezTo>
                    <a:pt x="428114" y="78133"/>
                    <a:pt x="446654" y="187608"/>
                    <a:pt x="378673" y="263093"/>
                  </a:cubicBezTo>
                  <a:cubicBezTo>
                    <a:pt x="354395" y="290021"/>
                    <a:pt x="324377" y="310326"/>
                    <a:pt x="294360" y="330190"/>
                  </a:cubicBezTo>
                  <a:cubicBezTo>
                    <a:pt x="280234" y="339460"/>
                    <a:pt x="266109" y="348730"/>
                    <a:pt x="251983" y="358000"/>
                  </a:cubicBezTo>
                  <a:cubicBezTo>
                    <a:pt x="219316" y="380513"/>
                    <a:pt x="199452" y="410089"/>
                    <a:pt x="194597" y="450260"/>
                  </a:cubicBezTo>
                  <a:cubicBezTo>
                    <a:pt x="193714" y="458647"/>
                    <a:pt x="199011" y="476304"/>
                    <a:pt x="180030" y="473655"/>
                  </a:cubicBezTo>
                  <a:cubicBezTo>
                    <a:pt x="161930" y="471007"/>
                    <a:pt x="171200" y="455999"/>
                    <a:pt x="171200" y="446729"/>
                  </a:cubicBezTo>
                  <a:cubicBezTo>
                    <a:pt x="169877" y="399054"/>
                    <a:pt x="186209" y="355793"/>
                    <a:pt x="211371" y="316065"/>
                  </a:cubicBezTo>
                  <a:cubicBezTo>
                    <a:pt x="243154" y="265742"/>
                    <a:pt x="262136" y="211886"/>
                    <a:pt x="257721" y="151411"/>
                  </a:cubicBezTo>
                  <a:cubicBezTo>
                    <a:pt x="255956" y="129340"/>
                    <a:pt x="252866" y="107709"/>
                    <a:pt x="243595" y="87403"/>
                  </a:cubicBezTo>
                  <a:cubicBezTo>
                    <a:pt x="222849" y="42377"/>
                    <a:pt x="169877" y="21189"/>
                    <a:pt x="127058" y="40611"/>
                  </a:cubicBezTo>
                  <a:cubicBezTo>
                    <a:pt x="97923" y="53413"/>
                    <a:pt x="92626" y="68863"/>
                    <a:pt x="108076" y="95791"/>
                  </a:cubicBezTo>
                  <a:cubicBezTo>
                    <a:pt x="115580" y="109474"/>
                    <a:pt x="123085" y="122718"/>
                    <a:pt x="127499" y="137726"/>
                  </a:cubicBezTo>
                  <a:cubicBezTo>
                    <a:pt x="134120" y="161563"/>
                    <a:pt x="134120" y="184960"/>
                    <a:pt x="114256" y="203058"/>
                  </a:cubicBezTo>
                  <a:cubicBezTo>
                    <a:pt x="93950" y="221598"/>
                    <a:pt x="69230" y="224247"/>
                    <a:pt x="44069" y="215419"/>
                  </a:cubicBezTo>
                  <a:cubicBezTo>
                    <a:pt x="19348" y="207031"/>
                    <a:pt x="3898" y="188933"/>
                    <a:pt x="808" y="162005"/>
                  </a:cubicBezTo>
                  <a:cubicBezTo>
                    <a:pt x="-5814" y="104177"/>
                    <a:pt x="28618" y="50323"/>
                    <a:pt x="90859" y="22071"/>
                  </a:cubicBezTo>
                  <a:cubicBezTo>
                    <a:pt x="127941" y="4855"/>
                    <a:pt x="168111" y="442"/>
                    <a:pt x="209606" y="0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4" name="Freeform: Shape 93">
              <a:extLst>
                <a:ext uri="{FF2B5EF4-FFF2-40B4-BE49-F238E27FC236}">
                  <a16:creationId xmlns:a16="http://schemas.microsoft.com/office/drawing/2014/main" xmlns="" id="{1297720A-A752-472A-B2B7-2F857F602064}"/>
                </a:ext>
              </a:extLst>
            </p:cNvPr>
            <p:cNvSpPr/>
            <p:nvPr/>
          </p:nvSpPr>
          <p:spPr>
            <a:xfrm>
              <a:off x="8054648" y="3902375"/>
              <a:ext cx="132280" cy="223969"/>
            </a:xfrm>
            <a:custGeom>
              <a:avLst/>
              <a:gdLst>
                <a:gd name="connsiteX0" fmla="*/ 186650 w 419753"/>
                <a:gd name="connsiteY0" fmla="*/ 550023 h 710704"/>
                <a:gd name="connsiteX1" fmla="*/ 272287 w 419753"/>
                <a:gd name="connsiteY1" fmla="*/ 629480 h 710704"/>
                <a:gd name="connsiteX2" fmla="*/ 186208 w 419753"/>
                <a:gd name="connsiteY2" fmla="*/ 710704 h 710704"/>
                <a:gd name="connsiteX3" fmla="*/ 100571 w 419753"/>
                <a:gd name="connsiteY3" fmla="*/ 631246 h 710704"/>
                <a:gd name="connsiteX4" fmla="*/ 186650 w 419753"/>
                <a:gd name="connsiteY4" fmla="*/ 550023 h 710704"/>
                <a:gd name="connsiteX5" fmla="*/ 209606 w 419753"/>
                <a:gd name="connsiteY5" fmla="*/ 0 h 710704"/>
                <a:gd name="connsiteX6" fmla="*/ 338945 w 419753"/>
                <a:gd name="connsiteY6" fmla="*/ 28693 h 710704"/>
                <a:gd name="connsiteX7" fmla="*/ 378673 w 419753"/>
                <a:gd name="connsiteY7" fmla="*/ 263093 h 710704"/>
                <a:gd name="connsiteX8" fmla="*/ 294360 w 419753"/>
                <a:gd name="connsiteY8" fmla="*/ 330190 h 710704"/>
                <a:gd name="connsiteX9" fmla="*/ 251983 w 419753"/>
                <a:gd name="connsiteY9" fmla="*/ 358000 h 710704"/>
                <a:gd name="connsiteX10" fmla="*/ 194597 w 419753"/>
                <a:gd name="connsiteY10" fmla="*/ 450260 h 710704"/>
                <a:gd name="connsiteX11" fmla="*/ 180030 w 419753"/>
                <a:gd name="connsiteY11" fmla="*/ 473655 h 710704"/>
                <a:gd name="connsiteX12" fmla="*/ 171200 w 419753"/>
                <a:gd name="connsiteY12" fmla="*/ 446729 h 710704"/>
                <a:gd name="connsiteX13" fmla="*/ 211371 w 419753"/>
                <a:gd name="connsiteY13" fmla="*/ 316065 h 710704"/>
                <a:gd name="connsiteX14" fmla="*/ 257721 w 419753"/>
                <a:gd name="connsiteY14" fmla="*/ 151411 h 710704"/>
                <a:gd name="connsiteX15" fmla="*/ 243595 w 419753"/>
                <a:gd name="connsiteY15" fmla="*/ 87403 h 710704"/>
                <a:gd name="connsiteX16" fmla="*/ 127058 w 419753"/>
                <a:gd name="connsiteY16" fmla="*/ 40611 h 710704"/>
                <a:gd name="connsiteX17" fmla="*/ 108076 w 419753"/>
                <a:gd name="connsiteY17" fmla="*/ 95791 h 710704"/>
                <a:gd name="connsiteX18" fmla="*/ 127499 w 419753"/>
                <a:gd name="connsiteY18" fmla="*/ 137726 h 710704"/>
                <a:gd name="connsiteX19" fmla="*/ 114256 w 419753"/>
                <a:gd name="connsiteY19" fmla="*/ 203058 h 710704"/>
                <a:gd name="connsiteX20" fmla="*/ 44069 w 419753"/>
                <a:gd name="connsiteY20" fmla="*/ 215419 h 710704"/>
                <a:gd name="connsiteX21" fmla="*/ 808 w 419753"/>
                <a:gd name="connsiteY21" fmla="*/ 162005 h 710704"/>
                <a:gd name="connsiteX22" fmla="*/ 90859 w 419753"/>
                <a:gd name="connsiteY22" fmla="*/ 22071 h 710704"/>
                <a:gd name="connsiteX23" fmla="*/ 209606 w 419753"/>
                <a:gd name="connsiteY23" fmla="*/ 0 h 71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753" h="710704">
                  <a:moveTo>
                    <a:pt x="186650" y="550023"/>
                  </a:moveTo>
                  <a:cubicBezTo>
                    <a:pt x="234324" y="550465"/>
                    <a:pt x="271846" y="584896"/>
                    <a:pt x="272287" y="629480"/>
                  </a:cubicBezTo>
                  <a:cubicBezTo>
                    <a:pt x="272287" y="675390"/>
                    <a:pt x="234766" y="710704"/>
                    <a:pt x="186208" y="710704"/>
                  </a:cubicBezTo>
                  <a:cubicBezTo>
                    <a:pt x="138975" y="710704"/>
                    <a:pt x="101013" y="675832"/>
                    <a:pt x="100571" y="631246"/>
                  </a:cubicBezTo>
                  <a:cubicBezTo>
                    <a:pt x="99687" y="586221"/>
                    <a:pt x="138534" y="550023"/>
                    <a:pt x="186650" y="550023"/>
                  </a:cubicBezTo>
                  <a:close/>
                  <a:moveTo>
                    <a:pt x="209606" y="0"/>
                  </a:moveTo>
                  <a:cubicBezTo>
                    <a:pt x="254190" y="1324"/>
                    <a:pt x="298333" y="6180"/>
                    <a:pt x="338945" y="28693"/>
                  </a:cubicBezTo>
                  <a:cubicBezTo>
                    <a:pt x="428114" y="78133"/>
                    <a:pt x="446654" y="187608"/>
                    <a:pt x="378673" y="263093"/>
                  </a:cubicBezTo>
                  <a:cubicBezTo>
                    <a:pt x="354395" y="290021"/>
                    <a:pt x="324377" y="310326"/>
                    <a:pt x="294360" y="330190"/>
                  </a:cubicBezTo>
                  <a:cubicBezTo>
                    <a:pt x="280234" y="339460"/>
                    <a:pt x="266109" y="348730"/>
                    <a:pt x="251983" y="358000"/>
                  </a:cubicBezTo>
                  <a:cubicBezTo>
                    <a:pt x="219316" y="380513"/>
                    <a:pt x="199452" y="410089"/>
                    <a:pt x="194597" y="450260"/>
                  </a:cubicBezTo>
                  <a:cubicBezTo>
                    <a:pt x="193714" y="458647"/>
                    <a:pt x="199011" y="476304"/>
                    <a:pt x="180030" y="473655"/>
                  </a:cubicBezTo>
                  <a:cubicBezTo>
                    <a:pt x="161930" y="471007"/>
                    <a:pt x="171200" y="455999"/>
                    <a:pt x="171200" y="446729"/>
                  </a:cubicBezTo>
                  <a:cubicBezTo>
                    <a:pt x="169877" y="399054"/>
                    <a:pt x="186209" y="355793"/>
                    <a:pt x="211371" y="316065"/>
                  </a:cubicBezTo>
                  <a:cubicBezTo>
                    <a:pt x="243154" y="265742"/>
                    <a:pt x="262136" y="211886"/>
                    <a:pt x="257721" y="151411"/>
                  </a:cubicBezTo>
                  <a:cubicBezTo>
                    <a:pt x="255956" y="129340"/>
                    <a:pt x="252866" y="107709"/>
                    <a:pt x="243595" y="87403"/>
                  </a:cubicBezTo>
                  <a:cubicBezTo>
                    <a:pt x="222849" y="42377"/>
                    <a:pt x="169877" y="21189"/>
                    <a:pt x="127058" y="40611"/>
                  </a:cubicBezTo>
                  <a:cubicBezTo>
                    <a:pt x="97923" y="53413"/>
                    <a:pt x="92626" y="68863"/>
                    <a:pt x="108076" y="95791"/>
                  </a:cubicBezTo>
                  <a:cubicBezTo>
                    <a:pt x="115580" y="109474"/>
                    <a:pt x="123085" y="122718"/>
                    <a:pt x="127499" y="137726"/>
                  </a:cubicBezTo>
                  <a:cubicBezTo>
                    <a:pt x="134120" y="161563"/>
                    <a:pt x="134120" y="184960"/>
                    <a:pt x="114256" y="203058"/>
                  </a:cubicBezTo>
                  <a:cubicBezTo>
                    <a:pt x="93950" y="221598"/>
                    <a:pt x="69230" y="224247"/>
                    <a:pt x="44069" y="215419"/>
                  </a:cubicBezTo>
                  <a:cubicBezTo>
                    <a:pt x="19348" y="207031"/>
                    <a:pt x="3898" y="188933"/>
                    <a:pt x="808" y="162005"/>
                  </a:cubicBezTo>
                  <a:cubicBezTo>
                    <a:pt x="-5814" y="104177"/>
                    <a:pt x="28618" y="50323"/>
                    <a:pt x="90859" y="22071"/>
                  </a:cubicBezTo>
                  <a:cubicBezTo>
                    <a:pt x="127941" y="4855"/>
                    <a:pt x="168111" y="442"/>
                    <a:pt x="209606" y="0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5" name="Freeform: Shape 94">
              <a:extLst>
                <a:ext uri="{FF2B5EF4-FFF2-40B4-BE49-F238E27FC236}">
                  <a16:creationId xmlns:a16="http://schemas.microsoft.com/office/drawing/2014/main" xmlns="" id="{7F7AD839-A478-42A4-9FFF-F8CB0E05DF61}"/>
                </a:ext>
              </a:extLst>
            </p:cNvPr>
            <p:cNvSpPr/>
            <p:nvPr/>
          </p:nvSpPr>
          <p:spPr>
            <a:xfrm>
              <a:off x="4595344" y="3538608"/>
              <a:ext cx="132280" cy="223969"/>
            </a:xfrm>
            <a:custGeom>
              <a:avLst/>
              <a:gdLst>
                <a:gd name="connsiteX0" fmla="*/ 186650 w 419753"/>
                <a:gd name="connsiteY0" fmla="*/ 550023 h 710704"/>
                <a:gd name="connsiteX1" fmla="*/ 272287 w 419753"/>
                <a:gd name="connsiteY1" fmla="*/ 629480 h 710704"/>
                <a:gd name="connsiteX2" fmla="*/ 186208 w 419753"/>
                <a:gd name="connsiteY2" fmla="*/ 710704 h 710704"/>
                <a:gd name="connsiteX3" fmla="*/ 100571 w 419753"/>
                <a:gd name="connsiteY3" fmla="*/ 631246 h 710704"/>
                <a:gd name="connsiteX4" fmla="*/ 186650 w 419753"/>
                <a:gd name="connsiteY4" fmla="*/ 550023 h 710704"/>
                <a:gd name="connsiteX5" fmla="*/ 209606 w 419753"/>
                <a:gd name="connsiteY5" fmla="*/ 0 h 710704"/>
                <a:gd name="connsiteX6" fmla="*/ 338945 w 419753"/>
                <a:gd name="connsiteY6" fmla="*/ 28693 h 710704"/>
                <a:gd name="connsiteX7" fmla="*/ 378673 w 419753"/>
                <a:gd name="connsiteY7" fmla="*/ 263093 h 710704"/>
                <a:gd name="connsiteX8" fmla="*/ 294360 w 419753"/>
                <a:gd name="connsiteY8" fmla="*/ 330190 h 710704"/>
                <a:gd name="connsiteX9" fmla="*/ 251983 w 419753"/>
                <a:gd name="connsiteY9" fmla="*/ 358000 h 710704"/>
                <a:gd name="connsiteX10" fmla="*/ 194597 w 419753"/>
                <a:gd name="connsiteY10" fmla="*/ 450260 h 710704"/>
                <a:gd name="connsiteX11" fmla="*/ 180030 w 419753"/>
                <a:gd name="connsiteY11" fmla="*/ 473655 h 710704"/>
                <a:gd name="connsiteX12" fmla="*/ 171200 w 419753"/>
                <a:gd name="connsiteY12" fmla="*/ 446729 h 710704"/>
                <a:gd name="connsiteX13" fmla="*/ 211371 w 419753"/>
                <a:gd name="connsiteY13" fmla="*/ 316065 h 710704"/>
                <a:gd name="connsiteX14" fmla="*/ 257721 w 419753"/>
                <a:gd name="connsiteY14" fmla="*/ 151411 h 710704"/>
                <a:gd name="connsiteX15" fmla="*/ 243595 w 419753"/>
                <a:gd name="connsiteY15" fmla="*/ 87403 h 710704"/>
                <a:gd name="connsiteX16" fmla="*/ 127058 w 419753"/>
                <a:gd name="connsiteY16" fmla="*/ 40611 h 710704"/>
                <a:gd name="connsiteX17" fmla="*/ 108076 w 419753"/>
                <a:gd name="connsiteY17" fmla="*/ 95791 h 710704"/>
                <a:gd name="connsiteX18" fmla="*/ 127499 w 419753"/>
                <a:gd name="connsiteY18" fmla="*/ 137726 h 710704"/>
                <a:gd name="connsiteX19" fmla="*/ 114256 w 419753"/>
                <a:gd name="connsiteY19" fmla="*/ 203058 h 710704"/>
                <a:gd name="connsiteX20" fmla="*/ 44069 w 419753"/>
                <a:gd name="connsiteY20" fmla="*/ 215419 h 710704"/>
                <a:gd name="connsiteX21" fmla="*/ 808 w 419753"/>
                <a:gd name="connsiteY21" fmla="*/ 162005 h 710704"/>
                <a:gd name="connsiteX22" fmla="*/ 90859 w 419753"/>
                <a:gd name="connsiteY22" fmla="*/ 22071 h 710704"/>
                <a:gd name="connsiteX23" fmla="*/ 209606 w 419753"/>
                <a:gd name="connsiteY23" fmla="*/ 0 h 71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753" h="710704">
                  <a:moveTo>
                    <a:pt x="186650" y="550023"/>
                  </a:moveTo>
                  <a:cubicBezTo>
                    <a:pt x="234324" y="550465"/>
                    <a:pt x="271846" y="584896"/>
                    <a:pt x="272287" y="629480"/>
                  </a:cubicBezTo>
                  <a:cubicBezTo>
                    <a:pt x="272287" y="675390"/>
                    <a:pt x="234766" y="710704"/>
                    <a:pt x="186208" y="710704"/>
                  </a:cubicBezTo>
                  <a:cubicBezTo>
                    <a:pt x="138975" y="710704"/>
                    <a:pt x="101013" y="675832"/>
                    <a:pt x="100571" y="631246"/>
                  </a:cubicBezTo>
                  <a:cubicBezTo>
                    <a:pt x="99687" y="586221"/>
                    <a:pt x="138534" y="550023"/>
                    <a:pt x="186650" y="550023"/>
                  </a:cubicBezTo>
                  <a:close/>
                  <a:moveTo>
                    <a:pt x="209606" y="0"/>
                  </a:moveTo>
                  <a:cubicBezTo>
                    <a:pt x="254190" y="1324"/>
                    <a:pt x="298333" y="6180"/>
                    <a:pt x="338945" y="28693"/>
                  </a:cubicBezTo>
                  <a:cubicBezTo>
                    <a:pt x="428114" y="78133"/>
                    <a:pt x="446654" y="187608"/>
                    <a:pt x="378673" y="263093"/>
                  </a:cubicBezTo>
                  <a:cubicBezTo>
                    <a:pt x="354395" y="290021"/>
                    <a:pt x="324377" y="310326"/>
                    <a:pt x="294360" y="330190"/>
                  </a:cubicBezTo>
                  <a:cubicBezTo>
                    <a:pt x="280234" y="339460"/>
                    <a:pt x="266109" y="348730"/>
                    <a:pt x="251983" y="358000"/>
                  </a:cubicBezTo>
                  <a:cubicBezTo>
                    <a:pt x="219316" y="380513"/>
                    <a:pt x="199452" y="410089"/>
                    <a:pt x="194597" y="450260"/>
                  </a:cubicBezTo>
                  <a:cubicBezTo>
                    <a:pt x="193714" y="458647"/>
                    <a:pt x="199011" y="476304"/>
                    <a:pt x="180030" y="473655"/>
                  </a:cubicBezTo>
                  <a:cubicBezTo>
                    <a:pt x="161930" y="471007"/>
                    <a:pt x="171200" y="455999"/>
                    <a:pt x="171200" y="446729"/>
                  </a:cubicBezTo>
                  <a:cubicBezTo>
                    <a:pt x="169877" y="399054"/>
                    <a:pt x="186209" y="355793"/>
                    <a:pt x="211371" y="316065"/>
                  </a:cubicBezTo>
                  <a:cubicBezTo>
                    <a:pt x="243154" y="265742"/>
                    <a:pt x="262136" y="211886"/>
                    <a:pt x="257721" y="151411"/>
                  </a:cubicBezTo>
                  <a:cubicBezTo>
                    <a:pt x="255956" y="129340"/>
                    <a:pt x="252866" y="107709"/>
                    <a:pt x="243595" y="87403"/>
                  </a:cubicBezTo>
                  <a:cubicBezTo>
                    <a:pt x="222849" y="42377"/>
                    <a:pt x="169877" y="21189"/>
                    <a:pt x="127058" y="40611"/>
                  </a:cubicBezTo>
                  <a:cubicBezTo>
                    <a:pt x="97923" y="53413"/>
                    <a:pt x="92626" y="68863"/>
                    <a:pt x="108076" y="95791"/>
                  </a:cubicBezTo>
                  <a:cubicBezTo>
                    <a:pt x="115580" y="109474"/>
                    <a:pt x="123085" y="122718"/>
                    <a:pt x="127499" y="137726"/>
                  </a:cubicBezTo>
                  <a:cubicBezTo>
                    <a:pt x="134120" y="161563"/>
                    <a:pt x="134120" y="184960"/>
                    <a:pt x="114256" y="203058"/>
                  </a:cubicBezTo>
                  <a:cubicBezTo>
                    <a:pt x="93950" y="221598"/>
                    <a:pt x="69230" y="224247"/>
                    <a:pt x="44069" y="215419"/>
                  </a:cubicBezTo>
                  <a:cubicBezTo>
                    <a:pt x="19348" y="207031"/>
                    <a:pt x="3898" y="188933"/>
                    <a:pt x="808" y="162005"/>
                  </a:cubicBezTo>
                  <a:cubicBezTo>
                    <a:pt x="-5814" y="104177"/>
                    <a:pt x="28618" y="50323"/>
                    <a:pt x="90859" y="22071"/>
                  </a:cubicBezTo>
                  <a:cubicBezTo>
                    <a:pt x="127941" y="4855"/>
                    <a:pt x="168111" y="442"/>
                    <a:pt x="209606" y="0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6" name="Freeform: Shape 97">
              <a:extLst>
                <a:ext uri="{FF2B5EF4-FFF2-40B4-BE49-F238E27FC236}">
                  <a16:creationId xmlns:a16="http://schemas.microsoft.com/office/drawing/2014/main" xmlns="" id="{32F8815A-9142-4DEB-8E8F-8BD3C6527D12}"/>
                </a:ext>
              </a:extLst>
            </p:cNvPr>
            <p:cNvSpPr/>
            <p:nvPr/>
          </p:nvSpPr>
          <p:spPr>
            <a:xfrm>
              <a:off x="5283598" y="2294311"/>
              <a:ext cx="132280" cy="223969"/>
            </a:xfrm>
            <a:custGeom>
              <a:avLst/>
              <a:gdLst>
                <a:gd name="connsiteX0" fmla="*/ 186650 w 419753"/>
                <a:gd name="connsiteY0" fmla="*/ 550023 h 710704"/>
                <a:gd name="connsiteX1" fmla="*/ 272287 w 419753"/>
                <a:gd name="connsiteY1" fmla="*/ 629480 h 710704"/>
                <a:gd name="connsiteX2" fmla="*/ 186208 w 419753"/>
                <a:gd name="connsiteY2" fmla="*/ 710704 h 710704"/>
                <a:gd name="connsiteX3" fmla="*/ 100571 w 419753"/>
                <a:gd name="connsiteY3" fmla="*/ 631246 h 710704"/>
                <a:gd name="connsiteX4" fmla="*/ 186650 w 419753"/>
                <a:gd name="connsiteY4" fmla="*/ 550023 h 710704"/>
                <a:gd name="connsiteX5" fmla="*/ 209606 w 419753"/>
                <a:gd name="connsiteY5" fmla="*/ 0 h 710704"/>
                <a:gd name="connsiteX6" fmla="*/ 338945 w 419753"/>
                <a:gd name="connsiteY6" fmla="*/ 28693 h 710704"/>
                <a:gd name="connsiteX7" fmla="*/ 378673 w 419753"/>
                <a:gd name="connsiteY7" fmla="*/ 263093 h 710704"/>
                <a:gd name="connsiteX8" fmla="*/ 294360 w 419753"/>
                <a:gd name="connsiteY8" fmla="*/ 330190 h 710704"/>
                <a:gd name="connsiteX9" fmla="*/ 251983 w 419753"/>
                <a:gd name="connsiteY9" fmla="*/ 358000 h 710704"/>
                <a:gd name="connsiteX10" fmla="*/ 194597 w 419753"/>
                <a:gd name="connsiteY10" fmla="*/ 450260 h 710704"/>
                <a:gd name="connsiteX11" fmla="*/ 180030 w 419753"/>
                <a:gd name="connsiteY11" fmla="*/ 473655 h 710704"/>
                <a:gd name="connsiteX12" fmla="*/ 171200 w 419753"/>
                <a:gd name="connsiteY12" fmla="*/ 446729 h 710704"/>
                <a:gd name="connsiteX13" fmla="*/ 211371 w 419753"/>
                <a:gd name="connsiteY13" fmla="*/ 316065 h 710704"/>
                <a:gd name="connsiteX14" fmla="*/ 257721 w 419753"/>
                <a:gd name="connsiteY14" fmla="*/ 151411 h 710704"/>
                <a:gd name="connsiteX15" fmla="*/ 243595 w 419753"/>
                <a:gd name="connsiteY15" fmla="*/ 87403 h 710704"/>
                <a:gd name="connsiteX16" fmla="*/ 127058 w 419753"/>
                <a:gd name="connsiteY16" fmla="*/ 40611 h 710704"/>
                <a:gd name="connsiteX17" fmla="*/ 108076 w 419753"/>
                <a:gd name="connsiteY17" fmla="*/ 95791 h 710704"/>
                <a:gd name="connsiteX18" fmla="*/ 127499 w 419753"/>
                <a:gd name="connsiteY18" fmla="*/ 137726 h 710704"/>
                <a:gd name="connsiteX19" fmla="*/ 114256 w 419753"/>
                <a:gd name="connsiteY19" fmla="*/ 203058 h 710704"/>
                <a:gd name="connsiteX20" fmla="*/ 44069 w 419753"/>
                <a:gd name="connsiteY20" fmla="*/ 215419 h 710704"/>
                <a:gd name="connsiteX21" fmla="*/ 808 w 419753"/>
                <a:gd name="connsiteY21" fmla="*/ 162005 h 710704"/>
                <a:gd name="connsiteX22" fmla="*/ 90859 w 419753"/>
                <a:gd name="connsiteY22" fmla="*/ 22071 h 710704"/>
                <a:gd name="connsiteX23" fmla="*/ 209606 w 419753"/>
                <a:gd name="connsiteY23" fmla="*/ 0 h 71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753" h="710704">
                  <a:moveTo>
                    <a:pt x="186650" y="550023"/>
                  </a:moveTo>
                  <a:cubicBezTo>
                    <a:pt x="234324" y="550465"/>
                    <a:pt x="271846" y="584896"/>
                    <a:pt x="272287" y="629480"/>
                  </a:cubicBezTo>
                  <a:cubicBezTo>
                    <a:pt x="272287" y="675390"/>
                    <a:pt x="234766" y="710704"/>
                    <a:pt x="186208" y="710704"/>
                  </a:cubicBezTo>
                  <a:cubicBezTo>
                    <a:pt x="138975" y="710704"/>
                    <a:pt x="101013" y="675832"/>
                    <a:pt x="100571" y="631246"/>
                  </a:cubicBezTo>
                  <a:cubicBezTo>
                    <a:pt x="99687" y="586221"/>
                    <a:pt x="138534" y="550023"/>
                    <a:pt x="186650" y="550023"/>
                  </a:cubicBezTo>
                  <a:close/>
                  <a:moveTo>
                    <a:pt x="209606" y="0"/>
                  </a:moveTo>
                  <a:cubicBezTo>
                    <a:pt x="254190" y="1324"/>
                    <a:pt x="298333" y="6180"/>
                    <a:pt x="338945" y="28693"/>
                  </a:cubicBezTo>
                  <a:cubicBezTo>
                    <a:pt x="428114" y="78133"/>
                    <a:pt x="446654" y="187608"/>
                    <a:pt x="378673" y="263093"/>
                  </a:cubicBezTo>
                  <a:cubicBezTo>
                    <a:pt x="354395" y="290021"/>
                    <a:pt x="324377" y="310326"/>
                    <a:pt x="294360" y="330190"/>
                  </a:cubicBezTo>
                  <a:cubicBezTo>
                    <a:pt x="280234" y="339460"/>
                    <a:pt x="266109" y="348730"/>
                    <a:pt x="251983" y="358000"/>
                  </a:cubicBezTo>
                  <a:cubicBezTo>
                    <a:pt x="219316" y="380513"/>
                    <a:pt x="199452" y="410089"/>
                    <a:pt x="194597" y="450260"/>
                  </a:cubicBezTo>
                  <a:cubicBezTo>
                    <a:pt x="193714" y="458647"/>
                    <a:pt x="199011" y="476304"/>
                    <a:pt x="180030" y="473655"/>
                  </a:cubicBezTo>
                  <a:cubicBezTo>
                    <a:pt x="161930" y="471007"/>
                    <a:pt x="171200" y="455999"/>
                    <a:pt x="171200" y="446729"/>
                  </a:cubicBezTo>
                  <a:cubicBezTo>
                    <a:pt x="169877" y="399054"/>
                    <a:pt x="186209" y="355793"/>
                    <a:pt x="211371" y="316065"/>
                  </a:cubicBezTo>
                  <a:cubicBezTo>
                    <a:pt x="243154" y="265742"/>
                    <a:pt x="262136" y="211886"/>
                    <a:pt x="257721" y="151411"/>
                  </a:cubicBezTo>
                  <a:cubicBezTo>
                    <a:pt x="255956" y="129340"/>
                    <a:pt x="252866" y="107709"/>
                    <a:pt x="243595" y="87403"/>
                  </a:cubicBezTo>
                  <a:cubicBezTo>
                    <a:pt x="222849" y="42377"/>
                    <a:pt x="169877" y="21189"/>
                    <a:pt x="127058" y="40611"/>
                  </a:cubicBezTo>
                  <a:cubicBezTo>
                    <a:pt x="97923" y="53413"/>
                    <a:pt x="92626" y="68863"/>
                    <a:pt x="108076" y="95791"/>
                  </a:cubicBezTo>
                  <a:cubicBezTo>
                    <a:pt x="115580" y="109474"/>
                    <a:pt x="123085" y="122718"/>
                    <a:pt x="127499" y="137726"/>
                  </a:cubicBezTo>
                  <a:cubicBezTo>
                    <a:pt x="134120" y="161563"/>
                    <a:pt x="134120" y="184960"/>
                    <a:pt x="114256" y="203058"/>
                  </a:cubicBezTo>
                  <a:cubicBezTo>
                    <a:pt x="93950" y="221598"/>
                    <a:pt x="69230" y="224247"/>
                    <a:pt x="44069" y="215419"/>
                  </a:cubicBezTo>
                  <a:cubicBezTo>
                    <a:pt x="19348" y="207031"/>
                    <a:pt x="3898" y="188933"/>
                    <a:pt x="808" y="162005"/>
                  </a:cubicBezTo>
                  <a:cubicBezTo>
                    <a:pt x="-5814" y="104177"/>
                    <a:pt x="28618" y="50323"/>
                    <a:pt x="90859" y="22071"/>
                  </a:cubicBezTo>
                  <a:cubicBezTo>
                    <a:pt x="127941" y="4855"/>
                    <a:pt x="168111" y="442"/>
                    <a:pt x="209606" y="0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" name="Freeform: Shape 78">
              <a:extLst>
                <a:ext uri="{FF2B5EF4-FFF2-40B4-BE49-F238E27FC236}">
                  <a16:creationId xmlns:a16="http://schemas.microsoft.com/office/drawing/2014/main" xmlns="" id="{4687D337-F123-4654-8E73-8CDB4533752B}"/>
                </a:ext>
              </a:extLst>
            </p:cNvPr>
            <p:cNvSpPr/>
            <p:nvPr/>
          </p:nvSpPr>
          <p:spPr>
            <a:xfrm>
              <a:off x="7645209" y="4111945"/>
              <a:ext cx="255653" cy="432859"/>
            </a:xfrm>
            <a:custGeom>
              <a:avLst/>
              <a:gdLst>
                <a:gd name="connsiteX0" fmla="*/ 186650 w 419753"/>
                <a:gd name="connsiteY0" fmla="*/ 550023 h 710704"/>
                <a:gd name="connsiteX1" fmla="*/ 272287 w 419753"/>
                <a:gd name="connsiteY1" fmla="*/ 629480 h 710704"/>
                <a:gd name="connsiteX2" fmla="*/ 186208 w 419753"/>
                <a:gd name="connsiteY2" fmla="*/ 710704 h 710704"/>
                <a:gd name="connsiteX3" fmla="*/ 100571 w 419753"/>
                <a:gd name="connsiteY3" fmla="*/ 631246 h 710704"/>
                <a:gd name="connsiteX4" fmla="*/ 186650 w 419753"/>
                <a:gd name="connsiteY4" fmla="*/ 550023 h 710704"/>
                <a:gd name="connsiteX5" fmla="*/ 209606 w 419753"/>
                <a:gd name="connsiteY5" fmla="*/ 0 h 710704"/>
                <a:gd name="connsiteX6" fmla="*/ 338945 w 419753"/>
                <a:gd name="connsiteY6" fmla="*/ 28693 h 710704"/>
                <a:gd name="connsiteX7" fmla="*/ 378673 w 419753"/>
                <a:gd name="connsiteY7" fmla="*/ 263093 h 710704"/>
                <a:gd name="connsiteX8" fmla="*/ 294360 w 419753"/>
                <a:gd name="connsiteY8" fmla="*/ 330190 h 710704"/>
                <a:gd name="connsiteX9" fmla="*/ 251983 w 419753"/>
                <a:gd name="connsiteY9" fmla="*/ 358000 h 710704"/>
                <a:gd name="connsiteX10" fmla="*/ 194597 w 419753"/>
                <a:gd name="connsiteY10" fmla="*/ 450260 h 710704"/>
                <a:gd name="connsiteX11" fmla="*/ 180030 w 419753"/>
                <a:gd name="connsiteY11" fmla="*/ 473655 h 710704"/>
                <a:gd name="connsiteX12" fmla="*/ 171200 w 419753"/>
                <a:gd name="connsiteY12" fmla="*/ 446729 h 710704"/>
                <a:gd name="connsiteX13" fmla="*/ 211371 w 419753"/>
                <a:gd name="connsiteY13" fmla="*/ 316065 h 710704"/>
                <a:gd name="connsiteX14" fmla="*/ 257721 w 419753"/>
                <a:gd name="connsiteY14" fmla="*/ 151411 h 710704"/>
                <a:gd name="connsiteX15" fmla="*/ 243595 w 419753"/>
                <a:gd name="connsiteY15" fmla="*/ 87403 h 710704"/>
                <a:gd name="connsiteX16" fmla="*/ 127058 w 419753"/>
                <a:gd name="connsiteY16" fmla="*/ 40611 h 710704"/>
                <a:gd name="connsiteX17" fmla="*/ 108076 w 419753"/>
                <a:gd name="connsiteY17" fmla="*/ 95791 h 710704"/>
                <a:gd name="connsiteX18" fmla="*/ 127499 w 419753"/>
                <a:gd name="connsiteY18" fmla="*/ 137726 h 710704"/>
                <a:gd name="connsiteX19" fmla="*/ 114256 w 419753"/>
                <a:gd name="connsiteY19" fmla="*/ 203058 h 710704"/>
                <a:gd name="connsiteX20" fmla="*/ 44069 w 419753"/>
                <a:gd name="connsiteY20" fmla="*/ 215419 h 710704"/>
                <a:gd name="connsiteX21" fmla="*/ 808 w 419753"/>
                <a:gd name="connsiteY21" fmla="*/ 162005 h 710704"/>
                <a:gd name="connsiteX22" fmla="*/ 90859 w 419753"/>
                <a:gd name="connsiteY22" fmla="*/ 22071 h 710704"/>
                <a:gd name="connsiteX23" fmla="*/ 209606 w 419753"/>
                <a:gd name="connsiteY23" fmla="*/ 0 h 71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753" h="710704">
                  <a:moveTo>
                    <a:pt x="186650" y="550023"/>
                  </a:moveTo>
                  <a:cubicBezTo>
                    <a:pt x="234324" y="550465"/>
                    <a:pt x="271846" y="584896"/>
                    <a:pt x="272287" y="629480"/>
                  </a:cubicBezTo>
                  <a:cubicBezTo>
                    <a:pt x="272287" y="675390"/>
                    <a:pt x="234766" y="710704"/>
                    <a:pt x="186208" y="710704"/>
                  </a:cubicBezTo>
                  <a:cubicBezTo>
                    <a:pt x="138975" y="710704"/>
                    <a:pt x="101013" y="675832"/>
                    <a:pt x="100571" y="631246"/>
                  </a:cubicBezTo>
                  <a:cubicBezTo>
                    <a:pt x="99687" y="586221"/>
                    <a:pt x="138534" y="550023"/>
                    <a:pt x="186650" y="550023"/>
                  </a:cubicBezTo>
                  <a:close/>
                  <a:moveTo>
                    <a:pt x="209606" y="0"/>
                  </a:moveTo>
                  <a:cubicBezTo>
                    <a:pt x="254190" y="1324"/>
                    <a:pt x="298333" y="6180"/>
                    <a:pt x="338945" y="28693"/>
                  </a:cubicBezTo>
                  <a:cubicBezTo>
                    <a:pt x="428114" y="78133"/>
                    <a:pt x="446654" y="187608"/>
                    <a:pt x="378673" y="263093"/>
                  </a:cubicBezTo>
                  <a:cubicBezTo>
                    <a:pt x="354395" y="290021"/>
                    <a:pt x="324377" y="310326"/>
                    <a:pt x="294360" y="330190"/>
                  </a:cubicBezTo>
                  <a:cubicBezTo>
                    <a:pt x="280234" y="339460"/>
                    <a:pt x="266109" y="348730"/>
                    <a:pt x="251983" y="358000"/>
                  </a:cubicBezTo>
                  <a:cubicBezTo>
                    <a:pt x="219316" y="380513"/>
                    <a:pt x="199452" y="410089"/>
                    <a:pt x="194597" y="450260"/>
                  </a:cubicBezTo>
                  <a:cubicBezTo>
                    <a:pt x="193714" y="458647"/>
                    <a:pt x="199011" y="476304"/>
                    <a:pt x="180030" y="473655"/>
                  </a:cubicBezTo>
                  <a:cubicBezTo>
                    <a:pt x="161930" y="471007"/>
                    <a:pt x="171200" y="455999"/>
                    <a:pt x="171200" y="446729"/>
                  </a:cubicBezTo>
                  <a:cubicBezTo>
                    <a:pt x="169877" y="399054"/>
                    <a:pt x="186209" y="355793"/>
                    <a:pt x="211371" y="316065"/>
                  </a:cubicBezTo>
                  <a:cubicBezTo>
                    <a:pt x="243154" y="265742"/>
                    <a:pt x="262136" y="211886"/>
                    <a:pt x="257721" y="151411"/>
                  </a:cubicBezTo>
                  <a:cubicBezTo>
                    <a:pt x="255956" y="129340"/>
                    <a:pt x="252866" y="107709"/>
                    <a:pt x="243595" y="87403"/>
                  </a:cubicBezTo>
                  <a:cubicBezTo>
                    <a:pt x="222849" y="42377"/>
                    <a:pt x="169877" y="21189"/>
                    <a:pt x="127058" y="40611"/>
                  </a:cubicBezTo>
                  <a:cubicBezTo>
                    <a:pt x="97923" y="53413"/>
                    <a:pt x="92626" y="68863"/>
                    <a:pt x="108076" y="95791"/>
                  </a:cubicBezTo>
                  <a:cubicBezTo>
                    <a:pt x="115580" y="109474"/>
                    <a:pt x="123085" y="122718"/>
                    <a:pt x="127499" y="137726"/>
                  </a:cubicBezTo>
                  <a:cubicBezTo>
                    <a:pt x="134120" y="161563"/>
                    <a:pt x="134120" y="184960"/>
                    <a:pt x="114256" y="203058"/>
                  </a:cubicBezTo>
                  <a:cubicBezTo>
                    <a:pt x="93950" y="221598"/>
                    <a:pt x="69230" y="224247"/>
                    <a:pt x="44069" y="215419"/>
                  </a:cubicBezTo>
                  <a:cubicBezTo>
                    <a:pt x="19348" y="207031"/>
                    <a:pt x="3898" y="188933"/>
                    <a:pt x="808" y="162005"/>
                  </a:cubicBezTo>
                  <a:cubicBezTo>
                    <a:pt x="-5814" y="104177"/>
                    <a:pt x="28618" y="50323"/>
                    <a:pt x="90859" y="22071"/>
                  </a:cubicBezTo>
                  <a:cubicBezTo>
                    <a:pt x="127941" y="4855"/>
                    <a:pt x="168111" y="442"/>
                    <a:pt x="209606" y="0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1" name="Freeform: Shape 86">
              <a:extLst>
                <a:ext uri="{FF2B5EF4-FFF2-40B4-BE49-F238E27FC236}">
                  <a16:creationId xmlns:a16="http://schemas.microsoft.com/office/drawing/2014/main" xmlns="" id="{50E77623-E9D4-4A62-9339-D8D16304876B}"/>
                </a:ext>
              </a:extLst>
            </p:cNvPr>
            <p:cNvSpPr/>
            <p:nvPr/>
          </p:nvSpPr>
          <p:spPr>
            <a:xfrm>
              <a:off x="8214938" y="3027718"/>
              <a:ext cx="303622" cy="514078"/>
            </a:xfrm>
            <a:custGeom>
              <a:avLst/>
              <a:gdLst>
                <a:gd name="connsiteX0" fmla="*/ 186650 w 419753"/>
                <a:gd name="connsiteY0" fmla="*/ 550023 h 710704"/>
                <a:gd name="connsiteX1" fmla="*/ 272287 w 419753"/>
                <a:gd name="connsiteY1" fmla="*/ 629480 h 710704"/>
                <a:gd name="connsiteX2" fmla="*/ 186208 w 419753"/>
                <a:gd name="connsiteY2" fmla="*/ 710704 h 710704"/>
                <a:gd name="connsiteX3" fmla="*/ 100571 w 419753"/>
                <a:gd name="connsiteY3" fmla="*/ 631246 h 710704"/>
                <a:gd name="connsiteX4" fmla="*/ 186650 w 419753"/>
                <a:gd name="connsiteY4" fmla="*/ 550023 h 710704"/>
                <a:gd name="connsiteX5" fmla="*/ 209606 w 419753"/>
                <a:gd name="connsiteY5" fmla="*/ 0 h 710704"/>
                <a:gd name="connsiteX6" fmla="*/ 338945 w 419753"/>
                <a:gd name="connsiteY6" fmla="*/ 28693 h 710704"/>
                <a:gd name="connsiteX7" fmla="*/ 378673 w 419753"/>
                <a:gd name="connsiteY7" fmla="*/ 263093 h 710704"/>
                <a:gd name="connsiteX8" fmla="*/ 294360 w 419753"/>
                <a:gd name="connsiteY8" fmla="*/ 330190 h 710704"/>
                <a:gd name="connsiteX9" fmla="*/ 251983 w 419753"/>
                <a:gd name="connsiteY9" fmla="*/ 358000 h 710704"/>
                <a:gd name="connsiteX10" fmla="*/ 194597 w 419753"/>
                <a:gd name="connsiteY10" fmla="*/ 450260 h 710704"/>
                <a:gd name="connsiteX11" fmla="*/ 180030 w 419753"/>
                <a:gd name="connsiteY11" fmla="*/ 473655 h 710704"/>
                <a:gd name="connsiteX12" fmla="*/ 171200 w 419753"/>
                <a:gd name="connsiteY12" fmla="*/ 446729 h 710704"/>
                <a:gd name="connsiteX13" fmla="*/ 211371 w 419753"/>
                <a:gd name="connsiteY13" fmla="*/ 316065 h 710704"/>
                <a:gd name="connsiteX14" fmla="*/ 257721 w 419753"/>
                <a:gd name="connsiteY14" fmla="*/ 151411 h 710704"/>
                <a:gd name="connsiteX15" fmla="*/ 243595 w 419753"/>
                <a:gd name="connsiteY15" fmla="*/ 87403 h 710704"/>
                <a:gd name="connsiteX16" fmla="*/ 127058 w 419753"/>
                <a:gd name="connsiteY16" fmla="*/ 40611 h 710704"/>
                <a:gd name="connsiteX17" fmla="*/ 108076 w 419753"/>
                <a:gd name="connsiteY17" fmla="*/ 95791 h 710704"/>
                <a:gd name="connsiteX18" fmla="*/ 127499 w 419753"/>
                <a:gd name="connsiteY18" fmla="*/ 137726 h 710704"/>
                <a:gd name="connsiteX19" fmla="*/ 114256 w 419753"/>
                <a:gd name="connsiteY19" fmla="*/ 203058 h 710704"/>
                <a:gd name="connsiteX20" fmla="*/ 44069 w 419753"/>
                <a:gd name="connsiteY20" fmla="*/ 215419 h 710704"/>
                <a:gd name="connsiteX21" fmla="*/ 808 w 419753"/>
                <a:gd name="connsiteY21" fmla="*/ 162005 h 710704"/>
                <a:gd name="connsiteX22" fmla="*/ 90859 w 419753"/>
                <a:gd name="connsiteY22" fmla="*/ 22071 h 710704"/>
                <a:gd name="connsiteX23" fmla="*/ 209606 w 419753"/>
                <a:gd name="connsiteY23" fmla="*/ 0 h 71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753" h="710704">
                  <a:moveTo>
                    <a:pt x="186650" y="550023"/>
                  </a:moveTo>
                  <a:cubicBezTo>
                    <a:pt x="234324" y="550465"/>
                    <a:pt x="271846" y="584896"/>
                    <a:pt x="272287" y="629480"/>
                  </a:cubicBezTo>
                  <a:cubicBezTo>
                    <a:pt x="272287" y="675390"/>
                    <a:pt x="234766" y="710704"/>
                    <a:pt x="186208" y="710704"/>
                  </a:cubicBezTo>
                  <a:cubicBezTo>
                    <a:pt x="138975" y="710704"/>
                    <a:pt x="101013" y="675832"/>
                    <a:pt x="100571" y="631246"/>
                  </a:cubicBezTo>
                  <a:cubicBezTo>
                    <a:pt x="99687" y="586221"/>
                    <a:pt x="138534" y="550023"/>
                    <a:pt x="186650" y="550023"/>
                  </a:cubicBezTo>
                  <a:close/>
                  <a:moveTo>
                    <a:pt x="209606" y="0"/>
                  </a:moveTo>
                  <a:cubicBezTo>
                    <a:pt x="254190" y="1324"/>
                    <a:pt x="298333" y="6180"/>
                    <a:pt x="338945" y="28693"/>
                  </a:cubicBezTo>
                  <a:cubicBezTo>
                    <a:pt x="428114" y="78133"/>
                    <a:pt x="446654" y="187608"/>
                    <a:pt x="378673" y="263093"/>
                  </a:cubicBezTo>
                  <a:cubicBezTo>
                    <a:pt x="354395" y="290021"/>
                    <a:pt x="324377" y="310326"/>
                    <a:pt x="294360" y="330190"/>
                  </a:cubicBezTo>
                  <a:cubicBezTo>
                    <a:pt x="280234" y="339460"/>
                    <a:pt x="266109" y="348730"/>
                    <a:pt x="251983" y="358000"/>
                  </a:cubicBezTo>
                  <a:cubicBezTo>
                    <a:pt x="219316" y="380513"/>
                    <a:pt x="199452" y="410089"/>
                    <a:pt x="194597" y="450260"/>
                  </a:cubicBezTo>
                  <a:cubicBezTo>
                    <a:pt x="193714" y="458647"/>
                    <a:pt x="199011" y="476304"/>
                    <a:pt x="180030" y="473655"/>
                  </a:cubicBezTo>
                  <a:cubicBezTo>
                    <a:pt x="161930" y="471007"/>
                    <a:pt x="171200" y="455999"/>
                    <a:pt x="171200" y="446729"/>
                  </a:cubicBezTo>
                  <a:cubicBezTo>
                    <a:pt x="169877" y="399054"/>
                    <a:pt x="186209" y="355793"/>
                    <a:pt x="211371" y="316065"/>
                  </a:cubicBezTo>
                  <a:cubicBezTo>
                    <a:pt x="243154" y="265742"/>
                    <a:pt x="262136" y="211886"/>
                    <a:pt x="257721" y="151411"/>
                  </a:cubicBezTo>
                  <a:cubicBezTo>
                    <a:pt x="255956" y="129340"/>
                    <a:pt x="252866" y="107709"/>
                    <a:pt x="243595" y="87403"/>
                  </a:cubicBezTo>
                  <a:cubicBezTo>
                    <a:pt x="222849" y="42377"/>
                    <a:pt x="169877" y="21189"/>
                    <a:pt x="127058" y="40611"/>
                  </a:cubicBezTo>
                  <a:cubicBezTo>
                    <a:pt x="97923" y="53413"/>
                    <a:pt x="92626" y="68863"/>
                    <a:pt x="108076" y="95791"/>
                  </a:cubicBezTo>
                  <a:cubicBezTo>
                    <a:pt x="115580" y="109474"/>
                    <a:pt x="123085" y="122718"/>
                    <a:pt x="127499" y="137726"/>
                  </a:cubicBezTo>
                  <a:cubicBezTo>
                    <a:pt x="134120" y="161563"/>
                    <a:pt x="134120" y="184960"/>
                    <a:pt x="114256" y="203058"/>
                  </a:cubicBezTo>
                  <a:cubicBezTo>
                    <a:pt x="93950" y="221598"/>
                    <a:pt x="69230" y="224247"/>
                    <a:pt x="44069" y="215419"/>
                  </a:cubicBezTo>
                  <a:cubicBezTo>
                    <a:pt x="19348" y="207031"/>
                    <a:pt x="3898" y="188933"/>
                    <a:pt x="808" y="162005"/>
                  </a:cubicBezTo>
                  <a:cubicBezTo>
                    <a:pt x="-5814" y="104177"/>
                    <a:pt x="28618" y="50323"/>
                    <a:pt x="90859" y="22071"/>
                  </a:cubicBezTo>
                  <a:cubicBezTo>
                    <a:pt x="127941" y="4855"/>
                    <a:pt x="168111" y="442"/>
                    <a:pt x="209606" y="0"/>
                  </a:cubicBezTo>
                  <a:close/>
                </a:path>
              </a:pathLst>
            </a:custGeom>
            <a:solidFill>
              <a:schemeClr val="accent4"/>
            </a:solidFill>
            <a:ln w="359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60353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Oval 6">
            <a:extLst>
              <a:ext uri="{FF2B5EF4-FFF2-40B4-BE49-F238E27FC236}">
                <a16:creationId xmlns:a16="http://schemas.microsoft.com/office/drawing/2014/main" xmlns="" id="{2E35B9AB-87A5-437B-B09C-90A9FEAC9839}"/>
              </a:ext>
            </a:extLst>
          </p:cNvPr>
          <p:cNvSpPr/>
          <p:nvPr/>
        </p:nvSpPr>
        <p:spPr>
          <a:xfrm rot="16200000">
            <a:off x="8211212" y="2071001"/>
            <a:ext cx="1024460" cy="1657038"/>
          </a:xfrm>
          <a:custGeom>
            <a:avLst/>
            <a:gdLst/>
            <a:ahLst/>
            <a:cxnLst/>
            <a:rect l="l" t="t" r="r" b="b"/>
            <a:pathLst>
              <a:path w="890376" h="1440160">
                <a:moveTo>
                  <a:pt x="445188" y="0"/>
                </a:moveTo>
                <a:cubicBezTo>
                  <a:pt x="614149" y="0"/>
                  <a:pt x="769519" y="58193"/>
                  <a:pt x="890376" y="158114"/>
                </a:cubicBezTo>
                <a:cubicBezTo>
                  <a:pt x="722128" y="287532"/>
                  <a:pt x="615484" y="491352"/>
                  <a:pt x="615484" y="720080"/>
                </a:cubicBezTo>
                <a:cubicBezTo>
                  <a:pt x="615484" y="948808"/>
                  <a:pt x="722128" y="1152628"/>
                  <a:pt x="890376" y="1282046"/>
                </a:cubicBezTo>
                <a:cubicBezTo>
                  <a:pt x="769519" y="1381967"/>
                  <a:pt x="614149" y="1440160"/>
                  <a:pt x="445188" y="1440160"/>
                </a:cubicBezTo>
                <a:cubicBezTo>
                  <a:pt x="276227" y="1440160"/>
                  <a:pt x="120857" y="1381967"/>
                  <a:pt x="0" y="1282046"/>
                </a:cubicBezTo>
                <a:cubicBezTo>
                  <a:pt x="168248" y="1152628"/>
                  <a:pt x="274891" y="948808"/>
                  <a:pt x="274891" y="720080"/>
                </a:cubicBezTo>
                <a:cubicBezTo>
                  <a:pt x="274891" y="491352"/>
                  <a:pt x="168248" y="287532"/>
                  <a:pt x="0" y="158114"/>
                </a:cubicBezTo>
                <a:cubicBezTo>
                  <a:pt x="120857" y="58193"/>
                  <a:pt x="276227" y="0"/>
                  <a:pt x="4451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xmlns="" id="{6F874BA0-CEDD-49D5-B149-FF427BA6ED19}"/>
              </a:ext>
            </a:extLst>
          </p:cNvPr>
          <p:cNvSpPr/>
          <p:nvPr/>
        </p:nvSpPr>
        <p:spPr>
          <a:xfrm rot="16200000">
            <a:off x="5583724" y="2071001"/>
            <a:ext cx="1024460" cy="1657038"/>
          </a:xfrm>
          <a:custGeom>
            <a:avLst/>
            <a:gdLst/>
            <a:ahLst/>
            <a:cxnLst/>
            <a:rect l="l" t="t" r="r" b="b"/>
            <a:pathLst>
              <a:path w="890376" h="1440160">
                <a:moveTo>
                  <a:pt x="445188" y="0"/>
                </a:moveTo>
                <a:cubicBezTo>
                  <a:pt x="614149" y="0"/>
                  <a:pt x="769519" y="58193"/>
                  <a:pt x="890376" y="158114"/>
                </a:cubicBezTo>
                <a:cubicBezTo>
                  <a:pt x="722128" y="287532"/>
                  <a:pt x="615484" y="491352"/>
                  <a:pt x="615484" y="720080"/>
                </a:cubicBezTo>
                <a:cubicBezTo>
                  <a:pt x="615484" y="948808"/>
                  <a:pt x="722128" y="1152628"/>
                  <a:pt x="890376" y="1282046"/>
                </a:cubicBezTo>
                <a:cubicBezTo>
                  <a:pt x="769519" y="1381967"/>
                  <a:pt x="614149" y="1440160"/>
                  <a:pt x="445188" y="1440160"/>
                </a:cubicBezTo>
                <a:cubicBezTo>
                  <a:pt x="276227" y="1440160"/>
                  <a:pt x="120857" y="1381967"/>
                  <a:pt x="0" y="1282046"/>
                </a:cubicBezTo>
                <a:cubicBezTo>
                  <a:pt x="168248" y="1152628"/>
                  <a:pt x="274891" y="948808"/>
                  <a:pt x="274891" y="720080"/>
                </a:cubicBezTo>
                <a:cubicBezTo>
                  <a:pt x="274891" y="491352"/>
                  <a:pt x="168248" y="287532"/>
                  <a:pt x="0" y="158114"/>
                </a:cubicBezTo>
                <a:cubicBezTo>
                  <a:pt x="120857" y="58193"/>
                  <a:pt x="276227" y="0"/>
                  <a:pt x="4451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xmlns="" id="{6653281E-9CD7-43B7-B2A1-1B7857AFACD7}"/>
              </a:ext>
            </a:extLst>
          </p:cNvPr>
          <p:cNvSpPr/>
          <p:nvPr/>
        </p:nvSpPr>
        <p:spPr>
          <a:xfrm rot="16200000">
            <a:off x="2956237" y="2071001"/>
            <a:ext cx="1024460" cy="1657038"/>
          </a:xfrm>
          <a:custGeom>
            <a:avLst/>
            <a:gdLst/>
            <a:ahLst/>
            <a:cxnLst/>
            <a:rect l="l" t="t" r="r" b="b"/>
            <a:pathLst>
              <a:path w="890376" h="1440160">
                <a:moveTo>
                  <a:pt x="445188" y="0"/>
                </a:moveTo>
                <a:cubicBezTo>
                  <a:pt x="614149" y="0"/>
                  <a:pt x="769519" y="58193"/>
                  <a:pt x="890376" y="158114"/>
                </a:cubicBezTo>
                <a:cubicBezTo>
                  <a:pt x="722128" y="287532"/>
                  <a:pt x="615484" y="491352"/>
                  <a:pt x="615484" y="720080"/>
                </a:cubicBezTo>
                <a:cubicBezTo>
                  <a:pt x="615484" y="948808"/>
                  <a:pt x="722128" y="1152628"/>
                  <a:pt x="890376" y="1282046"/>
                </a:cubicBezTo>
                <a:cubicBezTo>
                  <a:pt x="769519" y="1381967"/>
                  <a:pt x="614149" y="1440160"/>
                  <a:pt x="445188" y="1440160"/>
                </a:cubicBezTo>
                <a:cubicBezTo>
                  <a:pt x="276227" y="1440160"/>
                  <a:pt x="120857" y="1381967"/>
                  <a:pt x="0" y="1282046"/>
                </a:cubicBezTo>
                <a:cubicBezTo>
                  <a:pt x="168248" y="1152628"/>
                  <a:pt x="274891" y="948808"/>
                  <a:pt x="274891" y="720080"/>
                </a:cubicBezTo>
                <a:cubicBezTo>
                  <a:pt x="274891" y="491352"/>
                  <a:pt x="168248" y="287532"/>
                  <a:pt x="0" y="158114"/>
                </a:cubicBezTo>
                <a:cubicBezTo>
                  <a:pt x="120857" y="58193"/>
                  <a:pt x="276227" y="0"/>
                  <a:pt x="4451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xmlns="" id="{B96BCAF0-0F2E-4C2B-B6C6-1CC6963B6E03}"/>
              </a:ext>
            </a:extLst>
          </p:cNvPr>
          <p:cNvSpPr/>
          <p:nvPr/>
        </p:nvSpPr>
        <p:spPr>
          <a:xfrm>
            <a:off x="1284778" y="2029575"/>
            <a:ext cx="1739890" cy="173989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xmlns="" id="{43B2BA84-E437-4D89-AF1C-E263600B5030}"/>
              </a:ext>
            </a:extLst>
          </p:cNvPr>
          <p:cNvSpPr/>
          <p:nvPr/>
        </p:nvSpPr>
        <p:spPr>
          <a:xfrm>
            <a:off x="1367630" y="2112427"/>
            <a:ext cx="1574186" cy="1574186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xmlns="" id="{094AAA1D-22FB-43A4-A7FC-553515FBD3E0}"/>
              </a:ext>
            </a:extLst>
          </p:cNvPr>
          <p:cNvSpPr/>
          <p:nvPr/>
        </p:nvSpPr>
        <p:spPr>
          <a:xfrm>
            <a:off x="3912266" y="2029575"/>
            <a:ext cx="1739890" cy="173989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9" name="Oval 3">
            <a:extLst>
              <a:ext uri="{FF2B5EF4-FFF2-40B4-BE49-F238E27FC236}">
                <a16:creationId xmlns:a16="http://schemas.microsoft.com/office/drawing/2014/main" xmlns="" id="{38C144BB-4637-4651-B80F-DFADE19BEB9F}"/>
              </a:ext>
            </a:extLst>
          </p:cNvPr>
          <p:cNvSpPr/>
          <p:nvPr/>
        </p:nvSpPr>
        <p:spPr>
          <a:xfrm>
            <a:off x="3995118" y="2112427"/>
            <a:ext cx="1574186" cy="1574186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xmlns="" id="{0685265F-E298-4E66-88B4-FAE8AC2BE8D3}"/>
              </a:ext>
            </a:extLst>
          </p:cNvPr>
          <p:cNvSpPr/>
          <p:nvPr/>
        </p:nvSpPr>
        <p:spPr>
          <a:xfrm>
            <a:off x="6539753" y="2029575"/>
            <a:ext cx="1739890" cy="173989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1" name="Oval 3">
            <a:extLst>
              <a:ext uri="{FF2B5EF4-FFF2-40B4-BE49-F238E27FC236}">
                <a16:creationId xmlns:a16="http://schemas.microsoft.com/office/drawing/2014/main" xmlns="" id="{4785618F-4046-44EB-96D4-35D1BC91944B}"/>
              </a:ext>
            </a:extLst>
          </p:cNvPr>
          <p:cNvSpPr/>
          <p:nvPr/>
        </p:nvSpPr>
        <p:spPr>
          <a:xfrm>
            <a:off x="6622605" y="2112427"/>
            <a:ext cx="1574186" cy="1574186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2" name="Oval 18">
            <a:extLst>
              <a:ext uri="{FF2B5EF4-FFF2-40B4-BE49-F238E27FC236}">
                <a16:creationId xmlns:a16="http://schemas.microsoft.com/office/drawing/2014/main" xmlns="" id="{0C962B01-A5D2-4093-8CA6-1FCA1498E7E2}"/>
              </a:ext>
            </a:extLst>
          </p:cNvPr>
          <p:cNvSpPr/>
          <p:nvPr/>
        </p:nvSpPr>
        <p:spPr>
          <a:xfrm>
            <a:off x="9167239" y="2029575"/>
            <a:ext cx="1739890" cy="173989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3" name="Oval 3">
            <a:extLst>
              <a:ext uri="{FF2B5EF4-FFF2-40B4-BE49-F238E27FC236}">
                <a16:creationId xmlns:a16="http://schemas.microsoft.com/office/drawing/2014/main" xmlns="" id="{289E19EF-BE4C-4533-9B3F-29C463E9F6A5}"/>
              </a:ext>
            </a:extLst>
          </p:cNvPr>
          <p:cNvSpPr/>
          <p:nvPr/>
        </p:nvSpPr>
        <p:spPr>
          <a:xfrm>
            <a:off x="9250091" y="2112427"/>
            <a:ext cx="1574186" cy="1574186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48ED818B-BDCD-4785-9CEC-DC713F547C82}"/>
              </a:ext>
            </a:extLst>
          </p:cNvPr>
          <p:cNvSpPr txBox="1"/>
          <p:nvPr/>
        </p:nvSpPr>
        <p:spPr>
          <a:xfrm>
            <a:off x="2391053" y="3168438"/>
            <a:ext cx="50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9B75308-B536-4A90-AF1B-531624B8D50E}"/>
              </a:ext>
            </a:extLst>
          </p:cNvPr>
          <p:cNvSpPr txBox="1"/>
          <p:nvPr/>
        </p:nvSpPr>
        <p:spPr>
          <a:xfrm>
            <a:off x="5027246" y="3168438"/>
            <a:ext cx="50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77F64034-5D8D-4869-8D69-543C0A3E19A6}"/>
              </a:ext>
            </a:extLst>
          </p:cNvPr>
          <p:cNvSpPr txBox="1"/>
          <p:nvPr/>
        </p:nvSpPr>
        <p:spPr>
          <a:xfrm>
            <a:off x="7663439" y="3168438"/>
            <a:ext cx="50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8FBD6338-3262-4CC5-8C2E-9A890D35026B}"/>
              </a:ext>
            </a:extLst>
          </p:cNvPr>
          <p:cNvSpPr txBox="1"/>
          <p:nvPr/>
        </p:nvSpPr>
        <p:spPr>
          <a:xfrm>
            <a:off x="10299631" y="3168438"/>
            <a:ext cx="50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50191679-D069-446A-B97E-27A05CB7F6FD}"/>
              </a:ext>
            </a:extLst>
          </p:cNvPr>
          <p:cNvSpPr txBox="1"/>
          <p:nvPr/>
        </p:nvSpPr>
        <p:spPr>
          <a:xfrm>
            <a:off x="1574406" y="2472939"/>
            <a:ext cx="1160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PowerPoint  Presentation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xmlns="" id="{0C408C14-2A42-4AB6-8A3C-550CC87DF8DB}"/>
              </a:ext>
            </a:extLst>
          </p:cNvPr>
          <p:cNvSpPr/>
          <p:nvPr/>
        </p:nvSpPr>
        <p:spPr>
          <a:xfrm rot="14270044">
            <a:off x="1974209" y="2999479"/>
            <a:ext cx="361027" cy="376077"/>
          </a:xfrm>
          <a:custGeom>
            <a:avLst/>
            <a:gdLst/>
            <a:ahLst/>
            <a:cxnLst/>
            <a:rect l="l" t="t" r="r" b="b"/>
            <a:pathLst>
              <a:path w="4088964" h="4259405">
                <a:moveTo>
                  <a:pt x="1480605" y="2231940"/>
                </a:moveTo>
                <a:lnTo>
                  <a:pt x="1199818" y="2044620"/>
                </a:lnTo>
                <a:lnTo>
                  <a:pt x="761621" y="2687221"/>
                </a:lnTo>
                <a:cubicBezTo>
                  <a:pt x="501536" y="2652619"/>
                  <a:pt x="265323" y="2467912"/>
                  <a:pt x="39127" y="2272940"/>
                </a:cubicBezTo>
                <a:cubicBezTo>
                  <a:pt x="-80639" y="2070133"/>
                  <a:pt x="269496" y="1743507"/>
                  <a:pt x="374515" y="1494038"/>
                </a:cubicBezTo>
                <a:lnTo>
                  <a:pt x="93728" y="1306717"/>
                </a:lnTo>
                <a:lnTo>
                  <a:pt x="1091841" y="1312633"/>
                </a:lnTo>
                <a:close/>
                <a:moveTo>
                  <a:pt x="2759566" y="226796"/>
                </a:moveTo>
                <a:cubicBezTo>
                  <a:pt x="2331051" y="377379"/>
                  <a:pt x="2150002" y="492309"/>
                  <a:pt x="1991062" y="643648"/>
                </a:cubicBezTo>
                <a:lnTo>
                  <a:pt x="1463599" y="1446568"/>
                </a:lnTo>
                <a:lnTo>
                  <a:pt x="610317" y="909936"/>
                </a:lnTo>
                <a:cubicBezTo>
                  <a:pt x="810411" y="627556"/>
                  <a:pt x="1020899" y="239191"/>
                  <a:pt x="1244930" y="61882"/>
                </a:cubicBezTo>
                <a:cubicBezTo>
                  <a:pt x="1491876" y="-75367"/>
                  <a:pt x="1697752" y="31605"/>
                  <a:pt x="2759566" y="226796"/>
                </a:cubicBezTo>
                <a:close/>
                <a:moveTo>
                  <a:pt x="1722488" y="3820535"/>
                </a:moveTo>
                <a:cubicBezTo>
                  <a:pt x="1376925" y="3801485"/>
                  <a:pt x="936112" y="3830060"/>
                  <a:pt x="666750" y="3734810"/>
                </a:cubicBezTo>
                <a:cubicBezTo>
                  <a:pt x="419100" y="3598835"/>
                  <a:pt x="400050" y="3367610"/>
                  <a:pt x="0" y="2364860"/>
                </a:cubicBezTo>
                <a:cubicBezTo>
                  <a:pt x="355600" y="2647435"/>
                  <a:pt x="549276" y="2739510"/>
                  <a:pt x="762000" y="2793485"/>
                </a:cubicBezTo>
                <a:lnTo>
                  <a:pt x="1722487" y="2812535"/>
                </a:lnTo>
                <a:close/>
                <a:moveTo>
                  <a:pt x="3605396" y="869465"/>
                </a:moveTo>
                <a:lnTo>
                  <a:pt x="3069019" y="1711228"/>
                </a:lnTo>
                <a:lnTo>
                  <a:pt x="2083849" y="1550906"/>
                </a:lnTo>
                <a:lnTo>
                  <a:pt x="2391902" y="1412941"/>
                </a:lnTo>
                <a:lnTo>
                  <a:pt x="2081217" y="699900"/>
                </a:lnTo>
                <a:cubicBezTo>
                  <a:pt x="2248971" y="498156"/>
                  <a:pt x="2531081" y="396532"/>
                  <a:pt x="2816547" y="308854"/>
                </a:cubicBezTo>
                <a:cubicBezTo>
                  <a:pt x="3051986" y="315439"/>
                  <a:pt x="3142075" y="785719"/>
                  <a:pt x="3297344" y="1007430"/>
                </a:cubicBezTo>
                <a:close/>
                <a:moveTo>
                  <a:pt x="3222215" y="3788662"/>
                </a:moveTo>
                <a:cubicBezTo>
                  <a:pt x="3089072" y="3954283"/>
                  <a:pt x="2662122" y="3869088"/>
                  <a:pt x="2413930" y="3921936"/>
                </a:cubicBezTo>
                <a:lnTo>
                  <a:pt x="2420658" y="4259405"/>
                </a:lnTo>
                <a:lnTo>
                  <a:pt x="1855155" y="3436926"/>
                </a:lnTo>
                <a:lnTo>
                  <a:pt x="2387428" y="2592563"/>
                </a:lnTo>
                <a:lnTo>
                  <a:pt x="2394156" y="2930032"/>
                </a:lnTo>
                <a:lnTo>
                  <a:pt x="3171906" y="2922431"/>
                </a:lnTo>
                <a:cubicBezTo>
                  <a:pt x="3292132" y="3155642"/>
                  <a:pt x="3275533" y="3455038"/>
                  <a:pt x="3244786" y="3752078"/>
                </a:cubicBezTo>
                <a:cubicBezTo>
                  <a:pt x="3238662" y="3765464"/>
                  <a:pt x="3231091" y="3777620"/>
                  <a:pt x="3222215" y="3788662"/>
                </a:cubicBezTo>
                <a:close/>
                <a:moveTo>
                  <a:pt x="3948285" y="2834020"/>
                </a:moveTo>
                <a:cubicBezTo>
                  <a:pt x="3833022" y="3018741"/>
                  <a:pt x="3639730" y="3281008"/>
                  <a:pt x="3342579" y="3731662"/>
                </a:cubicBezTo>
                <a:cubicBezTo>
                  <a:pt x="3371271" y="3278367"/>
                  <a:pt x="3336159" y="3066813"/>
                  <a:pt x="3258895" y="2861397"/>
                </a:cubicBezTo>
                <a:lnTo>
                  <a:pt x="2725671" y="2062291"/>
                </a:lnTo>
                <a:lnTo>
                  <a:pt x="3552883" y="1486284"/>
                </a:lnTo>
                <a:cubicBezTo>
                  <a:pt x="3734716" y="1780754"/>
                  <a:pt x="4010062" y="2126176"/>
                  <a:pt x="4085819" y="2401657"/>
                </a:cubicBezTo>
                <a:cubicBezTo>
                  <a:pt x="4100783" y="2542124"/>
                  <a:pt x="4063549" y="2649298"/>
                  <a:pt x="3948285" y="28340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50267D3-DE18-46B5-BF12-73966A98A7C8}"/>
              </a:ext>
            </a:extLst>
          </p:cNvPr>
          <p:cNvSpPr txBox="1"/>
          <p:nvPr/>
        </p:nvSpPr>
        <p:spPr>
          <a:xfrm>
            <a:off x="4201925" y="2472939"/>
            <a:ext cx="1160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PowerPoint  Presentation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084408EA-E8A7-4463-80FF-ECD8CC04DAF8}"/>
              </a:ext>
            </a:extLst>
          </p:cNvPr>
          <p:cNvSpPr txBox="1"/>
          <p:nvPr/>
        </p:nvSpPr>
        <p:spPr>
          <a:xfrm>
            <a:off x="6829444" y="2472939"/>
            <a:ext cx="1160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PowerPoint  Presentation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60EAC61-22ED-48A4-992E-BD3730CFF316}"/>
              </a:ext>
            </a:extLst>
          </p:cNvPr>
          <p:cNvSpPr txBox="1"/>
          <p:nvPr/>
        </p:nvSpPr>
        <p:spPr>
          <a:xfrm>
            <a:off x="9456963" y="2472939"/>
            <a:ext cx="1160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PowerPoint  Presentation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Oval 21">
            <a:extLst>
              <a:ext uri="{FF2B5EF4-FFF2-40B4-BE49-F238E27FC236}">
                <a16:creationId xmlns:a16="http://schemas.microsoft.com/office/drawing/2014/main" xmlns="" id="{8B00BF26-0C8E-4BA0-940C-FA47CED9B0B0}"/>
              </a:ext>
            </a:extLst>
          </p:cNvPr>
          <p:cNvSpPr/>
          <p:nvPr/>
        </p:nvSpPr>
        <p:spPr>
          <a:xfrm rot="20700000">
            <a:off x="9811739" y="3042224"/>
            <a:ext cx="438548" cy="384356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24" name="Trapezoid 3">
            <a:extLst>
              <a:ext uri="{FF2B5EF4-FFF2-40B4-BE49-F238E27FC236}">
                <a16:creationId xmlns:a16="http://schemas.microsoft.com/office/drawing/2014/main" xmlns="" id="{43F62364-1547-42C4-84AC-77B7D284FF9E}"/>
              </a:ext>
            </a:extLst>
          </p:cNvPr>
          <p:cNvSpPr/>
          <p:nvPr/>
        </p:nvSpPr>
        <p:spPr>
          <a:xfrm>
            <a:off x="4628048" y="3011455"/>
            <a:ext cx="316346" cy="322413"/>
          </a:xfrm>
          <a:custGeom>
            <a:avLst/>
            <a:gdLst/>
            <a:ahLst/>
            <a:cxnLst/>
            <a:rect l="l" t="t" r="r" b="b"/>
            <a:pathLst>
              <a:path w="3890855" h="3965475">
                <a:moveTo>
                  <a:pt x="513635" y="2426125"/>
                </a:moveTo>
                <a:lnTo>
                  <a:pt x="1518439" y="2426125"/>
                </a:lnTo>
                <a:cubicBezTo>
                  <a:pt x="1550976" y="2510415"/>
                  <a:pt x="1581900" y="2596962"/>
                  <a:pt x="1610725" y="2683637"/>
                </a:cubicBezTo>
                <a:lnTo>
                  <a:pt x="901668" y="2683637"/>
                </a:lnTo>
                <a:lnTo>
                  <a:pt x="559881" y="3707964"/>
                </a:lnTo>
                <a:lnTo>
                  <a:pt x="1917114" y="3707964"/>
                </a:lnTo>
                <a:cubicBezTo>
                  <a:pt x="1925031" y="3729959"/>
                  <a:pt x="1931702" y="3744180"/>
                  <a:pt x="1936944" y="3749452"/>
                </a:cubicBezTo>
                <a:cubicBezTo>
                  <a:pt x="1940579" y="3743065"/>
                  <a:pt x="1945876" y="3728913"/>
                  <a:pt x="1952632" y="3707964"/>
                </a:cubicBezTo>
                <a:lnTo>
                  <a:pt x="3330974" y="3707964"/>
                </a:lnTo>
                <a:lnTo>
                  <a:pt x="2989187" y="2683637"/>
                </a:lnTo>
                <a:lnTo>
                  <a:pt x="2271337" y="2683637"/>
                </a:lnTo>
                <a:cubicBezTo>
                  <a:pt x="2301469" y="2597098"/>
                  <a:pt x="2333531" y="2510572"/>
                  <a:pt x="2366939" y="2426125"/>
                </a:cubicBezTo>
                <a:lnTo>
                  <a:pt x="3377220" y="2426125"/>
                </a:lnTo>
                <a:lnTo>
                  <a:pt x="3890855" y="3965475"/>
                </a:lnTo>
                <a:lnTo>
                  <a:pt x="0" y="3965475"/>
                </a:lnTo>
                <a:close/>
                <a:moveTo>
                  <a:pt x="1936944" y="620869"/>
                </a:moveTo>
                <a:cubicBezTo>
                  <a:pt x="1782578" y="620869"/>
                  <a:pt x="1657440" y="746006"/>
                  <a:pt x="1657440" y="900372"/>
                </a:cubicBezTo>
                <a:cubicBezTo>
                  <a:pt x="1657440" y="1054738"/>
                  <a:pt x="1782578" y="1179876"/>
                  <a:pt x="1936944" y="1179876"/>
                </a:cubicBezTo>
                <a:cubicBezTo>
                  <a:pt x="2091310" y="1179876"/>
                  <a:pt x="2216447" y="1054738"/>
                  <a:pt x="2216447" y="900372"/>
                </a:cubicBezTo>
                <a:cubicBezTo>
                  <a:pt x="2216447" y="746006"/>
                  <a:pt x="2091310" y="620869"/>
                  <a:pt x="1936944" y="620869"/>
                </a:cubicBezTo>
                <a:close/>
                <a:moveTo>
                  <a:pt x="1936944" y="0"/>
                </a:moveTo>
                <a:cubicBezTo>
                  <a:pt x="2169175" y="0"/>
                  <a:pt x="2401406" y="88593"/>
                  <a:pt x="2578592" y="265779"/>
                </a:cubicBezTo>
                <a:lnTo>
                  <a:pt x="2578592" y="265780"/>
                </a:lnTo>
                <a:cubicBezTo>
                  <a:pt x="2932964" y="620153"/>
                  <a:pt x="2888999" y="1155622"/>
                  <a:pt x="2578592" y="1549077"/>
                </a:cubicBezTo>
                <a:cubicBezTo>
                  <a:pt x="2248849" y="1967039"/>
                  <a:pt x="1976153" y="3125749"/>
                  <a:pt x="1936944" y="3194660"/>
                </a:cubicBezTo>
                <a:cubicBezTo>
                  <a:pt x="1883033" y="3140450"/>
                  <a:pt x="1647095" y="1944983"/>
                  <a:pt x="1295295" y="1549076"/>
                </a:cubicBezTo>
                <a:cubicBezTo>
                  <a:pt x="962406" y="1174450"/>
                  <a:pt x="940923" y="620152"/>
                  <a:pt x="1295295" y="265779"/>
                </a:cubicBezTo>
                <a:cubicBezTo>
                  <a:pt x="1472481" y="88593"/>
                  <a:pt x="1704713" y="0"/>
                  <a:pt x="193694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 dirty="0">
              <a:solidFill>
                <a:schemeClr val="tx1"/>
              </a:solidFill>
            </a:endParaRPr>
          </a:p>
        </p:txBody>
      </p:sp>
      <p:sp>
        <p:nvSpPr>
          <p:cNvPr id="25" name="Donut 15">
            <a:extLst>
              <a:ext uri="{FF2B5EF4-FFF2-40B4-BE49-F238E27FC236}">
                <a16:creationId xmlns:a16="http://schemas.microsoft.com/office/drawing/2014/main" xmlns="" id="{2588202C-87AF-426B-8740-9551BBEC4798}"/>
              </a:ext>
            </a:extLst>
          </p:cNvPr>
          <p:cNvSpPr/>
          <p:nvPr/>
        </p:nvSpPr>
        <p:spPr>
          <a:xfrm>
            <a:off x="7241807" y="3017456"/>
            <a:ext cx="333838" cy="335242"/>
          </a:xfrm>
          <a:custGeom>
            <a:avLst/>
            <a:gdLst/>
            <a:ahLst/>
            <a:cxnLst/>
            <a:rect l="l" t="t" r="r" b="b"/>
            <a:pathLst>
              <a:path w="3821708" h="3795110">
                <a:moveTo>
                  <a:pt x="1910854" y="903842"/>
                </a:moveTo>
                <a:lnTo>
                  <a:pt x="1793831" y="1129420"/>
                </a:lnTo>
                <a:lnTo>
                  <a:pt x="1791613" y="1129420"/>
                </a:lnTo>
                <a:lnTo>
                  <a:pt x="1791892" y="1133157"/>
                </a:lnTo>
                <a:lnTo>
                  <a:pt x="1791613" y="1133695"/>
                </a:lnTo>
                <a:lnTo>
                  <a:pt x="1791933" y="1133695"/>
                </a:lnTo>
                <a:lnTo>
                  <a:pt x="1833002" y="1683464"/>
                </a:lnTo>
                <a:cubicBezTo>
                  <a:pt x="1744939" y="1714584"/>
                  <a:pt x="1682254" y="1798749"/>
                  <a:pt x="1682254" y="1897555"/>
                </a:cubicBezTo>
                <a:cubicBezTo>
                  <a:pt x="1682254" y="2023808"/>
                  <a:pt x="1784602" y="2126156"/>
                  <a:pt x="1910855" y="2126156"/>
                </a:cubicBezTo>
                <a:cubicBezTo>
                  <a:pt x="1975561" y="2126156"/>
                  <a:pt x="2033988" y="2099273"/>
                  <a:pt x="2075304" y="2055803"/>
                </a:cubicBezTo>
                <a:lnTo>
                  <a:pt x="2443125" y="2288080"/>
                </a:lnTo>
                <a:lnTo>
                  <a:pt x="2443003" y="2288309"/>
                </a:lnTo>
                <a:lnTo>
                  <a:pt x="2443494" y="2288314"/>
                </a:lnTo>
                <a:lnTo>
                  <a:pt x="2446061" y="2289935"/>
                </a:lnTo>
                <a:lnTo>
                  <a:pt x="2446904" y="2288348"/>
                </a:lnTo>
                <a:lnTo>
                  <a:pt x="2652725" y="2290436"/>
                </a:lnTo>
                <a:lnTo>
                  <a:pt x="2535900" y="2120971"/>
                </a:lnTo>
                <a:lnTo>
                  <a:pt x="2536744" y="2119385"/>
                </a:lnTo>
                <a:lnTo>
                  <a:pt x="2533964" y="2118163"/>
                </a:lnTo>
                <a:lnTo>
                  <a:pt x="2533686" y="2117759"/>
                </a:lnTo>
                <a:lnTo>
                  <a:pt x="2533565" y="2117988"/>
                </a:lnTo>
                <a:lnTo>
                  <a:pt x="2134900" y="1942755"/>
                </a:lnTo>
                <a:cubicBezTo>
                  <a:pt x="2137918" y="1928156"/>
                  <a:pt x="2139456" y="1913035"/>
                  <a:pt x="2139456" y="1897555"/>
                </a:cubicBezTo>
                <a:cubicBezTo>
                  <a:pt x="2139456" y="1798748"/>
                  <a:pt x="2076770" y="1714583"/>
                  <a:pt x="1988706" y="1683463"/>
                </a:cubicBezTo>
                <a:lnTo>
                  <a:pt x="2029775" y="1133695"/>
                </a:lnTo>
                <a:lnTo>
                  <a:pt x="2030094" y="1133695"/>
                </a:lnTo>
                <a:lnTo>
                  <a:pt x="2029815" y="1133157"/>
                </a:lnTo>
                <a:lnTo>
                  <a:pt x="2030094" y="1129420"/>
                </a:lnTo>
                <a:lnTo>
                  <a:pt x="2027877" y="1129420"/>
                </a:lnTo>
                <a:close/>
                <a:moveTo>
                  <a:pt x="1910854" y="565406"/>
                </a:moveTo>
                <a:cubicBezTo>
                  <a:pt x="2646579" y="565406"/>
                  <a:pt x="3243002" y="1161829"/>
                  <a:pt x="3243002" y="1897554"/>
                </a:cubicBezTo>
                <a:cubicBezTo>
                  <a:pt x="3243002" y="2633279"/>
                  <a:pt x="2646579" y="3229702"/>
                  <a:pt x="1910854" y="3229702"/>
                </a:cubicBezTo>
                <a:cubicBezTo>
                  <a:pt x="1175129" y="3229702"/>
                  <a:pt x="578706" y="2633279"/>
                  <a:pt x="578706" y="1897554"/>
                </a:cubicBezTo>
                <a:cubicBezTo>
                  <a:pt x="578706" y="1161829"/>
                  <a:pt x="1175129" y="565406"/>
                  <a:pt x="1910854" y="565406"/>
                </a:cubicBezTo>
                <a:close/>
                <a:moveTo>
                  <a:pt x="1766837" y="367010"/>
                </a:moveTo>
                <a:cubicBezTo>
                  <a:pt x="1050362" y="432397"/>
                  <a:pt x="475174" y="981146"/>
                  <a:pt x="377476" y="1681610"/>
                </a:cubicBezTo>
                <a:lnTo>
                  <a:pt x="426306" y="1681610"/>
                </a:lnTo>
                <a:cubicBezTo>
                  <a:pt x="510474" y="1681610"/>
                  <a:pt x="578706" y="1746088"/>
                  <a:pt x="578706" y="1825626"/>
                </a:cubicBezTo>
                <a:cubicBezTo>
                  <a:pt x="578706" y="1905164"/>
                  <a:pt x="510474" y="1969642"/>
                  <a:pt x="426306" y="1969642"/>
                </a:cubicBezTo>
                <a:lnTo>
                  <a:pt x="364094" y="1969642"/>
                </a:lnTo>
                <a:cubicBezTo>
                  <a:pt x="398055" y="2738400"/>
                  <a:pt x="1003246" y="3359660"/>
                  <a:pt x="1769417" y="3427809"/>
                </a:cubicBezTo>
                <a:lnTo>
                  <a:pt x="1769417" y="3382101"/>
                </a:lnTo>
                <a:cubicBezTo>
                  <a:pt x="1769417" y="3297933"/>
                  <a:pt x="1833895" y="3229701"/>
                  <a:pt x="1913433" y="3229701"/>
                </a:cubicBezTo>
                <a:cubicBezTo>
                  <a:pt x="1992971" y="3229701"/>
                  <a:pt x="2057449" y="3297933"/>
                  <a:pt x="2057449" y="3382101"/>
                </a:cubicBezTo>
                <a:lnTo>
                  <a:pt x="2057449" y="3427707"/>
                </a:lnTo>
                <a:cubicBezTo>
                  <a:pt x="2804164" y="3358467"/>
                  <a:pt x="3396856" y="2764020"/>
                  <a:pt x="3455018" y="2020616"/>
                </a:cubicBezTo>
                <a:lnTo>
                  <a:pt x="3395402" y="2020616"/>
                </a:lnTo>
                <a:cubicBezTo>
                  <a:pt x="3311234" y="2020616"/>
                  <a:pt x="3243002" y="1956138"/>
                  <a:pt x="3243002" y="1876600"/>
                </a:cubicBezTo>
                <a:cubicBezTo>
                  <a:pt x="3243002" y="1797062"/>
                  <a:pt x="3311234" y="1732584"/>
                  <a:pt x="3395402" y="1732584"/>
                </a:cubicBezTo>
                <a:lnTo>
                  <a:pt x="3451747" y="1732584"/>
                </a:lnTo>
                <a:cubicBezTo>
                  <a:pt x="3374444" y="1008025"/>
                  <a:pt x="2788738" y="434055"/>
                  <a:pt x="2054869" y="367632"/>
                </a:cubicBezTo>
                <a:lnTo>
                  <a:pt x="2054869" y="407296"/>
                </a:lnTo>
                <a:cubicBezTo>
                  <a:pt x="2054869" y="491464"/>
                  <a:pt x="1990391" y="559696"/>
                  <a:pt x="1910853" y="559696"/>
                </a:cubicBezTo>
                <a:cubicBezTo>
                  <a:pt x="1831315" y="559696"/>
                  <a:pt x="1766837" y="491464"/>
                  <a:pt x="1766837" y="407296"/>
                </a:cubicBezTo>
                <a:close/>
                <a:moveTo>
                  <a:pt x="1910854" y="0"/>
                </a:moveTo>
                <a:cubicBezTo>
                  <a:pt x="2966190" y="0"/>
                  <a:pt x="3821708" y="849564"/>
                  <a:pt x="3821708" y="1897555"/>
                </a:cubicBezTo>
                <a:cubicBezTo>
                  <a:pt x="3821708" y="2945546"/>
                  <a:pt x="2966190" y="3795110"/>
                  <a:pt x="1910854" y="3795110"/>
                </a:cubicBezTo>
                <a:cubicBezTo>
                  <a:pt x="855518" y="3795110"/>
                  <a:pt x="0" y="2945546"/>
                  <a:pt x="0" y="1897555"/>
                </a:cubicBezTo>
                <a:cubicBezTo>
                  <a:pt x="0" y="849564"/>
                  <a:pt x="855518" y="0"/>
                  <a:pt x="19108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grpSp>
        <p:nvGrpSpPr>
          <p:cNvPr id="26" name="Group 57">
            <a:extLst>
              <a:ext uri="{FF2B5EF4-FFF2-40B4-BE49-F238E27FC236}">
                <a16:creationId xmlns:a16="http://schemas.microsoft.com/office/drawing/2014/main" xmlns="" id="{9800B65F-98BB-4F3B-8EF5-3967860BDDAC}"/>
              </a:ext>
            </a:extLst>
          </p:cNvPr>
          <p:cNvGrpSpPr/>
          <p:nvPr/>
        </p:nvGrpSpPr>
        <p:grpSpPr>
          <a:xfrm>
            <a:off x="1220192" y="4127179"/>
            <a:ext cx="1869058" cy="1966089"/>
            <a:chOff x="-475010" y="943297"/>
            <a:chExt cx="3859356" cy="1966089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8837F0EA-8766-497A-8141-25C29D5F8D31}"/>
                </a:ext>
              </a:extLst>
            </p:cNvPr>
            <p:cNvSpPr txBox="1"/>
            <p:nvPr/>
          </p:nvSpPr>
          <p:spPr>
            <a:xfrm>
              <a:off x="-475010" y="943297"/>
              <a:ext cx="385935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accent4"/>
                  </a:solidFill>
                  <a:cs typeface="Arial" pitchFamily="34" charset="0"/>
                </a:rPr>
                <a:t>Content Here</a:t>
              </a:r>
              <a:endParaRPr lang="ko-KR" altLang="en-US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D98F0E17-4D26-4B3B-9673-631D1A44FD5F}"/>
                </a:ext>
              </a:extLst>
            </p:cNvPr>
            <p:cNvSpPr txBox="1"/>
            <p:nvPr/>
          </p:nvSpPr>
          <p:spPr>
            <a:xfrm>
              <a:off x="-460973" y="1339726"/>
              <a:ext cx="384531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I hope and I believe that this Template will your Time, Money and Reputation. Easy to change colors, photos and Text. </a:t>
              </a:r>
            </a:p>
          </p:txBody>
        </p:sp>
      </p:grpSp>
      <p:grpSp>
        <p:nvGrpSpPr>
          <p:cNvPr id="29" name="Group 60">
            <a:extLst>
              <a:ext uri="{FF2B5EF4-FFF2-40B4-BE49-F238E27FC236}">
                <a16:creationId xmlns:a16="http://schemas.microsoft.com/office/drawing/2014/main" xmlns="" id="{9010785B-7837-45E7-9326-7AAEE83E9F87}"/>
              </a:ext>
            </a:extLst>
          </p:cNvPr>
          <p:cNvGrpSpPr/>
          <p:nvPr/>
        </p:nvGrpSpPr>
        <p:grpSpPr>
          <a:xfrm>
            <a:off x="3847682" y="4127179"/>
            <a:ext cx="1869058" cy="1966089"/>
            <a:chOff x="-475010" y="943297"/>
            <a:chExt cx="3859356" cy="1966089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E9DCD44C-0EE6-4CA8-925F-6ED27967F0A4}"/>
                </a:ext>
              </a:extLst>
            </p:cNvPr>
            <p:cNvSpPr txBox="1"/>
            <p:nvPr/>
          </p:nvSpPr>
          <p:spPr>
            <a:xfrm>
              <a:off x="-475010" y="943297"/>
              <a:ext cx="385935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accent3"/>
                  </a:solidFill>
                  <a:cs typeface="Arial" pitchFamily="34" charset="0"/>
                </a:rPr>
                <a:t>Content Here</a:t>
              </a:r>
              <a:endParaRPr lang="ko-KR" altLang="en-US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26917FA4-68BF-4C4E-9E37-DB1945EEE076}"/>
                </a:ext>
              </a:extLst>
            </p:cNvPr>
            <p:cNvSpPr txBox="1"/>
            <p:nvPr/>
          </p:nvSpPr>
          <p:spPr>
            <a:xfrm>
              <a:off x="-460973" y="1339726"/>
              <a:ext cx="384531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I hope and I believe that this Template will your Time, Money and Reputation. Easy to change colors, photos and Text. </a:t>
              </a:r>
            </a:p>
          </p:txBody>
        </p:sp>
      </p:grpSp>
      <p:grpSp>
        <p:nvGrpSpPr>
          <p:cNvPr id="32" name="Group 63">
            <a:extLst>
              <a:ext uri="{FF2B5EF4-FFF2-40B4-BE49-F238E27FC236}">
                <a16:creationId xmlns:a16="http://schemas.microsoft.com/office/drawing/2014/main" xmlns="" id="{9F2F0026-8540-4966-A474-72F13C3F6676}"/>
              </a:ext>
            </a:extLst>
          </p:cNvPr>
          <p:cNvGrpSpPr/>
          <p:nvPr/>
        </p:nvGrpSpPr>
        <p:grpSpPr>
          <a:xfrm>
            <a:off x="6475172" y="4127179"/>
            <a:ext cx="1869058" cy="1966089"/>
            <a:chOff x="-475010" y="943297"/>
            <a:chExt cx="3859356" cy="196608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E53FF57F-A4FB-4CB8-8276-37E398C8042B}"/>
                </a:ext>
              </a:extLst>
            </p:cNvPr>
            <p:cNvSpPr txBox="1"/>
            <p:nvPr/>
          </p:nvSpPr>
          <p:spPr>
            <a:xfrm>
              <a:off x="-475010" y="943297"/>
              <a:ext cx="385935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accent2"/>
                  </a:solidFill>
                  <a:cs typeface="Arial" pitchFamily="34" charset="0"/>
                </a:rPr>
                <a:t>Content Here</a:t>
              </a:r>
              <a:endParaRPr lang="ko-KR" altLang="en-US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37877C6E-46B7-4DC0-B7B3-F437279DD590}"/>
                </a:ext>
              </a:extLst>
            </p:cNvPr>
            <p:cNvSpPr txBox="1"/>
            <p:nvPr/>
          </p:nvSpPr>
          <p:spPr>
            <a:xfrm>
              <a:off x="-460973" y="1339726"/>
              <a:ext cx="384531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I hope and I believe that this Template will your Time, Money and Reputation. Easy to change colors, photos and Text. </a:t>
              </a:r>
            </a:p>
          </p:txBody>
        </p:sp>
      </p:grpSp>
      <p:grpSp>
        <p:nvGrpSpPr>
          <p:cNvPr id="35" name="Group 66">
            <a:extLst>
              <a:ext uri="{FF2B5EF4-FFF2-40B4-BE49-F238E27FC236}">
                <a16:creationId xmlns:a16="http://schemas.microsoft.com/office/drawing/2014/main" xmlns="" id="{685D62D6-5776-4038-9073-92EEC34C4DC5}"/>
              </a:ext>
            </a:extLst>
          </p:cNvPr>
          <p:cNvGrpSpPr/>
          <p:nvPr/>
        </p:nvGrpSpPr>
        <p:grpSpPr>
          <a:xfrm>
            <a:off x="9102662" y="4127179"/>
            <a:ext cx="1869058" cy="1966089"/>
            <a:chOff x="-475010" y="943297"/>
            <a:chExt cx="3859356" cy="1966089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0FAE2E99-F28A-433B-84ED-82C3C6DBA035}"/>
                </a:ext>
              </a:extLst>
            </p:cNvPr>
            <p:cNvSpPr txBox="1"/>
            <p:nvPr/>
          </p:nvSpPr>
          <p:spPr>
            <a:xfrm>
              <a:off x="-475010" y="943297"/>
              <a:ext cx="385935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accent1"/>
                  </a:solidFill>
                  <a:cs typeface="Arial" pitchFamily="34" charset="0"/>
                </a:rPr>
                <a:t>Content Here</a:t>
              </a:r>
              <a:endParaRPr lang="ko-KR" altLang="en-US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7C477DDB-E4AC-4F2A-A38C-BEBF7AFF2AD5}"/>
                </a:ext>
              </a:extLst>
            </p:cNvPr>
            <p:cNvSpPr txBox="1"/>
            <p:nvPr/>
          </p:nvSpPr>
          <p:spPr>
            <a:xfrm>
              <a:off x="-460973" y="1339726"/>
              <a:ext cx="384531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I hope and I believe that this Template will your Time, Money and Reputation. Easy to change colors, photos and Text.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4600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06B2A369-CB64-4F45-A8E8-01CBFDC0CEF6}"/>
              </a:ext>
            </a:extLst>
          </p:cNvPr>
          <p:cNvSpPr/>
          <p:nvPr/>
        </p:nvSpPr>
        <p:spPr>
          <a:xfrm>
            <a:off x="0" y="5106602"/>
            <a:ext cx="12192000" cy="1751398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 21">
            <a:extLst>
              <a:ext uri="{FF2B5EF4-FFF2-40B4-BE49-F238E27FC236}">
                <a16:creationId xmlns:a16="http://schemas.microsoft.com/office/drawing/2014/main" xmlns="" id="{6C9CEB7F-F140-4112-9460-944E0E84FFB0}"/>
              </a:ext>
            </a:extLst>
          </p:cNvPr>
          <p:cNvSpPr/>
          <p:nvPr/>
        </p:nvSpPr>
        <p:spPr>
          <a:xfrm flipV="1">
            <a:off x="1596449" y="5707170"/>
            <a:ext cx="8820000" cy="45719"/>
          </a:xfrm>
          <a:custGeom>
            <a:avLst/>
            <a:gdLst>
              <a:gd name="connsiteX0" fmla="*/ 0 w 7226300"/>
              <a:gd name="connsiteY0" fmla="*/ 0 h 0"/>
              <a:gd name="connsiteX1" fmla="*/ 7226300 w 72263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226300">
                <a:moveTo>
                  <a:pt x="0" y="0"/>
                </a:moveTo>
                <a:lnTo>
                  <a:pt x="7226300" y="0"/>
                </a:lnTo>
              </a:path>
            </a:pathLst>
          </a:custGeom>
          <a:ln w="254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타원 20">
            <a:extLst>
              <a:ext uri="{FF2B5EF4-FFF2-40B4-BE49-F238E27FC236}">
                <a16:creationId xmlns:a16="http://schemas.microsoft.com/office/drawing/2014/main" xmlns="" id="{F93DED31-CB0E-4AB5-BDF1-C4A3F2258582}"/>
              </a:ext>
            </a:extLst>
          </p:cNvPr>
          <p:cNvSpPr/>
          <p:nvPr/>
        </p:nvSpPr>
        <p:spPr>
          <a:xfrm>
            <a:off x="1421377" y="5514005"/>
            <a:ext cx="432048" cy="432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타원 22">
            <a:extLst>
              <a:ext uri="{FF2B5EF4-FFF2-40B4-BE49-F238E27FC236}">
                <a16:creationId xmlns:a16="http://schemas.microsoft.com/office/drawing/2014/main" xmlns="" id="{397FCA0F-40CC-4175-AEA3-9E25B88C8407}"/>
              </a:ext>
            </a:extLst>
          </p:cNvPr>
          <p:cNvSpPr/>
          <p:nvPr/>
        </p:nvSpPr>
        <p:spPr>
          <a:xfrm>
            <a:off x="3641928" y="5514005"/>
            <a:ext cx="432048" cy="432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타원 23">
            <a:extLst>
              <a:ext uri="{FF2B5EF4-FFF2-40B4-BE49-F238E27FC236}">
                <a16:creationId xmlns:a16="http://schemas.microsoft.com/office/drawing/2014/main" xmlns="" id="{52787195-3DAF-48B4-8B13-92EC6B4DA444}"/>
              </a:ext>
            </a:extLst>
          </p:cNvPr>
          <p:cNvSpPr/>
          <p:nvPr/>
        </p:nvSpPr>
        <p:spPr>
          <a:xfrm>
            <a:off x="5870535" y="5514005"/>
            <a:ext cx="432048" cy="432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타원 24">
            <a:extLst>
              <a:ext uri="{FF2B5EF4-FFF2-40B4-BE49-F238E27FC236}">
                <a16:creationId xmlns:a16="http://schemas.microsoft.com/office/drawing/2014/main" xmlns="" id="{DFBC82E1-E7F0-4323-A0DE-EF5BDCE79B45}"/>
              </a:ext>
            </a:extLst>
          </p:cNvPr>
          <p:cNvSpPr/>
          <p:nvPr/>
        </p:nvSpPr>
        <p:spPr>
          <a:xfrm>
            <a:off x="8099143" y="5514005"/>
            <a:ext cx="432048" cy="432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" name="타원 25">
            <a:extLst>
              <a:ext uri="{FF2B5EF4-FFF2-40B4-BE49-F238E27FC236}">
                <a16:creationId xmlns:a16="http://schemas.microsoft.com/office/drawing/2014/main" xmlns="" id="{99589994-B558-4C59-8D91-14FD574E14C3}"/>
              </a:ext>
            </a:extLst>
          </p:cNvPr>
          <p:cNvSpPr/>
          <p:nvPr/>
        </p:nvSpPr>
        <p:spPr>
          <a:xfrm>
            <a:off x="10327751" y="5514005"/>
            <a:ext cx="432048" cy="432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6FEEF61-327A-4CD5-A633-815CC837CC6F}"/>
              </a:ext>
            </a:extLst>
          </p:cNvPr>
          <p:cNvSpPr txBox="1"/>
          <p:nvPr/>
        </p:nvSpPr>
        <p:spPr>
          <a:xfrm>
            <a:off x="678206" y="5948865"/>
            <a:ext cx="1918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zing.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67A8C12E-8B51-4EFF-BBEB-87282299F346}"/>
              </a:ext>
            </a:extLst>
          </p:cNvPr>
          <p:cNvSpPr txBox="1"/>
          <p:nvPr/>
        </p:nvSpPr>
        <p:spPr>
          <a:xfrm>
            <a:off x="2890701" y="5948865"/>
            <a:ext cx="193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zing.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59688C88-1113-43D6-B462-B55622E159C2}"/>
              </a:ext>
            </a:extLst>
          </p:cNvPr>
          <p:cNvSpPr txBox="1"/>
          <p:nvPr/>
        </p:nvSpPr>
        <p:spPr>
          <a:xfrm>
            <a:off x="5119308" y="5948865"/>
            <a:ext cx="193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zing.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4BD8F437-D42D-4B2D-BED5-2E4A8B4A8984}"/>
              </a:ext>
            </a:extLst>
          </p:cNvPr>
          <p:cNvSpPr txBox="1"/>
          <p:nvPr/>
        </p:nvSpPr>
        <p:spPr>
          <a:xfrm>
            <a:off x="7347916" y="5948865"/>
            <a:ext cx="193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zing.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94C9A32-3652-4A80-9FB0-B12C11B0809D}"/>
              </a:ext>
            </a:extLst>
          </p:cNvPr>
          <p:cNvSpPr txBox="1"/>
          <p:nvPr/>
        </p:nvSpPr>
        <p:spPr>
          <a:xfrm>
            <a:off x="9576524" y="5948865"/>
            <a:ext cx="193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zing.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1521EB7-371F-4209-B71A-5D44A81622D8}"/>
              </a:ext>
            </a:extLst>
          </p:cNvPr>
          <p:cNvSpPr txBox="1"/>
          <p:nvPr/>
        </p:nvSpPr>
        <p:spPr>
          <a:xfrm>
            <a:off x="1459308" y="5529974"/>
            <a:ext cx="356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E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FBC0C9F8-4CDB-4882-9E35-64097DC2FA5F}"/>
              </a:ext>
            </a:extLst>
          </p:cNvPr>
          <p:cNvSpPr txBox="1"/>
          <p:nvPr/>
        </p:nvSpPr>
        <p:spPr>
          <a:xfrm>
            <a:off x="3672645" y="5529974"/>
            <a:ext cx="370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C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377834E4-3638-4203-A54C-3467E5F23E1C}"/>
              </a:ext>
            </a:extLst>
          </p:cNvPr>
          <p:cNvSpPr txBox="1"/>
          <p:nvPr/>
        </p:nvSpPr>
        <p:spPr>
          <a:xfrm>
            <a:off x="5901252" y="5529974"/>
            <a:ext cx="370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D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4516709-7CEB-4F20-AB30-10BBC529FB11}"/>
              </a:ext>
            </a:extLst>
          </p:cNvPr>
          <p:cNvSpPr txBox="1"/>
          <p:nvPr/>
        </p:nvSpPr>
        <p:spPr>
          <a:xfrm>
            <a:off x="8129860" y="5529974"/>
            <a:ext cx="370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B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8061CDA8-063B-417B-B8FB-651FC394BEAF}"/>
              </a:ext>
            </a:extLst>
          </p:cNvPr>
          <p:cNvSpPr txBox="1"/>
          <p:nvPr/>
        </p:nvSpPr>
        <p:spPr>
          <a:xfrm>
            <a:off x="10358468" y="5529974"/>
            <a:ext cx="370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A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AF3FBDC0-8781-4062-ADA6-D88A103089D4}"/>
              </a:ext>
            </a:extLst>
          </p:cNvPr>
          <p:cNvSpPr txBox="1"/>
          <p:nvPr/>
        </p:nvSpPr>
        <p:spPr>
          <a:xfrm flipH="1">
            <a:off x="468536" y="356815"/>
            <a:ext cx="5319004" cy="1107996"/>
          </a:xfrm>
          <a:prstGeom prst="rect">
            <a:avLst/>
          </a:prstGeom>
          <a:noFill/>
        </p:spPr>
        <p:txBody>
          <a:bodyPr wrap="square" lIns="48000" tIns="0" rIns="24000" bIns="0" rtlCol="0">
            <a:spAutoFit/>
          </a:bodyPr>
          <a:lstStyle/>
          <a:p>
            <a:r>
              <a:rPr lang="en-US" altLang="ko-KR" sz="3600" dirty="0">
                <a:solidFill>
                  <a:schemeClr val="accent1"/>
                </a:solidFill>
                <a:latin typeface="+mj-lt"/>
                <a:cs typeface="Arial" pitchFamily="34" charset="0"/>
              </a:rPr>
              <a:t>We Create</a:t>
            </a:r>
          </a:p>
          <a:p>
            <a:r>
              <a:rPr lang="en-US" altLang="ko-KR" sz="3600" dirty="0">
                <a:solidFill>
                  <a:schemeClr val="accent1"/>
                </a:solidFill>
                <a:latin typeface="+mj-lt"/>
                <a:cs typeface="Arial" pitchFamily="34" charset="0"/>
              </a:rPr>
              <a:t>Professional Presentation</a:t>
            </a:r>
            <a:endParaRPr lang="ko-KR" altLang="en-US" sz="3600" dirty="0">
              <a:solidFill>
                <a:schemeClr val="accent1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339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Graphic 2">
            <a:extLst>
              <a:ext uri="{FF2B5EF4-FFF2-40B4-BE49-F238E27FC236}">
                <a16:creationId xmlns:a16="http://schemas.microsoft.com/office/drawing/2014/main" xmlns="" id="{02738115-9D9E-4D6D-9689-7E45A82B8F03}"/>
              </a:ext>
            </a:extLst>
          </p:cNvPr>
          <p:cNvSpPr/>
          <p:nvPr/>
        </p:nvSpPr>
        <p:spPr>
          <a:xfrm>
            <a:off x="8530739" y="2595377"/>
            <a:ext cx="3225832" cy="3901007"/>
          </a:xfrm>
          <a:custGeom>
            <a:avLst/>
            <a:gdLst>
              <a:gd name="connsiteX0" fmla="*/ 0 w 3686175"/>
              <a:gd name="connsiteY0" fmla="*/ 2055386 h 4457700"/>
              <a:gd name="connsiteX1" fmla="*/ 0 w 3686175"/>
              <a:gd name="connsiteY1" fmla="*/ 1996331 h 4457700"/>
              <a:gd name="connsiteX2" fmla="*/ 120968 w 3686175"/>
              <a:gd name="connsiteY2" fmla="*/ 1869648 h 4457700"/>
              <a:gd name="connsiteX3" fmla="*/ 242888 w 3686175"/>
              <a:gd name="connsiteY3" fmla="*/ 1732488 h 4457700"/>
              <a:gd name="connsiteX4" fmla="*/ 277178 w 3686175"/>
              <a:gd name="connsiteY4" fmla="*/ 1493411 h 4457700"/>
              <a:gd name="connsiteX5" fmla="*/ 278130 w 3686175"/>
              <a:gd name="connsiteY5" fmla="*/ 1294338 h 4457700"/>
              <a:gd name="connsiteX6" fmla="*/ 447675 w 3686175"/>
              <a:gd name="connsiteY6" fmla="*/ 761891 h 4457700"/>
              <a:gd name="connsiteX7" fmla="*/ 462915 w 3686175"/>
              <a:gd name="connsiteY7" fmla="*/ 726648 h 4457700"/>
              <a:gd name="connsiteX8" fmla="*/ 461010 w 3686175"/>
              <a:gd name="connsiteY8" fmla="*/ 719981 h 4457700"/>
              <a:gd name="connsiteX9" fmla="*/ 445770 w 3686175"/>
              <a:gd name="connsiteY9" fmla="*/ 727601 h 4457700"/>
              <a:gd name="connsiteX10" fmla="*/ 495300 w 3686175"/>
              <a:gd name="connsiteY10" fmla="*/ 541863 h 4457700"/>
              <a:gd name="connsiteX11" fmla="*/ 458153 w 3686175"/>
              <a:gd name="connsiteY11" fmla="*/ 589488 h 4457700"/>
              <a:gd name="connsiteX12" fmla="*/ 647700 w 3686175"/>
              <a:gd name="connsiteY12" fmla="*/ 340886 h 4457700"/>
              <a:gd name="connsiteX13" fmla="*/ 582930 w 3686175"/>
              <a:gd name="connsiteY13" fmla="*/ 370413 h 4457700"/>
              <a:gd name="connsiteX14" fmla="*/ 600075 w 3686175"/>
              <a:gd name="connsiteY14" fmla="*/ 346601 h 4457700"/>
              <a:gd name="connsiteX15" fmla="*/ 776288 w 3686175"/>
              <a:gd name="connsiteY15" fmla="*/ 257066 h 4457700"/>
              <a:gd name="connsiteX16" fmla="*/ 891540 w 3686175"/>
              <a:gd name="connsiteY16" fmla="*/ 229443 h 4457700"/>
              <a:gd name="connsiteX17" fmla="*/ 938213 w 3686175"/>
              <a:gd name="connsiteY17" fmla="*/ 196106 h 4457700"/>
              <a:gd name="connsiteX18" fmla="*/ 1144905 w 3686175"/>
              <a:gd name="connsiteY18" fmla="*/ 31323 h 4457700"/>
              <a:gd name="connsiteX19" fmla="*/ 1165860 w 3686175"/>
              <a:gd name="connsiteY19" fmla="*/ 26561 h 4457700"/>
              <a:gd name="connsiteX20" fmla="*/ 1196340 w 3686175"/>
              <a:gd name="connsiteY20" fmla="*/ 32276 h 4457700"/>
              <a:gd name="connsiteX21" fmla="*/ 1301115 w 3686175"/>
              <a:gd name="connsiteY21" fmla="*/ 5606 h 4457700"/>
              <a:gd name="connsiteX22" fmla="*/ 1280160 w 3686175"/>
              <a:gd name="connsiteY22" fmla="*/ 28466 h 4457700"/>
              <a:gd name="connsiteX23" fmla="*/ 1403033 w 3686175"/>
              <a:gd name="connsiteY23" fmla="*/ 17036 h 4457700"/>
              <a:gd name="connsiteX24" fmla="*/ 1370648 w 3686175"/>
              <a:gd name="connsiteY24" fmla="*/ 37991 h 4457700"/>
              <a:gd name="connsiteX25" fmla="*/ 1378268 w 3686175"/>
              <a:gd name="connsiteY25" fmla="*/ 42753 h 4457700"/>
              <a:gd name="connsiteX26" fmla="*/ 1401128 w 3686175"/>
              <a:gd name="connsiteY26" fmla="*/ 48468 h 4457700"/>
              <a:gd name="connsiteX27" fmla="*/ 1682115 w 3686175"/>
              <a:gd name="connsiteY27" fmla="*/ 29418 h 4457700"/>
              <a:gd name="connsiteX28" fmla="*/ 2013585 w 3686175"/>
              <a:gd name="connsiteY28" fmla="*/ 28466 h 4457700"/>
              <a:gd name="connsiteX29" fmla="*/ 2286000 w 3686175"/>
              <a:gd name="connsiteY29" fmla="*/ 58946 h 4457700"/>
              <a:gd name="connsiteX30" fmla="*/ 2541270 w 3686175"/>
              <a:gd name="connsiteY30" fmla="*/ 109428 h 4457700"/>
              <a:gd name="connsiteX31" fmla="*/ 2574608 w 3686175"/>
              <a:gd name="connsiteY31" fmla="*/ 121811 h 4457700"/>
              <a:gd name="connsiteX32" fmla="*/ 2751773 w 3686175"/>
              <a:gd name="connsiteY32" fmla="*/ 214203 h 4457700"/>
              <a:gd name="connsiteX33" fmla="*/ 2498408 w 3686175"/>
              <a:gd name="connsiteY33" fmla="*/ 34181 h 4457700"/>
              <a:gd name="connsiteX34" fmla="*/ 2518410 w 3686175"/>
              <a:gd name="connsiteY34" fmla="*/ 32276 h 4457700"/>
              <a:gd name="connsiteX35" fmla="*/ 2828925 w 3686175"/>
              <a:gd name="connsiteY35" fmla="*/ 302786 h 4457700"/>
              <a:gd name="connsiteX36" fmla="*/ 2837498 w 3686175"/>
              <a:gd name="connsiteY36" fmla="*/ 374223 h 4457700"/>
              <a:gd name="connsiteX37" fmla="*/ 3133725 w 3686175"/>
              <a:gd name="connsiteY37" fmla="*/ 293261 h 4457700"/>
              <a:gd name="connsiteX38" fmla="*/ 3069908 w 3686175"/>
              <a:gd name="connsiteY38" fmla="*/ 293261 h 4457700"/>
              <a:gd name="connsiteX39" fmla="*/ 2973705 w 3686175"/>
              <a:gd name="connsiteY39" fmla="*/ 308501 h 4457700"/>
              <a:gd name="connsiteX40" fmla="*/ 2908935 w 3686175"/>
              <a:gd name="connsiteY40" fmla="*/ 366603 h 4457700"/>
              <a:gd name="connsiteX41" fmla="*/ 2924175 w 3686175"/>
              <a:gd name="connsiteY41" fmla="*/ 396131 h 4457700"/>
              <a:gd name="connsiteX42" fmla="*/ 2972753 w 3686175"/>
              <a:gd name="connsiteY42" fmla="*/ 388511 h 4457700"/>
              <a:gd name="connsiteX43" fmla="*/ 3132773 w 3686175"/>
              <a:gd name="connsiteY43" fmla="*/ 368508 h 4457700"/>
              <a:gd name="connsiteX44" fmla="*/ 2998470 w 3686175"/>
              <a:gd name="connsiteY44" fmla="*/ 405656 h 4457700"/>
              <a:gd name="connsiteX45" fmla="*/ 3079433 w 3686175"/>
              <a:gd name="connsiteY45" fmla="*/ 414228 h 4457700"/>
              <a:gd name="connsiteX46" fmla="*/ 3160395 w 3686175"/>
              <a:gd name="connsiteY46" fmla="*/ 445661 h 4457700"/>
              <a:gd name="connsiteX47" fmla="*/ 3083243 w 3686175"/>
              <a:gd name="connsiteY47" fmla="*/ 435183 h 4457700"/>
              <a:gd name="connsiteX48" fmla="*/ 3215640 w 3686175"/>
              <a:gd name="connsiteY48" fmla="*/ 491381 h 4457700"/>
              <a:gd name="connsiteX49" fmla="*/ 3157538 w 3686175"/>
              <a:gd name="connsiteY49" fmla="*/ 476141 h 4457700"/>
              <a:gd name="connsiteX50" fmla="*/ 3173730 w 3686175"/>
              <a:gd name="connsiteY50" fmla="*/ 494238 h 4457700"/>
              <a:gd name="connsiteX51" fmla="*/ 3308033 w 3686175"/>
              <a:gd name="connsiteY51" fmla="*/ 689501 h 4457700"/>
              <a:gd name="connsiteX52" fmla="*/ 3393758 w 3686175"/>
              <a:gd name="connsiteY52" fmla="*/ 842853 h 4457700"/>
              <a:gd name="connsiteX53" fmla="*/ 3467100 w 3686175"/>
              <a:gd name="connsiteY53" fmla="*/ 1227663 h 4457700"/>
              <a:gd name="connsiteX54" fmla="*/ 3483293 w 3686175"/>
              <a:gd name="connsiteY54" fmla="*/ 1302911 h 4457700"/>
              <a:gd name="connsiteX55" fmla="*/ 3605213 w 3686175"/>
              <a:gd name="connsiteY55" fmla="*/ 1573421 h 4457700"/>
              <a:gd name="connsiteX56" fmla="*/ 3558540 w 3686175"/>
              <a:gd name="connsiteY56" fmla="*/ 1822976 h 4457700"/>
              <a:gd name="connsiteX57" fmla="*/ 3527108 w 3686175"/>
              <a:gd name="connsiteY57" fmla="*/ 1921083 h 4457700"/>
              <a:gd name="connsiteX58" fmla="*/ 3553778 w 3686175"/>
              <a:gd name="connsiteY58" fmla="*/ 2005856 h 4457700"/>
              <a:gd name="connsiteX59" fmla="*/ 3622358 w 3686175"/>
              <a:gd name="connsiteY59" fmla="*/ 2024906 h 4457700"/>
              <a:gd name="connsiteX60" fmla="*/ 3668078 w 3686175"/>
              <a:gd name="connsiteY60" fmla="*/ 1975376 h 4457700"/>
              <a:gd name="connsiteX61" fmla="*/ 3673793 w 3686175"/>
              <a:gd name="connsiteY61" fmla="*/ 1944896 h 4457700"/>
              <a:gd name="connsiteX62" fmla="*/ 3639503 w 3686175"/>
              <a:gd name="connsiteY62" fmla="*/ 2080151 h 4457700"/>
              <a:gd name="connsiteX63" fmla="*/ 3585210 w 3686175"/>
              <a:gd name="connsiteY63" fmla="*/ 2164923 h 4457700"/>
              <a:gd name="connsiteX64" fmla="*/ 3498533 w 3686175"/>
              <a:gd name="connsiteY64" fmla="*/ 2310656 h 4457700"/>
              <a:gd name="connsiteX65" fmla="*/ 3452813 w 3686175"/>
              <a:gd name="connsiteY65" fmla="*/ 2408764 h 4457700"/>
              <a:gd name="connsiteX66" fmla="*/ 3448050 w 3686175"/>
              <a:gd name="connsiteY66" fmla="*/ 2458293 h 4457700"/>
              <a:gd name="connsiteX67" fmla="*/ 3183255 w 3686175"/>
              <a:gd name="connsiteY67" fmla="*/ 2671654 h 4457700"/>
              <a:gd name="connsiteX68" fmla="*/ 3066098 w 3686175"/>
              <a:gd name="connsiteY68" fmla="*/ 2803098 h 4457700"/>
              <a:gd name="connsiteX69" fmla="*/ 3066098 w 3686175"/>
              <a:gd name="connsiteY69" fmla="*/ 2880251 h 4457700"/>
              <a:gd name="connsiteX70" fmla="*/ 3031808 w 3686175"/>
              <a:gd name="connsiteY70" fmla="*/ 3010743 h 4457700"/>
              <a:gd name="connsiteX71" fmla="*/ 2946083 w 3686175"/>
              <a:gd name="connsiteY71" fmla="*/ 3070751 h 4457700"/>
              <a:gd name="connsiteX72" fmla="*/ 2998470 w 3686175"/>
              <a:gd name="connsiteY72" fmla="*/ 2908826 h 4457700"/>
              <a:gd name="connsiteX73" fmla="*/ 2875598 w 3686175"/>
              <a:gd name="connsiteY73" fmla="*/ 3078371 h 4457700"/>
              <a:gd name="connsiteX74" fmla="*/ 2957513 w 3686175"/>
              <a:gd name="connsiteY74" fmla="*/ 2907873 h 4457700"/>
              <a:gd name="connsiteX75" fmla="*/ 2829878 w 3686175"/>
              <a:gd name="connsiteY75" fmla="*/ 3063131 h 4457700"/>
              <a:gd name="connsiteX76" fmla="*/ 2926080 w 3686175"/>
              <a:gd name="connsiteY76" fmla="*/ 2949783 h 4457700"/>
              <a:gd name="connsiteX77" fmla="*/ 2812733 w 3686175"/>
              <a:gd name="connsiteY77" fmla="*/ 3049796 h 4457700"/>
              <a:gd name="connsiteX78" fmla="*/ 2533650 w 3686175"/>
              <a:gd name="connsiteY78" fmla="*/ 3226008 h 4457700"/>
              <a:gd name="connsiteX79" fmla="*/ 2338388 w 3686175"/>
              <a:gd name="connsiteY79" fmla="*/ 3264108 h 4457700"/>
              <a:gd name="connsiteX80" fmla="*/ 2214563 w 3686175"/>
              <a:gd name="connsiteY80" fmla="*/ 3397458 h 4457700"/>
              <a:gd name="connsiteX81" fmla="*/ 2216468 w 3686175"/>
              <a:gd name="connsiteY81" fmla="*/ 3450798 h 4457700"/>
              <a:gd name="connsiteX82" fmla="*/ 2396490 w 3686175"/>
              <a:gd name="connsiteY82" fmla="*/ 3977531 h 4457700"/>
              <a:gd name="connsiteX83" fmla="*/ 2577465 w 3686175"/>
              <a:gd name="connsiteY83" fmla="*/ 4291856 h 4457700"/>
              <a:gd name="connsiteX84" fmla="*/ 2556510 w 3686175"/>
              <a:gd name="connsiteY84" fmla="*/ 4342339 h 4457700"/>
              <a:gd name="connsiteX85" fmla="*/ 1666875 w 3686175"/>
              <a:gd name="connsiteY85" fmla="*/ 4464259 h 4457700"/>
              <a:gd name="connsiteX86" fmla="*/ 1286828 w 3686175"/>
              <a:gd name="connsiteY86" fmla="*/ 4460449 h 4457700"/>
              <a:gd name="connsiteX87" fmla="*/ 743903 w 3686175"/>
              <a:gd name="connsiteY87" fmla="*/ 4396631 h 4457700"/>
              <a:gd name="connsiteX88" fmla="*/ 716280 w 3686175"/>
              <a:gd name="connsiteY88" fmla="*/ 4354721 h 4457700"/>
              <a:gd name="connsiteX89" fmla="*/ 808673 w 3686175"/>
              <a:gd name="connsiteY89" fmla="*/ 3804176 h 4457700"/>
              <a:gd name="connsiteX90" fmla="*/ 759143 w 3686175"/>
              <a:gd name="connsiteY90" fmla="*/ 3469848 h 4457700"/>
              <a:gd name="connsiteX91" fmla="*/ 602933 w 3686175"/>
              <a:gd name="connsiteY91" fmla="*/ 3306018 h 4457700"/>
              <a:gd name="connsiteX92" fmla="*/ 296228 w 3686175"/>
              <a:gd name="connsiteY92" fmla="*/ 3193623 h 4457700"/>
              <a:gd name="connsiteX93" fmla="*/ 180023 w 3686175"/>
              <a:gd name="connsiteY93" fmla="*/ 3141236 h 4457700"/>
              <a:gd name="connsiteX94" fmla="*/ 73343 w 3686175"/>
              <a:gd name="connsiteY94" fmla="*/ 2839293 h 4457700"/>
              <a:gd name="connsiteX95" fmla="*/ 70485 w 3686175"/>
              <a:gd name="connsiteY95" fmla="*/ 2664033 h 4457700"/>
              <a:gd name="connsiteX96" fmla="*/ 89535 w 3686175"/>
              <a:gd name="connsiteY96" fmla="*/ 2507823 h 4457700"/>
              <a:gd name="connsiteX97" fmla="*/ 87630 w 3686175"/>
              <a:gd name="connsiteY97" fmla="*/ 2477343 h 4457700"/>
              <a:gd name="connsiteX98" fmla="*/ 65723 w 3686175"/>
              <a:gd name="connsiteY98" fmla="*/ 2304941 h 4457700"/>
              <a:gd name="connsiteX99" fmla="*/ 82868 w 3686175"/>
              <a:gd name="connsiteY99" fmla="*/ 2251601 h 4457700"/>
              <a:gd name="connsiteX100" fmla="*/ 42863 w 3686175"/>
              <a:gd name="connsiteY100" fmla="*/ 2117298 h 4457700"/>
              <a:gd name="connsiteX101" fmla="*/ 0 w 3686175"/>
              <a:gd name="connsiteY101" fmla="*/ 2055386 h 4457700"/>
              <a:gd name="connsiteX102" fmla="*/ 2730818 w 3686175"/>
              <a:gd name="connsiteY102" fmla="*/ 275163 h 4457700"/>
              <a:gd name="connsiteX103" fmla="*/ 2600325 w 3686175"/>
              <a:gd name="connsiteY103" fmla="*/ 147528 h 4457700"/>
              <a:gd name="connsiteX104" fmla="*/ 2730818 w 3686175"/>
              <a:gd name="connsiteY104" fmla="*/ 275163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3686175" h="4457700">
                <a:moveTo>
                  <a:pt x="0" y="2055386"/>
                </a:moveTo>
                <a:cubicBezTo>
                  <a:pt x="0" y="2035383"/>
                  <a:pt x="0" y="2015381"/>
                  <a:pt x="0" y="1996331"/>
                </a:cubicBezTo>
                <a:cubicBezTo>
                  <a:pt x="26670" y="1941086"/>
                  <a:pt x="67628" y="1899176"/>
                  <a:pt x="120968" y="1869648"/>
                </a:cubicBezTo>
                <a:cubicBezTo>
                  <a:pt x="178118" y="1838216"/>
                  <a:pt x="217170" y="1791543"/>
                  <a:pt x="242888" y="1732488"/>
                </a:cubicBezTo>
                <a:cubicBezTo>
                  <a:pt x="276225" y="1656288"/>
                  <a:pt x="282893" y="1575326"/>
                  <a:pt x="277178" y="1493411"/>
                </a:cubicBezTo>
                <a:cubicBezTo>
                  <a:pt x="272415" y="1426736"/>
                  <a:pt x="272415" y="1361013"/>
                  <a:pt x="278130" y="1294338"/>
                </a:cubicBezTo>
                <a:cubicBezTo>
                  <a:pt x="294323" y="1103838"/>
                  <a:pt x="345758" y="924768"/>
                  <a:pt x="447675" y="761891"/>
                </a:cubicBezTo>
                <a:cubicBezTo>
                  <a:pt x="454343" y="751413"/>
                  <a:pt x="461963" y="740936"/>
                  <a:pt x="462915" y="726648"/>
                </a:cubicBezTo>
                <a:cubicBezTo>
                  <a:pt x="462915" y="723791"/>
                  <a:pt x="461963" y="721886"/>
                  <a:pt x="461010" y="719981"/>
                </a:cubicBezTo>
                <a:cubicBezTo>
                  <a:pt x="453390" y="719028"/>
                  <a:pt x="456248" y="731411"/>
                  <a:pt x="445770" y="727601"/>
                </a:cubicBezTo>
                <a:cubicBezTo>
                  <a:pt x="451485" y="662831"/>
                  <a:pt x="477203" y="603776"/>
                  <a:pt x="495300" y="541863"/>
                </a:cubicBezTo>
                <a:cubicBezTo>
                  <a:pt x="482918" y="558056"/>
                  <a:pt x="470535" y="573296"/>
                  <a:pt x="458153" y="589488"/>
                </a:cubicBezTo>
                <a:cubicBezTo>
                  <a:pt x="495300" y="486618"/>
                  <a:pt x="560070" y="405656"/>
                  <a:pt x="647700" y="340886"/>
                </a:cubicBezTo>
                <a:cubicBezTo>
                  <a:pt x="626745" y="350411"/>
                  <a:pt x="605790" y="359936"/>
                  <a:pt x="582930" y="370413"/>
                </a:cubicBezTo>
                <a:cubicBezTo>
                  <a:pt x="584835" y="356126"/>
                  <a:pt x="593408" y="351363"/>
                  <a:pt x="600075" y="346601"/>
                </a:cubicBezTo>
                <a:cubicBezTo>
                  <a:pt x="653415" y="306596"/>
                  <a:pt x="711518" y="274211"/>
                  <a:pt x="776288" y="257066"/>
                </a:cubicBezTo>
                <a:cubicBezTo>
                  <a:pt x="814388" y="246588"/>
                  <a:pt x="853440" y="238016"/>
                  <a:pt x="891540" y="229443"/>
                </a:cubicBezTo>
                <a:cubicBezTo>
                  <a:pt x="912495" y="224681"/>
                  <a:pt x="925830" y="213251"/>
                  <a:pt x="938213" y="196106"/>
                </a:cubicBezTo>
                <a:cubicBezTo>
                  <a:pt x="991553" y="121811"/>
                  <a:pt x="1062038" y="69423"/>
                  <a:pt x="1144905" y="31323"/>
                </a:cubicBezTo>
                <a:cubicBezTo>
                  <a:pt x="1151573" y="28466"/>
                  <a:pt x="1163955" y="20846"/>
                  <a:pt x="1165860" y="26561"/>
                </a:cubicBezTo>
                <a:cubicBezTo>
                  <a:pt x="1173480" y="47516"/>
                  <a:pt x="1186815" y="34181"/>
                  <a:pt x="1196340" y="32276"/>
                </a:cubicBezTo>
                <a:cubicBezTo>
                  <a:pt x="1230630" y="25608"/>
                  <a:pt x="1263015" y="7511"/>
                  <a:pt x="1301115" y="5606"/>
                </a:cubicBezTo>
                <a:cubicBezTo>
                  <a:pt x="1297305" y="17036"/>
                  <a:pt x="1281113" y="14178"/>
                  <a:pt x="1280160" y="28466"/>
                </a:cubicBezTo>
                <a:cubicBezTo>
                  <a:pt x="1322070" y="37038"/>
                  <a:pt x="1360170" y="13226"/>
                  <a:pt x="1403033" y="17036"/>
                </a:cubicBezTo>
                <a:cubicBezTo>
                  <a:pt x="1394460" y="30371"/>
                  <a:pt x="1376363" y="24656"/>
                  <a:pt x="1370648" y="37991"/>
                </a:cubicBezTo>
                <a:cubicBezTo>
                  <a:pt x="1373505" y="39896"/>
                  <a:pt x="1375410" y="41801"/>
                  <a:pt x="1378268" y="42753"/>
                </a:cubicBezTo>
                <a:cubicBezTo>
                  <a:pt x="1385888" y="44658"/>
                  <a:pt x="1393508" y="46563"/>
                  <a:pt x="1401128" y="48468"/>
                </a:cubicBezTo>
                <a:cubicBezTo>
                  <a:pt x="1496378" y="69423"/>
                  <a:pt x="1589723" y="61803"/>
                  <a:pt x="1682115" y="29418"/>
                </a:cubicBezTo>
                <a:cubicBezTo>
                  <a:pt x="1792605" y="-8682"/>
                  <a:pt x="1903095" y="-10587"/>
                  <a:pt x="2013585" y="28466"/>
                </a:cubicBezTo>
                <a:cubicBezTo>
                  <a:pt x="2102168" y="59898"/>
                  <a:pt x="2193608" y="69423"/>
                  <a:pt x="2286000" y="58946"/>
                </a:cubicBezTo>
                <a:cubicBezTo>
                  <a:pt x="2377440" y="48468"/>
                  <a:pt x="2461260" y="67518"/>
                  <a:pt x="2541270" y="109428"/>
                </a:cubicBezTo>
                <a:cubicBezTo>
                  <a:pt x="2551748" y="115143"/>
                  <a:pt x="2562225" y="119906"/>
                  <a:pt x="2574608" y="121811"/>
                </a:cubicBezTo>
                <a:cubicBezTo>
                  <a:pt x="2644140" y="127526"/>
                  <a:pt x="2706053" y="147528"/>
                  <a:pt x="2751773" y="214203"/>
                </a:cubicBezTo>
                <a:cubicBezTo>
                  <a:pt x="2732723" y="109428"/>
                  <a:pt x="2665095" y="61803"/>
                  <a:pt x="2498408" y="34181"/>
                </a:cubicBezTo>
                <a:cubicBezTo>
                  <a:pt x="2509838" y="33228"/>
                  <a:pt x="2514600" y="32276"/>
                  <a:pt x="2518410" y="32276"/>
                </a:cubicBezTo>
                <a:cubicBezTo>
                  <a:pt x="2686050" y="23703"/>
                  <a:pt x="2806065" y="129431"/>
                  <a:pt x="2828925" y="302786"/>
                </a:cubicBezTo>
                <a:cubicBezTo>
                  <a:pt x="2831783" y="325646"/>
                  <a:pt x="2834640" y="348506"/>
                  <a:pt x="2837498" y="374223"/>
                </a:cubicBezTo>
                <a:cubicBezTo>
                  <a:pt x="2922270" y="277068"/>
                  <a:pt x="3033713" y="245636"/>
                  <a:pt x="3133725" y="293261"/>
                </a:cubicBezTo>
                <a:cubicBezTo>
                  <a:pt x="3108008" y="293261"/>
                  <a:pt x="3088958" y="293261"/>
                  <a:pt x="3069908" y="293261"/>
                </a:cubicBezTo>
                <a:cubicBezTo>
                  <a:pt x="3036570" y="293261"/>
                  <a:pt x="3004185" y="297071"/>
                  <a:pt x="2973705" y="308501"/>
                </a:cubicBezTo>
                <a:cubicBezTo>
                  <a:pt x="2945130" y="319931"/>
                  <a:pt x="2922270" y="338028"/>
                  <a:pt x="2908935" y="366603"/>
                </a:cubicBezTo>
                <a:cubicBezTo>
                  <a:pt x="2901315" y="382796"/>
                  <a:pt x="2905125" y="392321"/>
                  <a:pt x="2924175" y="396131"/>
                </a:cubicBezTo>
                <a:cubicBezTo>
                  <a:pt x="2941320" y="398988"/>
                  <a:pt x="2956560" y="397083"/>
                  <a:pt x="2972753" y="388511"/>
                </a:cubicBezTo>
                <a:cubicBezTo>
                  <a:pt x="3023235" y="360888"/>
                  <a:pt x="3077528" y="357078"/>
                  <a:pt x="3132773" y="368508"/>
                </a:cubicBezTo>
                <a:cubicBezTo>
                  <a:pt x="3086100" y="373271"/>
                  <a:pt x="3039428" y="375176"/>
                  <a:pt x="2998470" y="405656"/>
                </a:cubicBezTo>
                <a:cubicBezTo>
                  <a:pt x="3026093" y="408513"/>
                  <a:pt x="3052763" y="407561"/>
                  <a:pt x="3079433" y="414228"/>
                </a:cubicBezTo>
                <a:cubicBezTo>
                  <a:pt x="3105150" y="419943"/>
                  <a:pt x="3131820" y="426611"/>
                  <a:pt x="3160395" y="445661"/>
                </a:cubicBezTo>
                <a:cubicBezTo>
                  <a:pt x="3129915" y="441851"/>
                  <a:pt x="3108008" y="428516"/>
                  <a:pt x="3083243" y="435183"/>
                </a:cubicBezTo>
                <a:cubicBezTo>
                  <a:pt x="3128010" y="446613"/>
                  <a:pt x="3171825" y="458996"/>
                  <a:pt x="3215640" y="491381"/>
                </a:cubicBezTo>
                <a:cubicBezTo>
                  <a:pt x="3190875" y="488523"/>
                  <a:pt x="3176588" y="474236"/>
                  <a:pt x="3157538" y="476141"/>
                </a:cubicBezTo>
                <a:cubicBezTo>
                  <a:pt x="3159443" y="486618"/>
                  <a:pt x="3168015" y="489476"/>
                  <a:pt x="3173730" y="494238"/>
                </a:cubicBezTo>
                <a:cubicBezTo>
                  <a:pt x="3238500" y="545673"/>
                  <a:pt x="3286125" y="610443"/>
                  <a:pt x="3308033" y="689501"/>
                </a:cubicBezTo>
                <a:cubicBezTo>
                  <a:pt x="3324225" y="748556"/>
                  <a:pt x="3350895" y="796181"/>
                  <a:pt x="3393758" y="842853"/>
                </a:cubicBezTo>
                <a:cubicBezTo>
                  <a:pt x="3493770" y="953343"/>
                  <a:pt x="3506153" y="1087646"/>
                  <a:pt x="3467100" y="1227663"/>
                </a:cubicBezTo>
                <a:cubicBezTo>
                  <a:pt x="3458528" y="1258143"/>
                  <a:pt x="3463290" y="1279098"/>
                  <a:pt x="3483293" y="1302911"/>
                </a:cubicBezTo>
                <a:cubicBezTo>
                  <a:pt x="3549015" y="1381968"/>
                  <a:pt x="3601403" y="1465788"/>
                  <a:pt x="3605213" y="1573421"/>
                </a:cubicBezTo>
                <a:cubicBezTo>
                  <a:pt x="3608070" y="1660098"/>
                  <a:pt x="3608070" y="1745823"/>
                  <a:pt x="3558540" y="1822976"/>
                </a:cubicBezTo>
                <a:cubicBezTo>
                  <a:pt x="3539490" y="1852503"/>
                  <a:pt x="3529965" y="1885841"/>
                  <a:pt x="3527108" y="1921083"/>
                </a:cubicBezTo>
                <a:cubicBezTo>
                  <a:pt x="3524250" y="1953468"/>
                  <a:pt x="3530918" y="1982043"/>
                  <a:pt x="3553778" y="2005856"/>
                </a:cubicBezTo>
                <a:cubicBezTo>
                  <a:pt x="3572828" y="2024906"/>
                  <a:pt x="3595688" y="2030621"/>
                  <a:pt x="3622358" y="2024906"/>
                </a:cubicBezTo>
                <a:cubicBezTo>
                  <a:pt x="3649028" y="2019191"/>
                  <a:pt x="3662363" y="2001093"/>
                  <a:pt x="3668078" y="1975376"/>
                </a:cubicBezTo>
                <a:cubicBezTo>
                  <a:pt x="3669983" y="1965851"/>
                  <a:pt x="3671888" y="1956326"/>
                  <a:pt x="3673793" y="1944896"/>
                </a:cubicBezTo>
                <a:cubicBezTo>
                  <a:pt x="3698558" y="1998236"/>
                  <a:pt x="3686175" y="2063958"/>
                  <a:pt x="3639503" y="2080151"/>
                </a:cubicBezTo>
                <a:cubicBezTo>
                  <a:pt x="3592830" y="2096343"/>
                  <a:pt x="3582353" y="2117298"/>
                  <a:pt x="3585210" y="2164923"/>
                </a:cubicBezTo>
                <a:cubicBezTo>
                  <a:pt x="3588068" y="2226836"/>
                  <a:pt x="3544253" y="2273508"/>
                  <a:pt x="3498533" y="2310656"/>
                </a:cubicBezTo>
                <a:cubicBezTo>
                  <a:pt x="3466148" y="2337326"/>
                  <a:pt x="3451860" y="2368758"/>
                  <a:pt x="3452813" y="2408764"/>
                </a:cubicBezTo>
                <a:cubicBezTo>
                  <a:pt x="3452813" y="2425908"/>
                  <a:pt x="3455670" y="2442101"/>
                  <a:pt x="3448050" y="2458293"/>
                </a:cubicBezTo>
                <a:cubicBezTo>
                  <a:pt x="3397568" y="2577356"/>
                  <a:pt x="3317558" y="2657366"/>
                  <a:pt x="3183255" y="2671654"/>
                </a:cubicBezTo>
                <a:cubicBezTo>
                  <a:pt x="3115628" y="2678321"/>
                  <a:pt x="3066098" y="2735471"/>
                  <a:pt x="3066098" y="2803098"/>
                </a:cubicBezTo>
                <a:cubicBezTo>
                  <a:pt x="3066098" y="2828816"/>
                  <a:pt x="3067050" y="2854533"/>
                  <a:pt x="3066098" y="2880251"/>
                </a:cubicBezTo>
                <a:cubicBezTo>
                  <a:pt x="3064193" y="2925971"/>
                  <a:pt x="3056573" y="2970739"/>
                  <a:pt x="3031808" y="3010743"/>
                </a:cubicBezTo>
                <a:cubicBezTo>
                  <a:pt x="3012758" y="3042176"/>
                  <a:pt x="2987993" y="3064083"/>
                  <a:pt x="2946083" y="3070751"/>
                </a:cubicBezTo>
                <a:cubicBezTo>
                  <a:pt x="3017520" y="2962166"/>
                  <a:pt x="3022283" y="2946926"/>
                  <a:pt x="2998470" y="2908826"/>
                </a:cubicBezTo>
                <a:cubicBezTo>
                  <a:pt x="3002280" y="3000266"/>
                  <a:pt x="2945130" y="3079323"/>
                  <a:pt x="2875598" y="3078371"/>
                </a:cubicBezTo>
                <a:cubicBezTo>
                  <a:pt x="2962275" y="3022173"/>
                  <a:pt x="2990850" y="2963118"/>
                  <a:pt x="2957513" y="2907873"/>
                </a:cubicBezTo>
                <a:cubicBezTo>
                  <a:pt x="2949893" y="2994551"/>
                  <a:pt x="2906078" y="3051701"/>
                  <a:pt x="2829878" y="3063131"/>
                </a:cubicBezTo>
                <a:cubicBezTo>
                  <a:pt x="2885123" y="3033604"/>
                  <a:pt x="2924175" y="3001218"/>
                  <a:pt x="2926080" y="2949783"/>
                </a:cubicBezTo>
                <a:cubicBezTo>
                  <a:pt x="2889885" y="2981216"/>
                  <a:pt x="2850833" y="3014554"/>
                  <a:pt x="2812733" y="3049796"/>
                </a:cubicBezTo>
                <a:cubicBezTo>
                  <a:pt x="2730818" y="3125996"/>
                  <a:pt x="2642235" y="3190766"/>
                  <a:pt x="2533650" y="3226008"/>
                </a:cubicBezTo>
                <a:cubicBezTo>
                  <a:pt x="2469833" y="3246011"/>
                  <a:pt x="2405063" y="3258393"/>
                  <a:pt x="2338388" y="3264108"/>
                </a:cubicBezTo>
                <a:cubicBezTo>
                  <a:pt x="2262188" y="3270776"/>
                  <a:pt x="2216468" y="3321258"/>
                  <a:pt x="2214563" y="3397458"/>
                </a:cubicBezTo>
                <a:cubicBezTo>
                  <a:pt x="2214563" y="3415556"/>
                  <a:pt x="2213610" y="3433654"/>
                  <a:pt x="2216468" y="3450798"/>
                </a:cubicBezTo>
                <a:cubicBezTo>
                  <a:pt x="2251710" y="3634631"/>
                  <a:pt x="2308860" y="3811796"/>
                  <a:pt x="2396490" y="3977531"/>
                </a:cubicBezTo>
                <a:cubicBezTo>
                  <a:pt x="2452688" y="4084211"/>
                  <a:pt x="2516505" y="4187081"/>
                  <a:pt x="2577465" y="4291856"/>
                </a:cubicBezTo>
                <a:cubicBezTo>
                  <a:pt x="2599373" y="4329956"/>
                  <a:pt x="2598420" y="4330909"/>
                  <a:pt x="2556510" y="4342339"/>
                </a:cubicBezTo>
                <a:cubicBezTo>
                  <a:pt x="2265045" y="4418539"/>
                  <a:pt x="1966913" y="4454734"/>
                  <a:pt x="1666875" y="4464259"/>
                </a:cubicBezTo>
                <a:cubicBezTo>
                  <a:pt x="1540193" y="4468068"/>
                  <a:pt x="1413510" y="4467116"/>
                  <a:pt x="1286828" y="4460449"/>
                </a:cubicBezTo>
                <a:cubicBezTo>
                  <a:pt x="1104900" y="4449971"/>
                  <a:pt x="923925" y="4429016"/>
                  <a:pt x="743903" y="4396631"/>
                </a:cubicBezTo>
                <a:cubicBezTo>
                  <a:pt x="717233" y="4391868"/>
                  <a:pt x="709613" y="4382343"/>
                  <a:pt x="716280" y="4354721"/>
                </a:cubicBezTo>
                <a:cubicBezTo>
                  <a:pt x="762000" y="4173746"/>
                  <a:pt x="795338" y="3990866"/>
                  <a:pt x="808673" y="3804176"/>
                </a:cubicBezTo>
                <a:cubicBezTo>
                  <a:pt x="816293" y="3688923"/>
                  <a:pt x="805815" y="3576529"/>
                  <a:pt x="759143" y="3469848"/>
                </a:cubicBezTo>
                <a:cubicBezTo>
                  <a:pt x="726758" y="3397458"/>
                  <a:pt x="679133" y="3335546"/>
                  <a:pt x="602933" y="3306018"/>
                </a:cubicBezTo>
                <a:cubicBezTo>
                  <a:pt x="501968" y="3266014"/>
                  <a:pt x="401003" y="3225056"/>
                  <a:pt x="296228" y="3193623"/>
                </a:cubicBezTo>
                <a:cubicBezTo>
                  <a:pt x="255270" y="3181241"/>
                  <a:pt x="216218" y="3164096"/>
                  <a:pt x="180023" y="3141236"/>
                </a:cubicBezTo>
                <a:cubicBezTo>
                  <a:pt x="65723" y="3068846"/>
                  <a:pt x="29528" y="2966929"/>
                  <a:pt x="73343" y="2839293"/>
                </a:cubicBezTo>
                <a:cubicBezTo>
                  <a:pt x="93345" y="2780239"/>
                  <a:pt x="99060" y="2724041"/>
                  <a:pt x="70485" y="2664033"/>
                </a:cubicBezTo>
                <a:cubicBezTo>
                  <a:pt x="44768" y="2610693"/>
                  <a:pt x="49530" y="2555448"/>
                  <a:pt x="89535" y="2507823"/>
                </a:cubicBezTo>
                <a:cubicBezTo>
                  <a:pt x="100013" y="2495441"/>
                  <a:pt x="96203" y="2487821"/>
                  <a:pt x="87630" y="2477343"/>
                </a:cubicBezTo>
                <a:cubicBezTo>
                  <a:pt x="44768" y="2424956"/>
                  <a:pt x="39053" y="2366853"/>
                  <a:pt x="65723" y="2304941"/>
                </a:cubicBezTo>
                <a:cubicBezTo>
                  <a:pt x="73343" y="2287796"/>
                  <a:pt x="79058" y="2269698"/>
                  <a:pt x="82868" y="2251601"/>
                </a:cubicBezTo>
                <a:cubicBezTo>
                  <a:pt x="93345" y="2200166"/>
                  <a:pt x="89535" y="2153494"/>
                  <a:pt x="42863" y="2117298"/>
                </a:cubicBezTo>
                <a:cubicBezTo>
                  <a:pt x="22860" y="2104916"/>
                  <a:pt x="11430" y="2080151"/>
                  <a:pt x="0" y="2055386"/>
                </a:cubicBezTo>
                <a:close/>
                <a:moveTo>
                  <a:pt x="2730818" y="275163"/>
                </a:moveTo>
                <a:cubicBezTo>
                  <a:pt x="2725103" y="205631"/>
                  <a:pt x="2662238" y="146576"/>
                  <a:pt x="2600325" y="147528"/>
                </a:cubicBezTo>
                <a:cubicBezTo>
                  <a:pt x="2647950" y="184676"/>
                  <a:pt x="2687955" y="226586"/>
                  <a:pt x="2730818" y="275163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xmlns="" id="{9E9A4A3A-DD64-43EC-A569-5B16E44BBEEB}"/>
              </a:ext>
            </a:extLst>
          </p:cNvPr>
          <p:cNvSpPr/>
          <p:nvPr/>
        </p:nvSpPr>
        <p:spPr>
          <a:xfrm flipH="1">
            <a:off x="6903429" y="4790660"/>
            <a:ext cx="1713807" cy="1606332"/>
          </a:xfrm>
          <a:custGeom>
            <a:avLst/>
            <a:gdLst>
              <a:gd name="connsiteX0" fmla="*/ 586278 w 984942"/>
              <a:gd name="connsiteY0" fmla="*/ 627113 h 923175"/>
              <a:gd name="connsiteX1" fmla="*/ 674066 w 984942"/>
              <a:gd name="connsiteY1" fmla="*/ 649584 h 923175"/>
              <a:gd name="connsiteX2" fmla="*/ 685735 w 984942"/>
              <a:gd name="connsiteY2" fmla="*/ 654750 h 923175"/>
              <a:gd name="connsiteX3" fmla="*/ 660248 w 984942"/>
              <a:gd name="connsiteY3" fmla="*/ 671689 h 923175"/>
              <a:gd name="connsiteX4" fmla="*/ 602194 w 984942"/>
              <a:gd name="connsiteY4" fmla="*/ 698565 h 923175"/>
              <a:gd name="connsiteX5" fmla="*/ 591916 w 984942"/>
              <a:gd name="connsiteY5" fmla="*/ 697543 h 923175"/>
              <a:gd name="connsiteX6" fmla="*/ 546265 w 984942"/>
              <a:gd name="connsiteY6" fmla="*/ 650371 h 923175"/>
              <a:gd name="connsiteX7" fmla="*/ 575973 w 984942"/>
              <a:gd name="connsiteY7" fmla="*/ 627978 h 923175"/>
              <a:gd name="connsiteX8" fmla="*/ 586278 w 984942"/>
              <a:gd name="connsiteY8" fmla="*/ 627113 h 923175"/>
              <a:gd name="connsiteX9" fmla="*/ 39780 w 984942"/>
              <a:gd name="connsiteY9" fmla="*/ 745 h 923175"/>
              <a:gd name="connsiteX10" fmla="*/ 14034 w 984942"/>
              <a:gd name="connsiteY10" fmla="*/ 14282 h 923175"/>
              <a:gd name="connsiteX11" fmla="*/ 0 w 984942"/>
              <a:gd name="connsiteY11" fmla="*/ 38104 h 923175"/>
              <a:gd name="connsiteX12" fmla="*/ 8852 w 984942"/>
              <a:gd name="connsiteY12" fmla="*/ 61392 h 923175"/>
              <a:gd name="connsiteX13" fmla="*/ 9343 w 984942"/>
              <a:gd name="connsiteY13" fmla="*/ 65365 h 923175"/>
              <a:gd name="connsiteX14" fmla="*/ 10386 w 984942"/>
              <a:gd name="connsiteY14" fmla="*/ 61604 h 923175"/>
              <a:gd name="connsiteX15" fmla="*/ 256863 w 984942"/>
              <a:gd name="connsiteY15" fmla="*/ 455549 h 923175"/>
              <a:gd name="connsiteX16" fmla="*/ 273252 w 984942"/>
              <a:gd name="connsiteY16" fmla="*/ 560669 h 923175"/>
              <a:gd name="connsiteX17" fmla="*/ 263550 w 984942"/>
              <a:gd name="connsiteY17" fmla="*/ 572783 h 923175"/>
              <a:gd name="connsiteX18" fmla="*/ 273121 w 984942"/>
              <a:gd name="connsiteY18" fmla="*/ 611826 h 923175"/>
              <a:gd name="connsiteX19" fmla="*/ 312321 w 984942"/>
              <a:gd name="connsiteY19" fmla="*/ 629735 h 923175"/>
              <a:gd name="connsiteX20" fmla="*/ 305949 w 984942"/>
              <a:gd name="connsiteY20" fmla="*/ 667415 h 923175"/>
              <a:gd name="connsiteX21" fmla="*/ 333429 w 984942"/>
              <a:gd name="connsiteY21" fmla="*/ 698067 h 923175"/>
              <a:gd name="connsiteX22" fmla="*/ 489234 w 984942"/>
              <a:gd name="connsiteY22" fmla="*/ 905974 h 923175"/>
              <a:gd name="connsiteX23" fmla="*/ 498831 w 984942"/>
              <a:gd name="connsiteY23" fmla="*/ 919792 h 923175"/>
              <a:gd name="connsiteX24" fmla="*/ 515927 w 984942"/>
              <a:gd name="connsiteY24" fmla="*/ 923175 h 923175"/>
              <a:gd name="connsiteX25" fmla="*/ 984942 w 984942"/>
              <a:gd name="connsiteY25" fmla="*/ 922755 h 923175"/>
              <a:gd name="connsiteX26" fmla="*/ 965565 w 984942"/>
              <a:gd name="connsiteY26" fmla="*/ 642348 h 923175"/>
              <a:gd name="connsiteX27" fmla="*/ 928935 w 984942"/>
              <a:gd name="connsiteY27" fmla="*/ 507624 h 923175"/>
              <a:gd name="connsiteX28" fmla="*/ 806063 w 984942"/>
              <a:gd name="connsiteY28" fmla="*/ 411917 h 923175"/>
              <a:gd name="connsiteX29" fmla="*/ 669006 w 984942"/>
              <a:gd name="connsiteY29" fmla="*/ 324155 h 923175"/>
              <a:gd name="connsiteX30" fmla="*/ 600569 w 984942"/>
              <a:gd name="connsiteY30" fmla="*/ 316132 h 923175"/>
              <a:gd name="connsiteX31" fmla="*/ 342423 w 984942"/>
              <a:gd name="connsiteY31" fmla="*/ 364169 h 923175"/>
              <a:gd name="connsiteX32" fmla="*/ 323806 w 984942"/>
              <a:gd name="connsiteY32" fmla="*/ 366345 h 923175"/>
              <a:gd name="connsiteX33" fmla="*/ 313160 w 984942"/>
              <a:gd name="connsiteY33" fmla="*/ 356040 h 923175"/>
              <a:gd name="connsiteX34" fmla="*/ 94582 w 984942"/>
              <a:gd name="connsiteY34" fmla="*/ 40837 h 923175"/>
              <a:gd name="connsiteX35" fmla="*/ 297506 w 984942"/>
              <a:gd name="connsiteY35" fmla="*/ 316446 h 923175"/>
              <a:gd name="connsiteX36" fmla="*/ 341557 w 984942"/>
              <a:gd name="connsiteY36" fmla="*/ 339337 h 923175"/>
              <a:gd name="connsiteX37" fmla="*/ 145660 w 984942"/>
              <a:gd name="connsiteY37" fmla="*/ 50355 h 923175"/>
              <a:gd name="connsiteX38" fmla="*/ 117656 w 984942"/>
              <a:gd name="connsiteY38" fmla="*/ 18759 h 923175"/>
              <a:gd name="connsiteX39" fmla="*/ 74969 w 984942"/>
              <a:gd name="connsiteY39" fmla="*/ 3656 h 923175"/>
              <a:gd name="connsiteX40" fmla="*/ 39780 w 984942"/>
              <a:gd name="connsiteY40" fmla="*/ 745 h 923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984942" h="923175">
                <a:moveTo>
                  <a:pt x="586278" y="627113"/>
                </a:moveTo>
                <a:cubicBezTo>
                  <a:pt x="614256" y="639751"/>
                  <a:pt x="642496" y="650843"/>
                  <a:pt x="674066" y="649584"/>
                </a:cubicBezTo>
                <a:cubicBezTo>
                  <a:pt x="676951" y="649480"/>
                  <a:pt x="679940" y="652102"/>
                  <a:pt x="685735" y="654750"/>
                </a:cubicBezTo>
                <a:cubicBezTo>
                  <a:pt x="675797" y="661436"/>
                  <a:pt x="668507" y="667546"/>
                  <a:pt x="660248" y="671689"/>
                </a:cubicBezTo>
                <a:cubicBezTo>
                  <a:pt x="641185" y="681233"/>
                  <a:pt x="621729" y="690017"/>
                  <a:pt x="602194" y="698565"/>
                </a:cubicBezTo>
                <a:cubicBezTo>
                  <a:pt x="599363" y="699824"/>
                  <a:pt x="593856" y="699483"/>
                  <a:pt x="591916" y="697543"/>
                </a:cubicBezTo>
                <a:cubicBezTo>
                  <a:pt x="576524" y="682282"/>
                  <a:pt x="561683" y="666444"/>
                  <a:pt x="546265" y="650371"/>
                </a:cubicBezTo>
                <a:cubicBezTo>
                  <a:pt x="557225" y="641980"/>
                  <a:pt x="566298" y="634560"/>
                  <a:pt x="575973" y="627978"/>
                </a:cubicBezTo>
                <a:cubicBezTo>
                  <a:pt x="578517" y="626248"/>
                  <a:pt x="583473" y="625855"/>
                  <a:pt x="586278" y="627113"/>
                </a:cubicBezTo>
                <a:close/>
                <a:moveTo>
                  <a:pt x="39780" y="745"/>
                </a:moveTo>
                <a:cubicBezTo>
                  <a:pt x="30012" y="2423"/>
                  <a:pt x="21123" y="7366"/>
                  <a:pt x="14034" y="14282"/>
                </a:cubicBezTo>
                <a:lnTo>
                  <a:pt x="0" y="38104"/>
                </a:lnTo>
                <a:lnTo>
                  <a:pt x="8852" y="61392"/>
                </a:lnTo>
                <a:lnTo>
                  <a:pt x="9343" y="65365"/>
                </a:lnTo>
                <a:lnTo>
                  <a:pt x="10386" y="61604"/>
                </a:lnTo>
                <a:cubicBezTo>
                  <a:pt x="92536" y="192919"/>
                  <a:pt x="174713" y="324234"/>
                  <a:pt x="256863" y="455549"/>
                </a:cubicBezTo>
                <a:cubicBezTo>
                  <a:pt x="276975" y="487722"/>
                  <a:pt x="296825" y="530934"/>
                  <a:pt x="273252" y="560669"/>
                </a:cubicBezTo>
                <a:cubicBezTo>
                  <a:pt x="270026" y="564733"/>
                  <a:pt x="266093" y="568273"/>
                  <a:pt x="263550" y="572783"/>
                </a:cubicBezTo>
                <a:cubicBezTo>
                  <a:pt x="256391" y="585395"/>
                  <a:pt x="262318" y="602151"/>
                  <a:pt x="273121" y="611826"/>
                </a:cubicBezTo>
                <a:cubicBezTo>
                  <a:pt x="283924" y="621502"/>
                  <a:pt x="298371" y="625749"/>
                  <a:pt x="312321" y="629735"/>
                </a:cubicBezTo>
                <a:cubicBezTo>
                  <a:pt x="301125" y="637837"/>
                  <a:pt x="300050" y="654907"/>
                  <a:pt x="305949" y="667415"/>
                </a:cubicBezTo>
                <a:cubicBezTo>
                  <a:pt x="311875" y="679922"/>
                  <a:pt x="322967" y="689021"/>
                  <a:pt x="333429" y="698067"/>
                </a:cubicBezTo>
                <a:cubicBezTo>
                  <a:pt x="399454" y="755124"/>
                  <a:pt x="452997" y="826576"/>
                  <a:pt x="489234" y="905974"/>
                </a:cubicBezTo>
                <a:cubicBezTo>
                  <a:pt x="491594" y="911165"/>
                  <a:pt x="494111" y="916646"/>
                  <a:pt x="498831" y="919792"/>
                </a:cubicBezTo>
                <a:cubicBezTo>
                  <a:pt x="503735" y="923069"/>
                  <a:pt x="510027" y="923175"/>
                  <a:pt x="515927" y="923175"/>
                </a:cubicBezTo>
                <a:cubicBezTo>
                  <a:pt x="672257" y="923044"/>
                  <a:pt x="828613" y="922886"/>
                  <a:pt x="984942" y="922755"/>
                </a:cubicBezTo>
                <a:cubicBezTo>
                  <a:pt x="978466" y="829277"/>
                  <a:pt x="972016" y="735825"/>
                  <a:pt x="965565" y="642348"/>
                </a:cubicBezTo>
                <a:cubicBezTo>
                  <a:pt x="962288" y="595202"/>
                  <a:pt x="957909" y="544963"/>
                  <a:pt x="928935" y="507624"/>
                </a:cubicBezTo>
                <a:cubicBezTo>
                  <a:pt x="898256" y="468109"/>
                  <a:pt x="845080" y="442700"/>
                  <a:pt x="806063" y="411917"/>
                </a:cubicBezTo>
                <a:cubicBezTo>
                  <a:pt x="763742" y="378538"/>
                  <a:pt x="720766" y="341881"/>
                  <a:pt x="669006" y="324155"/>
                </a:cubicBezTo>
                <a:cubicBezTo>
                  <a:pt x="647163" y="316682"/>
                  <a:pt x="623643" y="315843"/>
                  <a:pt x="600569" y="316132"/>
                </a:cubicBezTo>
                <a:cubicBezTo>
                  <a:pt x="512624" y="317207"/>
                  <a:pt x="424862" y="333542"/>
                  <a:pt x="342423" y="364169"/>
                </a:cubicBezTo>
                <a:cubicBezTo>
                  <a:pt x="336444" y="366397"/>
                  <a:pt x="329758" y="368705"/>
                  <a:pt x="323806" y="366345"/>
                </a:cubicBezTo>
                <a:cubicBezTo>
                  <a:pt x="319139" y="364509"/>
                  <a:pt x="316018" y="360157"/>
                  <a:pt x="313160" y="356040"/>
                </a:cubicBezTo>
                <a:cubicBezTo>
                  <a:pt x="240292" y="250972"/>
                  <a:pt x="167450" y="145905"/>
                  <a:pt x="94582" y="40837"/>
                </a:cubicBezTo>
                <a:cubicBezTo>
                  <a:pt x="162206" y="132715"/>
                  <a:pt x="229856" y="224568"/>
                  <a:pt x="297506" y="316446"/>
                </a:cubicBezTo>
                <a:cubicBezTo>
                  <a:pt x="308204" y="330999"/>
                  <a:pt x="325353" y="347335"/>
                  <a:pt x="341557" y="339337"/>
                </a:cubicBezTo>
                <a:cubicBezTo>
                  <a:pt x="276949" y="242556"/>
                  <a:pt x="211632" y="146220"/>
                  <a:pt x="145660" y="50355"/>
                </a:cubicBezTo>
                <a:cubicBezTo>
                  <a:pt x="137637" y="38687"/>
                  <a:pt x="129325" y="26782"/>
                  <a:pt x="117656" y="18759"/>
                </a:cubicBezTo>
                <a:cubicBezTo>
                  <a:pt x="105123" y="10158"/>
                  <a:pt x="89836" y="6829"/>
                  <a:pt x="74969" y="3656"/>
                </a:cubicBezTo>
                <a:cubicBezTo>
                  <a:pt x="63379" y="1191"/>
                  <a:pt x="51448" y="-1274"/>
                  <a:pt x="39780" y="745"/>
                </a:cubicBezTo>
                <a:close/>
              </a:path>
            </a:pathLst>
          </a:custGeom>
          <a:solidFill>
            <a:schemeClr val="accent2"/>
          </a:solidFill>
          <a:ln w="7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" name="Freeform: Shape 45">
            <a:extLst>
              <a:ext uri="{FF2B5EF4-FFF2-40B4-BE49-F238E27FC236}">
                <a16:creationId xmlns:a16="http://schemas.microsoft.com/office/drawing/2014/main" xmlns="" id="{6E199011-93F9-4D16-92A0-D9C3A5616AD6}"/>
              </a:ext>
            </a:extLst>
          </p:cNvPr>
          <p:cNvSpPr/>
          <p:nvPr/>
        </p:nvSpPr>
        <p:spPr>
          <a:xfrm flipH="1">
            <a:off x="5432034" y="1230239"/>
            <a:ext cx="3648547" cy="1910526"/>
          </a:xfrm>
          <a:custGeom>
            <a:avLst/>
            <a:gdLst>
              <a:gd name="connsiteX0" fmla="*/ 125198 w 2141651"/>
              <a:gd name="connsiteY0" fmla="*/ 547295 h 930554"/>
              <a:gd name="connsiteX1" fmla="*/ 95310 w 2141651"/>
              <a:gd name="connsiteY1" fmla="*/ 570019 h 930554"/>
              <a:gd name="connsiteX2" fmla="*/ 76929 w 2141651"/>
              <a:gd name="connsiteY2" fmla="*/ 580219 h 930554"/>
              <a:gd name="connsiteX3" fmla="*/ 36941 w 2141651"/>
              <a:gd name="connsiteY3" fmla="*/ 625345 h 930554"/>
              <a:gd name="connsiteX4" fmla="*/ 32615 w 2141651"/>
              <a:gd name="connsiteY4" fmla="*/ 646506 h 930554"/>
              <a:gd name="connsiteX5" fmla="*/ 26532 w 2141651"/>
              <a:gd name="connsiteY5" fmla="*/ 687646 h 930554"/>
              <a:gd name="connsiteX6" fmla="*/ 64316 w 2141651"/>
              <a:gd name="connsiteY6" fmla="*/ 707706 h 930554"/>
              <a:gd name="connsiteX7" fmla="*/ 83248 w 2141651"/>
              <a:gd name="connsiteY7" fmla="*/ 719295 h 930554"/>
              <a:gd name="connsiteX8" fmla="*/ 139361 w 2141651"/>
              <a:gd name="connsiteY8" fmla="*/ 736181 h 930554"/>
              <a:gd name="connsiteX9" fmla="*/ 161334 w 2141651"/>
              <a:gd name="connsiteY9" fmla="*/ 737414 h 930554"/>
              <a:gd name="connsiteX10" fmla="*/ 184566 w 2141651"/>
              <a:gd name="connsiteY10" fmla="*/ 750367 h 930554"/>
              <a:gd name="connsiteX11" fmla="*/ 221669 w 2141651"/>
              <a:gd name="connsiteY11" fmla="*/ 714549 h 930554"/>
              <a:gd name="connsiteX12" fmla="*/ 236563 w 2141651"/>
              <a:gd name="connsiteY12" fmla="*/ 696666 h 930554"/>
              <a:gd name="connsiteX13" fmla="*/ 250932 w 2141651"/>
              <a:gd name="connsiteY13" fmla="*/ 690793 h 930554"/>
              <a:gd name="connsiteX14" fmla="*/ 243668 w 2141651"/>
              <a:gd name="connsiteY14" fmla="*/ 630039 h 930554"/>
              <a:gd name="connsiteX15" fmla="*/ 231476 w 2141651"/>
              <a:gd name="connsiteY15" fmla="*/ 610819 h 930554"/>
              <a:gd name="connsiteX16" fmla="*/ 182888 w 2141651"/>
              <a:gd name="connsiteY16" fmla="*/ 571880 h 930554"/>
              <a:gd name="connsiteX17" fmla="*/ 158371 w 2141651"/>
              <a:gd name="connsiteY17" fmla="*/ 564512 h 930554"/>
              <a:gd name="connsiteX18" fmla="*/ 125198 w 2141651"/>
              <a:gd name="connsiteY18" fmla="*/ 547295 h 930554"/>
              <a:gd name="connsiteX19" fmla="*/ 125346 w 2141651"/>
              <a:gd name="connsiteY19" fmla="*/ 522483 h 930554"/>
              <a:gd name="connsiteX20" fmla="*/ 169437 w 2141651"/>
              <a:gd name="connsiteY20" fmla="*/ 539498 h 930554"/>
              <a:gd name="connsiteX21" fmla="*/ 187608 w 2141651"/>
              <a:gd name="connsiteY21" fmla="*/ 545555 h 930554"/>
              <a:gd name="connsiteX22" fmla="*/ 253292 w 2141651"/>
              <a:gd name="connsiteY22" fmla="*/ 596633 h 930554"/>
              <a:gd name="connsiteX23" fmla="*/ 263334 w 2141651"/>
              <a:gd name="connsiteY23" fmla="*/ 613310 h 930554"/>
              <a:gd name="connsiteX24" fmla="*/ 288113 w 2141651"/>
              <a:gd name="connsiteY24" fmla="*/ 665227 h 930554"/>
              <a:gd name="connsiteX25" fmla="*/ 254314 w 2141651"/>
              <a:gd name="connsiteY25" fmla="*/ 716962 h 930554"/>
              <a:gd name="connsiteX26" fmla="*/ 241492 w 2141651"/>
              <a:gd name="connsiteY26" fmla="*/ 731121 h 930554"/>
              <a:gd name="connsiteX27" fmla="*/ 154569 w 2141651"/>
              <a:gd name="connsiteY27" fmla="*/ 764500 h 930554"/>
              <a:gd name="connsiteX28" fmla="*/ 140698 w 2141651"/>
              <a:gd name="connsiteY28" fmla="*/ 763714 h 930554"/>
              <a:gd name="connsiteX29" fmla="*/ 67201 w 2141651"/>
              <a:gd name="connsiteY29" fmla="*/ 741504 h 930554"/>
              <a:gd name="connsiteX30" fmla="*/ 54248 w 2141651"/>
              <a:gd name="connsiteY30" fmla="*/ 733350 h 930554"/>
              <a:gd name="connsiteX31" fmla="*/ 8361 w 2141651"/>
              <a:gd name="connsiteY31" fmla="*/ 641445 h 930554"/>
              <a:gd name="connsiteX32" fmla="*/ 12766 w 2141651"/>
              <a:gd name="connsiteY32" fmla="*/ 621071 h 930554"/>
              <a:gd name="connsiteX33" fmla="*/ 66178 w 2141651"/>
              <a:gd name="connsiteY33" fmla="*/ 555073 h 930554"/>
              <a:gd name="connsiteX34" fmla="*/ 84559 w 2141651"/>
              <a:gd name="connsiteY34" fmla="*/ 545371 h 930554"/>
              <a:gd name="connsiteX35" fmla="*/ 125346 w 2141651"/>
              <a:gd name="connsiteY35" fmla="*/ 522483 h 930554"/>
              <a:gd name="connsiteX36" fmla="*/ 462928 w 2141651"/>
              <a:gd name="connsiteY36" fmla="*/ 338329 h 930554"/>
              <a:gd name="connsiteX37" fmla="*/ 405058 w 2141651"/>
              <a:gd name="connsiteY37" fmla="*/ 379392 h 930554"/>
              <a:gd name="connsiteX38" fmla="*/ 373147 w 2141651"/>
              <a:gd name="connsiteY38" fmla="*/ 406897 h 930554"/>
              <a:gd name="connsiteX39" fmla="*/ 323301 w 2141651"/>
              <a:gd name="connsiteY39" fmla="*/ 442112 h 930554"/>
              <a:gd name="connsiteX40" fmla="*/ 340476 w 2141651"/>
              <a:gd name="connsiteY40" fmla="*/ 493112 h 930554"/>
              <a:gd name="connsiteX41" fmla="*/ 340896 w 2141651"/>
              <a:gd name="connsiteY41" fmla="*/ 517969 h 930554"/>
              <a:gd name="connsiteX42" fmla="*/ 349103 w 2141651"/>
              <a:gd name="connsiteY42" fmla="*/ 574397 h 930554"/>
              <a:gd name="connsiteX43" fmla="*/ 443577 w 2141651"/>
              <a:gd name="connsiteY43" fmla="*/ 595715 h 930554"/>
              <a:gd name="connsiteX44" fmla="*/ 473417 w 2141651"/>
              <a:gd name="connsiteY44" fmla="*/ 602191 h 930554"/>
              <a:gd name="connsiteX45" fmla="*/ 597180 w 2141651"/>
              <a:gd name="connsiteY45" fmla="*/ 603712 h 930554"/>
              <a:gd name="connsiteX46" fmla="*/ 622273 w 2141651"/>
              <a:gd name="connsiteY46" fmla="*/ 598154 h 930554"/>
              <a:gd name="connsiteX47" fmla="*/ 659769 w 2141651"/>
              <a:gd name="connsiteY47" fmla="*/ 608065 h 930554"/>
              <a:gd name="connsiteX48" fmla="*/ 711870 w 2141651"/>
              <a:gd name="connsiteY48" fmla="*/ 590707 h 930554"/>
              <a:gd name="connsiteX49" fmla="*/ 730513 w 2141651"/>
              <a:gd name="connsiteY49" fmla="*/ 546341 h 930554"/>
              <a:gd name="connsiteX50" fmla="*/ 747557 w 2141651"/>
              <a:gd name="connsiteY50" fmla="*/ 509290 h 930554"/>
              <a:gd name="connsiteX51" fmla="*/ 756027 w 2141651"/>
              <a:gd name="connsiteY51" fmla="*/ 429448 h 930554"/>
              <a:gd name="connsiteX52" fmla="*/ 700569 w 2141651"/>
              <a:gd name="connsiteY52" fmla="*/ 408680 h 930554"/>
              <a:gd name="connsiteX53" fmla="*/ 682267 w 2141651"/>
              <a:gd name="connsiteY53" fmla="*/ 394311 h 930554"/>
              <a:gd name="connsiteX54" fmla="*/ 658642 w 2141651"/>
              <a:gd name="connsiteY54" fmla="*/ 361115 h 930554"/>
              <a:gd name="connsiteX55" fmla="*/ 553259 w 2141651"/>
              <a:gd name="connsiteY55" fmla="*/ 356763 h 930554"/>
              <a:gd name="connsiteX56" fmla="*/ 529687 w 2141651"/>
              <a:gd name="connsiteY56" fmla="*/ 355976 h 930554"/>
              <a:gd name="connsiteX57" fmla="*/ 462928 w 2141651"/>
              <a:gd name="connsiteY57" fmla="*/ 338329 h 930554"/>
              <a:gd name="connsiteX58" fmla="*/ 457002 w 2141651"/>
              <a:gd name="connsiteY58" fmla="*/ 312292 h 930554"/>
              <a:gd name="connsiteX59" fmla="*/ 532571 w 2141651"/>
              <a:gd name="connsiteY59" fmla="*/ 327605 h 930554"/>
              <a:gd name="connsiteX60" fmla="*/ 550270 w 2141651"/>
              <a:gd name="connsiteY60" fmla="*/ 327500 h 930554"/>
              <a:gd name="connsiteX61" fmla="*/ 680510 w 2141651"/>
              <a:gd name="connsiteY61" fmla="*/ 346720 h 930554"/>
              <a:gd name="connsiteX62" fmla="*/ 687747 w 2141651"/>
              <a:gd name="connsiteY62" fmla="*/ 354272 h 930554"/>
              <a:gd name="connsiteX63" fmla="*/ 739298 w 2141651"/>
              <a:gd name="connsiteY63" fmla="*/ 390798 h 930554"/>
              <a:gd name="connsiteX64" fmla="*/ 796984 w 2141651"/>
              <a:gd name="connsiteY64" fmla="*/ 449113 h 930554"/>
              <a:gd name="connsiteX65" fmla="*/ 773175 w 2141651"/>
              <a:gd name="connsiteY65" fmla="*/ 524105 h 930554"/>
              <a:gd name="connsiteX66" fmla="*/ 752880 w 2141651"/>
              <a:gd name="connsiteY66" fmla="*/ 537819 h 930554"/>
              <a:gd name="connsiteX67" fmla="*/ 676786 w 2141651"/>
              <a:gd name="connsiteY67" fmla="*/ 631769 h 930554"/>
              <a:gd name="connsiteX68" fmla="*/ 622614 w 2141651"/>
              <a:gd name="connsiteY68" fmla="*/ 626787 h 930554"/>
              <a:gd name="connsiteX69" fmla="*/ 609110 w 2141651"/>
              <a:gd name="connsiteY69" fmla="*/ 629252 h 930554"/>
              <a:gd name="connsiteX70" fmla="*/ 465550 w 2141651"/>
              <a:gd name="connsiteY70" fmla="*/ 628753 h 930554"/>
              <a:gd name="connsiteX71" fmla="*/ 443498 w 2141651"/>
              <a:gd name="connsiteY71" fmla="*/ 623903 h 930554"/>
              <a:gd name="connsiteX72" fmla="*/ 328598 w 2141651"/>
              <a:gd name="connsiteY72" fmla="*/ 587534 h 930554"/>
              <a:gd name="connsiteX73" fmla="*/ 315042 w 2141651"/>
              <a:gd name="connsiteY73" fmla="*/ 513853 h 930554"/>
              <a:gd name="connsiteX74" fmla="*/ 314439 w 2141651"/>
              <a:gd name="connsiteY74" fmla="*/ 501110 h 930554"/>
              <a:gd name="connsiteX75" fmla="*/ 366068 w 2141651"/>
              <a:gd name="connsiteY75" fmla="*/ 380493 h 930554"/>
              <a:gd name="connsiteX76" fmla="*/ 384606 w 2141651"/>
              <a:gd name="connsiteY76" fmla="*/ 364446 h 930554"/>
              <a:gd name="connsiteX77" fmla="*/ 457002 w 2141651"/>
              <a:gd name="connsiteY77" fmla="*/ 312292 h 930554"/>
              <a:gd name="connsiteX78" fmla="*/ 1383540 w 2141651"/>
              <a:gd name="connsiteY78" fmla="*/ 39818 h 930554"/>
              <a:gd name="connsiteX79" fmla="*/ 1326833 w 2141651"/>
              <a:gd name="connsiteY79" fmla="*/ 46385 h 930554"/>
              <a:gd name="connsiteX80" fmla="*/ 1174279 w 2141651"/>
              <a:gd name="connsiteY80" fmla="*/ 176389 h 930554"/>
              <a:gd name="connsiteX81" fmla="*/ 1150838 w 2141651"/>
              <a:gd name="connsiteY81" fmla="*/ 189578 h 930554"/>
              <a:gd name="connsiteX82" fmla="*/ 973898 w 2141651"/>
              <a:gd name="connsiteY82" fmla="*/ 229434 h 930554"/>
              <a:gd name="connsiteX83" fmla="*/ 927539 w 2141651"/>
              <a:gd name="connsiteY83" fmla="*/ 436659 h 930554"/>
              <a:gd name="connsiteX84" fmla="*/ 919595 w 2141651"/>
              <a:gd name="connsiteY84" fmla="*/ 476043 h 930554"/>
              <a:gd name="connsiteX85" fmla="*/ 925966 w 2141651"/>
              <a:gd name="connsiteY85" fmla="*/ 713658 h 930554"/>
              <a:gd name="connsiteX86" fmla="*/ 1134580 w 2141651"/>
              <a:gd name="connsiteY86" fmla="*/ 758522 h 930554"/>
              <a:gd name="connsiteX87" fmla="*/ 1170031 w 2141651"/>
              <a:gd name="connsiteY87" fmla="*/ 774910 h 930554"/>
              <a:gd name="connsiteX88" fmla="*/ 1198874 w 2141651"/>
              <a:gd name="connsiteY88" fmla="*/ 818253 h 930554"/>
              <a:gd name="connsiteX89" fmla="*/ 1524356 w 2141651"/>
              <a:gd name="connsiteY89" fmla="*/ 834982 h 930554"/>
              <a:gd name="connsiteX90" fmla="*/ 1557054 w 2141651"/>
              <a:gd name="connsiteY90" fmla="*/ 833776 h 930554"/>
              <a:gd name="connsiteX91" fmla="*/ 1705884 w 2141651"/>
              <a:gd name="connsiteY91" fmla="*/ 883360 h 930554"/>
              <a:gd name="connsiteX92" fmla="*/ 1853220 w 2141651"/>
              <a:gd name="connsiteY92" fmla="*/ 833750 h 930554"/>
              <a:gd name="connsiteX93" fmla="*/ 1914158 w 2141651"/>
              <a:gd name="connsiteY93" fmla="*/ 689534 h 930554"/>
              <a:gd name="connsiteX94" fmla="*/ 1933981 w 2141651"/>
              <a:gd name="connsiteY94" fmla="*/ 663182 h 930554"/>
              <a:gd name="connsiteX95" fmla="*/ 2041880 w 2141651"/>
              <a:gd name="connsiteY95" fmla="*/ 619104 h 930554"/>
              <a:gd name="connsiteX96" fmla="*/ 2069176 w 2141651"/>
              <a:gd name="connsiteY96" fmla="*/ 396986 h 930554"/>
              <a:gd name="connsiteX97" fmla="*/ 1944522 w 2141651"/>
              <a:gd name="connsiteY97" fmla="*/ 327658 h 930554"/>
              <a:gd name="connsiteX98" fmla="*/ 1920818 w 2141651"/>
              <a:gd name="connsiteY98" fmla="*/ 294331 h 930554"/>
              <a:gd name="connsiteX99" fmla="*/ 1919769 w 2141651"/>
              <a:gd name="connsiteY99" fmla="*/ 252744 h 930554"/>
              <a:gd name="connsiteX100" fmla="*/ 1814308 w 2141651"/>
              <a:gd name="connsiteY100" fmla="*/ 129007 h 930554"/>
              <a:gd name="connsiteX101" fmla="*/ 1596884 w 2141651"/>
              <a:gd name="connsiteY101" fmla="*/ 131184 h 930554"/>
              <a:gd name="connsiteX102" fmla="*/ 1562927 w 2141651"/>
              <a:gd name="connsiteY102" fmla="*/ 123475 h 930554"/>
              <a:gd name="connsiteX103" fmla="*/ 1536837 w 2141651"/>
              <a:gd name="connsiteY103" fmla="*/ 95969 h 930554"/>
              <a:gd name="connsiteX104" fmla="*/ 1383540 w 2141651"/>
              <a:gd name="connsiteY104" fmla="*/ 39818 h 930554"/>
              <a:gd name="connsiteX105" fmla="*/ 1352399 w 2141651"/>
              <a:gd name="connsiteY105" fmla="*/ 0 h 930554"/>
              <a:gd name="connsiteX106" fmla="*/ 1410085 w 2141651"/>
              <a:gd name="connsiteY106" fmla="*/ 0 h 930554"/>
              <a:gd name="connsiteX107" fmla="*/ 1419918 w 2141651"/>
              <a:gd name="connsiteY107" fmla="*/ 2543 h 930554"/>
              <a:gd name="connsiteX108" fmla="*/ 1578764 w 2141651"/>
              <a:gd name="connsiteY108" fmla="*/ 85795 h 930554"/>
              <a:gd name="connsiteX109" fmla="*/ 1595415 w 2141651"/>
              <a:gd name="connsiteY109" fmla="*/ 88627 h 930554"/>
              <a:gd name="connsiteX110" fmla="*/ 1787563 w 2141651"/>
              <a:gd name="connsiteY110" fmla="*/ 76539 h 930554"/>
              <a:gd name="connsiteX111" fmla="*/ 1956164 w 2141651"/>
              <a:gd name="connsiteY111" fmla="*/ 280748 h 930554"/>
              <a:gd name="connsiteX112" fmla="*/ 1964555 w 2141651"/>
              <a:gd name="connsiteY112" fmla="*/ 290739 h 930554"/>
              <a:gd name="connsiteX113" fmla="*/ 1996728 w 2141651"/>
              <a:gd name="connsiteY113" fmla="*/ 301673 h 930554"/>
              <a:gd name="connsiteX114" fmla="*/ 2135122 w 2141651"/>
              <a:gd name="connsiteY114" fmla="*/ 447042 h 930554"/>
              <a:gd name="connsiteX115" fmla="*/ 2141599 w 2141651"/>
              <a:gd name="connsiteY115" fmla="*/ 472004 h 930554"/>
              <a:gd name="connsiteX116" fmla="*/ 2141651 w 2141651"/>
              <a:gd name="connsiteY116" fmla="*/ 516554 h 930554"/>
              <a:gd name="connsiteX117" fmla="*/ 2134808 w 2141651"/>
              <a:gd name="connsiteY117" fmla="*/ 544348 h 930554"/>
              <a:gd name="connsiteX118" fmla="*/ 1996046 w 2141651"/>
              <a:gd name="connsiteY118" fmla="*/ 687437 h 930554"/>
              <a:gd name="connsiteX119" fmla="*/ 1951391 w 2141651"/>
              <a:gd name="connsiteY119" fmla="*/ 701622 h 930554"/>
              <a:gd name="connsiteX120" fmla="*/ 1946278 w 2141651"/>
              <a:gd name="connsiteY120" fmla="*/ 748060 h 930554"/>
              <a:gd name="connsiteX121" fmla="*/ 1799126 w 2141651"/>
              <a:gd name="connsiteY121" fmla="*/ 906697 h 930554"/>
              <a:gd name="connsiteX122" fmla="*/ 1541741 w 2141651"/>
              <a:gd name="connsiteY122" fmla="*/ 870748 h 930554"/>
              <a:gd name="connsiteX123" fmla="*/ 1504900 w 2141651"/>
              <a:gd name="connsiteY123" fmla="*/ 894583 h 930554"/>
              <a:gd name="connsiteX124" fmla="*/ 1180100 w 2141651"/>
              <a:gd name="connsiteY124" fmla="*/ 852131 h 930554"/>
              <a:gd name="connsiteX125" fmla="*/ 1148242 w 2141651"/>
              <a:gd name="connsiteY125" fmla="*/ 809128 h 930554"/>
              <a:gd name="connsiteX126" fmla="*/ 1128812 w 2141651"/>
              <a:gd name="connsiteY126" fmla="*/ 800370 h 930554"/>
              <a:gd name="connsiteX127" fmla="*/ 902918 w 2141651"/>
              <a:gd name="connsiteY127" fmla="*/ 743471 h 930554"/>
              <a:gd name="connsiteX128" fmla="*/ 887946 w 2141651"/>
              <a:gd name="connsiteY128" fmla="*/ 455249 h 930554"/>
              <a:gd name="connsiteX129" fmla="*/ 893400 w 2141651"/>
              <a:gd name="connsiteY129" fmla="*/ 449061 h 930554"/>
              <a:gd name="connsiteX130" fmla="*/ 869303 w 2141651"/>
              <a:gd name="connsiteY130" fmla="*/ 354875 h 930554"/>
              <a:gd name="connsiteX131" fmla="*/ 980742 w 2141651"/>
              <a:gd name="connsiteY131" fmla="*/ 180191 h 930554"/>
              <a:gd name="connsiteX132" fmla="*/ 1137439 w 2141651"/>
              <a:gd name="connsiteY132" fmla="*/ 147441 h 930554"/>
              <a:gd name="connsiteX133" fmla="*/ 1150838 w 2141651"/>
              <a:gd name="connsiteY133" fmla="*/ 141121 h 930554"/>
              <a:gd name="connsiteX134" fmla="*/ 1342592 w 2141651"/>
              <a:gd name="connsiteY134" fmla="*/ 2622 h 930554"/>
              <a:gd name="connsiteX135" fmla="*/ 1352399 w 2141651"/>
              <a:gd name="connsiteY135" fmla="*/ 0 h 930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141651" h="930554">
                <a:moveTo>
                  <a:pt x="125198" y="547295"/>
                </a:moveTo>
                <a:cubicBezTo>
                  <a:pt x="113560" y="548314"/>
                  <a:pt x="102468" y="555990"/>
                  <a:pt x="95310" y="570019"/>
                </a:cubicBezTo>
                <a:cubicBezTo>
                  <a:pt x="91010" y="578462"/>
                  <a:pt x="86159" y="581215"/>
                  <a:pt x="76929" y="580219"/>
                </a:cubicBezTo>
                <a:cubicBezTo>
                  <a:pt x="47220" y="576967"/>
                  <a:pt x="30780" y="596476"/>
                  <a:pt x="36941" y="625345"/>
                </a:cubicBezTo>
                <a:cubicBezTo>
                  <a:pt x="38358" y="631927"/>
                  <a:pt x="36680" y="641366"/>
                  <a:pt x="32615" y="646506"/>
                </a:cubicBezTo>
                <a:cubicBezTo>
                  <a:pt x="22258" y="659616"/>
                  <a:pt x="18744" y="672857"/>
                  <a:pt x="26532" y="687646"/>
                </a:cubicBezTo>
                <a:cubicBezTo>
                  <a:pt x="34372" y="702514"/>
                  <a:pt x="47194" y="710039"/>
                  <a:pt x="64316" y="707706"/>
                </a:cubicBezTo>
                <a:cubicBezTo>
                  <a:pt x="74307" y="706342"/>
                  <a:pt x="79368" y="710354"/>
                  <a:pt x="83248" y="719295"/>
                </a:cubicBezTo>
                <a:cubicBezTo>
                  <a:pt x="94470" y="745254"/>
                  <a:pt x="116208" y="751914"/>
                  <a:pt x="139361" y="736181"/>
                </a:cubicBezTo>
                <a:cubicBezTo>
                  <a:pt x="147909" y="730360"/>
                  <a:pt x="153678" y="731357"/>
                  <a:pt x="161334" y="737414"/>
                </a:cubicBezTo>
                <a:cubicBezTo>
                  <a:pt x="168231" y="742815"/>
                  <a:pt x="176778" y="746119"/>
                  <a:pt x="184566" y="750367"/>
                </a:cubicBezTo>
                <a:cubicBezTo>
                  <a:pt x="206225" y="748348"/>
                  <a:pt x="219886" y="736024"/>
                  <a:pt x="221669" y="714549"/>
                </a:cubicBezTo>
                <a:cubicBezTo>
                  <a:pt x="222508" y="704533"/>
                  <a:pt x="225576" y="698135"/>
                  <a:pt x="236563" y="696666"/>
                </a:cubicBezTo>
                <a:cubicBezTo>
                  <a:pt x="241544" y="696011"/>
                  <a:pt x="246710" y="693651"/>
                  <a:pt x="250932" y="690793"/>
                </a:cubicBezTo>
                <a:cubicBezTo>
                  <a:pt x="273456" y="675585"/>
                  <a:pt x="269680" y="643149"/>
                  <a:pt x="243668" y="630039"/>
                </a:cubicBezTo>
                <a:cubicBezTo>
                  <a:pt x="235251" y="625791"/>
                  <a:pt x="229824" y="622749"/>
                  <a:pt x="231476" y="610819"/>
                </a:cubicBezTo>
                <a:cubicBezTo>
                  <a:pt x="235173" y="584047"/>
                  <a:pt x="208794" y="563280"/>
                  <a:pt x="182888" y="571880"/>
                </a:cubicBezTo>
                <a:cubicBezTo>
                  <a:pt x="172085" y="575473"/>
                  <a:pt x="165346" y="573926"/>
                  <a:pt x="158371" y="564512"/>
                </a:cubicBezTo>
                <a:cubicBezTo>
                  <a:pt x="149024" y="551913"/>
                  <a:pt x="136837" y="546276"/>
                  <a:pt x="125198" y="547295"/>
                </a:cubicBezTo>
                <a:close/>
                <a:moveTo>
                  <a:pt x="125346" y="522483"/>
                </a:moveTo>
                <a:cubicBezTo>
                  <a:pt x="140607" y="521438"/>
                  <a:pt x="156418" y="527042"/>
                  <a:pt x="169437" y="539498"/>
                </a:cubicBezTo>
                <a:cubicBezTo>
                  <a:pt x="175048" y="544873"/>
                  <a:pt x="179899" y="546525"/>
                  <a:pt x="187608" y="545555"/>
                </a:cubicBezTo>
                <a:cubicBezTo>
                  <a:pt x="220804" y="541412"/>
                  <a:pt x="249044" y="563306"/>
                  <a:pt x="253292" y="596633"/>
                </a:cubicBezTo>
                <a:cubicBezTo>
                  <a:pt x="254288" y="604394"/>
                  <a:pt x="257329" y="608852"/>
                  <a:pt x="263334" y="613310"/>
                </a:cubicBezTo>
                <a:cubicBezTo>
                  <a:pt x="279775" y="625528"/>
                  <a:pt x="287982" y="642310"/>
                  <a:pt x="288113" y="665227"/>
                </a:cubicBezTo>
                <a:cubicBezTo>
                  <a:pt x="286802" y="687200"/>
                  <a:pt x="275265" y="704716"/>
                  <a:pt x="254314" y="716962"/>
                </a:cubicBezTo>
                <a:cubicBezTo>
                  <a:pt x="249018" y="720056"/>
                  <a:pt x="243511" y="725536"/>
                  <a:pt x="241492" y="731121"/>
                </a:cubicBezTo>
                <a:cubicBezTo>
                  <a:pt x="227726" y="769378"/>
                  <a:pt x="190728" y="783694"/>
                  <a:pt x="154569" y="764500"/>
                </a:cubicBezTo>
                <a:cubicBezTo>
                  <a:pt x="150793" y="762507"/>
                  <a:pt x="144684" y="762140"/>
                  <a:pt x="140698" y="763714"/>
                </a:cubicBezTo>
                <a:cubicBezTo>
                  <a:pt x="111278" y="775199"/>
                  <a:pt x="85529" y="767385"/>
                  <a:pt x="67201" y="741504"/>
                </a:cubicBezTo>
                <a:cubicBezTo>
                  <a:pt x="64448" y="737597"/>
                  <a:pt x="58941" y="734058"/>
                  <a:pt x="54248" y="733350"/>
                </a:cubicBezTo>
                <a:cubicBezTo>
                  <a:pt x="9147" y="726768"/>
                  <a:pt x="-13377" y="681615"/>
                  <a:pt x="8361" y="641445"/>
                </a:cubicBezTo>
                <a:cubicBezTo>
                  <a:pt x="11560" y="635545"/>
                  <a:pt x="13238" y="627784"/>
                  <a:pt x="12766" y="621071"/>
                </a:cubicBezTo>
                <a:cubicBezTo>
                  <a:pt x="10380" y="587351"/>
                  <a:pt x="32589" y="559084"/>
                  <a:pt x="66178" y="555073"/>
                </a:cubicBezTo>
                <a:cubicBezTo>
                  <a:pt x="73940" y="554155"/>
                  <a:pt x="79393" y="552084"/>
                  <a:pt x="84559" y="545371"/>
                </a:cubicBezTo>
                <a:cubicBezTo>
                  <a:pt x="95375" y="531225"/>
                  <a:pt x="110085" y="523529"/>
                  <a:pt x="125346" y="522483"/>
                </a:cubicBezTo>
                <a:close/>
                <a:moveTo>
                  <a:pt x="462928" y="338329"/>
                </a:moveTo>
                <a:cubicBezTo>
                  <a:pt x="434242" y="340821"/>
                  <a:pt x="407182" y="357418"/>
                  <a:pt x="405058" y="379392"/>
                </a:cubicBezTo>
                <a:cubicBezTo>
                  <a:pt x="402882" y="401942"/>
                  <a:pt x="391371" y="404721"/>
                  <a:pt x="373147" y="406897"/>
                </a:cubicBezTo>
                <a:cubicBezTo>
                  <a:pt x="351174" y="409520"/>
                  <a:pt x="332033" y="419798"/>
                  <a:pt x="323301" y="442112"/>
                </a:cubicBezTo>
                <a:cubicBezTo>
                  <a:pt x="314937" y="463456"/>
                  <a:pt x="326107" y="479057"/>
                  <a:pt x="340476" y="493112"/>
                </a:cubicBezTo>
                <a:cubicBezTo>
                  <a:pt x="348919" y="501372"/>
                  <a:pt x="345668" y="509474"/>
                  <a:pt x="340896" y="517969"/>
                </a:cubicBezTo>
                <a:cubicBezTo>
                  <a:pt x="328834" y="539471"/>
                  <a:pt x="330984" y="557511"/>
                  <a:pt x="349103" y="574397"/>
                </a:cubicBezTo>
                <a:cubicBezTo>
                  <a:pt x="376241" y="599648"/>
                  <a:pt x="408257" y="606938"/>
                  <a:pt x="443577" y="595715"/>
                </a:cubicBezTo>
                <a:cubicBezTo>
                  <a:pt x="455612" y="591887"/>
                  <a:pt x="463820" y="591729"/>
                  <a:pt x="473417" y="602191"/>
                </a:cubicBezTo>
                <a:cubicBezTo>
                  <a:pt x="504279" y="635859"/>
                  <a:pt x="570906" y="636462"/>
                  <a:pt x="597180" y="603712"/>
                </a:cubicBezTo>
                <a:cubicBezTo>
                  <a:pt x="604259" y="594876"/>
                  <a:pt x="611628" y="593879"/>
                  <a:pt x="622273" y="598154"/>
                </a:cubicBezTo>
                <a:cubicBezTo>
                  <a:pt x="634178" y="602899"/>
                  <a:pt x="647209" y="604866"/>
                  <a:pt x="659769" y="608065"/>
                </a:cubicBezTo>
                <a:cubicBezTo>
                  <a:pt x="679147" y="606544"/>
                  <a:pt x="696767" y="602270"/>
                  <a:pt x="711870" y="590707"/>
                </a:cubicBezTo>
                <a:cubicBezTo>
                  <a:pt x="726318" y="579641"/>
                  <a:pt x="734787" y="565220"/>
                  <a:pt x="730513" y="546341"/>
                </a:cubicBezTo>
                <a:cubicBezTo>
                  <a:pt x="724745" y="520933"/>
                  <a:pt x="724430" y="521011"/>
                  <a:pt x="747557" y="509290"/>
                </a:cubicBezTo>
                <a:cubicBezTo>
                  <a:pt x="783742" y="490936"/>
                  <a:pt x="787597" y="454961"/>
                  <a:pt x="756027" y="429448"/>
                </a:cubicBezTo>
                <a:cubicBezTo>
                  <a:pt x="739900" y="416416"/>
                  <a:pt x="720995" y="410018"/>
                  <a:pt x="700569" y="408680"/>
                </a:cubicBezTo>
                <a:cubicBezTo>
                  <a:pt x="690421" y="408025"/>
                  <a:pt x="686488" y="403436"/>
                  <a:pt x="682267" y="394311"/>
                </a:cubicBezTo>
                <a:cubicBezTo>
                  <a:pt x="676629" y="382119"/>
                  <a:pt x="668920" y="369349"/>
                  <a:pt x="658642" y="361115"/>
                </a:cubicBezTo>
                <a:cubicBezTo>
                  <a:pt x="628723" y="337202"/>
                  <a:pt x="585695" y="336206"/>
                  <a:pt x="553259" y="356763"/>
                </a:cubicBezTo>
                <a:cubicBezTo>
                  <a:pt x="544607" y="362243"/>
                  <a:pt x="537973" y="362191"/>
                  <a:pt x="529687" y="355976"/>
                </a:cubicBezTo>
                <a:cubicBezTo>
                  <a:pt x="509968" y="341240"/>
                  <a:pt x="487235" y="336206"/>
                  <a:pt x="462928" y="338329"/>
                </a:cubicBezTo>
                <a:close/>
                <a:moveTo>
                  <a:pt x="457002" y="312292"/>
                </a:moveTo>
                <a:cubicBezTo>
                  <a:pt x="483695" y="308621"/>
                  <a:pt x="509339" y="313656"/>
                  <a:pt x="532571" y="327605"/>
                </a:cubicBezTo>
                <a:cubicBezTo>
                  <a:pt x="539231" y="331591"/>
                  <a:pt x="543899" y="330673"/>
                  <a:pt x="550270" y="327500"/>
                </a:cubicBezTo>
                <a:cubicBezTo>
                  <a:pt x="593089" y="306156"/>
                  <a:pt x="645793" y="314128"/>
                  <a:pt x="680510" y="346720"/>
                </a:cubicBezTo>
                <a:cubicBezTo>
                  <a:pt x="683053" y="349106"/>
                  <a:pt x="685492" y="351623"/>
                  <a:pt x="687747" y="354272"/>
                </a:cubicBezTo>
                <a:cubicBezTo>
                  <a:pt x="708488" y="378552"/>
                  <a:pt x="708566" y="378369"/>
                  <a:pt x="739298" y="390798"/>
                </a:cubicBezTo>
                <a:cubicBezTo>
                  <a:pt x="766777" y="401915"/>
                  <a:pt x="788226" y="419431"/>
                  <a:pt x="796984" y="449113"/>
                </a:cubicBezTo>
                <a:cubicBezTo>
                  <a:pt x="805401" y="477668"/>
                  <a:pt x="796512" y="505777"/>
                  <a:pt x="773175" y="524105"/>
                </a:cubicBezTo>
                <a:cubicBezTo>
                  <a:pt x="766698" y="529140"/>
                  <a:pt x="759540" y="533335"/>
                  <a:pt x="752880" y="537819"/>
                </a:cubicBezTo>
                <a:cubicBezTo>
                  <a:pt x="758727" y="590812"/>
                  <a:pt x="729989" y="627364"/>
                  <a:pt x="676786" y="631769"/>
                </a:cubicBezTo>
                <a:cubicBezTo>
                  <a:pt x="659009" y="633237"/>
                  <a:pt x="640707" y="628255"/>
                  <a:pt x="622614" y="626787"/>
                </a:cubicBezTo>
                <a:cubicBezTo>
                  <a:pt x="618130" y="626420"/>
                  <a:pt x="612204" y="626682"/>
                  <a:pt x="609110" y="629252"/>
                </a:cubicBezTo>
                <a:cubicBezTo>
                  <a:pt x="567838" y="663365"/>
                  <a:pt x="507609" y="663706"/>
                  <a:pt x="465550" y="628753"/>
                </a:cubicBezTo>
                <a:cubicBezTo>
                  <a:pt x="458261" y="622696"/>
                  <a:pt x="452414" y="622041"/>
                  <a:pt x="443498" y="623903"/>
                </a:cubicBezTo>
                <a:cubicBezTo>
                  <a:pt x="398634" y="633290"/>
                  <a:pt x="359224" y="622670"/>
                  <a:pt x="328598" y="587534"/>
                </a:cubicBezTo>
                <a:cubicBezTo>
                  <a:pt x="309955" y="566138"/>
                  <a:pt x="306232" y="540992"/>
                  <a:pt x="315042" y="513853"/>
                </a:cubicBezTo>
                <a:cubicBezTo>
                  <a:pt x="316300" y="509972"/>
                  <a:pt x="316615" y="503889"/>
                  <a:pt x="314439" y="501110"/>
                </a:cubicBezTo>
                <a:cubicBezTo>
                  <a:pt x="279119" y="456167"/>
                  <a:pt x="301223" y="393157"/>
                  <a:pt x="366068" y="380493"/>
                </a:cubicBezTo>
                <a:cubicBezTo>
                  <a:pt x="376347" y="378474"/>
                  <a:pt x="380961" y="374541"/>
                  <a:pt x="384606" y="364446"/>
                </a:cubicBezTo>
                <a:cubicBezTo>
                  <a:pt x="396615" y="331093"/>
                  <a:pt x="423990" y="316828"/>
                  <a:pt x="457002" y="312292"/>
                </a:cubicBezTo>
                <a:close/>
                <a:moveTo>
                  <a:pt x="1383540" y="39818"/>
                </a:moveTo>
                <a:cubicBezTo>
                  <a:pt x="1365057" y="39946"/>
                  <a:pt x="1346138" y="42150"/>
                  <a:pt x="1326833" y="46385"/>
                </a:cubicBezTo>
                <a:cubicBezTo>
                  <a:pt x="1253702" y="62406"/>
                  <a:pt x="1198481" y="101790"/>
                  <a:pt x="1174279" y="176389"/>
                </a:cubicBezTo>
                <a:cubicBezTo>
                  <a:pt x="1170556" y="187874"/>
                  <a:pt x="1162637" y="191256"/>
                  <a:pt x="1150838" y="189578"/>
                </a:cubicBezTo>
                <a:cubicBezTo>
                  <a:pt x="1086885" y="180505"/>
                  <a:pt x="1027205" y="192174"/>
                  <a:pt x="973898" y="229434"/>
                </a:cubicBezTo>
                <a:cubicBezTo>
                  <a:pt x="907139" y="276107"/>
                  <a:pt x="876854" y="358940"/>
                  <a:pt x="927539" y="436659"/>
                </a:cubicBezTo>
                <a:cubicBezTo>
                  <a:pt x="938159" y="452942"/>
                  <a:pt x="935799" y="461516"/>
                  <a:pt x="919595" y="476043"/>
                </a:cubicBezTo>
                <a:cubicBezTo>
                  <a:pt x="841823" y="545790"/>
                  <a:pt x="843999" y="648629"/>
                  <a:pt x="925966" y="713658"/>
                </a:cubicBezTo>
                <a:cubicBezTo>
                  <a:pt x="987664" y="762612"/>
                  <a:pt x="1058120" y="776011"/>
                  <a:pt x="1134580" y="758522"/>
                </a:cubicBezTo>
                <a:cubicBezTo>
                  <a:pt x="1157891" y="753199"/>
                  <a:pt x="1158992" y="754169"/>
                  <a:pt x="1170031" y="774910"/>
                </a:cubicBezTo>
                <a:cubicBezTo>
                  <a:pt x="1178160" y="790197"/>
                  <a:pt x="1187337" y="805510"/>
                  <a:pt x="1198874" y="818253"/>
                </a:cubicBezTo>
                <a:cubicBezTo>
                  <a:pt x="1279504" y="907379"/>
                  <a:pt x="1429960" y="914773"/>
                  <a:pt x="1524356" y="834982"/>
                </a:cubicBezTo>
                <a:cubicBezTo>
                  <a:pt x="1539118" y="822501"/>
                  <a:pt x="1542081" y="822265"/>
                  <a:pt x="1557054" y="833776"/>
                </a:cubicBezTo>
                <a:cubicBezTo>
                  <a:pt x="1600974" y="867523"/>
                  <a:pt x="1651161" y="882154"/>
                  <a:pt x="1705884" y="883360"/>
                </a:cubicBezTo>
                <a:cubicBezTo>
                  <a:pt x="1760162" y="882102"/>
                  <a:pt x="1810401" y="868231"/>
                  <a:pt x="1853220" y="833750"/>
                </a:cubicBezTo>
                <a:cubicBezTo>
                  <a:pt x="1899081" y="796804"/>
                  <a:pt x="1923964" y="750393"/>
                  <a:pt x="1914158" y="689534"/>
                </a:cubicBezTo>
                <a:cubicBezTo>
                  <a:pt x="1911693" y="674300"/>
                  <a:pt x="1918615" y="665673"/>
                  <a:pt x="1933981" y="663182"/>
                </a:cubicBezTo>
                <a:cubicBezTo>
                  <a:pt x="1973339" y="656784"/>
                  <a:pt x="2009681" y="643123"/>
                  <a:pt x="2041880" y="619104"/>
                </a:cubicBezTo>
                <a:cubicBezTo>
                  <a:pt x="2118367" y="562074"/>
                  <a:pt x="2130272" y="467993"/>
                  <a:pt x="2069176" y="396986"/>
                </a:cubicBezTo>
                <a:cubicBezTo>
                  <a:pt x="2036321" y="358808"/>
                  <a:pt x="1993345" y="337596"/>
                  <a:pt x="1944522" y="327658"/>
                </a:cubicBezTo>
                <a:cubicBezTo>
                  <a:pt x="1922076" y="323096"/>
                  <a:pt x="1918641" y="317537"/>
                  <a:pt x="1920818" y="294331"/>
                </a:cubicBezTo>
                <a:cubicBezTo>
                  <a:pt x="1922103" y="280591"/>
                  <a:pt x="1922627" y="266091"/>
                  <a:pt x="1919769" y="252744"/>
                </a:cubicBezTo>
                <a:cubicBezTo>
                  <a:pt x="1906947" y="192856"/>
                  <a:pt x="1867877" y="153707"/>
                  <a:pt x="1814308" y="129007"/>
                </a:cubicBezTo>
                <a:cubicBezTo>
                  <a:pt x="1741991" y="95628"/>
                  <a:pt x="1668991" y="96624"/>
                  <a:pt x="1596884" y="131184"/>
                </a:cubicBezTo>
                <a:cubicBezTo>
                  <a:pt x="1578240" y="140125"/>
                  <a:pt x="1576064" y="139417"/>
                  <a:pt x="1562927" y="123475"/>
                </a:cubicBezTo>
                <a:cubicBezTo>
                  <a:pt x="1554904" y="113747"/>
                  <a:pt x="1546513" y="103966"/>
                  <a:pt x="1536837" y="95969"/>
                </a:cubicBezTo>
                <a:cubicBezTo>
                  <a:pt x="1490525" y="57739"/>
                  <a:pt x="1438990" y="39435"/>
                  <a:pt x="1383540" y="39818"/>
                </a:cubicBezTo>
                <a:close/>
                <a:moveTo>
                  <a:pt x="1352399" y="0"/>
                </a:moveTo>
                <a:cubicBezTo>
                  <a:pt x="1371619" y="0"/>
                  <a:pt x="1390865" y="0"/>
                  <a:pt x="1410085" y="0"/>
                </a:cubicBezTo>
                <a:cubicBezTo>
                  <a:pt x="1413363" y="865"/>
                  <a:pt x="1416587" y="2045"/>
                  <a:pt x="1419918" y="2543"/>
                </a:cubicBezTo>
                <a:cubicBezTo>
                  <a:pt x="1482586" y="11799"/>
                  <a:pt x="1536706" y="37549"/>
                  <a:pt x="1578764" y="85795"/>
                </a:cubicBezTo>
                <a:cubicBezTo>
                  <a:pt x="1584586" y="92482"/>
                  <a:pt x="1588807" y="91433"/>
                  <a:pt x="1595415" y="88627"/>
                </a:cubicBezTo>
                <a:cubicBezTo>
                  <a:pt x="1658005" y="61986"/>
                  <a:pt x="1722246" y="57713"/>
                  <a:pt x="1787563" y="76539"/>
                </a:cubicBezTo>
                <a:cubicBezTo>
                  <a:pt x="1890087" y="106090"/>
                  <a:pt x="1957737" y="190627"/>
                  <a:pt x="1956164" y="280748"/>
                </a:cubicBezTo>
                <a:cubicBezTo>
                  <a:pt x="1956111" y="284131"/>
                  <a:pt x="1960883" y="289191"/>
                  <a:pt x="1964555" y="290739"/>
                </a:cubicBezTo>
                <a:cubicBezTo>
                  <a:pt x="1974990" y="295118"/>
                  <a:pt x="1986292" y="297346"/>
                  <a:pt x="1996728" y="301673"/>
                </a:cubicBezTo>
                <a:cubicBezTo>
                  <a:pt x="2064325" y="329625"/>
                  <a:pt x="2114093" y="374698"/>
                  <a:pt x="2135122" y="447042"/>
                </a:cubicBezTo>
                <a:cubicBezTo>
                  <a:pt x="2137509" y="455302"/>
                  <a:pt x="2139449" y="463692"/>
                  <a:pt x="2141599" y="472004"/>
                </a:cubicBezTo>
                <a:cubicBezTo>
                  <a:pt x="2141651" y="486846"/>
                  <a:pt x="2141651" y="501687"/>
                  <a:pt x="2141651" y="516554"/>
                </a:cubicBezTo>
                <a:cubicBezTo>
                  <a:pt x="2139396" y="525836"/>
                  <a:pt x="2137561" y="535224"/>
                  <a:pt x="2134808" y="544348"/>
                </a:cubicBezTo>
                <a:cubicBezTo>
                  <a:pt x="2113254" y="615958"/>
                  <a:pt x="2064090" y="661006"/>
                  <a:pt x="1996046" y="687437"/>
                </a:cubicBezTo>
                <a:cubicBezTo>
                  <a:pt x="1981494" y="693100"/>
                  <a:pt x="1966233" y="696955"/>
                  <a:pt x="1951391" y="701622"/>
                </a:cubicBezTo>
                <a:cubicBezTo>
                  <a:pt x="1949792" y="717014"/>
                  <a:pt x="1949635" y="732904"/>
                  <a:pt x="1946278" y="748060"/>
                </a:cubicBezTo>
                <a:cubicBezTo>
                  <a:pt x="1928239" y="829424"/>
                  <a:pt x="1874957" y="880004"/>
                  <a:pt x="1799126" y="906697"/>
                </a:cubicBezTo>
                <a:cubicBezTo>
                  <a:pt x="1708192" y="938713"/>
                  <a:pt x="1621925" y="925235"/>
                  <a:pt x="1541741" y="870748"/>
                </a:cubicBezTo>
                <a:cubicBezTo>
                  <a:pt x="1529705" y="878588"/>
                  <a:pt x="1517617" y="887136"/>
                  <a:pt x="1504900" y="894583"/>
                </a:cubicBezTo>
                <a:cubicBezTo>
                  <a:pt x="1400777" y="955520"/>
                  <a:pt x="1261202" y="937507"/>
                  <a:pt x="1180100" y="852131"/>
                </a:cubicBezTo>
                <a:cubicBezTo>
                  <a:pt x="1167881" y="839282"/>
                  <a:pt x="1157629" y="824258"/>
                  <a:pt x="1148242" y="809128"/>
                </a:cubicBezTo>
                <a:cubicBezTo>
                  <a:pt x="1142998" y="800659"/>
                  <a:pt x="1138697" y="798614"/>
                  <a:pt x="1128812" y="800370"/>
                </a:cubicBezTo>
                <a:cubicBezTo>
                  <a:pt x="1045141" y="815211"/>
                  <a:pt x="968602" y="798745"/>
                  <a:pt x="902918" y="743471"/>
                </a:cubicBezTo>
                <a:cubicBezTo>
                  <a:pt x="811092" y="666197"/>
                  <a:pt x="805166" y="542119"/>
                  <a:pt x="887946" y="455249"/>
                </a:cubicBezTo>
                <a:cubicBezTo>
                  <a:pt x="889729" y="453361"/>
                  <a:pt x="891381" y="451368"/>
                  <a:pt x="893400" y="449061"/>
                </a:cubicBezTo>
                <a:cubicBezTo>
                  <a:pt x="878008" y="419484"/>
                  <a:pt x="868280" y="388464"/>
                  <a:pt x="869303" y="354875"/>
                </a:cubicBezTo>
                <a:cubicBezTo>
                  <a:pt x="871741" y="274560"/>
                  <a:pt x="913459" y="218814"/>
                  <a:pt x="980742" y="180191"/>
                </a:cubicBezTo>
                <a:cubicBezTo>
                  <a:pt x="1029146" y="152423"/>
                  <a:pt x="1082086" y="143350"/>
                  <a:pt x="1137439" y="147441"/>
                </a:cubicBezTo>
                <a:cubicBezTo>
                  <a:pt x="1143365" y="147886"/>
                  <a:pt x="1147612" y="148332"/>
                  <a:pt x="1150838" y="141121"/>
                </a:cubicBezTo>
                <a:cubicBezTo>
                  <a:pt x="1187993" y="58053"/>
                  <a:pt x="1255617" y="16886"/>
                  <a:pt x="1342592" y="2622"/>
                </a:cubicBezTo>
                <a:cubicBezTo>
                  <a:pt x="1345922" y="2071"/>
                  <a:pt x="1349147" y="892"/>
                  <a:pt x="1352399" y="0"/>
                </a:cubicBezTo>
                <a:close/>
              </a:path>
            </a:pathLst>
          </a:custGeom>
          <a:solidFill>
            <a:schemeClr val="accent3"/>
          </a:solidFill>
          <a:ln w="7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pSp>
        <p:nvGrpSpPr>
          <p:cNvPr id="14" name="Graphic 67">
            <a:extLst>
              <a:ext uri="{FF2B5EF4-FFF2-40B4-BE49-F238E27FC236}">
                <a16:creationId xmlns:a16="http://schemas.microsoft.com/office/drawing/2014/main" xmlns="" id="{A9F2F067-29E3-46DF-A9BA-069660938105}"/>
              </a:ext>
            </a:extLst>
          </p:cNvPr>
          <p:cNvGrpSpPr/>
          <p:nvPr/>
        </p:nvGrpSpPr>
        <p:grpSpPr>
          <a:xfrm>
            <a:off x="9910365" y="3103119"/>
            <a:ext cx="1016421" cy="1687541"/>
            <a:chOff x="6096000" y="3534767"/>
            <a:chExt cx="1947951" cy="3234141"/>
          </a:xfrm>
          <a:solidFill>
            <a:schemeClr val="bg1"/>
          </a:solidFill>
        </p:grpSpPr>
        <p:sp>
          <p:nvSpPr>
            <p:cNvPr id="15" name="Freeform: Shape 121">
              <a:extLst>
                <a:ext uri="{FF2B5EF4-FFF2-40B4-BE49-F238E27FC236}">
                  <a16:creationId xmlns:a16="http://schemas.microsoft.com/office/drawing/2014/main" xmlns="" id="{074C30D6-50EC-47A3-A8F1-27023DFB8BD2}"/>
                </a:ext>
              </a:extLst>
            </p:cNvPr>
            <p:cNvSpPr/>
            <p:nvPr/>
          </p:nvSpPr>
          <p:spPr>
            <a:xfrm>
              <a:off x="6567737" y="5962034"/>
              <a:ext cx="977303" cy="240139"/>
            </a:xfrm>
            <a:custGeom>
              <a:avLst/>
              <a:gdLst>
                <a:gd name="connsiteX0" fmla="*/ 512486 w 977303"/>
                <a:gd name="connsiteY0" fmla="*/ 240135 h 240139"/>
                <a:gd name="connsiteX1" fmla="*/ 64186 w 977303"/>
                <a:gd name="connsiteY1" fmla="*/ 136798 h 240139"/>
                <a:gd name="connsiteX2" fmla="*/ 623 w 977303"/>
                <a:gd name="connsiteY2" fmla="*/ 44118 h 240139"/>
                <a:gd name="connsiteX3" fmla="*/ 52784 w 977303"/>
                <a:gd name="connsiteY3" fmla="*/ 4141 h 240139"/>
                <a:gd name="connsiteX4" fmla="*/ 161380 w 977303"/>
                <a:gd name="connsiteY4" fmla="*/ 54265 h 240139"/>
                <a:gd name="connsiteX5" fmla="*/ 518256 w 977303"/>
                <a:gd name="connsiteY5" fmla="*/ 125599 h 240139"/>
                <a:gd name="connsiteX6" fmla="*/ 876014 w 977303"/>
                <a:gd name="connsiteY6" fmla="*/ 44525 h 240139"/>
                <a:gd name="connsiteX7" fmla="*/ 917518 w 977303"/>
                <a:gd name="connsiteY7" fmla="*/ 26267 h 240139"/>
                <a:gd name="connsiteX8" fmla="*/ 937540 w 977303"/>
                <a:gd name="connsiteY8" fmla="*/ 26811 h 240139"/>
                <a:gd name="connsiteX9" fmla="*/ 948061 w 977303"/>
                <a:gd name="connsiteY9" fmla="*/ 136561 h 240139"/>
                <a:gd name="connsiteX10" fmla="*/ 916296 w 977303"/>
                <a:gd name="connsiteY10" fmla="*/ 154445 h 240139"/>
                <a:gd name="connsiteX11" fmla="*/ 633334 w 977303"/>
                <a:gd name="connsiteY11" fmla="*/ 232397 h 240139"/>
                <a:gd name="connsiteX12" fmla="*/ 512486 w 977303"/>
                <a:gd name="connsiteY12" fmla="*/ 240135 h 24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7303" h="240139">
                  <a:moveTo>
                    <a:pt x="512486" y="240135"/>
                  </a:moveTo>
                  <a:cubicBezTo>
                    <a:pt x="355497" y="238642"/>
                    <a:pt x="206617" y="201006"/>
                    <a:pt x="64186" y="136798"/>
                  </a:cubicBezTo>
                  <a:cubicBezTo>
                    <a:pt x="25533" y="119355"/>
                    <a:pt x="6494" y="84706"/>
                    <a:pt x="623" y="44118"/>
                  </a:cubicBezTo>
                  <a:cubicBezTo>
                    <a:pt x="-4331" y="9910"/>
                    <a:pt x="20917" y="-8857"/>
                    <a:pt x="52784" y="4141"/>
                  </a:cubicBezTo>
                  <a:cubicBezTo>
                    <a:pt x="89706" y="19209"/>
                    <a:pt x="124389" y="39197"/>
                    <a:pt x="161380" y="54265"/>
                  </a:cubicBezTo>
                  <a:cubicBezTo>
                    <a:pt x="275814" y="100860"/>
                    <a:pt x="394014" y="128552"/>
                    <a:pt x="518256" y="125599"/>
                  </a:cubicBezTo>
                  <a:cubicBezTo>
                    <a:pt x="642904" y="122681"/>
                    <a:pt x="761614" y="92919"/>
                    <a:pt x="876014" y="44525"/>
                  </a:cubicBezTo>
                  <a:cubicBezTo>
                    <a:pt x="889927" y="38654"/>
                    <a:pt x="903909" y="32851"/>
                    <a:pt x="917518" y="26267"/>
                  </a:cubicBezTo>
                  <a:cubicBezTo>
                    <a:pt x="924712" y="22772"/>
                    <a:pt x="930380" y="23722"/>
                    <a:pt x="937540" y="26811"/>
                  </a:cubicBezTo>
                  <a:cubicBezTo>
                    <a:pt x="985594" y="47749"/>
                    <a:pt x="991295" y="101505"/>
                    <a:pt x="948061" y="136561"/>
                  </a:cubicBezTo>
                  <a:cubicBezTo>
                    <a:pt x="938558" y="144264"/>
                    <a:pt x="927427" y="149457"/>
                    <a:pt x="916296" y="154445"/>
                  </a:cubicBezTo>
                  <a:cubicBezTo>
                    <a:pt x="825957" y="194898"/>
                    <a:pt x="731478" y="220282"/>
                    <a:pt x="633334" y="232397"/>
                  </a:cubicBezTo>
                  <a:cubicBezTo>
                    <a:pt x="593153" y="237352"/>
                    <a:pt x="552973" y="240271"/>
                    <a:pt x="512486" y="240135"/>
                  </a:cubicBezTo>
                  <a:close/>
                </a:path>
              </a:pathLst>
            </a:custGeom>
            <a:grpFill/>
            <a:ln w="3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22">
              <a:extLst>
                <a:ext uri="{FF2B5EF4-FFF2-40B4-BE49-F238E27FC236}">
                  <a16:creationId xmlns:a16="http://schemas.microsoft.com/office/drawing/2014/main" xmlns="" id="{2946EFF5-A32C-4D6D-80F9-F0F6464F4D80}"/>
                </a:ext>
              </a:extLst>
            </p:cNvPr>
            <p:cNvSpPr/>
            <p:nvPr/>
          </p:nvSpPr>
          <p:spPr>
            <a:xfrm>
              <a:off x="6723880" y="6404824"/>
              <a:ext cx="651205" cy="364999"/>
            </a:xfrm>
            <a:custGeom>
              <a:avLst/>
              <a:gdLst>
                <a:gd name="connsiteX0" fmla="*/ 313313 w 651205"/>
                <a:gd name="connsiteY0" fmla="*/ 365000 h 364999"/>
                <a:gd name="connsiteX1" fmla="*/ 242420 w 651205"/>
                <a:gd name="connsiteY1" fmla="*/ 307478 h 364999"/>
                <a:gd name="connsiteX2" fmla="*/ 216017 w 651205"/>
                <a:gd name="connsiteY2" fmla="*/ 272014 h 364999"/>
                <a:gd name="connsiteX3" fmla="*/ 13993 w 651205"/>
                <a:gd name="connsiteY3" fmla="*/ 50681 h 364999"/>
                <a:gd name="connsiteX4" fmla="*/ 521 w 651205"/>
                <a:gd name="connsiteY4" fmla="*/ 15557 h 364999"/>
                <a:gd name="connsiteX5" fmla="*/ 16640 w 651205"/>
                <a:gd name="connsiteY5" fmla="*/ 1201 h 364999"/>
                <a:gd name="connsiteX6" fmla="*/ 50170 w 651205"/>
                <a:gd name="connsiteY6" fmla="*/ 15523 h 364999"/>
                <a:gd name="connsiteX7" fmla="*/ 355971 w 651205"/>
                <a:gd name="connsiteY7" fmla="*/ 82479 h 364999"/>
                <a:gd name="connsiteX8" fmla="*/ 565155 w 651205"/>
                <a:gd name="connsiteY8" fmla="*/ 35918 h 364999"/>
                <a:gd name="connsiteX9" fmla="*/ 614499 w 651205"/>
                <a:gd name="connsiteY9" fmla="*/ 16982 h 364999"/>
                <a:gd name="connsiteX10" fmla="*/ 645075 w 651205"/>
                <a:gd name="connsiteY10" fmla="*/ 20783 h 364999"/>
                <a:gd name="connsiteX11" fmla="*/ 648639 w 651205"/>
                <a:gd name="connsiteY11" fmla="*/ 49086 h 364999"/>
                <a:gd name="connsiteX12" fmla="*/ 613005 w 651205"/>
                <a:gd name="connsiteY12" fmla="*/ 112445 h 364999"/>
                <a:gd name="connsiteX13" fmla="*/ 399613 w 651205"/>
                <a:gd name="connsiteY13" fmla="*/ 284299 h 364999"/>
                <a:gd name="connsiteX14" fmla="*/ 385394 w 651205"/>
                <a:gd name="connsiteY14" fmla="*/ 300588 h 364999"/>
                <a:gd name="connsiteX15" fmla="*/ 376197 w 651205"/>
                <a:gd name="connsiteY15" fmla="*/ 327975 h 364999"/>
                <a:gd name="connsiteX16" fmla="*/ 313313 w 651205"/>
                <a:gd name="connsiteY16" fmla="*/ 365000 h 36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51205" h="364999">
                  <a:moveTo>
                    <a:pt x="313313" y="365000"/>
                  </a:moveTo>
                  <a:cubicBezTo>
                    <a:pt x="281073" y="364796"/>
                    <a:pt x="248257" y="338496"/>
                    <a:pt x="242420" y="307478"/>
                  </a:cubicBezTo>
                  <a:cubicBezTo>
                    <a:pt x="239128" y="289966"/>
                    <a:pt x="229558" y="280905"/>
                    <a:pt x="216017" y="272014"/>
                  </a:cubicBezTo>
                  <a:cubicBezTo>
                    <a:pt x="129920" y="215476"/>
                    <a:pt x="65305" y="139119"/>
                    <a:pt x="13993" y="50681"/>
                  </a:cubicBezTo>
                  <a:cubicBezTo>
                    <a:pt x="7681" y="39787"/>
                    <a:pt x="2693" y="28079"/>
                    <a:pt x="521" y="15557"/>
                  </a:cubicBezTo>
                  <a:cubicBezTo>
                    <a:pt x="-1787" y="2118"/>
                    <a:pt x="3575" y="-2430"/>
                    <a:pt x="16640" y="1201"/>
                  </a:cubicBezTo>
                  <a:cubicBezTo>
                    <a:pt x="28450" y="4493"/>
                    <a:pt x="39140" y="10432"/>
                    <a:pt x="50170" y="15523"/>
                  </a:cubicBezTo>
                  <a:cubicBezTo>
                    <a:pt x="147194" y="60319"/>
                    <a:pt x="248290" y="86348"/>
                    <a:pt x="355971" y="82479"/>
                  </a:cubicBezTo>
                  <a:cubicBezTo>
                    <a:pt x="428595" y="79866"/>
                    <a:pt x="497588" y="61167"/>
                    <a:pt x="565155" y="35918"/>
                  </a:cubicBezTo>
                  <a:cubicBezTo>
                    <a:pt x="581648" y="29742"/>
                    <a:pt x="598005" y="23192"/>
                    <a:pt x="614499" y="16982"/>
                  </a:cubicBezTo>
                  <a:cubicBezTo>
                    <a:pt x="625256" y="12944"/>
                    <a:pt x="635980" y="11891"/>
                    <a:pt x="645075" y="20783"/>
                  </a:cubicBezTo>
                  <a:cubicBezTo>
                    <a:pt x="653593" y="29097"/>
                    <a:pt x="651659" y="39244"/>
                    <a:pt x="648639" y="49086"/>
                  </a:cubicBezTo>
                  <a:cubicBezTo>
                    <a:pt x="641410" y="72773"/>
                    <a:pt x="628005" y="93203"/>
                    <a:pt x="613005" y="112445"/>
                  </a:cubicBezTo>
                  <a:cubicBezTo>
                    <a:pt x="555381" y="186460"/>
                    <a:pt x="487848" y="248293"/>
                    <a:pt x="399613" y="284299"/>
                  </a:cubicBezTo>
                  <a:cubicBezTo>
                    <a:pt x="391977" y="287421"/>
                    <a:pt x="387396" y="292546"/>
                    <a:pt x="385394" y="300588"/>
                  </a:cubicBezTo>
                  <a:cubicBezTo>
                    <a:pt x="383086" y="309955"/>
                    <a:pt x="380609" y="319287"/>
                    <a:pt x="376197" y="327975"/>
                  </a:cubicBezTo>
                  <a:cubicBezTo>
                    <a:pt x="362351" y="355430"/>
                    <a:pt x="337645" y="363371"/>
                    <a:pt x="313313" y="365000"/>
                  </a:cubicBezTo>
                  <a:close/>
                </a:path>
              </a:pathLst>
            </a:custGeom>
            <a:grpFill/>
            <a:ln w="3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23">
              <a:extLst>
                <a:ext uri="{FF2B5EF4-FFF2-40B4-BE49-F238E27FC236}">
                  <a16:creationId xmlns:a16="http://schemas.microsoft.com/office/drawing/2014/main" xmlns="" id="{DC91F293-43AF-4F16-A5FE-7E61E49DEF72}"/>
                </a:ext>
              </a:extLst>
            </p:cNvPr>
            <p:cNvSpPr/>
            <p:nvPr/>
          </p:nvSpPr>
          <p:spPr>
            <a:xfrm>
              <a:off x="6596475" y="6167312"/>
              <a:ext cx="911638" cy="241271"/>
            </a:xfrm>
            <a:custGeom>
              <a:avLst/>
              <a:gdLst>
                <a:gd name="connsiteX0" fmla="*/ 480661 w 911638"/>
                <a:gd name="connsiteY0" fmla="*/ 241258 h 241271"/>
                <a:gd name="connsiteX1" fmla="*/ 56489 w 911638"/>
                <a:gd name="connsiteY1" fmla="*/ 137175 h 241271"/>
                <a:gd name="connsiteX2" fmla="*/ 664 w 911638"/>
                <a:gd name="connsiteY2" fmla="*/ 27561 h 241271"/>
                <a:gd name="connsiteX3" fmla="*/ 39046 w 911638"/>
                <a:gd name="connsiteY3" fmla="*/ 1362 h 241271"/>
                <a:gd name="connsiteX4" fmla="*/ 71150 w 911638"/>
                <a:gd name="connsiteY4" fmla="*/ 15615 h 241271"/>
                <a:gd name="connsiteX5" fmla="*/ 372811 w 911638"/>
                <a:gd name="connsiteY5" fmla="*/ 119257 h 241271"/>
                <a:gd name="connsiteX6" fmla="*/ 658691 w 911638"/>
                <a:gd name="connsiteY6" fmla="*/ 100083 h 241271"/>
                <a:gd name="connsiteX7" fmla="*/ 853011 w 911638"/>
                <a:gd name="connsiteY7" fmla="*/ 28036 h 241271"/>
                <a:gd name="connsiteX8" fmla="*/ 875375 w 911638"/>
                <a:gd name="connsiteY8" fmla="*/ 28172 h 241271"/>
                <a:gd name="connsiteX9" fmla="*/ 877174 w 911638"/>
                <a:gd name="connsiteY9" fmla="*/ 140976 h 241271"/>
                <a:gd name="connsiteX10" fmla="*/ 756360 w 911638"/>
                <a:gd name="connsiteY10" fmla="*/ 193612 h 241271"/>
                <a:gd name="connsiteX11" fmla="*/ 557425 w 911638"/>
                <a:gd name="connsiteY11" fmla="*/ 237322 h 241271"/>
                <a:gd name="connsiteX12" fmla="*/ 480661 w 911638"/>
                <a:gd name="connsiteY12" fmla="*/ 241258 h 241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1638" h="241271">
                  <a:moveTo>
                    <a:pt x="480661" y="241258"/>
                  </a:moveTo>
                  <a:cubicBezTo>
                    <a:pt x="331137" y="239799"/>
                    <a:pt x="189995" y="203691"/>
                    <a:pt x="56489" y="137175"/>
                  </a:cubicBezTo>
                  <a:cubicBezTo>
                    <a:pt x="21365" y="119664"/>
                    <a:pt x="-4528" y="66418"/>
                    <a:pt x="664" y="27561"/>
                  </a:cubicBezTo>
                  <a:cubicBezTo>
                    <a:pt x="3514" y="6181"/>
                    <a:pt x="18379" y="-3864"/>
                    <a:pt x="39046" y="1362"/>
                  </a:cubicBezTo>
                  <a:cubicBezTo>
                    <a:pt x="50584" y="4280"/>
                    <a:pt x="60969" y="9812"/>
                    <a:pt x="71150" y="15615"/>
                  </a:cubicBezTo>
                  <a:cubicBezTo>
                    <a:pt x="165154" y="69269"/>
                    <a:pt x="265436" y="104393"/>
                    <a:pt x="372811" y="119257"/>
                  </a:cubicBezTo>
                  <a:cubicBezTo>
                    <a:pt x="469496" y="132662"/>
                    <a:pt x="564382" y="124008"/>
                    <a:pt x="658691" y="100083"/>
                  </a:cubicBezTo>
                  <a:cubicBezTo>
                    <a:pt x="726157" y="82945"/>
                    <a:pt x="790670" y="58545"/>
                    <a:pt x="853011" y="28036"/>
                  </a:cubicBezTo>
                  <a:cubicBezTo>
                    <a:pt x="861258" y="23997"/>
                    <a:pt x="867672" y="24235"/>
                    <a:pt x="875375" y="28172"/>
                  </a:cubicBezTo>
                  <a:cubicBezTo>
                    <a:pt x="922649" y="52300"/>
                    <a:pt x="924176" y="111112"/>
                    <a:pt x="877174" y="140976"/>
                  </a:cubicBezTo>
                  <a:cubicBezTo>
                    <a:pt x="839810" y="164732"/>
                    <a:pt x="798815" y="181225"/>
                    <a:pt x="756360" y="193612"/>
                  </a:cubicBezTo>
                  <a:cubicBezTo>
                    <a:pt x="691066" y="212650"/>
                    <a:pt x="624992" y="228634"/>
                    <a:pt x="557425" y="237322"/>
                  </a:cubicBezTo>
                  <a:cubicBezTo>
                    <a:pt x="532006" y="240546"/>
                    <a:pt x="506350" y="241394"/>
                    <a:pt x="480661" y="241258"/>
                  </a:cubicBezTo>
                  <a:close/>
                </a:path>
              </a:pathLst>
            </a:custGeom>
            <a:grpFill/>
            <a:ln w="3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24">
              <a:extLst>
                <a:ext uri="{FF2B5EF4-FFF2-40B4-BE49-F238E27FC236}">
                  <a16:creationId xmlns:a16="http://schemas.microsoft.com/office/drawing/2014/main" xmlns="" id="{A988E2B9-8FA8-457E-9596-AC7A5A8B03ED}"/>
                </a:ext>
              </a:extLst>
            </p:cNvPr>
            <p:cNvSpPr/>
            <p:nvPr/>
          </p:nvSpPr>
          <p:spPr>
            <a:xfrm>
              <a:off x="6095993" y="3534768"/>
              <a:ext cx="1947818" cy="2449128"/>
            </a:xfrm>
            <a:custGeom>
              <a:avLst/>
              <a:gdLst>
                <a:gd name="connsiteX0" fmla="*/ 1946566 w 1947818"/>
                <a:gd name="connsiteY0" fmla="*/ 865173 h 2449128"/>
                <a:gd name="connsiteX1" fmla="*/ 1798976 w 1947818"/>
                <a:gd name="connsiteY1" fmla="*/ 420776 h 2449128"/>
                <a:gd name="connsiteX2" fmla="*/ 1297056 w 1947818"/>
                <a:gd name="connsiteY2" fmla="*/ 45846 h 2449128"/>
                <a:gd name="connsiteX3" fmla="*/ 318262 w 1947818"/>
                <a:gd name="connsiteY3" fmla="*/ 239895 h 2449128"/>
                <a:gd name="connsiteX4" fmla="*/ 14870 w 1947818"/>
                <a:gd name="connsiteY4" fmla="*/ 742290 h 2449128"/>
                <a:gd name="connsiteX5" fmla="*/ 24644 w 1947818"/>
                <a:gd name="connsiteY5" fmla="*/ 1114403 h 2449128"/>
                <a:gd name="connsiteX6" fmla="*/ 364212 w 1947818"/>
                <a:gd name="connsiteY6" fmla="*/ 1833040 h 2449128"/>
                <a:gd name="connsiteX7" fmla="*/ 453770 w 1947818"/>
                <a:gd name="connsiteY7" fmla="*/ 2016093 h 2449128"/>
                <a:gd name="connsiteX8" fmla="*/ 471994 w 1947818"/>
                <a:gd name="connsiteY8" fmla="*/ 2254565 h 2449128"/>
                <a:gd name="connsiteX9" fmla="*/ 481802 w 1947818"/>
                <a:gd name="connsiteY9" fmla="*/ 2284022 h 2449128"/>
                <a:gd name="connsiteX10" fmla="*/ 742705 w 1947818"/>
                <a:gd name="connsiteY10" fmla="*/ 2420005 h 2449128"/>
                <a:gd name="connsiteX11" fmla="*/ 1050305 w 1947818"/>
                <a:gd name="connsiteY11" fmla="*/ 2446814 h 2449128"/>
                <a:gd name="connsiteX12" fmla="*/ 1265835 w 1947818"/>
                <a:gd name="connsiteY12" fmla="*/ 2404564 h 2449128"/>
                <a:gd name="connsiteX13" fmla="*/ 1414952 w 1947818"/>
                <a:gd name="connsiteY13" fmla="*/ 2304451 h 2449128"/>
                <a:gd name="connsiteX14" fmla="*/ 1420178 w 1947818"/>
                <a:gd name="connsiteY14" fmla="*/ 2289112 h 2449128"/>
                <a:gd name="connsiteX15" fmla="*/ 1429103 w 1947818"/>
                <a:gd name="connsiteY15" fmla="*/ 2045957 h 2449128"/>
                <a:gd name="connsiteX16" fmla="*/ 1519645 w 1947818"/>
                <a:gd name="connsiteY16" fmla="*/ 1856490 h 2449128"/>
                <a:gd name="connsiteX17" fmla="*/ 1681047 w 1947818"/>
                <a:gd name="connsiteY17" fmla="*/ 1600610 h 2449128"/>
                <a:gd name="connsiteX18" fmla="*/ 1912731 w 1947818"/>
                <a:gd name="connsiteY18" fmla="*/ 1158215 h 2449128"/>
                <a:gd name="connsiteX19" fmla="*/ 1946566 w 1947818"/>
                <a:gd name="connsiteY19" fmla="*/ 865173 h 2449128"/>
                <a:gd name="connsiteX20" fmla="*/ 1724214 w 1947818"/>
                <a:gd name="connsiteY20" fmla="*/ 1291822 h 2449128"/>
                <a:gd name="connsiteX21" fmla="*/ 1612292 w 1947818"/>
                <a:gd name="connsiteY21" fmla="*/ 1474298 h 2449128"/>
                <a:gd name="connsiteX22" fmla="*/ 1402802 w 1947818"/>
                <a:gd name="connsiteY22" fmla="*/ 1817939 h 2449128"/>
                <a:gd name="connsiteX23" fmla="*/ 1297090 w 1947818"/>
                <a:gd name="connsiteY23" fmla="*/ 2110912 h 2449128"/>
                <a:gd name="connsiteX24" fmla="*/ 1292034 w 1947818"/>
                <a:gd name="connsiteY24" fmla="*/ 2163615 h 2449128"/>
                <a:gd name="connsiteX25" fmla="*/ 1282667 w 1947818"/>
                <a:gd name="connsiteY25" fmla="*/ 2176104 h 2449128"/>
                <a:gd name="connsiteX26" fmla="*/ 1107352 w 1947818"/>
                <a:gd name="connsiteY26" fmla="*/ 2226635 h 2449128"/>
                <a:gd name="connsiteX27" fmla="*/ 1095406 w 1947818"/>
                <a:gd name="connsiteY27" fmla="*/ 2227110 h 2449128"/>
                <a:gd name="connsiteX28" fmla="*/ 1097341 w 1947818"/>
                <a:gd name="connsiteY28" fmla="*/ 2215538 h 2449128"/>
                <a:gd name="connsiteX29" fmla="*/ 1353153 w 1947818"/>
                <a:gd name="connsiteY29" fmla="*/ 1465712 h 2449128"/>
                <a:gd name="connsiteX30" fmla="*/ 1356377 w 1947818"/>
                <a:gd name="connsiteY30" fmla="*/ 1454955 h 2449128"/>
                <a:gd name="connsiteX31" fmla="*/ 1375450 w 1947818"/>
                <a:gd name="connsiteY31" fmla="*/ 1432523 h 2449128"/>
                <a:gd name="connsiteX32" fmla="*/ 1627054 w 1947818"/>
                <a:gd name="connsiteY32" fmla="*/ 1374661 h 2449128"/>
                <a:gd name="connsiteX33" fmla="*/ 1650844 w 1947818"/>
                <a:gd name="connsiteY33" fmla="*/ 1372421 h 2449128"/>
                <a:gd name="connsiteX34" fmla="*/ 1664045 w 1947818"/>
                <a:gd name="connsiteY34" fmla="*/ 1357387 h 2449128"/>
                <a:gd name="connsiteX35" fmla="*/ 1658717 w 1947818"/>
                <a:gd name="connsiteY35" fmla="*/ 1141654 h 2449128"/>
                <a:gd name="connsiteX36" fmla="*/ 1646228 w 1947818"/>
                <a:gd name="connsiteY36" fmla="*/ 609259 h 2449128"/>
                <a:gd name="connsiteX37" fmla="*/ 1625290 w 1947818"/>
                <a:gd name="connsiteY37" fmla="*/ 590831 h 2449128"/>
                <a:gd name="connsiteX38" fmla="*/ 1607710 w 1947818"/>
                <a:gd name="connsiteY38" fmla="*/ 592291 h 2449128"/>
                <a:gd name="connsiteX39" fmla="*/ 1592168 w 1947818"/>
                <a:gd name="connsiteY39" fmla="*/ 609564 h 2449128"/>
                <a:gd name="connsiteX40" fmla="*/ 1609102 w 1947818"/>
                <a:gd name="connsiteY40" fmla="*/ 1319820 h 2449128"/>
                <a:gd name="connsiteX41" fmla="*/ 1591014 w 1947818"/>
                <a:gd name="connsiteY41" fmla="*/ 1339062 h 2449128"/>
                <a:gd name="connsiteX42" fmla="*/ 1399850 w 1947818"/>
                <a:gd name="connsiteY42" fmla="*/ 1370181 h 2449128"/>
                <a:gd name="connsiteX43" fmla="*/ 1184116 w 1947818"/>
                <a:gd name="connsiteY43" fmla="*/ 1466289 h 2449128"/>
                <a:gd name="connsiteX44" fmla="*/ 1134874 w 1947818"/>
                <a:gd name="connsiteY44" fmla="*/ 1524626 h 2449128"/>
                <a:gd name="connsiteX45" fmla="*/ 1305031 w 1947818"/>
                <a:gd name="connsiteY45" fmla="*/ 1460792 h 2449128"/>
                <a:gd name="connsiteX46" fmla="*/ 1293934 w 1947818"/>
                <a:gd name="connsiteY46" fmla="*/ 1493744 h 2449128"/>
                <a:gd name="connsiteX47" fmla="*/ 1044467 w 1947818"/>
                <a:gd name="connsiteY47" fmla="*/ 2225753 h 2449128"/>
                <a:gd name="connsiteX48" fmla="*/ 1028144 w 1947818"/>
                <a:gd name="connsiteY48" fmla="*/ 2238886 h 2449128"/>
                <a:gd name="connsiteX49" fmla="*/ 912387 w 1947818"/>
                <a:gd name="connsiteY49" fmla="*/ 2236985 h 2449128"/>
                <a:gd name="connsiteX50" fmla="*/ 895792 w 1947818"/>
                <a:gd name="connsiteY50" fmla="*/ 2223547 h 2449128"/>
                <a:gd name="connsiteX51" fmla="*/ 685692 w 1947818"/>
                <a:gd name="connsiteY51" fmla="*/ 1652600 h 2449128"/>
                <a:gd name="connsiteX52" fmla="*/ 619176 w 1947818"/>
                <a:gd name="connsiteY52" fmla="*/ 1471719 h 2449128"/>
                <a:gd name="connsiteX53" fmla="*/ 615579 w 1947818"/>
                <a:gd name="connsiteY53" fmla="*/ 1460927 h 2449128"/>
                <a:gd name="connsiteX54" fmla="*/ 833892 w 1947818"/>
                <a:gd name="connsiteY54" fmla="*/ 1531821 h 2449128"/>
                <a:gd name="connsiteX55" fmla="*/ 773417 w 1947818"/>
                <a:gd name="connsiteY55" fmla="*/ 1470565 h 2449128"/>
                <a:gd name="connsiteX56" fmla="*/ 622366 w 1947818"/>
                <a:gd name="connsiteY56" fmla="*/ 1407817 h 2449128"/>
                <a:gd name="connsiteX57" fmla="*/ 440026 w 1947818"/>
                <a:gd name="connsiteY57" fmla="*/ 1372489 h 2449128"/>
                <a:gd name="connsiteX58" fmla="*/ 359529 w 1947818"/>
                <a:gd name="connsiteY58" fmla="*/ 1367534 h 2449128"/>
                <a:gd name="connsiteX59" fmla="*/ 350298 w 1947818"/>
                <a:gd name="connsiteY59" fmla="*/ 1356437 h 2449128"/>
                <a:gd name="connsiteX60" fmla="*/ 344970 w 1947818"/>
                <a:gd name="connsiteY60" fmla="*/ 1123056 h 2449128"/>
                <a:gd name="connsiteX61" fmla="*/ 333635 w 1947818"/>
                <a:gd name="connsiteY61" fmla="*/ 636103 h 2449128"/>
                <a:gd name="connsiteX62" fmla="*/ 319008 w 1947818"/>
                <a:gd name="connsiteY62" fmla="*/ 622494 h 2449128"/>
                <a:gd name="connsiteX63" fmla="*/ 290027 w 1947818"/>
                <a:gd name="connsiteY63" fmla="*/ 622019 h 2449128"/>
                <a:gd name="connsiteX64" fmla="*/ 279710 w 1947818"/>
                <a:gd name="connsiteY64" fmla="*/ 632845 h 2449128"/>
                <a:gd name="connsiteX65" fmla="*/ 282900 w 1947818"/>
                <a:gd name="connsiteY65" fmla="*/ 765299 h 2449128"/>
                <a:gd name="connsiteX66" fmla="*/ 292368 w 1947818"/>
                <a:gd name="connsiteY66" fmla="*/ 1162694 h 2449128"/>
                <a:gd name="connsiteX67" fmla="*/ 297425 w 1947818"/>
                <a:gd name="connsiteY67" fmla="*/ 1391052 h 2449128"/>
                <a:gd name="connsiteX68" fmla="*/ 311509 w 1947818"/>
                <a:gd name="connsiteY68" fmla="*/ 1404491 h 2449128"/>
                <a:gd name="connsiteX69" fmla="*/ 493204 w 1947818"/>
                <a:gd name="connsiteY69" fmla="*/ 1422443 h 2449128"/>
                <a:gd name="connsiteX70" fmla="*/ 498193 w 1947818"/>
                <a:gd name="connsiteY70" fmla="*/ 1423258 h 2449128"/>
                <a:gd name="connsiteX71" fmla="*/ 553407 w 1947818"/>
                <a:gd name="connsiteY71" fmla="*/ 1439344 h 2449128"/>
                <a:gd name="connsiteX72" fmla="*/ 575941 w 1947818"/>
                <a:gd name="connsiteY72" fmla="*/ 1490520 h 2449128"/>
                <a:gd name="connsiteX73" fmla="*/ 840951 w 1947818"/>
                <a:gd name="connsiteY73" fmla="*/ 2209090 h 2449128"/>
                <a:gd name="connsiteX74" fmla="*/ 843123 w 1947818"/>
                <a:gd name="connsiteY74" fmla="*/ 2214995 h 2449128"/>
                <a:gd name="connsiteX75" fmla="*/ 836777 w 1947818"/>
                <a:gd name="connsiteY75" fmla="*/ 2222121 h 2449128"/>
                <a:gd name="connsiteX76" fmla="*/ 773858 w 1947818"/>
                <a:gd name="connsiteY76" fmla="*/ 2204067 h 2449128"/>
                <a:gd name="connsiteX77" fmla="*/ 602785 w 1947818"/>
                <a:gd name="connsiteY77" fmla="*/ 2140403 h 2449128"/>
                <a:gd name="connsiteX78" fmla="*/ 592808 w 1947818"/>
                <a:gd name="connsiteY78" fmla="*/ 2126285 h 2449128"/>
                <a:gd name="connsiteX79" fmla="*/ 548453 w 1947818"/>
                <a:gd name="connsiteY79" fmla="*/ 1946829 h 2449128"/>
                <a:gd name="connsiteX80" fmla="*/ 487265 w 1947818"/>
                <a:gd name="connsiteY80" fmla="*/ 1814307 h 2449128"/>
                <a:gd name="connsiteX81" fmla="*/ 255174 w 1947818"/>
                <a:gd name="connsiteY81" fmla="*/ 1393021 h 2449128"/>
                <a:gd name="connsiteX82" fmla="*/ 118376 w 1947818"/>
                <a:gd name="connsiteY82" fmla="*/ 922967 h 2449128"/>
                <a:gd name="connsiteX83" fmla="*/ 287414 w 1947818"/>
                <a:gd name="connsiteY83" fmla="*/ 446262 h 2449128"/>
                <a:gd name="connsiteX84" fmla="*/ 426146 w 1947818"/>
                <a:gd name="connsiteY84" fmla="*/ 307225 h 2449128"/>
                <a:gd name="connsiteX85" fmla="*/ 594640 w 1947818"/>
                <a:gd name="connsiteY85" fmla="*/ 203922 h 2449128"/>
                <a:gd name="connsiteX86" fmla="*/ 1528639 w 1947818"/>
                <a:gd name="connsiteY86" fmla="*/ 315302 h 2449128"/>
                <a:gd name="connsiteX87" fmla="*/ 1792902 w 1947818"/>
                <a:gd name="connsiteY87" fmla="*/ 1134764 h 2449128"/>
                <a:gd name="connsiteX88" fmla="*/ 1724214 w 1947818"/>
                <a:gd name="connsiteY88" fmla="*/ 1291822 h 2449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947818" h="2449128">
                  <a:moveTo>
                    <a:pt x="1946566" y="865173"/>
                  </a:moveTo>
                  <a:cubicBezTo>
                    <a:pt x="1938251" y="707946"/>
                    <a:pt x="1888127" y="553501"/>
                    <a:pt x="1798976" y="420776"/>
                  </a:cubicBezTo>
                  <a:cubicBezTo>
                    <a:pt x="1682133" y="246818"/>
                    <a:pt x="1496704" y="109002"/>
                    <a:pt x="1297056" y="45846"/>
                  </a:cubicBezTo>
                  <a:cubicBezTo>
                    <a:pt x="965260" y="-59085"/>
                    <a:pt x="585885" y="20462"/>
                    <a:pt x="318262" y="239895"/>
                  </a:cubicBezTo>
                  <a:cubicBezTo>
                    <a:pt x="165073" y="365528"/>
                    <a:pt x="53931" y="546884"/>
                    <a:pt x="14870" y="742290"/>
                  </a:cubicBezTo>
                  <a:cubicBezTo>
                    <a:pt x="-9632" y="864936"/>
                    <a:pt x="-2098" y="992808"/>
                    <a:pt x="24644" y="1114403"/>
                  </a:cubicBezTo>
                  <a:cubicBezTo>
                    <a:pt x="82472" y="1377478"/>
                    <a:pt x="225378" y="1606311"/>
                    <a:pt x="364212" y="1833040"/>
                  </a:cubicBezTo>
                  <a:cubicBezTo>
                    <a:pt x="399947" y="1891377"/>
                    <a:pt x="429030" y="1952598"/>
                    <a:pt x="453770" y="2016093"/>
                  </a:cubicBezTo>
                  <a:cubicBezTo>
                    <a:pt x="484041" y="2093672"/>
                    <a:pt x="484652" y="2173728"/>
                    <a:pt x="471994" y="2254565"/>
                  </a:cubicBezTo>
                  <a:cubicBezTo>
                    <a:pt x="470026" y="2267121"/>
                    <a:pt x="472333" y="2275266"/>
                    <a:pt x="481802" y="2284022"/>
                  </a:cubicBezTo>
                  <a:cubicBezTo>
                    <a:pt x="556496" y="2353116"/>
                    <a:pt x="645036" y="2395401"/>
                    <a:pt x="742705" y="2420005"/>
                  </a:cubicBezTo>
                  <a:cubicBezTo>
                    <a:pt x="843768" y="2445457"/>
                    <a:pt x="946425" y="2453670"/>
                    <a:pt x="1050305" y="2446814"/>
                  </a:cubicBezTo>
                  <a:cubicBezTo>
                    <a:pt x="1123913" y="2441962"/>
                    <a:pt x="1196401" y="2430932"/>
                    <a:pt x="1265835" y="2404564"/>
                  </a:cubicBezTo>
                  <a:cubicBezTo>
                    <a:pt x="1323255" y="2382742"/>
                    <a:pt x="1374431" y="2351487"/>
                    <a:pt x="1414952" y="2304451"/>
                  </a:cubicBezTo>
                  <a:cubicBezTo>
                    <a:pt x="1418718" y="2300073"/>
                    <a:pt x="1422316" y="2296442"/>
                    <a:pt x="1420178" y="2289112"/>
                  </a:cubicBezTo>
                  <a:cubicBezTo>
                    <a:pt x="1396253" y="2207121"/>
                    <a:pt x="1404126" y="2126319"/>
                    <a:pt x="1429103" y="2045957"/>
                  </a:cubicBezTo>
                  <a:cubicBezTo>
                    <a:pt x="1450110" y="1978356"/>
                    <a:pt x="1484385" y="1917101"/>
                    <a:pt x="1519645" y="1856490"/>
                  </a:cubicBezTo>
                  <a:cubicBezTo>
                    <a:pt x="1570380" y="1769274"/>
                    <a:pt x="1628547" y="1686706"/>
                    <a:pt x="1681047" y="1600610"/>
                  </a:cubicBezTo>
                  <a:cubicBezTo>
                    <a:pt x="1767653" y="1458552"/>
                    <a:pt x="1865458" y="1319650"/>
                    <a:pt x="1912731" y="1158215"/>
                  </a:cubicBezTo>
                  <a:cubicBezTo>
                    <a:pt x="1940695" y="1062514"/>
                    <a:pt x="1951792" y="963284"/>
                    <a:pt x="1946566" y="865173"/>
                  </a:cubicBezTo>
                  <a:close/>
                  <a:moveTo>
                    <a:pt x="1724214" y="1291822"/>
                  </a:moveTo>
                  <a:cubicBezTo>
                    <a:pt x="1689938" y="1354401"/>
                    <a:pt x="1650335" y="1414401"/>
                    <a:pt x="1612292" y="1474298"/>
                  </a:cubicBezTo>
                  <a:cubicBezTo>
                    <a:pt x="1540381" y="1587544"/>
                    <a:pt x="1472474" y="1703301"/>
                    <a:pt x="1402802" y="1817939"/>
                  </a:cubicBezTo>
                  <a:cubicBezTo>
                    <a:pt x="1347724" y="1908583"/>
                    <a:pt x="1311615" y="2005811"/>
                    <a:pt x="1297090" y="2110912"/>
                  </a:cubicBezTo>
                  <a:cubicBezTo>
                    <a:pt x="1294681" y="2128389"/>
                    <a:pt x="1293255" y="2146002"/>
                    <a:pt x="1292034" y="2163615"/>
                  </a:cubicBezTo>
                  <a:cubicBezTo>
                    <a:pt x="1291559" y="2170402"/>
                    <a:pt x="1289523" y="2173830"/>
                    <a:pt x="1282667" y="2176104"/>
                  </a:cubicBezTo>
                  <a:cubicBezTo>
                    <a:pt x="1224840" y="2195108"/>
                    <a:pt x="1167012" y="2214011"/>
                    <a:pt x="1107352" y="2226635"/>
                  </a:cubicBezTo>
                  <a:cubicBezTo>
                    <a:pt x="1103347" y="2227483"/>
                    <a:pt x="1098460" y="2230266"/>
                    <a:pt x="1095406" y="2227110"/>
                  </a:cubicBezTo>
                  <a:cubicBezTo>
                    <a:pt x="1092080" y="2223682"/>
                    <a:pt x="1096085" y="2219237"/>
                    <a:pt x="1097341" y="2215538"/>
                  </a:cubicBezTo>
                  <a:cubicBezTo>
                    <a:pt x="1182521" y="1965562"/>
                    <a:pt x="1267837" y="1715654"/>
                    <a:pt x="1353153" y="1465712"/>
                  </a:cubicBezTo>
                  <a:cubicBezTo>
                    <a:pt x="1354375" y="1462149"/>
                    <a:pt x="1356852" y="1458314"/>
                    <a:pt x="1356377" y="1454955"/>
                  </a:cubicBezTo>
                  <a:cubicBezTo>
                    <a:pt x="1354205" y="1439785"/>
                    <a:pt x="1365201" y="1437342"/>
                    <a:pt x="1375450" y="1432523"/>
                  </a:cubicBezTo>
                  <a:cubicBezTo>
                    <a:pt x="1455166" y="1394887"/>
                    <a:pt x="1540991" y="1384333"/>
                    <a:pt x="1627054" y="1374661"/>
                  </a:cubicBezTo>
                  <a:cubicBezTo>
                    <a:pt x="1634995" y="1373779"/>
                    <a:pt x="1643004" y="1371980"/>
                    <a:pt x="1650844" y="1372421"/>
                  </a:cubicBezTo>
                  <a:cubicBezTo>
                    <a:pt x="1662687" y="1373100"/>
                    <a:pt x="1664350" y="1367772"/>
                    <a:pt x="1664045" y="1357387"/>
                  </a:cubicBezTo>
                  <a:cubicBezTo>
                    <a:pt x="1661941" y="1285476"/>
                    <a:pt x="1660414" y="1213565"/>
                    <a:pt x="1658717" y="1141654"/>
                  </a:cubicBezTo>
                  <a:cubicBezTo>
                    <a:pt x="1654543" y="964200"/>
                    <a:pt x="1650369" y="786746"/>
                    <a:pt x="1646228" y="609259"/>
                  </a:cubicBezTo>
                  <a:cubicBezTo>
                    <a:pt x="1645753" y="588626"/>
                    <a:pt x="1645787" y="588660"/>
                    <a:pt x="1625290" y="590831"/>
                  </a:cubicBezTo>
                  <a:cubicBezTo>
                    <a:pt x="1619453" y="591442"/>
                    <a:pt x="1613581" y="591951"/>
                    <a:pt x="1607710" y="592291"/>
                  </a:cubicBezTo>
                  <a:cubicBezTo>
                    <a:pt x="1591591" y="593173"/>
                    <a:pt x="1591760" y="593105"/>
                    <a:pt x="1592168" y="609564"/>
                  </a:cubicBezTo>
                  <a:cubicBezTo>
                    <a:pt x="1597869" y="846305"/>
                    <a:pt x="1603502" y="1083045"/>
                    <a:pt x="1609102" y="1319820"/>
                  </a:cubicBezTo>
                  <a:cubicBezTo>
                    <a:pt x="1609509" y="1337501"/>
                    <a:pt x="1609305" y="1337331"/>
                    <a:pt x="1591014" y="1339062"/>
                  </a:cubicBezTo>
                  <a:cubicBezTo>
                    <a:pt x="1526602" y="1345170"/>
                    <a:pt x="1461852" y="1351143"/>
                    <a:pt x="1399850" y="1370181"/>
                  </a:cubicBezTo>
                  <a:cubicBezTo>
                    <a:pt x="1324273" y="1393394"/>
                    <a:pt x="1252328" y="1425905"/>
                    <a:pt x="1184116" y="1466289"/>
                  </a:cubicBezTo>
                  <a:cubicBezTo>
                    <a:pt x="1161141" y="1479864"/>
                    <a:pt x="1149569" y="1503042"/>
                    <a:pt x="1134874" y="1524626"/>
                  </a:cubicBezTo>
                  <a:cubicBezTo>
                    <a:pt x="1190734" y="1503687"/>
                    <a:pt x="1246627" y="1482715"/>
                    <a:pt x="1305031" y="1460792"/>
                  </a:cubicBezTo>
                  <a:cubicBezTo>
                    <a:pt x="1300789" y="1473416"/>
                    <a:pt x="1297430" y="1483597"/>
                    <a:pt x="1293934" y="1493744"/>
                  </a:cubicBezTo>
                  <a:cubicBezTo>
                    <a:pt x="1210722" y="1737713"/>
                    <a:pt x="1127408" y="1981682"/>
                    <a:pt x="1044467" y="2225753"/>
                  </a:cubicBezTo>
                  <a:cubicBezTo>
                    <a:pt x="1041447" y="2234610"/>
                    <a:pt x="1037680" y="2238004"/>
                    <a:pt x="1028144" y="2238886"/>
                  </a:cubicBezTo>
                  <a:cubicBezTo>
                    <a:pt x="989457" y="2242381"/>
                    <a:pt x="950939" y="2241431"/>
                    <a:pt x="912387" y="2236985"/>
                  </a:cubicBezTo>
                  <a:cubicBezTo>
                    <a:pt x="903292" y="2235933"/>
                    <a:pt x="898982" y="2232302"/>
                    <a:pt x="895792" y="2223547"/>
                  </a:cubicBezTo>
                  <a:cubicBezTo>
                    <a:pt x="825985" y="2033163"/>
                    <a:pt x="755770" y="1842882"/>
                    <a:pt x="685692" y="1652600"/>
                  </a:cubicBezTo>
                  <a:cubicBezTo>
                    <a:pt x="663497" y="1592329"/>
                    <a:pt x="641337" y="1532024"/>
                    <a:pt x="619176" y="1471719"/>
                  </a:cubicBezTo>
                  <a:cubicBezTo>
                    <a:pt x="618056" y="1468665"/>
                    <a:pt x="617140" y="1465543"/>
                    <a:pt x="615579" y="1460927"/>
                  </a:cubicBezTo>
                  <a:cubicBezTo>
                    <a:pt x="689255" y="1484853"/>
                    <a:pt x="761573" y="1508337"/>
                    <a:pt x="833892" y="1531821"/>
                  </a:cubicBezTo>
                  <a:cubicBezTo>
                    <a:pt x="816856" y="1507556"/>
                    <a:pt x="800397" y="1484411"/>
                    <a:pt x="773417" y="1470565"/>
                  </a:cubicBezTo>
                  <a:cubicBezTo>
                    <a:pt x="724651" y="1445588"/>
                    <a:pt x="673169" y="1427636"/>
                    <a:pt x="622366" y="1407817"/>
                  </a:cubicBezTo>
                  <a:cubicBezTo>
                    <a:pt x="563656" y="1384910"/>
                    <a:pt x="501994" y="1377987"/>
                    <a:pt x="440026" y="1372489"/>
                  </a:cubicBezTo>
                  <a:cubicBezTo>
                    <a:pt x="413250" y="1370114"/>
                    <a:pt x="386372" y="1368586"/>
                    <a:pt x="359529" y="1367534"/>
                  </a:cubicBezTo>
                  <a:cubicBezTo>
                    <a:pt x="350875" y="1367195"/>
                    <a:pt x="350468" y="1362987"/>
                    <a:pt x="350298" y="1356437"/>
                  </a:cubicBezTo>
                  <a:cubicBezTo>
                    <a:pt x="348601" y="1278655"/>
                    <a:pt x="346802" y="1200839"/>
                    <a:pt x="344970" y="1123056"/>
                  </a:cubicBezTo>
                  <a:cubicBezTo>
                    <a:pt x="341135" y="960738"/>
                    <a:pt x="337097" y="798421"/>
                    <a:pt x="333635" y="636103"/>
                  </a:cubicBezTo>
                  <a:cubicBezTo>
                    <a:pt x="333398" y="624564"/>
                    <a:pt x="329529" y="621714"/>
                    <a:pt x="319008" y="622494"/>
                  </a:cubicBezTo>
                  <a:cubicBezTo>
                    <a:pt x="309404" y="623207"/>
                    <a:pt x="299631" y="622867"/>
                    <a:pt x="290027" y="622019"/>
                  </a:cubicBezTo>
                  <a:cubicBezTo>
                    <a:pt x="281305" y="621272"/>
                    <a:pt x="279473" y="624870"/>
                    <a:pt x="279710" y="632845"/>
                  </a:cubicBezTo>
                  <a:cubicBezTo>
                    <a:pt x="281000" y="676996"/>
                    <a:pt x="281848" y="721147"/>
                    <a:pt x="282900" y="765299"/>
                  </a:cubicBezTo>
                  <a:cubicBezTo>
                    <a:pt x="286056" y="897752"/>
                    <a:pt x="289212" y="1030206"/>
                    <a:pt x="292368" y="1162694"/>
                  </a:cubicBezTo>
                  <a:cubicBezTo>
                    <a:pt x="294167" y="1238814"/>
                    <a:pt x="296135" y="1314933"/>
                    <a:pt x="297425" y="1391052"/>
                  </a:cubicBezTo>
                  <a:cubicBezTo>
                    <a:pt x="297595" y="1402014"/>
                    <a:pt x="301871" y="1404220"/>
                    <a:pt x="311509" y="1404491"/>
                  </a:cubicBezTo>
                  <a:cubicBezTo>
                    <a:pt x="372458" y="1406256"/>
                    <a:pt x="433103" y="1411686"/>
                    <a:pt x="493204" y="1422443"/>
                  </a:cubicBezTo>
                  <a:cubicBezTo>
                    <a:pt x="494867" y="1422749"/>
                    <a:pt x="496530" y="1422885"/>
                    <a:pt x="498193" y="1423258"/>
                  </a:cubicBezTo>
                  <a:cubicBezTo>
                    <a:pt x="517061" y="1427364"/>
                    <a:pt x="538000" y="1428586"/>
                    <a:pt x="553407" y="1439344"/>
                  </a:cubicBezTo>
                  <a:cubicBezTo>
                    <a:pt x="569256" y="1450373"/>
                    <a:pt x="569425" y="1472941"/>
                    <a:pt x="575941" y="1490520"/>
                  </a:cubicBezTo>
                  <a:cubicBezTo>
                    <a:pt x="664583" y="1729907"/>
                    <a:pt x="752716" y="1969532"/>
                    <a:pt x="840951" y="2209090"/>
                  </a:cubicBezTo>
                  <a:cubicBezTo>
                    <a:pt x="841663" y="2211058"/>
                    <a:pt x="842240" y="2213094"/>
                    <a:pt x="843123" y="2214995"/>
                  </a:cubicBezTo>
                  <a:cubicBezTo>
                    <a:pt x="846584" y="2222427"/>
                    <a:pt x="843801" y="2224124"/>
                    <a:pt x="836777" y="2222121"/>
                  </a:cubicBezTo>
                  <a:cubicBezTo>
                    <a:pt x="815804" y="2216149"/>
                    <a:pt x="794628" y="2210685"/>
                    <a:pt x="773858" y="2204067"/>
                  </a:cubicBezTo>
                  <a:cubicBezTo>
                    <a:pt x="715827" y="2185572"/>
                    <a:pt x="659323" y="2162936"/>
                    <a:pt x="602785" y="2140403"/>
                  </a:cubicBezTo>
                  <a:cubicBezTo>
                    <a:pt x="595455" y="2137484"/>
                    <a:pt x="593656" y="2132767"/>
                    <a:pt x="592808" y="2126285"/>
                  </a:cubicBezTo>
                  <a:cubicBezTo>
                    <a:pt x="584968" y="2064758"/>
                    <a:pt x="569391" y="2004962"/>
                    <a:pt x="548453" y="1946829"/>
                  </a:cubicBezTo>
                  <a:cubicBezTo>
                    <a:pt x="531926" y="1901015"/>
                    <a:pt x="511598" y="1856389"/>
                    <a:pt x="487265" y="1814307"/>
                  </a:cubicBezTo>
                  <a:cubicBezTo>
                    <a:pt x="407006" y="1675541"/>
                    <a:pt x="324337" y="1537827"/>
                    <a:pt x="255174" y="1393021"/>
                  </a:cubicBezTo>
                  <a:cubicBezTo>
                    <a:pt x="185129" y="1246347"/>
                    <a:pt x="120141" y="1087830"/>
                    <a:pt x="118376" y="922967"/>
                  </a:cubicBezTo>
                  <a:cubicBezTo>
                    <a:pt x="116476" y="743647"/>
                    <a:pt x="173218" y="584655"/>
                    <a:pt x="287414" y="446262"/>
                  </a:cubicBezTo>
                  <a:cubicBezTo>
                    <a:pt x="329291" y="395527"/>
                    <a:pt x="373952" y="347202"/>
                    <a:pt x="426146" y="307225"/>
                  </a:cubicBezTo>
                  <a:cubicBezTo>
                    <a:pt x="478510" y="267078"/>
                    <a:pt x="536371" y="235110"/>
                    <a:pt x="594640" y="203922"/>
                  </a:cubicBezTo>
                  <a:cubicBezTo>
                    <a:pt x="882557" y="49919"/>
                    <a:pt x="1279579" y="114568"/>
                    <a:pt x="1528639" y="315302"/>
                  </a:cubicBezTo>
                  <a:cubicBezTo>
                    <a:pt x="1765583" y="506296"/>
                    <a:pt x="1884292" y="840332"/>
                    <a:pt x="1792902" y="1134764"/>
                  </a:cubicBezTo>
                  <a:cubicBezTo>
                    <a:pt x="1775798" y="1189708"/>
                    <a:pt x="1751737" y="1241596"/>
                    <a:pt x="1724214" y="1291822"/>
                  </a:cubicBezTo>
                  <a:close/>
                </a:path>
              </a:pathLst>
            </a:custGeom>
            <a:grpFill/>
            <a:ln w="3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25">
              <a:extLst>
                <a:ext uri="{FF2B5EF4-FFF2-40B4-BE49-F238E27FC236}">
                  <a16:creationId xmlns:a16="http://schemas.microsoft.com/office/drawing/2014/main" xmlns="" id="{9BAD820E-6BB4-48A1-974E-FDFD351234E6}"/>
                </a:ext>
              </a:extLst>
            </p:cNvPr>
            <p:cNvSpPr/>
            <p:nvPr/>
          </p:nvSpPr>
          <p:spPr>
            <a:xfrm>
              <a:off x="7096986" y="4006191"/>
              <a:ext cx="475101" cy="977515"/>
            </a:xfrm>
            <a:custGeom>
              <a:avLst/>
              <a:gdLst>
                <a:gd name="connsiteX0" fmla="*/ 16020 w 475101"/>
                <a:gd name="connsiteY0" fmla="*/ 977491 h 977515"/>
                <a:gd name="connsiteX1" fmla="*/ 15952 w 475101"/>
                <a:gd name="connsiteY1" fmla="*/ 896214 h 977515"/>
                <a:gd name="connsiteX2" fmla="*/ 4618 w 475101"/>
                <a:gd name="connsiteY2" fmla="*/ 393004 h 977515"/>
                <a:gd name="connsiteX3" fmla="*/ 70 w 475101"/>
                <a:gd name="connsiteY3" fmla="*/ 210155 h 977515"/>
                <a:gd name="connsiteX4" fmla="*/ 4380 w 475101"/>
                <a:gd name="connsiteY4" fmla="*/ 193865 h 977515"/>
                <a:gd name="connsiteX5" fmla="*/ 148780 w 475101"/>
                <a:gd name="connsiteY5" fmla="*/ 64568 h 977515"/>
                <a:gd name="connsiteX6" fmla="*/ 272037 w 475101"/>
                <a:gd name="connsiteY6" fmla="*/ 20145 h 977515"/>
                <a:gd name="connsiteX7" fmla="*/ 444637 w 475101"/>
                <a:gd name="connsiteY7" fmla="*/ 156 h 977515"/>
                <a:gd name="connsiteX8" fmla="*/ 456956 w 475101"/>
                <a:gd name="connsiteY8" fmla="*/ 11321 h 977515"/>
                <a:gd name="connsiteX9" fmla="*/ 471888 w 475101"/>
                <a:gd name="connsiteY9" fmla="*/ 652007 h 977515"/>
                <a:gd name="connsiteX10" fmla="*/ 475078 w 475101"/>
                <a:gd name="connsiteY10" fmla="*/ 770547 h 977515"/>
                <a:gd name="connsiteX11" fmla="*/ 464117 w 475101"/>
                <a:gd name="connsiteY11" fmla="*/ 782594 h 977515"/>
                <a:gd name="connsiteX12" fmla="*/ 252014 w 475101"/>
                <a:gd name="connsiteY12" fmla="*/ 817515 h 977515"/>
                <a:gd name="connsiteX13" fmla="*/ 141280 w 475101"/>
                <a:gd name="connsiteY13" fmla="*/ 878702 h 977515"/>
                <a:gd name="connsiteX14" fmla="*/ 27423 w 475101"/>
                <a:gd name="connsiteY14" fmla="*/ 972401 h 977515"/>
                <a:gd name="connsiteX15" fmla="*/ 16020 w 475101"/>
                <a:gd name="connsiteY15" fmla="*/ 977491 h 977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75101" h="977515">
                  <a:moveTo>
                    <a:pt x="16020" y="977491"/>
                  </a:moveTo>
                  <a:cubicBezTo>
                    <a:pt x="16020" y="950478"/>
                    <a:pt x="16529" y="923329"/>
                    <a:pt x="15952" y="896214"/>
                  </a:cubicBezTo>
                  <a:cubicBezTo>
                    <a:pt x="12321" y="728466"/>
                    <a:pt x="8486" y="560718"/>
                    <a:pt x="4618" y="393004"/>
                  </a:cubicBezTo>
                  <a:cubicBezTo>
                    <a:pt x="3226" y="332055"/>
                    <a:pt x="1563" y="271105"/>
                    <a:pt x="70" y="210155"/>
                  </a:cubicBezTo>
                  <a:cubicBezTo>
                    <a:pt x="-66" y="204352"/>
                    <a:pt x="-473" y="198888"/>
                    <a:pt x="4380" y="193865"/>
                  </a:cubicBezTo>
                  <a:cubicBezTo>
                    <a:pt x="49312" y="147169"/>
                    <a:pt x="95533" y="102067"/>
                    <a:pt x="148780" y="64568"/>
                  </a:cubicBezTo>
                  <a:cubicBezTo>
                    <a:pt x="186008" y="38335"/>
                    <a:pt x="228496" y="28086"/>
                    <a:pt x="272037" y="20145"/>
                  </a:cubicBezTo>
                  <a:cubicBezTo>
                    <a:pt x="329152" y="9760"/>
                    <a:pt x="386912" y="5179"/>
                    <a:pt x="444637" y="156"/>
                  </a:cubicBezTo>
                  <a:cubicBezTo>
                    <a:pt x="453902" y="-658"/>
                    <a:pt x="456753" y="1514"/>
                    <a:pt x="456956" y="11321"/>
                  </a:cubicBezTo>
                  <a:cubicBezTo>
                    <a:pt x="461708" y="224883"/>
                    <a:pt x="466798" y="438445"/>
                    <a:pt x="471888" y="652007"/>
                  </a:cubicBezTo>
                  <a:cubicBezTo>
                    <a:pt x="472839" y="691509"/>
                    <a:pt x="473687" y="731045"/>
                    <a:pt x="475078" y="770547"/>
                  </a:cubicBezTo>
                  <a:cubicBezTo>
                    <a:pt x="475384" y="779201"/>
                    <a:pt x="472771" y="781780"/>
                    <a:pt x="464117" y="782594"/>
                  </a:cubicBezTo>
                  <a:cubicBezTo>
                    <a:pt x="392647" y="789382"/>
                    <a:pt x="321380" y="797628"/>
                    <a:pt x="252014" y="817515"/>
                  </a:cubicBezTo>
                  <a:cubicBezTo>
                    <a:pt x="210374" y="829461"/>
                    <a:pt x="175589" y="853657"/>
                    <a:pt x="141280" y="878702"/>
                  </a:cubicBezTo>
                  <a:cubicBezTo>
                    <a:pt x="101540" y="907718"/>
                    <a:pt x="64074" y="939550"/>
                    <a:pt x="27423" y="972401"/>
                  </a:cubicBezTo>
                  <a:cubicBezTo>
                    <a:pt x="25115" y="974471"/>
                    <a:pt x="23418" y="977831"/>
                    <a:pt x="16020" y="977491"/>
                  </a:cubicBezTo>
                  <a:close/>
                </a:path>
              </a:pathLst>
            </a:custGeom>
            <a:grpFill/>
            <a:ln w="3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26">
              <a:extLst>
                <a:ext uri="{FF2B5EF4-FFF2-40B4-BE49-F238E27FC236}">
                  <a16:creationId xmlns:a16="http://schemas.microsoft.com/office/drawing/2014/main" xmlns="" id="{760E38BD-BD02-45D1-8490-3624CE9433DA}"/>
                </a:ext>
              </a:extLst>
            </p:cNvPr>
            <p:cNvSpPr/>
            <p:nvPr/>
          </p:nvSpPr>
          <p:spPr>
            <a:xfrm>
              <a:off x="6557519" y="4029591"/>
              <a:ext cx="483979" cy="957654"/>
            </a:xfrm>
            <a:custGeom>
              <a:avLst/>
              <a:gdLst>
                <a:gd name="connsiteX0" fmla="*/ 483950 w 483979"/>
                <a:gd name="connsiteY0" fmla="*/ 957655 h 957654"/>
                <a:gd name="connsiteX1" fmla="*/ 411427 w 483979"/>
                <a:gd name="connsiteY1" fmla="*/ 901727 h 957654"/>
                <a:gd name="connsiteX2" fmla="*/ 345455 w 483979"/>
                <a:gd name="connsiteY2" fmla="*/ 855336 h 957654"/>
                <a:gd name="connsiteX3" fmla="*/ 174246 w 483979"/>
                <a:gd name="connsiteY3" fmla="*/ 793979 h 957654"/>
                <a:gd name="connsiteX4" fmla="*/ 31102 w 483979"/>
                <a:gd name="connsiteY4" fmla="*/ 782136 h 957654"/>
                <a:gd name="connsiteX5" fmla="*/ 17731 w 483979"/>
                <a:gd name="connsiteY5" fmla="*/ 768323 h 957654"/>
                <a:gd name="connsiteX6" fmla="*/ 10197 w 483979"/>
                <a:gd name="connsiteY6" fmla="*/ 436561 h 957654"/>
                <a:gd name="connsiteX7" fmla="*/ 423 w 483979"/>
                <a:gd name="connsiteY7" fmla="*/ 21552 h 957654"/>
                <a:gd name="connsiteX8" fmla="*/ 21023 w 483979"/>
                <a:gd name="connsiteY8" fmla="*/ 478 h 957654"/>
                <a:gd name="connsiteX9" fmla="*/ 215580 w 483979"/>
                <a:gd name="connsiteY9" fmla="*/ 15919 h 957654"/>
                <a:gd name="connsiteX10" fmla="*/ 334154 w 483979"/>
                <a:gd name="connsiteY10" fmla="*/ 65229 h 957654"/>
                <a:gd name="connsiteX11" fmla="*/ 460398 w 483979"/>
                <a:gd name="connsiteY11" fmla="*/ 171551 h 957654"/>
                <a:gd name="connsiteX12" fmla="*/ 466303 w 483979"/>
                <a:gd name="connsiteY12" fmla="*/ 185974 h 957654"/>
                <a:gd name="connsiteX13" fmla="*/ 476721 w 483979"/>
                <a:gd name="connsiteY13" fmla="*/ 640078 h 957654"/>
                <a:gd name="connsiteX14" fmla="*/ 483950 w 483979"/>
                <a:gd name="connsiteY14" fmla="*/ 944080 h 957654"/>
                <a:gd name="connsiteX15" fmla="*/ 483950 w 483979"/>
                <a:gd name="connsiteY15" fmla="*/ 957655 h 957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83979" h="957654">
                  <a:moveTo>
                    <a:pt x="483950" y="957655"/>
                  </a:moveTo>
                  <a:cubicBezTo>
                    <a:pt x="458531" y="937972"/>
                    <a:pt x="435319" y="919374"/>
                    <a:pt x="411427" y="901727"/>
                  </a:cubicBezTo>
                  <a:cubicBezTo>
                    <a:pt x="389810" y="885743"/>
                    <a:pt x="367378" y="870913"/>
                    <a:pt x="345455" y="855336"/>
                  </a:cubicBezTo>
                  <a:cubicBezTo>
                    <a:pt x="294109" y="818821"/>
                    <a:pt x="236112" y="801411"/>
                    <a:pt x="174246" y="793979"/>
                  </a:cubicBezTo>
                  <a:cubicBezTo>
                    <a:pt x="126667" y="788244"/>
                    <a:pt x="78952" y="784206"/>
                    <a:pt x="31102" y="782136"/>
                  </a:cubicBezTo>
                  <a:cubicBezTo>
                    <a:pt x="20683" y="781694"/>
                    <a:pt x="17934" y="778504"/>
                    <a:pt x="17731" y="768323"/>
                  </a:cubicBezTo>
                  <a:cubicBezTo>
                    <a:pt x="15491" y="657725"/>
                    <a:pt x="12776" y="547160"/>
                    <a:pt x="10197" y="436561"/>
                  </a:cubicBezTo>
                  <a:cubicBezTo>
                    <a:pt x="6939" y="298236"/>
                    <a:pt x="3613" y="159911"/>
                    <a:pt x="423" y="21552"/>
                  </a:cubicBezTo>
                  <a:cubicBezTo>
                    <a:pt x="-154" y="-3628"/>
                    <a:pt x="-3140" y="-65"/>
                    <a:pt x="21023" y="478"/>
                  </a:cubicBezTo>
                  <a:cubicBezTo>
                    <a:pt x="86181" y="1937"/>
                    <a:pt x="151067" y="5840"/>
                    <a:pt x="215580" y="15919"/>
                  </a:cubicBezTo>
                  <a:cubicBezTo>
                    <a:pt x="259358" y="22774"/>
                    <a:pt x="298283" y="39742"/>
                    <a:pt x="334154" y="65229"/>
                  </a:cubicBezTo>
                  <a:cubicBezTo>
                    <a:pt x="379188" y="97197"/>
                    <a:pt x="420421" y="133577"/>
                    <a:pt x="460398" y="171551"/>
                  </a:cubicBezTo>
                  <a:cubicBezTo>
                    <a:pt x="464742" y="175692"/>
                    <a:pt x="466201" y="180137"/>
                    <a:pt x="466303" y="185974"/>
                  </a:cubicBezTo>
                  <a:cubicBezTo>
                    <a:pt x="469662" y="337331"/>
                    <a:pt x="473192" y="488721"/>
                    <a:pt x="476721" y="640078"/>
                  </a:cubicBezTo>
                  <a:cubicBezTo>
                    <a:pt x="479097" y="741412"/>
                    <a:pt x="481540" y="842746"/>
                    <a:pt x="483950" y="944080"/>
                  </a:cubicBezTo>
                  <a:cubicBezTo>
                    <a:pt x="484017" y="947813"/>
                    <a:pt x="483950" y="951580"/>
                    <a:pt x="483950" y="957655"/>
                  </a:cubicBezTo>
                  <a:close/>
                </a:path>
              </a:pathLst>
            </a:custGeom>
            <a:grpFill/>
            <a:ln w="3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27">
              <a:extLst>
                <a:ext uri="{FF2B5EF4-FFF2-40B4-BE49-F238E27FC236}">
                  <a16:creationId xmlns:a16="http://schemas.microsoft.com/office/drawing/2014/main" xmlns="" id="{F1EF73D6-3629-4DBB-B8A6-5A8EE5D8A1DC}"/>
                </a:ext>
              </a:extLst>
            </p:cNvPr>
            <p:cNvSpPr/>
            <p:nvPr/>
          </p:nvSpPr>
          <p:spPr>
            <a:xfrm>
              <a:off x="6462144" y="4088986"/>
              <a:ext cx="545896" cy="957342"/>
            </a:xfrm>
            <a:custGeom>
              <a:avLst/>
              <a:gdLst>
                <a:gd name="connsiteX0" fmla="*/ 545897 w 545896"/>
                <a:gd name="connsiteY0" fmla="*/ 957343 h 957342"/>
                <a:gd name="connsiteX1" fmla="*/ 449076 w 545896"/>
                <a:gd name="connsiteY1" fmla="*/ 908983 h 957342"/>
                <a:gd name="connsiteX2" fmla="*/ 116601 w 545896"/>
                <a:gd name="connsiteY2" fmla="*/ 800285 h 957342"/>
                <a:gd name="connsiteX3" fmla="*/ 29927 w 545896"/>
                <a:gd name="connsiteY3" fmla="*/ 784267 h 957342"/>
                <a:gd name="connsiteX4" fmla="*/ 18118 w 545896"/>
                <a:gd name="connsiteY4" fmla="*/ 770557 h 957342"/>
                <a:gd name="connsiteX5" fmla="*/ 12043 w 545896"/>
                <a:gd name="connsiteY5" fmla="*/ 514472 h 957342"/>
                <a:gd name="connsiteX6" fmla="*/ 29 w 545896"/>
                <a:gd name="connsiteY6" fmla="*/ 16150 h 957342"/>
                <a:gd name="connsiteX7" fmla="*/ 15403 w 545896"/>
                <a:gd name="connsiteY7" fmla="*/ 268 h 957342"/>
                <a:gd name="connsiteX8" fmla="*/ 59486 w 545896"/>
                <a:gd name="connsiteY8" fmla="*/ 1897 h 957342"/>
                <a:gd name="connsiteX9" fmla="*/ 71975 w 545896"/>
                <a:gd name="connsiteY9" fmla="*/ 15301 h 957342"/>
                <a:gd name="connsiteX10" fmla="*/ 77880 w 545896"/>
                <a:gd name="connsiteY10" fmla="*/ 291612 h 957342"/>
                <a:gd name="connsiteX11" fmla="*/ 88230 w 545896"/>
                <a:gd name="connsiteY11" fmla="*/ 731903 h 957342"/>
                <a:gd name="connsiteX12" fmla="*/ 109135 w 545896"/>
                <a:gd name="connsiteY12" fmla="*/ 753724 h 957342"/>
                <a:gd name="connsiteX13" fmla="*/ 310310 w 545896"/>
                <a:gd name="connsiteY13" fmla="*/ 777547 h 957342"/>
                <a:gd name="connsiteX14" fmla="*/ 394133 w 545896"/>
                <a:gd name="connsiteY14" fmla="*/ 811416 h 957342"/>
                <a:gd name="connsiteX15" fmla="*/ 512571 w 545896"/>
                <a:gd name="connsiteY15" fmla="*/ 880816 h 957342"/>
                <a:gd name="connsiteX16" fmla="*/ 526417 w 545896"/>
                <a:gd name="connsiteY16" fmla="*/ 899345 h 957342"/>
                <a:gd name="connsiteX17" fmla="*/ 545897 w 545896"/>
                <a:gd name="connsiteY17" fmla="*/ 957343 h 957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45896" h="957342">
                  <a:moveTo>
                    <a:pt x="545897" y="957343"/>
                  </a:moveTo>
                  <a:cubicBezTo>
                    <a:pt x="511926" y="940442"/>
                    <a:pt x="480026" y="925612"/>
                    <a:pt x="449076" y="908983"/>
                  </a:cubicBezTo>
                  <a:cubicBezTo>
                    <a:pt x="344688" y="852852"/>
                    <a:pt x="232630" y="820613"/>
                    <a:pt x="116601" y="800285"/>
                  </a:cubicBezTo>
                  <a:cubicBezTo>
                    <a:pt x="87653" y="795228"/>
                    <a:pt x="58875" y="789256"/>
                    <a:pt x="29927" y="784267"/>
                  </a:cubicBezTo>
                  <a:cubicBezTo>
                    <a:pt x="21443" y="782808"/>
                    <a:pt x="18287" y="779618"/>
                    <a:pt x="18118" y="770557"/>
                  </a:cubicBezTo>
                  <a:cubicBezTo>
                    <a:pt x="16387" y="685172"/>
                    <a:pt x="14045" y="599822"/>
                    <a:pt x="12043" y="514472"/>
                  </a:cubicBezTo>
                  <a:cubicBezTo>
                    <a:pt x="8106" y="348353"/>
                    <a:pt x="4407" y="182269"/>
                    <a:pt x="29" y="16150"/>
                  </a:cubicBezTo>
                  <a:cubicBezTo>
                    <a:pt x="-310" y="3458"/>
                    <a:pt x="2133" y="-1226"/>
                    <a:pt x="15403" y="268"/>
                  </a:cubicBezTo>
                  <a:cubicBezTo>
                    <a:pt x="29995" y="1863"/>
                    <a:pt x="44792" y="2304"/>
                    <a:pt x="59486" y="1897"/>
                  </a:cubicBezTo>
                  <a:cubicBezTo>
                    <a:pt x="69938" y="1591"/>
                    <a:pt x="71805" y="6037"/>
                    <a:pt x="71975" y="15301"/>
                  </a:cubicBezTo>
                  <a:cubicBezTo>
                    <a:pt x="73705" y="107405"/>
                    <a:pt x="75742" y="199508"/>
                    <a:pt x="77880" y="291612"/>
                  </a:cubicBezTo>
                  <a:cubicBezTo>
                    <a:pt x="81273" y="438387"/>
                    <a:pt x="84735" y="585128"/>
                    <a:pt x="88230" y="731903"/>
                  </a:cubicBezTo>
                  <a:cubicBezTo>
                    <a:pt x="88705" y="752401"/>
                    <a:pt x="88841" y="752638"/>
                    <a:pt x="109135" y="753724"/>
                  </a:cubicBezTo>
                  <a:cubicBezTo>
                    <a:pt x="176702" y="757355"/>
                    <a:pt x="244100" y="762310"/>
                    <a:pt x="310310" y="777547"/>
                  </a:cubicBezTo>
                  <a:cubicBezTo>
                    <a:pt x="340106" y="784403"/>
                    <a:pt x="367256" y="797536"/>
                    <a:pt x="394133" y="811416"/>
                  </a:cubicBezTo>
                  <a:cubicBezTo>
                    <a:pt x="434857" y="832423"/>
                    <a:pt x="474529" y="855194"/>
                    <a:pt x="512571" y="880816"/>
                  </a:cubicBezTo>
                  <a:cubicBezTo>
                    <a:pt x="519630" y="885567"/>
                    <a:pt x="523872" y="891268"/>
                    <a:pt x="526417" y="899345"/>
                  </a:cubicBezTo>
                  <a:cubicBezTo>
                    <a:pt x="532221" y="918010"/>
                    <a:pt x="538804" y="936472"/>
                    <a:pt x="545897" y="957343"/>
                  </a:cubicBezTo>
                  <a:close/>
                </a:path>
              </a:pathLst>
            </a:custGeom>
            <a:grpFill/>
            <a:ln w="3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128">
              <a:extLst>
                <a:ext uri="{FF2B5EF4-FFF2-40B4-BE49-F238E27FC236}">
                  <a16:creationId xmlns:a16="http://schemas.microsoft.com/office/drawing/2014/main" xmlns="" id="{E28F4CAC-60A1-4CC3-ABE7-9EB34FCC5AEF}"/>
                </a:ext>
              </a:extLst>
            </p:cNvPr>
            <p:cNvSpPr/>
            <p:nvPr/>
          </p:nvSpPr>
          <p:spPr>
            <a:xfrm>
              <a:off x="7151796" y="4061393"/>
              <a:ext cx="518292" cy="981711"/>
            </a:xfrm>
            <a:custGeom>
              <a:avLst/>
              <a:gdLst>
                <a:gd name="connsiteX0" fmla="*/ 0 w 518292"/>
                <a:gd name="connsiteY0" fmla="*/ 981712 h 981711"/>
                <a:gd name="connsiteX1" fmla="*/ 18597 w 518292"/>
                <a:gd name="connsiteY1" fmla="*/ 916893 h 981711"/>
                <a:gd name="connsiteX2" fmla="*/ 27794 w 518292"/>
                <a:gd name="connsiteY2" fmla="*/ 905355 h 981711"/>
                <a:gd name="connsiteX3" fmla="*/ 192623 w 518292"/>
                <a:gd name="connsiteY3" fmla="*/ 803613 h 981711"/>
                <a:gd name="connsiteX4" fmla="*/ 321480 w 518292"/>
                <a:gd name="connsiteY4" fmla="*/ 770593 h 981711"/>
                <a:gd name="connsiteX5" fmla="*/ 434013 w 518292"/>
                <a:gd name="connsiteY5" fmla="*/ 757188 h 981711"/>
                <a:gd name="connsiteX6" fmla="*/ 447079 w 518292"/>
                <a:gd name="connsiteY6" fmla="*/ 741883 h 981711"/>
                <a:gd name="connsiteX7" fmla="*/ 429364 w 518292"/>
                <a:gd name="connsiteY7" fmla="*/ 21786 h 981711"/>
                <a:gd name="connsiteX8" fmla="*/ 444839 w 518292"/>
                <a:gd name="connsiteY8" fmla="*/ 3630 h 981711"/>
                <a:gd name="connsiteX9" fmla="*/ 487497 w 518292"/>
                <a:gd name="connsiteY9" fmla="*/ 236 h 981711"/>
                <a:gd name="connsiteX10" fmla="*/ 500562 w 518292"/>
                <a:gd name="connsiteY10" fmla="*/ 12148 h 981711"/>
                <a:gd name="connsiteX11" fmla="*/ 504431 w 518292"/>
                <a:gd name="connsiteY11" fmla="*/ 169783 h 981711"/>
                <a:gd name="connsiteX12" fmla="*/ 518277 w 518292"/>
                <a:gd name="connsiteY12" fmla="*/ 767607 h 981711"/>
                <a:gd name="connsiteX13" fmla="*/ 504804 w 518292"/>
                <a:gd name="connsiteY13" fmla="*/ 784880 h 981711"/>
                <a:gd name="connsiteX14" fmla="*/ 249738 w 518292"/>
                <a:gd name="connsiteY14" fmla="*/ 853500 h 981711"/>
                <a:gd name="connsiteX15" fmla="*/ 78258 w 518292"/>
                <a:gd name="connsiteY15" fmla="*/ 938001 h 981711"/>
                <a:gd name="connsiteX16" fmla="*/ 0 w 518292"/>
                <a:gd name="connsiteY16" fmla="*/ 981712 h 981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18292" h="981711">
                  <a:moveTo>
                    <a:pt x="0" y="981712"/>
                  </a:moveTo>
                  <a:cubicBezTo>
                    <a:pt x="6855" y="957922"/>
                    <a:pt x="12862" y="937459"/>
                    <a:pt x="18597" y="916893"/>
                  </a:cubicBezTo>
                  <a:cubicBezTo>
                    <a:pt x="20090" y="911565"/>
                    <a:pt x="23722" y="908409"/>
                    <a:pt x="27794" y="905355"/>
                  </a:cubicBezTo>
                  <a:cubicBezTo>
                    <a:pt x="79717" y="866531"/>
                    <a:pt x="134015" y="831373"/>
                    <a:pt x="192623" y="803613"/>
                  </a:cubicBezTo>
                  <a:cubicBezTo>
                    <a:pt x="233177" y="784405"/>
                    <a:pt x="277566" y="777788"/>
                    <a:pt x="321480" y="770593"/>
                  </a:cubicBezTo>
                  <a:cubicBezTo>
                    <a:pt x="358776" y="764485"/>
                    <a:pt x="396242" y="759428"/>
                    <a:pt x="434013" y="757188"/>
                  </a:cubicBezTo>
                  <a:cubicBezTo>
                    <a:pt x="445212" y="756543"/>
                    <a:pt x="447350" y="752471"/>
                    <a:pt x="447079" y="741883"/>
                  </a:cubicBezTo>
                  <a:cubicBezTo>
                    <a:pt x="441004" y="501851"/>
                    <a:pt x="435438" y="261818"/>
                    <a:pt x="429364" y="21786"/>
                  </a:cubicBezTo>
                  <a:cubicBezTo>
                    <a:pt x="429058" y="9603"/>
                    <a:pt x="431027" y="3494"/>
                    <a:pt x="444839" y="3630"/>
                  </a:cubicBezTo>
                  <a:cubicBezTo>
                    <a:pt x="459058" y="3800"/>
                    <a:pt x="473345" y="1899"/>
                    <a:pt x="487497" y="236"/>
                  </a:cubicBezTo>
                  <a:cubicBezTo>
                    <a:pt x="497101" y="-884"/>
                    <a:pt x="500393" y="1797"/>
                    <a:pt x="500562" y="12148"/>
                  </a:cubicBezTo>
                  <a:cubicBezTo>
                    <a:pt x="501377" y="64716"/>
                    <a:pt x="503209" y="117249"/>
                    <a:pt x="504431" y="169783"/>
                  </a:cubicBezTo>
                  <a:cubicBezTo>
                    <a:pt x="509013" y="369057"/>
                    <a:pt x="513390" y="568332"/>
                    <a:pt x="518277" y="767607"/>
                  </a:cubicBezTo>
                  <a:cubicBezTo>
                    <a:pt x="518549" y="778670"/>
                    <a:pt x="515257" y="782505"/>
                    <a:pt x="504804" y="784880"/>
                  </a:cubicBezTo>
                  <a:cubicBezTo>
                    <a:pt x="418911" y="804496"/>
                    <a:pt x="332984" y="824247"/>
                    <a:pt x="249738" y="853500"/>
                  </a:cubicBezTo>
                  <a:cubicBezTo>
                    <a:pt x="189298" y="874744"/>
                    <a:pt x="134388" y="907730"/>
                    <a:pt x="78258" y="938001"/>
                  </a:cubicBezTo>
                  <a:cubicBezTo>
                    <a:pt x="52805" y="951780"/>
                    <a:pt x="27760" y="966203"/>
                    <a:pt x="0" y="981712"/>
                  </a:cubicBezTo>
                  <a:close/>
                </a:path>
              </a:pathLst>
            </a:custGeom>
            <a:grpFill/>
            <a:ln w="3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3" name="Group 18">
            <a:extLst>
              <a:ext uri="{FF2B5EF4-FFF2-40B4-BE49-F238E27FC236}">
                <a16:creationId xmlns:a16="http://schemas.microsoft.com/office/drawing/2014/main" xmlns="" id="{7BF1BCC8-ED3E-468A-A529-6093966AF7EA}"/>
              </a:ext>
            </a:extLst>
          </p:cNvPr>
          <p:cNvGrpSpPr/>
          <p:nvPr/>
        </p:nvGrpSpPr>
        <p:grpSpPr>
          <a:xfrm>
            <a:off x="6110127" y="1626816"/>
            <a:ext cx="884999" cy="1009581"/>
            <a:chOff x="7993416" y="2408078"/>
            <a:chExt cx="2952016" cy="3367573"/>
          </a:xfrm>
        </p:grpSpPr>
        <p:sp>
          <p:nvSpPr>
            <p:cNvPr id="24" name="Freeform: Shape 7">
              <a:extLst>
                <a:ext uri="{FF2B5EF4-FFF2-40B4-BE49-F238E27FC236}">
                  <a16:creationId xmlns:a16="http://schemas.microsoft.com/office/drawing/2014/main" xmlns="" id="{15C4232A-6C1B-42A8-81B7-F3EB158BD17E}"/>
                </a:ext>
              </a:extLst>
            </p:cNvPr>
            <p:cNvSpPr/>
            <p:nvPr/>
          </p:nvSpPr>
          <p:spPr>
            <a:xfrm>
              <a:off x="9158751" y="2592612"/>
              <a:ext cx="291460" cy="654431"/>
            </a:xfrm>
            <a:custGeom>
              <a:avLst/>
              <a:gdLst>
                <a:gd name="connsiteX0" fmla="*/ 188758 w 291460"/>
                <a:gd name="connsiteY0" fmla="*/ 525930 h 654431"/>
                <a:gd name="connsiteX1" fmla="*/ 1118 w 291460"/>
                <a:gd name="connsiteY1" fmla="*/ 23212 h 654431"/>
                <a:gd name="connsiteX2" fmla="*/ 8501 w 291460"/>
                <a:gd name="connsiteY2" fmla="*/ 10504 h 654431"/>
                <a:gd name="connsiteX3" fmla="*/ 230078 w 291460"/>
                <a:gd name="connsiteY3" fmla="*/ 32 h 654431"/>
                <a:gd name="connsiteX4" fmla="*/ 238526 w 291460"/>
                <a:gd name="connsiteY4" fmla="*/ 7629 h 654431"/>
                <a:gd name="connsiteX5" fmla="*/ 287513 w 291460"/>
                <a:gd name="connsiteY5" fmla="*/ 463241 h 654431"/>
                <a:gd name="connsiteX6" fmla="*/ 262274 w 291460"/>
                <a:gd name="connsiteY6" fmla="*/ 646551 h 654431"/>
                <a:gd name="connsiteX7" fmla="*/ 205549 w 291460"/>
                <a:gd name="connsiteY7" fmla="*/ 654431 h 654431"/>
                <a:gd name="connsiteX8" fmla="*/ 188758 w 291460"/>
                <a:gd name="connsiteY8" fmla="*/ 525930 h 654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1460" h="654431">
                  <a:moveTo>
                    <a:pt x="188758" y="525930"/>
                  </a:moveTo>
                  <a:cubicBezTo>
                    <a:pt x="169519" y="442617"/>
                    <a:pt x="152089" y="264951"/>
                    <a:pt x="1118" y="23212"/>
                  </a:cubicBezTo>
                  <a:cubicBezTo>
                    <a:pt x="-2183" y="17923"/>
                    <a:pt x="2289" y="11036"/>
                    <a:pt x="8501" y="10504"/>
                  </a:cubicBezTo>
                  <a:cubicBezTo>
                    <a:pt x="90998" y="3582"/>
                    <a:pt x="207324" y="1559"/>
                    <a:pt x="230078" y="32"/>
                  </a:cubicBezTo>
                  <a:cubicBezTo>
                    <a:pt x="235828" y="-358"/>
                    <a:pt x="237142" y="2837"/>
                    <a:pt x="238526" y="7629"/>
                  </a:cubicBezTo>
                  <a:cubicBezTo>
                    <a:pt x="281407" y="156648"/>
                    <a:pt x="300327" y="308329"/>
                    <a:pt x="287513" y="463241"/>
                  </a:cubicBezTo>
                  <a:cubicBezTo>
                    <a:pt x="282401" y="524723"/>
                    <a:pt x="271219" y="585530"/>
                    <a:pt x="262274" y="646551"/>
                  </a:cubicBezTo>
                  <a:cubicBezTo>
                    <a:pt x="243460" y="649923"/>
                    <a:pt x="224646" y="653189"/>
                    <a:pt x="205549" y="654431"/>
                  </a:cubicBezTo>
                  <a:cubicBezTo>
                    <a:pt x="204590" y="611018"/>
                    <a:pt x="198059" y="568279"/>
                    <a:pt x="188758" y="525930"/>
                  </a:cubicBezTo>
                  <a:close/>
                </a:path>
              </a:pathLst>
            </a:custGeom>
            <a:solidFill>
              <a:srgbClr val="512E16"/>
            </a:solidFill>
            <a:ln w="35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8">
              <a:extLst>
                <a:ext uri="{FF2B5EF4-FFF2-40B4-BE49-F238E27FC236}">
                  <a16:creationId xmlns:a16="http://schemas.microsoft.com/office/drawing/2014/main" xmlns="" id="{72D208C6-A70D-4F0F-AAAC-EC08177D61D0}"/>
                </a:ext>
              </a:extLst>
            </p:cNvPr>
            <p:cNvSpPr/>
            <p:nvPr/>
          </p:nvSpPr>
          <p:spPr>
            <a:xfrm>
              <a:off x="7993416" y="3140146"/>
              <a:ext cx="2952016" cy="2635505"/>
            </a:xfrm>
            <a:custGeom>
              <a:avLst/>
              <a:gdLst>
                <a:gd name="connsiteX0" fmla="*/ 3088 w 2952016"/>
                <a:gd name="connsiteY0" fmla="*/ 996574 h 2635505"/>
                <a:gd name="connsiteX1" fmla="*/ 271167 w 2952016"/>
                <a:gd name="connsiteY1" fmla="*/ 280800 h 2635505"/>
                <a:gd name="connsiteX2" fmla="*/ 527708 w 2952016"/>
                <a:gd name="connsiteY2" fmla="*/ 78641 h 2635505"/>
                <a:gd name="connsiteX3" fmla="*/ 867066 w 2952016"/>
                <a:gd name="connsiteY3" fmla="*/ 23087 h 2635505"/>
                <a:gd name="connsiteX4" fmla="*/ 1191550 w 2952016"/>
                <a:gd name="connsiteY4" fmla="*/ 91242 h 2635505"/>
                <a:gd name="connsiteX5" fmla="*/ 1501764 w 2952016"/>
                <a:gd name="connsiteY5" fmla="*/ 87693 h 2635505"/>
                <a:gd name="connsiteX6" fmla="*/ 2055882 w 2952016"/>
                <a:gd name="connsiteY6" fmla="*/ 4983 h 2635505"/>
                <a:gd name="connsiteX7" fmla="*/ 2344762 w 2952016"/>
                <a:gd name="connsiteY7" fmla="*/ 88261 h 2635505"/>
                <a:gd name="connsiteX8" fmla="*/ 2751600 w 2952016"/>
                <a:gd name="connsiteY8" fmla="*/ 458537 h 2635505"/>
                <a:gd name="connsiteX9" fmla="*/ 2944352 w 2952016"/>
                <a:gd name="connsiteY9" fmla="*/ 986422 h 2635505"/>
                <a:gd name="connsiteX10" fmla="*/ 2882196 w 2952016"/>
                <a:gd name="connsiteY10" fmla="*/ 1591160 h 2635505"/>
                <a:gd name="connsiteX11" fmla="*/ 2523847 w 2952016"/>
                <a:gd name="connsiteY11" fmla="*/ 2262669 h 2635505"/>
                <a:gd name="connsiteX12" fmla="*/ 2117612 w 2952016"/>
                <a:gd name="connsiteY12" fmla="*/ 2593152 h 2635505"/>
                <a:gd name="connsiteX13" fmla="*/ 1815243 w 2952016"/>
                <a:gd name="connsiteY13" fmla="*/ 2634827 h 2635505"/>
                <a:gd name="connsiteX14" fmla="*/ 1259954 w 2952016"/>
                <a:gd name="connsiteY14" fmla="*/ 2610298 h 2635505"/>
                <a:gd name="connsiteX15" fmla="*/ 1076679 w 2952016"/>
                <a:gd name="connsiteY15" fmla="*/ 2625207 h 2635505"/>
                <a:gd name="connsiteX16" fmla="*/ 738351 w 2952016"/>
                <a:gd name="connsiteY16" fmla="*/ 2543562 h 2635505"/>
                <a:gd name="connsiteX17" fmla="*/ 460831 w 2952016"/>
                <a:gd name="connsiteY17" fmla="*/ 2303349 h 2635505"/>
                <a:gd name="connsiteX18" fmla="*/ 3088 w 2952016"/>
                <a:gd name="connsiteY18" fmla="*/ 996574 h 263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952016" h="2635505">
                  <a:moveTo>
                    <a:pt x="3088" y="996574"/>
                  </a:moveTo>
                  <a:cubicBezTo>
                    <a:pt x="19133" y="735525"/>
                    <a:pt x="101417" y="483562"/>
                    <a:pt x="271167" y="280800"/>
                  </a:cubicBezTo>
                  <a:cubicBezTo>
                    <a:pt x="341630" y="196635"/>
                    <a:pt x="427960" y="125320"/>
                    <a:pt x="527708" y="78641"/>
                  </a:cubicBezTo>
                  <a:cubicBezTo>
                    <a:pt x="634769" y="28518"/>
                    <a:pt x="749675" y="10272"/>
                    <a:pt x="867066" y="23087"/>
                  </a:cubicBezTo>
                  <a:cubicBezTo>
                    <a:pt x="976256" y="34979"/>
                    <a:pt x="1085412" y="64974"/>
                    <a:pt x="1191550" y="91242"/>
                  </a:cubicBezTo>
                  <a:cubicBezTo>
                    <a:pt x="1294493" y="116730"/>
                    <a:pt x="1398785" y="109524"/>
                    <a:pt x="1501764" y="87693"/>
                  </a:cubicBezTo>
                  <a:cubicBezTo>
                    <a:pt x="1688268" y="48148"/>
                    <a:pt x="1861603" y="-18800"/>
                    <a:pt x="2055882" y="4983"/>
                  </a:cubicBezTo>
                  <a:cubicBezTo>
                    <a:pt x="2156589" y="17301"/>
                    <a:pt x="2254278" y="42114"/>
                    <a:pt x="2344762" y="88261"/>
                  </a:cubicBezTo>
                  <a:cubicBezTo>
                    <a:pt x="2513766" y="174449"/>
                    <a:pt x="2648764" y="297093"/>
                    <a:pt x="2751600" y="458537"/>
                  </a:cubicBezTo>
                  <a:cubicBezTo>
                    <a:pt x="2851242" y="614975"/>
                    <a:pt x="2922521" y="801657"/>
                    <a:pt x="2944352" y="986422"/>
                  </a:cubicBezTo>
                  <a:cubicBezTo>
                    <a:pt x="2967745" y="1184357"/>
                    <a:pt x="2934910" y="1400502"/>
                    <a:pt x="2882196" y="1591160"/>
                  </a:cubicBezTo>
                  <a:cubicBezTo>
                    <a:pt x="2813366" y="1840318"/>
                    <a:pt x="2689231" y="2064734"/>
                    <a:pt x="2523847" y="2262669"/>
                  </a:cubicBezTo>
                  <a:cubicBezTo>
                    <a:pt x="2410184" y="2398661"/>
                    <a:pt x="2285126" y="2526204"/>
                    <a:pt x="2117612" y="2593152"/>
                  </a:cubicBezTo>
                  <a:cubicBezTo>
                    <a:pt x="2016302" y="2633620"/>
                    <a:pt x="1922127" y="2637560"/>
                    <a:pt x="1815243" y="2634827"/>
                  </a:cubicBezTo>
                  <a:cubicBezTo>
                    <a:pt x="1631969" y="2630141"/>
                    <a:pt x="1442696" y="2593401"/>
                    <a:pt x="1259954" y="2610298"/>
                  </a:cubicBezTo>
                  <a:cubicBezTo>
                    <a:pt x="1198933" y="2615942"/>
                    <a:pt x="1137984" y="2622119"/>
                    <a:pt x="1076679" y="2625207"/>
                  </a:cubicBezTo>
                  <a:cubicBezTo>
                    <a:pt x="949704" y="2631596"/>
                    <a:pt x="846690" y="2609233"/>
                    <a:pt x="738351" y="2543562"/>
                  </a:cubicBezTo>
                  <a:cubicBezTo>
                    <a:pt x="633243" y="2479844"/>
                    <a:pt x="540842" y="2396353"/>
                    <a:pt x="460831" y="2303349"/>
                  </a:cubicBezTo>
                  <a:cubicBezTo>
                    <a:pt x="152924" y="1945427"/>
                    <a:pt x="-26055" y="1470752"/>
                    <a:pt x="3088" y="996574"/>
                  </a:cubicBezTo>
                  <a:close/>
                </a:path>
              </a:pathLst>
            </a:custGeom>
            <a:solidFill>
              <a:srgbClr val="A91F22"/>
            </a:solidFill>
            <a:ln w="35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xmlns="" id="{5CD8CC21-3571-4271-B33D-FE8493C0358A}"/>
                </a:ext>
              </a:extLst>
            </p:cNvPr>
            <p:cNvSpPr/>
            <p:nvPr/>
          </p:nvSpPr>
          <p:spPr>
            <a:xfrm>
              <a:off x="9469940" y="2408078"/>
              <a:ext cx="1156857" cy="602657"/>
            </a:xfrm>
            <a:custGeom>
              <a:avLst/>
              <a:gdLst>
                <a:gd name="connsiteX0" fmla="*/ 264778 w 1156857"/>
                <a:gd name="connsiteY0" fmla="*/ 602658 h 602657"/>
                <a:gd name="connsiteX1" fmla="*/ 6816 w 1156857"/>
                <a:gd name="connsiteY1" fmla="*/ 571136 h 602657"/>
                <a:gd name="connsiteX2" fmla="*/ 1776 w 1156857"/>
                <a:gd name="connsiteY2" fmla="*/ 560806 h 602657"/>
                <a:gd name="connsiteX3" fmla="*/ 457317 w 1156857"/>
                <a:gd name="connsiteY3" fmla="*/ 96071 h 602657"/>
                <a:gd name="connsiteX4" fmla="*/ 880094 w 1156857"/>
                <a:gd name="connsiteY4" fmla="*/ 262 h 602657"/>
                <a:gd name="connsiteX5" fmla="*/ 1141001 w 1156857"/>
                <a:gd name="connsiteY5" fmla="*/ 38032 h 602657"/>
                <a:gd name="connsiteX6" fmla="*/ 1150976 w 1156857"/>
                <a:gd name="connsiteY6" fmla="*/ 58905 h 602657"/>
                <a:gd name="connsiteX7" fmla="*/ 975298 w 1156857"/>
                <a:gd name="connsiteY7" fmla="*/ 305223 h 602657"/>
                <a:gd name="connsiteX8" fmla="*/ 671048 w 1156857"/>
                <a:gd name="connsiteY8" fmla="*/ 513487 h 602657"/>
                <a:gd name="connsiteX9" fmla="*/ 319976 w 1156857"/>
                <a:gd name="connsiteY9" fmla="*/ 599924 h 602657"/>
                <a:gd name="connsiteX10" fmla="*/ 264778 w 1156857"/>
                <a:gd name="connsiteY10" fmla="*/ 602658 h 60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6857" h="602657">
                  <a:moveTo>
                    <a:pt x="264778" y="602658"/>
                  </a:moveTo>
                  <a:cubicBezTo>
                    <a:pt x="177631" y="601202"/>
                    <a:pt x="91904" y="588956"/>
                    <a:pt x="6816" y="571136"/>
                  </a:cubicBezTo>
                  <a:cubicBezTo>
                    <a:pt x="-496" y="569609"/>
                    <a:pt x="-1490" y="567479"/>
                    <a:pt x="1776" y="560806"/>
                  </a:cubicBezTo>
                  <a:cubicBezTo>
                    <a:pt x="102340" y="355594"/>
                    <a:pt x="249194" y="195003"/>
                    <a:pt x="457317" y="96071"/>
                  </a:cubicBezTo>
                  <a:cubicBezTo>
                    <a:pt x="590575" y="32707"/>
                    <a:pt x="731146" y="-3465"/>
                    <a:pt x="880094" y="262"/>
                  </a:cubicBezTo>
                  <a:cubicBezTo>
                    <a:pt x="968518" y="2463"/>
                    <a:pt x="1055204" y="17088"/>
                    <a:pt x="1141001" y="38032"/>
                  </a:cubicBezTo>
                  <a:cubicBezTo>
                    <a:pt x="1160028" y="42682"/>
                    <a:pt x="1160028" y="42363"/>
                    <a:pt x="1150976" y="58905"/>
                  </a:cubicBezTo>
                  <a:cubicBezTo>
                    <a:pt x="1102273" y="148039"/>
                    <a:pt x="1047181" y="232914"/>
                    <a:pt x="975298" y="305223"/>
                  </a:cubicBezTo>
                  <a:cubicBezTo>
                    <a:pt x="887264" y="393754"/>
                    <a:pt x="783469" y="460064"/>
                    <a:pt x="671048" y="513487"/>
                  </a:cubicBezTo>
                  <a:cubicBezTo>
                    <a:pt x="559869" y="566343"/>
                    <a:pt x="442159" y="592150"/>
                    <a:pt x="319976" y="599924"/>
                  </a:cubicBezTo>
                  <a:cubicBezTo>
                    <a:pt x="301553" y="601131"/>
                    <a:pt x="283165" y="601770"/>
                    <a:pt x="264778" y="602658"/>
                  </a:cubicBezTo>
                  <a:close/>
                </a:path>
              </a:pathLst>
            </a:custGeom>
            <a:solidFill>
              <a:srgbClr val="416430"/>
            </a:solidFill>
            <a:ln w="35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14">
              <a:extLst>
                <a:ext uri="{FF2B5EF4-FFF2-40B4-BE49-F238E27FC236}">
                  <a16:creationId xmlns:a16="http://schemas.microsoft.com/office/drawing/2014/main" xmlns="" id="{0D82C835-1725-4404-BC1E-749E5F6D2160}"/>
                </a:ext>
              </a:extLst>
            </p:cNvPr>
            <p:cNvSpPr/>
            <p:nvPr/>
          </p:nvSpPr>
          <p:spPr>
            <a:xfrm>
              <a:off x="9154403" y="2596370"/>
              <a:ext cx="228526" cy="522122"/>
            </a:xfrm>
            <a:custGeom>
              <a:avLst/>
              <a:gdLst>
                <a:gd name="connsiteX0" fmla="*/ 193923 w 228526"/>
                <a:gd name="connsiteY0" fmla="*/ 521213 h 522122"/>
                <a:gd name="connsiteX1" fmla="*/ 3159 w 228526"/>
                <a:gd name="connsiteY1" fmla="*/ 19631 h 522122"/>
                <a:gd name="connsiteX2" fmla="*/ 9229 w 228526"/>
                <a:gd name="connsiteY2" fmla="*/ 8095 h 522122"/>
                <a:gd name="connsiteX3" fmla="*/ 162579 w 228526"/>
                <a:gd name="connsiteY3" fmla="*/ 746 h 522122"/>
                <a:gd name="connsiteX4" fmla="*/ 184374 w 228526"/>
                <a:gd name="connsiteY4" fmla="*/ 15265 h 522122"/>
                <a:gd name="connsiteX5" fmla="*/ 219091 w 228526"/>
                <a:gd name="connsiteY5" fmla="*/ 433108 h 522122"/>
                <a:gd name="connsiteX6" fmla="*/ 196870 w 228526"/>
                <a:gd name="connsiteY6" fmla="*/ 521959 h 522122"/>
                <a:gd name="connsiteX7" fmla="*/ 193923 w 228526"/>
                <a:gd name="connsiteY7" fmla="*/ 521213 h 522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8526" h="522122">
                  <a:moveTo>
                    <a:pt x="193923" y="521213"/>
                  </a:moveTo>
                  <a:cubicBezTo>
                    <a:pt x="181322" y="475563"/>
                    <a:pt x="167123" y="261051"/>
                    <a:pt x="3159" y="19631"/>
                  </a:cubicBezTo>
                  <a:cubicBezTo>
                    <a:pt x="-2308" y="11609"/>
                    <a:pt x="-923" y="8520"/>
                    <a:pt x="9229" y="8095"/>
                  </a:cubicBezTo>
                  <a:cubicBezTo>
                    <a:pt x="60346" y="5929"/>
                    <a:pt x="111462" y="3231"/>
                    <a:pt x="162579" y="746"/>
                  </a:cubicBezTo>
                  <a:cubicBezTo>
                    <a:pt x="179298" y="-1170"/>
                    <a:pt x="180683" y="-389"/>
                    <a:pt x="184374" y="15265"/>
                  </a:cubicBezTo>
                  <a:cubicBezTo>
                    <a:pt x="216251" y="150582"/>
                    <a:pt x="243584" y="294241"/>
                    <a:pt x="219091" y="433108"/>
                  </a:cubicBezTo>
                  <a:cubicBezTo>
                    <a:pt x="214902" y="456785"/>
                    <a:pt x="199035" y="521533"/>
                    <a:pt x="196870" y="521959"/>
                  </a:cubicBezTo>
                  <a:cubicBezTo>
                    <a:pt x="195805" y="522207"/>
                    <a:pt x="194207" y="522313"/>
                    <a:pt x="193923" y="521213"/>
                  </a:cubicBezTo>
                  <a:close/>
                </a:path>
              </a:pathLst>
            </a:custGeom>
            <a:solidFill>
              <a:srgbClr val="331D11"/>
            </a:solidFill>
            <a:ln w="35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15">
              <a:extLst>
                <a:ext uri="{FF2B5EF4-FFF2-40B4-BE49-F238E27FC236}">
                  <a16:creationId xmlns:a16="http://schemas.microsoft.com/office/drawing/2014/main" xmlns="" id="{1DB5B10F-2224-4366-94BA-3105634476CF}"/>
                </a:ext>
              </a:extLst>
            </p:cNvPr>
            <p:cNvSpPr/>
            <p:nvPr/>
          </p:nvSpPr>
          <p:spPr>
            <a:xfrm>
              <a:off x="8410053" y="3283600"/>
              <a:ext cx="2461540" cy="2421185"/>
            </a:xfrm>
            <a:custGeom>
              <a:avLst/>
              <a:gdLst>
                <a:gd name="connsiteX0" fmla="*/ 106 w 2461540"/>
                <a:gd name="connsiteY0" fmla="*/ 979953 h 2421185"/>
                <a:gd name="connsiteX1" fmla="*/ 13098 w 2461540"/>
                <a:gd name="connsiteY1" fmla="*/ 786775 h 2421185"/>
                <a:gd name="connsiteX2" fmla="*/ 188350 w 2461540"/>
                <a:gd name="connsiteY2" fmla="*/ 296233 h 2421185"/>
                <a:gd name="connsiteX3" fmla="*/ 595224 w 2461540"/>
                <a:gd name="connsiteY3" fmla="*/ 16547 h 2421185"/>
                <a:gd name="connsiteX4" fmla="*/ 1130919 w 2461540"/>
                <a:gd name="connsiteY4" fmla="*/ 88323 h 2421185"/>
                <a:gd name="connsiteX5" fmla="*/ 1576450 w 2461540"/>
                <a:gd name="connsiteY5" fmla="*/ 609 h 2421185"/>
                <a:gd name="connsiteX6" fmla="*/ 1997239 w 2461540"/>
                <a:gd name="connsiteY6" fmla="*/ 119348 h 2421185"/>
                <a:gd name="connsiteX7" fmla="*/ 2461016 w 2461540"/>
                <a:gd name="connsiteY7" fmla="*/ 1053540 h 2421185"/>
                <a:gd name="connsiteX8" fmla="*/ 2154280 w 2461540"/>
                <a:gd name="connsiteY8" fmla="*/ 1965581 h 2421185"/>
                <a:gd name="connsiteX9" fmla="*/ 1785318 w 2461540"/>
                <a:gd name="connsiteY9" fmla="*/ 2326308 h 2421185"/>
                <a:gd name="connsiteX10" fmla="*/ 1224349 w 2461540"/>
                <a:gd name="connsiteY10" fmla="*/ 2418744 h 2421185"/>
                <a:gd name="connsiteX11" fmla="*/ 675874 w 2461540"/>
                <a:gd name="connsiteY11" fmla="*/ 2301069 h 2421185"/>
                <a:gd name="connsiteX12" fmla="*/ 563737 w 2461540"/>
                <a:gd name="connsiteY12" fmla="*/ 2243066 h 2421185"/>
                <a:gd name="connsiteX13" fmla="*/ 238046 w 2461540"/>
                <a:gd name="connsiteY13" fmla="*/ 1839777 h 2421185"/>
                <a:gd name="connsiteX14" fmla="*/ 106 w 2461540"/>
                <a:gd name="connsiteY14" fmla="*/ 979953 h 2421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61540" h="2421185">
                  <a:moveTo>
                    <a:pt x="106" y="979953"/>
                  </a:moveTo>
                  <a:cubicBezTo>
                    <a:pt x="816" y="915099"/>
                    <a:pt x="5182" y="850529"/>
                    <a:pt x="13098" y="786775"/>
                  </a:cubicBezTo>
                  <a:cubicBezTo>
                    <a:pt x="34574" y="613476"/>
                    <a:pt x="96020" y="444329"/>
                    <a:pt x="188350" y="296233"/>
                  </a:cubicBezTo>
                  <a:cubicBezTo>
                    <a:pt x="279011" y="150764"/>
                    <a:pt x="421463" y="38201"/>
                    <a:pt x="595224" y="16547"/>
                  </a:cubicBezTo>
                  <a:cubicBezTo>
                    <a:pt x="778889" y="-6349"/>
                    <a:pt x="945728" y="102025"/>
                    <a:pt x="1130919" y="88323"/>
                  </a:cubicBezTo>
                  <a:cubicBezTo>
                    <a:pt x="1282707" y="77106"/>
                    <a:pt x="1424200" y="7353"/>
                    <a:pt x="1576450" y="609"/>
                  </a:cubicBezTo>
                  <a:cubicBezTo>
                    <a:pt x="1724688" y="-5923"/>
                    <a:pt x="1872571" y="40544"/>
                    <a:pt x="1997239" y="119348"/>
                  </a:cubicBezTo>
                  <a:cubicBezTo>
                    <a:pt x="2314268" y="319804"/>
                    <a:pt x="2471878" y="686139"/>
                    <a:pt x="2461016" y="1053540"/>
                  </a:cubicBezTo>
                  <a:cubicBezTo>
                    <a:pt x="2451467" y="1376320"/>
                    <a:pt x="2326657" y="1696119"/>
                    <a:pt x="2154280" y="1965581"/>
                  </a:cubicBezTo>
                  <a:cubicBezTo>
                    <a:pt x="2060744" y="2111760"/>
                    <a:pt x="1946832" y="2253751"/>
                    <a:pt x="1785318" y="2326308"/>
                  </a:cubicBezTo>
                  <a:cubicBezTo>
                    <a:pt x="1610208" y="2404971"/>
                    <a:pt x="1414865" y="2429642"/>
                    <a:pt x="1224349" y="2418744"/>
                  </a:cubicBezTo>
                  <a:cubicBezTo>
                    <a:pt x="1041465" y="2408308"/>
                    <a:pt x="846618" y="2368160"/>
                    <a:pt x="675874" y="2301069"/>
                  </a:cubicBezTo>
                  <a:cubicBezTo>
                    <a:pt x="636614" y="2285664"/>
                    <a:pt x="598632" y="2266850"/>
                    <a:pt x="563737" y="2243066"/>
                  </a:cubicBezTo>
                  <a:cubicBezTo>
                    <a:pt x="423948" y="2147826"/>
                    <a:pt x="329488" y="1978502"/>
                    <a:pt x="238046" y="1839777"/>
                  </a:cubicBezTo>
                  <a:cubicBezTo>
                    <a:pt x="72273" y="1588277"/>
                    <a:pt x="-3231" y="1281435"/>
                    <a:pt x="106" y="979953"/>
                  </a:cubicBezTo>
                  <a:close/>
                </a:path>
              </a:pathLst>
            </a:custGeom>
            <a:solidFill>
              <a:srgbClr val="D22127"/>
            </a:solidFill>
            <a:ln w="35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16">
              <a:extLst>
                <a:ext uri="{FF2B5EF4-FFF2-40B4-BE49-F238E27FC236}">
                  <a16:creationId xmlns:a16="http://schemas.microsoft.com/office/drawing/2014/main" xmlns="" id="{69F52715-6DB9-424D-A10F-984B3F0295BE}"/>
                </a:ext>
              </a:extLst>
            </p:cNvPr>
            <p:cNvSpPr/>
            <p:nvPr/>
          </p:nvSpPr>
          <p:spPr>
            <a:xfrm>
              <a:off x="9506813" y="2451151"/>
              <a:ext cx="1012456" cy="522280"/>
            </a:xfrm>
            <a:custGeom>
              <a:avLst/>
              <a:gdLst>
                <a:gd name="connsiteX0" fmla="*/ 242885 w 1012456"/>
                <a:gd name="connsiteY0" fmla="*/ 522276 h 522280"/>
                <a:gd name="connsiteX1" fmla="*/ 72496 w 1012456"/>
                <a:gd name="connsiteY1" fmla="*/ 514289 h 522280"/>
                <a:gd name="connsiteX2" fmla="*/ 614 w 1012456"/>
                <a:gd name="connsiteY2" fmla="*/ 496504 h 522280"/>
                <a:gd name="connsiteX3" fmla="*/ 152366 w 1012456"/>
                <a:gd name="connsiteY3" fmla="*/ 282667 h 522280"/>
                <a:gd name="connsiteX4" fmla="*/ 625905 w 1012456"/>
                <a:gd name="connsiteY4" fmla="*/ 19203 h 522280"/>
                <a:gd name="connsiteX5" fmla="*/ 968386 w 1012456"/>
                <a:gd name="connsiteY5" fmla="*/ 17748 h 522280"/>
                <a:gd name="connsiteX6" fmla="*/ 1011587 w 1012456"/>
                <a:gd name="connsiteY6" fmla="*/ 49908 h 522280"/>
                <a:gd name="connsiteX7" fmla="*/ 654764 w 1012456"/>
                <a:gd name="connsiteY7" fmla="*/ 419439 h 522280"/>
                <a:gd name="connsiteX8" fmla="*/ 242885 w 1012456"/>
                <a:gd name="connsiteY8" fmla="*/ 522276 h 522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2456" h="522280">
                  <a:moveTo>
                    <a:pt x="242885" y="522276"/>
                  </a:moveTo>
                  <a:cubicBezTo>
                    <a:pt x="190597" y="522382"/>
                    <a:pt x="134014" y="520643"/>
                    <a:pt x="72496" y="514289"/>
                  </a:cubicBezTo>
                  <a:cubicBezTo>
                    <a:pt x="65752" y="513579"/>
                    <a:pt x="-7409" y="510632"/>
                    <a:pt x="614" y="496504"/>
                  </a:cubicBezTo>
                  <a:cubicBezTo>
                    <a:pt x="44915" y="418410"/>
                    <a:pt x="91878" y="349757"/>
                    <a:pt x="152366" y="282667"/>
                  </a:cubicBezTo>
                  <a:cubicBezTo>
                    <a:pt x="279625" y="141528"/>
                    <a:pt x="442701" y="57895"/>
                    <a:pt x="625905" y="19203"/>
                  </a:cubicBezTo>
                  <a:cubicBezTo>
                    <a:pt x="738610" y="-4580"/>
                    <a:pt x="856249" y="-7633"/>
                    <a:pt x="968386" y="17748"/>
                  </a:cubicBezTo>
                  <a:cubicBezTo>
                    <a:pt x="978006" y="19913"/>
                    <a:pt x="1018899" y="33757"/>
                    <a:pt x="1011587" y="49908"/>
                  </a:cubicBezTo>
                  <a:cubicBezTo>
                    <a:pt x="940378" y="207128"/>
                    <a:pt x="803535" y="335736"/>
                    <a:pt x="654764" y="419439"/>
                  </a:cubicBezTo>
                  <a:cubicBezTo>
                    <a:pt x="521364" y="494517"/>
                    <a:pt x="394638" y="521921"/>
                    <a:pt x="242885" y="522276"/>
                  </a:cubicBezTo>
                  <a:close/>
                </a:path>
              </a:pathLst>
            </a:custGeom>
            <a:solidFill>
              <a:srgbClr val="4A7B3A"/>
            </a:solidFill>
            <a:ln w="35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17">
              <a:extLst>
                <a:ext uri="{FF2B5EF4-FFF2-40B4-BE49-F238E27FC236}">
                  <a16:creationId xmlns:a16="http://schemas.microsoft.com/office/drawing/2014/main" xmlns="" id="{5749EDA3-90C8-4D63-8E3F-CEF4E0E04E04}"/>
                </a:ext>
              </a:extLst>
            </p:cNvPr>
            <p:cNvSpPr/>
            <p:nvPr/>
          </p:nvSpPr>
          <p:spPr>
            <a:xfrm>
              <a:off x="10386387" y="3476784"/>
              <a:ext cx="459163" cy="1196909"/>
            </a:xfrm>
            <a:custGeom>
              <a:avLst/>
              <a:gdLst>
                <a:gd name="connsiteX0" fmla="*/ 884 w 459163"/>
                <a:gd name="connsiteY0" fmla="*/ 0 h 1196909"/>
                <a:gd name="connsiteX1" fmla="*/ 58390 w 459163"/>
                <a:gd name="connsiteY1" fmla="*/ 35249 h 1196909"/>
                <a:gd name="connsiteX2" fmla="*/ 449645 w 459163"/>
                <a:gd name="connsiteY2" fmla="*/ 654719 h 1196909"/>
                <a:gd name="connsiteX3" fmla="*/ 347306 w 459163"/>
                <a:gd name="connsiteY3" fmla="*/ 1196910 h 1196909"/>
                <a:gd name="connsiteX4" fmla="*/ 351352 w 459163"/>
                <a:gd name="connsiteY4" fmla="*/ 1137948 h 1196909"/>
                <a:gd name="connsiteX5" fmla="*/ 358949 w 459163"/>
                <a:gd name="connsiteY5" fmla="*/ 1072739 h 1196909"/>
                <a:gd name="connsiteX6" fmla="*/ 368533 w 459163"/>
                <a:gd name="connsiteY6" fmla="*/ 954674 h 1196909"/>
                <a:gd name="connsiteX7" fmla="*/ 348335 w 459163"/>
                <a:gd name="connsiteY7" fmla="*/ 692382 h 1196909"/>
                <a:gd name="connsiteX8" fmla="*/ 156896 w 459163"/>
                <a:gd name="connsiteY8" fmla="*/ 204999 h 1196909"/>
                <a:gd name="connsiteX9" fmla="*/ 5889 w 459163"/>
                <a:gd name="connsiteY9" fmla="*/ 12247 h 1196909"/>
                <a:gd name="connsiteX10" fmla="*/ 884 w 459163"/>
                <a:gd name="connsiteY10" fmla="*/ 0 h 1196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9163" h="1196909">
                  <a:moveTo>
                    <a:pt x="884" y="0"/>
                  </a:moveTo>
                  <a:cubicBezTo>
                    <a:pt x="20302" y="11892"/>
                    <a:pt x="39470" y="23322"/>
                    <a:pt x="58390" y="35249"/>
                  </a:cubicBezTo>
                  <a:cubicBezTo>
                    <a:pt x="268714" y="167868"/>
                    <a:pt x="412728" y="411169"/>
                    <a:pt x="449645" y="654719"/>
                  </a:cubicBezTo>
                  <a:cubicBezTo>
                    <a:pt x="477760" y="840194"/>
                    <a:pt x="443575" y="1035857"/>
                    <a:pt x="347306" y="1196910"/>
                  </a:cubicBezTo>
                  <a:cubicBezTo>
                    <a:pt x="354263" y="1185267"/>
                    <a:pt x="350075" y="1152005"/>
                    <a:pt x="351352" y="1137948"/>
                  </a:cubicBezTo>
                  <a:cubicBezTo>
                    <a:pt x="353340" y="1116153"/>
                    <a:pt x="355861" y="1094393"/>
                    <a:pt x="358949" y="1072739"/>
                  </a:cubicBezTo>
                  <a:cubicBezTo>
                    <a:pt x="364522" y="1033408"/>
                    <a:pt x="367575" y="994467"/>
                    <a:pt x="368533" y="954674"/>
                  </a:cubicBezTo>
                  <a:cubicBezTo>
                    <a:pt x="370663" y="866853"/>
                    <a:pt x="363777" y="778854"/>
                    <a:pt x="348335" y="692382"/>
                  </a:cubicBezTo>
                  <a:cubicBezTo>
                    <a:pt x="317488" y="519437"/>
                    <a:pt x="252527" y="352421"/>
                    <a:pt x="156896" y="204999"/>
                  </a:cubicBezTo>
                  <a:cubicBezTo>
                    <a:pt x="112169" y="136098"/>
                    <a:pt x="59562" y="74084"/>
                    <a:pt x="5889" y="12247"/>
                  </a:cubicBezTo>
                  <a:cubicBezTo>
                    <a:pt x="3334" y="9300"/>
                    <a:pt x="-2133" y="7455"/>
                    <a:pt x="884" y="0"/>
                  </a:cubicBezTo>
                  <a:close/>
                </a:path>
              </a:pathLst>
            </a:custGeom>
            <a:solidFill>
              <a:srgbClr val="FFFFFF"/>
            </a:solidFill>
            <a:ln w="35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26">
            <a:extLst>
              <a:ext uri="{FF2B5EF4-FFF2-40B4-BE49-F238E27FC236}">
                <a16:creationId xmlns:a16="http://schemas.microsoft.com/office/drawing/2014/main" xmlns="" id="{7CE84F78-9BC9-40F3-9646-9B88B9FD2273}"/>
              </a:ext>
            </a:extLst>
          </p:cNvPr>
          <p:cNvSpPr/>
          <p:nvPr/>
        </p:nvSpPr>
        <p:spPr>
          <a:xfrm>
            <a:off x="3900141" y="4264719"/>
            <a:ext cx="630965" cy="630965"/>
          </a:xfrm>
          <a:prstGeom prst="ellipse">
            <a:avLst/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32" name="Oval 27">
            <a:extLst>
              <a:ext uri="{FF2B5EF4-FFF2-40B4-BE49-F238E27FC236}">
                <a16:creationId xmlns:a16="http://schemas.microsoft.com/office/drawing/2014/main" xmlns="" id="{8B442171-E29F-4F67-9D4F-FD975E31349C}"/>
              </a:ext>
            </a:extLst>
          </p:cNvPr>
          <p:cNvSpPr/>
          <p:nvPr/>
        </p:nvSpPr>
        <p:spPr>
          <a:xfrm>
            <a:off x="802175" y="4264719"/>
            <a:ext cx="630965" cy="630965"/>
          </a:xfrm>
          <a:prstGeom prst="ellips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cs typeface="Arial" pitchFamily="34" charset="0"/>
            </a:endParaRPr>
          </a:p>
        </p:txBody>
      </p:sp>
      <p:grpSp>
        <p:nvGrpSpPr>
          <p:cNvPr id="33" name="Group 28">
            <a:extLst>
              <a:ext uri="{FF2B5EF4-FFF2-40B4-BE49-F238E27FC236}">
                <a16:creationId xmlns:a16="http://schemas.microsoft.com/office/drawing/2014/main" xmlns="" id="{107EA4A0-E6DA-47D7-AB7D-D7078907FCA3}"/>
              </a:ext>
            </a:extLst>
          </p:cNvPr>
          <p:cNvGrpSpPr/>
          <p:nvPr/>
        </p:nvGrpSpPr>
        <p:grpSpPr>
          <a:xfrm>
            <a:off x="1501231" y="4132284"/>
            <a:ext cx="2412029" cy="895838"/>
            <a:chOff x="3131840" y="2220255"/>
            <a:chExt cx="3096344" cy="895838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A5804F8A-9FE2-4AD7-837D-9D42F6007718}"/>
                </a:ext>
              </a:extLst>
            </p:cNvPr>
            <p:cNvSpPr txBox="1"/>
            <p:nvPr/>
          </p:nvSpPr>
          <p:spPr>
            <a:xfrm>
              <a:off x="3131840" y="2220255"/>
              <a:ext cx="309634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3C0AF63A-6C16-4D30-9D6B-7B398BC44D14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</p:grpSp>
      <p:grpSp>
        <p:nvGrpSpPr>
          <p:cNvPr id="36" name="Group 31">
            <a:extLst>
              <a:ext uri="{FF2B5EF4-FFF2-40B4-BE49-F238E27FC236}">
                <a16:creationId xmlns:a16="http://schemas.microsoft.com/office/drawing/2014/main" xmlns="" id="{4DCD1490-2EE5-449D-A926-5607BD5688CD}"/>
              </a:ext>
            </a:extLst>
          </p:cNvPr>
          <p:cNvGrpSpPr/>
          <p:nvPr/>
        </p:nvGrpSpPr>
        <p:grpSpPr>
          <a:xfrm>
            <a:off x="4599197" y="4132284"/>
            <a:ext cx="2412029" cy="895838"/>
            <a:chOff x="3131840" y="2220255"/>
            <a:chExt cx="3096344" cy="895838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76D657EE-ADD7-4523-BB9F-36C12143AB0E}"/>
                </a:ext>
              </a:extLst>
            </p:cNvPr>
            <p:cNvSpPr txBox="1"/>
            <p:nvPr/>
          </p:nvSpPr>
          <p:spPr>
            <a:xfrm>
              <a:off x="3131840" y="2220255"/>
              <a:ext cx="309634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1C0C7344-07A4-447C-B846-6F073E1CF193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</p:grpSp>
      <p:sp>
        <p:nvSpPr>
          <p:cNvPr id="39" name="Oval 34">
            <a:extLst>
              <a:ext uri="{FF2B5EF4-FFF2-40B4-BE49-F238E27FC236}">
                <a16:creationId xmlns:a16="http://schemas.microsoft.com/office/drawing/2014/main" xmlns="" id="{46B93F77-9E30-4A1F-B402-B2EF0186CA29}"/>
              </a:ext>
            </a:extLst>
          </p:cNvPr>
          <p:cNvSpPr/>
          <p:nvPr/>
        </p:nvSpPr>
        <p:spPr>
          <a:xfrm>
            <a:off x="3900141" y="5438005"/>
            <a:ext cx="630965" cy="630965"/>
          </a:xfrm>
          <a:prstGeom prst="ellipse">
            <a:avLst/>
          </a:prstGeom>
          <a:solidFill>
            <a:schemeClr val="accent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40" name="Oval 35">
            <a:extLst>
              <a:ext uri="{FF2B5EF4-FFF2-40B4-BE49-F238E27FC236}">
                <a16:creationId xmlns:a16="http://schemas.microsoft.com/office/drawing/2014/main" xmlns="" id="{AD7C0446-ADF7-4673-8217-FF1C588BA136}"/>
              </a:ext>
            </a:extLst>
          </p:cNvPr>
          <p:cNvSpPr/>
          <p:nvPr/>
        </p:nvSpPr>
        <p:spPr>
          <a:xfrm>
            <a:off x="802175" y="5438005"/>
            <a:ext cx="630965" cy="630965"/>
          </a:xfrm>
          <a:prstGeom prst="ellips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grpSp>
        <p:nvGrpSpPr>
          <p:cNvPr id="41" name="Group 36">
            <a:extLst>
              <a:ext uri="{FF2B5EF4-FFF2-40B4-BE49-F238E27FC236}">
                <a16:creationId xmlns:a16="http://schemas.microsoft.com/office/drawing/2014/main" xmlns="" id="{ACCC8650-CB3C-4924-A546-62C5136E931C}"/>
              </a:ext>
            </a:extLst>
          </p:cNvPr>
          <p:cNvGrpSpPr/>
          <p:nvPr/>
        </p:nvGrpSpPr>
        <p:grpSpPr>
          <a:xfrm>
            <a:off x="1501231" y="5305569"/>
            <a:ext cx="2412029" cy="895838"/>
            <a:chOff x="3131840" y="2220255"/>
            <a:chExt cx="3096344" cy="895838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AD5EF90B-1C97-4056-8855-511ED11168A6}"/>
                </a:ext>
              </a:extLst>
            </p:cNvPr>
            <p:cNvSpPr txBox="1"/>
            <p:nvPr/>
          </p:nvSpPr>
          <p:spPr>
            <a:xfrm>
              <a:off x="3131840" y="2220255"/>
              <a:ext cx="309634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F9A9BAA0-31AB-49DE-A1B1-562D5C3D3B13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</p:grpSp>
      <p:grpSp>
        <p:nvGrpSpPr>
          <p:cNvPr id="44" name="Group 39">
            <a:extLst>
              <a:ext uri="{FF2B5EF4-FFF2-40B4-BE49-F238E27FC236}">
                <a16:creationId xmlns:a16="http://schemas.microsoft.com/office/drawing/2014/main" xmlns="" id="{CBE65B50-2D60-45A5-8D8B-56F15CB8D61A}"/>
              </a:ext>
            </a:extLst>
          </p:cNvPr>
          <p:cNvGrpSpPr/>
          <p:nvPr/>
        </p:nvGrpSpPr>
        <p:grpSpPr>
          <a:xfrm>
            <a:off x="4599197" y="5305569"/>
            <a:ext cx="2412029" cy="895838"/>
            <a:chOff x="3131840" y="2220255"/>
            <a:chExt cx="3096344" cy="89583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2E3F2EB5-FF3E-4BEA-BE63-711FA216F5F0}"/>
                </a:ext>
              </a:extLst>
            </p:cNvPr>
            <p:cNvSpPr txBox="1"/>
            <p:nvPr/>
          </p:nvSpPr>
          <p:spPr>
            <a:xfrm>
              <a:off x="3131840" y="2220255"/>
              <a:ext cx="309634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10AEC9C6-DF71-4E75-822C-DC3B99DD3B59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</p:grpSp>
      <p:sp>
        <p:nvSpPr>
          <p:cNvPr id="47" name="Round Same Side Corner Rectangle 11">
            <a:extLst>
              <a:ext uri="{FF2B5EF4-FFF2-40B4-BE49-F238E27FC236}">
                <a16:creationId xmlns:a16="http://schemas.microsoft.com/office/drawing/2014/main" xmlns="" id="{38F6FEE2-BF08-474D-826D-9D05D6D2381D}"/>
              </a:ext>
            </a:extLst>
          </p:cNvPr>
          <p:cNvSpPr>
            <a:spLocks noChangeAspect="1"/>
          </p:cNvSpPr>
          <p:nvPr/>
        </p:nvSpPr>
        <p:spPr>
          <a:xfrm>
            <a:off x="973550" y="5607181"/>
            <a:ext cx="288218" cy="292616"/>
          </a:xfrm>
          <a:custGeom>
            <a:avLst/>
            <a:gdLst/>
            <a:ahLst/>
            <a:cxnLst/>
            <a:rect l="l" t="t" r="r" b="b"/>
            <a:pathLst>
              <a:path w="3746212" h="3803392">
                <a:moveTo>
                  <a:pt x="1805718" y="1770898"/>
                </a:moveTo>
                <a:lnTo>
                  <a:pt x="1881311" y="1770898"/>
                </a:lnTo>
                <a:cubicBezTo>
                  <a:pt x="1923060" y="1770898"/>
                  <a:pt x="1956904" y="1804742"/>
                  <a:pt x="1956904" y="1846490"/>
                </a:cubicBezTo>
                <a:cubicBezTo>
                  <a:pt x="1956904" y="1888239"/>
                  <a:pt x="1923060" y="1922083"/>
                  <a:pt x="1881311" y="1922083"/>
                </a:cubicBezTo>
                <a:lnTo>
                  <a:pt x="1805718" y="1922083"/>
                </a:lnTo>
                <a:close/>
                <a:moveTo>
                  <a:pt x="1343303" y="1695515"/>
                </a:moveTo>
                <a:cubicBezTo>
                  <a:pt x="1329134" y="1694905"/>
                  <a:pt x="1314741" y="1695561"/>
                  <a:pt x="1300261" y="1697572"/>
                </a:cubicBezTo>
                <a:cubicBezTo>
                  <a:pt x="1184424" y="1713656"/>
                  <a:pt x="1097520" y="1811650"/>
                  <a:pt x="1095397" y="1928579"/>
                </a:cubicBezTo>
                <a:cubicBezTo>
                  <a:pt x="1093274" y="2045508"/>
                  <a:pt x="1176562" y="2146592"/>
                  <a:pt x="1291739" y="2166871"/>
                </a:cubicBezTo>
                <a:cubicBezTo>
                  <a:pt x="1406916" y="2187150"/>
                  <a:pt x="1519721" y="2120593"/>
                  <a:pt x="1557663" y="2009970"/>
                </a:cubicBezTo>
                <a:lnTo>
                  <a:pt x="1424986" y="1964463"/>
                </a:lnTo>
                <a:cubicBezTo>
                  <a:pt x="1409445" y="2009774"/>
                  <a:pt x="1363239" y="2037036"/>
                  <a:pt x="1316063" y="2028730"/>
                </a:cubicBezTo>
                <a:cubicBezTo>
                  <a:pt x="1268886" y="2020423"/>
                  <a:pt x="1234771" y="1979019"/>
                  <a:pt x="1235641" y="1931125"/>
                </a:cubicBezTo>
                <a:cubicBezTo>
                  <a:pt x="1236510" y="1883231"/>
                  <a:pt x="1272106" y="1843093"/>
                  <a:pt x="1319553" y="1836505"/>
                </a:cubicBezTo>
                <a:cubicBezTo>
                  <a:pt x="1367000" y="1829917"/>
                  <a:pt x="1412184" y="1858839"/>
                  <a:pt x="1426070" y="1904684"/>
                </a:cubicBezTo>
                <a:lnTo>
                  <a:pt x="1560313" y="1864024"/>
                </a:lnTo>
                <a:cubicBezTo>
                  <a:pt x="1530651" y="1766088"/>
                  <a:pt x="1442483" y="1699786"/>
                  <a:pt x="1343303" y="1695515"/>
                </a:cubicBezTo>
                <a:close/>
                <a:moveTo>
                  <a:pt x="2185615" y="1695314"/>
                </a:moveTo>
                <a:lnTo>
                  <a:pt x="2185615" y="1932918"/>
                </a:lnTo>
                <a:lnTo>
                  <a:pt x="2185783" y="1932918"/>
                </a:lnTo>
                <a:cubicBezTo>
                  <a:pt x="2187160" y="2017080"/>
                  <a:pt x="2231558" y="2094609"/>
                  <a:pt x="2303144" y="2137304"/>
                </a:cubicBezTo>
                <a:cubicBezTo>
                  <a:pt x="2376613" y="2181122"/>
                  <a:pt x="2467487" y="2181548"/>
                  <a:pt x="2541350" y="2138420"/>
                </a:cubicBezTo>
                <a:cubicBezTo>
                  <a:pt x="2613953" y="2096028"/>
                  <a:pt x="2659209" y="2017927"/>
                  <a:pt x="2660625" y="1932918"/>
                </a:cubicBezTo>
                <a:lnTo>
                  <a:pt x="2660770" y="1932918"/>
                </a:lnTo>
                <a:lnTo>
                  <a:pt x="2660770" y="1928491"/>
                </a:lnTo>
                <a:lnTo>
                  <a:pt x="2660770" y="1695314"/>
                </a:lnTo>
                <a:lnTo>
                  <a:pt x="2531183" y="1695314"/>
                </a:lnTo>
                <a:lnTo>
                  <a:pt x="2531183" y="1928491"/>
                </a:lnTo>
                <a:lnTo>
                  <a:pt x="2531063" y="1928491"/>
                </a:lnTo>
                <a:cubicBezTo>
                  <a:pt x="2531063" y="1967864"/>
                  <a:pt x="2510377" y="2004226"/>
                  <a:pt x="2476841" y="2023808"/>
                </a:cubicBezTo>
                <a:cubicBezTo>
                  <a:pt x="2443304" y="2043389"/>
                  <a:pt x="2402044" y="2043196"/>
                  <a:pt x="2368686" y="2023301"/>
                </a:cubicBezTo>
                <a:cubicBezTo>
                  <a:pt x="2335327" y="2003405"/>
                  <a:pt x="2314972" y="1966851"/>
                  <a:pt x="2315328" y="1927480"/>
                </a:cubicBezTo>
                <a:lnTo>
                  <a:pt x="2315203" y="1927479"/>
                </a:lnTo>
                <a:lnTo>
                  <a:pt x="2315203" y="1695314"/>
                </a:lnTo>
                <a:close/>
                <a:moveTo>
                  <a:pt x="1805719" y="1695314"/>
                </a:moveTo>
                <a:lnTo>
                  <a:pt x="1805719" y="1695315"/>
                </a:lnTo>
                <a:lnTo>
                  <a:pt x="1676117" y="1695315"/>
                </a:lnTo>
                <a:lnTo>
                  <a:pt x="1676117" y="2170470"/>
                </a:lnTo>
                <a:lnTo>
                  <a:pt x="1805719" y="2170470"/>
                </a:lnTo>
                <a:lnTo>
                  <a:pt x="1805719" y="1997667"/>
                </a:lnTo>
                <a:lnTo>
                  <a:pt x="1942866" y="1997667"/>
                </a:lnTo>
                <a:cubicBezTo>
                  <a:pt x="2018609" y="1997667"/>
                  <a:pt x="2080012" y="1936264"/>
                  <a:pt x="2080012" y="1860520"/>
                </a:cubicBezTo>
                <a:lnTo>
                  <a:pt x="2080012" y="1832461"/>
                </a:lnTo>
                <a:cubicBezTo>
                  <a:pt x="2080012" y="1756717"/>
                  <a:pt x="2018609" y="1695314"/>
                  <a:pt x="1942866" y="1695314"/>
                </a:cubicBezTo>
                <a:close/>
                <a:moveTo>
                  <a:pt x="936104" y="965696"/>
                </a:moveTo>
                <a:lnTo>
                  <a:pt x="2808312" y="965696"/>
                </a:lnTo>
                <a:lnTo>
                  <a:pt x="2808312" y="2837696"/>
                </a:lnTo>
                <a:lnTo>
                  <a:pt x="936104" y="2837696"/>
                </a:lnTo>
                <a:close/>
                <a:moveTo>
                  <a:pt x="753031" y="782519"/>
                </a:moveTo>
                <a:lnTo>
                  <a:pt x="753031" y="3020873"/>
                </a:lnTo>
                <a:lnTo>
                  <a:pt x="2991385" y="3020873"/>
                </a:lnTo>
                <a:lnTo>
                  <a:pt x="2991385" y="782519"/>
                </a:lnTo>
                <a:close/>
                <a:moveTo>
                  <a:pt x="856388" y="0"/>
                </a:moveTo>
                <a:cubicBezTo>
                  <a:pt x="916041" y="0"/>
                  <a:pt x="964400" y="48359"/>
                  <a:pt x="964400" y="108012"/>
                </a:cubicBezTo>
                <a:lnTo>
                  <a:pt x="964400" y="551696"/>
                </a:lnTo>
                <a:lnTo>
                  <a:pt x="1256286" y="551696"/>
                </a:lnTo>
                <a:lnTo>
                  <a:pt x="1256286" y="108012"/>
                </a:lnTo>
                <a:cubicBezTo>
                  <a:pt x="1256286" y="48359"/>
                  <a:pt x="1304645" y="0"/>
                  <a:pt x="1364298" y="0"/>
                </a:cubicBezTo>
                <a:cubicBezTo>
                  <a:pt x="1423951" y="0"/>
                  <a:pt x="1472310" y="48359"/>
                  <a:pt x="1472310" y="108012"/>
                </a:cubicBezTo>
                <a:lnTo>
                  <a:pt x="1472310" y="551696"/>
                </a:lnTo>
                <a:lnTo>
                  <a:pt x="1764196" y="551696"/>
                </a:lnTo>
                <a:lnTo>
                  <a:pt x="1764196" y="108012"/>
                </a:lnTo>
                <a:cubicBezTo>
                  <a:pt x="1764196" y="48359"/>
                  <a:pt x="1812555" y="0"/>
                  <a:pt x="1872208" y="0"/>
                </a:cubicBezTo>
                <a:cubicBezTo>
                  <a:pt x="1931861" y="0"/>
                  <a:pt x="1980220" y="48359"/>
                  <a:pt x="1980220" y="108012"/>
                </a:cubicBezTo>
                <a:lnTo>
                  <a:pt x="1980220" y="551696"/>
                </a:lnTo>
                <a:lnTo>
                  <a:pt x="2272106" y="551696"/>
                </a:lnTo>
                <a:lnTo>
                  <a:pt x="2272106" y="108012"/>
                </a:lnTo>
                <a:cubicBezTo>
                  <a:pt x="2272106" y="48359"/>
                  <a:pt x="2320465" y="0"/>
                  <a:pt x="2380118" y="0"/>
                </a:cubicBezTo>
                <a:cubicBezTo>
                  <a:pt x="2439771" y="0"/>
                  <a:pt x="2488130" y="48359"/>
                  <a:pt x="2488130" y="108012"/>
                </a:cubicBezTo>
                <a:lnTo>
                  <a:pt x="2488130" y="551696"/>
                </a:lnTo>
                <a:lnTo>
                  <a:pt x="2780016" y="551696"/>
                </a:lnTo>
                <a:lnTo>
                  <a:pt x="2780016" y="108012"/>
                </a:lnTo>
                <a:cubicBezTo>
                  <a:pt x="2780016" y="48359"/>
                  <a:pt x="2828375" y="0"/>
                  <a:pt x="2888028" y="0"/>
                </a:cubicBezTo>
                <a:cubicBezTo>
                  <a:pt x="2947681" y="0"/>
                  <a:pt x="2996040" y="48359"/>
                  <a:pt x="2996040" y="108012"/>
                </a:cubicBezTo>
                <a:lnTo>
                  <a:pt x="2996040" y="551696"/>
                </a:lnTo>
                <a:lnTo>
                  <a:pt x="3222208" y="551696"/>
                </a:lnTo>
                <a:lnTo>
                  <a:pt x="3222208" y="819836"/>
                </a:lnTo>
                <a:lnTo>
                  <a:pt x="3638200" y="819836"/>
                </a:lnTo>
                <a:cubicBezTo>
                  <a:pt x="3697853" y="819836"/>
                  <a:pt x="3746212" y="868195"/>
                  <a:pt x="3746212" y="927848"/>
                </a:cubicBezTo>
                <a:cubicBezTo>
                  <a:pt x="3746212" y="987501"/>
                  <a:pt x="3697853" y="1035860"/>
                  <a:pt x="3638200" y="1035860"/>
                </a:cubicBezTo>
                <a:lnTo>
                  <a:pt x="3222208" y="1035860"/>
                </a:lnTo>
                <a:lnTo>
                  <a:pt x="3222208" y="1327746"/>
                </a:lnTo>
                <a:lnTo>
                  <a:pt x="3638200" y="1327746"/>
                </a:lnTo>
                <a:cubicBezTo>
                  <a:pt x="3697853" y="1327746"/>
                  <a:pt x="3746212" y="1376105"/>
                  <a:pt x="3746212" y="1435758"/>
                </a:cubicBezTo>
                <a:cubicBezTo>
                  <a:pt x="3746212" y="1495411"/>
                  <a:pt x="3697853" y="1543770"/>
                  <a:pt x="3638200" y="1543770"/>
                </a:cubicBezTo>
                <a:lnTo>
                  <a:pt x="3222208" y="1543770"/>
                </a:lnTo>
                <a:lnTo>
                  <a:pt x="3222208" y="1835656"/>
                </a:lnTo>
                <a:lnTo>
                  <a:pt x="3638200" y="1835656"/>
                </a:lnTo>
                <a:cubicBezTo>
                  <a:pt x="3697853" y="1835656"/>
                  <a:pt x="3746212" y="1884015"/>
                  <a:pt x="3746212" y="1943668"/>
                </a:cubicBezTo>
                <a:cubicBezTo>
                  <a:pt x="3746212" y="2003321"/>
                  <a:pt x="3697853" y="2051680"/>
                  <a:pt x="3638200" y="2051680"/>
                </a:cubicBezTo>
                <a:lnTo>
                  <a:pt x="3222208" y="2051680"/>
                </a:lnTo>
                <a:lnTo>
                  <a:pt x="3222208" y="2343566"/>
                </a:lnTo>
                <a:lnTo>
                  <a:pt x="3638200" y="2343566"/>
                </a:lnTo>
                <a:cubicBezTo>
                  <a:pt x="3697853" y="2343566"/>
                  <a:pt x="3746212" y="2391925"/>
                  <a:pt x="3746212" y="2451578"/>
                </a:cubicBezTo>
                <a:cubicBezTo>
                  <a:pt x="3746212" y="2511231"/>
                  <a:pt x="3697853" y="2559590"/>
                  <a:pt x="3638200" y="2559590"/>
                </a:cubicBezTo>
                <a:lnTo>
                  <a:pt x="3222208" y="2559590"/>
                </a:lnTo>
                <a:lnTo>
                  <a:pt x="3222208" y="2851476"/>
                </a:lnTo>
                <a:lnTo>
                  <a:pt x="3638200" y="2851476"/>
                </a:lnTo>
                <a:cubicBezTo>
                  <a:pt x="3697853" y="2851476"/>
                  <a:pt x="3746212" y="2899835"/>
                  <a:pt x="3746212" y="2959488"/>
                </a:cubicBezTo>
                <a:cubicBezTo>
                  <a:pt x="3746212" y="3019141"/>
                  <a:pt x="3697853" y="3067500"/>
                  <a:pt x="3638200" y="3067500"/>
                </a:cubicBezTo>
                <a:lnTo>
                  <a:pt x="3222208" y="3067500"/>
                </a:lnTo>
                <a:lnTo>
                  <a:pt x="3222208" y="3251696"/>
                </a:lnTo>
                <a:lnTo>
                  <a:pt x="2996040" y="3251696"/>
                </a:lnTo>
                <a:lnTo>
                  <a:pt x="2996040" y="3695380"/>
                </a:lnTo>
                <a:cubicBezTo>
                  <a:pt x="2996040" y="3755033"/>
                  <a:pt x="2947681" y="3803392"/>
                  <a:pt x="2888028" y="3803392"/>
                </a:cubicBezTo>
                <a:cubicBezTo>
                  <a:pt x="2828375" y="3803392"/>
                  <a:pt x="2780016" y="3755033"/>
                  <a:pt x="2780016" y="3695380"/>
                </a:cubicBezTo>
                <a:lnTo>
                  <a:pt x="2780016" y="3251696"/>
                </a:lnTo>
                <a:lnTo>
                  <a:pt x="2488130" y="3251696"/>
                </a:lnTo>
                <a:lnTo>
                  <a:pt x="2488130" y="3695380"/>
                </a:lnTo>
                <a:cubicBezTo>
                  <a:pt x="2488130" y="3755033"/>
                  <a:pt x="2439771" y="3803392"/>
                  <a:pt x="2380118" y="3803392"/>
                </a:cubicBezTo>
                <a:cubicBezTo>
                  <a:pt x="2320465" y="3803392"/>
                  <a:pt x="2272106" y="3755033"/>
                  <a:pt x="2272106" y="3695380"/>
                </a:cubicBezTo>
                <a:lnTo>
                  <a:pt x="2272106" y="3251696"/>
                </a:lnTo>
                <a:lnTo>
                  <a:pt x="1980220" y="3251696"/>
                </a:lnTo>
                <a:lnTo>
                  <a:pt x="1980220" y="3695380"/>
                </a:lnTo>
                <a:cubicBezTo>
                  <a:pt x="1980220" y="3755033"/>
                  <a:pt x="1931861" y="3803392"/>
                  <a:pt x="1872208" y="3803392"/>
                </a:cubicBezTo>
                <a:cubicBezTo>
                  <a:pt x="1812555" y="3803392"/>
                  <a:pt x="1764196" y="3755033"/>
                  <a:pt x="1764196" y="3695380"/>
                </a:cubicBezTo>
                <a:lnTo>
                  <a:pt x="1764196" y="3251696"/>
                </a:lnTo>
                <a:lnTo>
                  <a:pt x="1472310" y="3251696"/>
                </a:lnTo>
                <a:lnTo>
                  <a:pt x="1472310" y="3695380"/>
                </a:lnTo>
                <a:cubicBezTo>
                  <a:pt x="1472310" y="3755033"/>
                  <a:pt x="1423951" y="3803392"/>
                  <a:pt x="1364298" y="3803392"/>
                </a:cubicBezTo>
                <a:cubicBezTo>
                  <a:pt x="1304645" y="3803392"/>
                  <a:pt x="1256286" y="3755033"/>
                  <a:pt x="1256286" y="3695380"/>
                </a:cubicBezTo>
                <a:lnTo>
                  <a:pt x="1256286" y="3251696"/>
                </a:lnTo>
                <a:lnTo>
                  <a:pt x="964400" y="3251696"/>
                </a:lnTo>
                <a:lnTo>
                  <a:pt x="964400" y="3695380"/>
                </a:lnTo>
                <a:cubicBezTo>
                  <a:pt x="964400" y="3755033"/>
                  <a:pt x="916041" y="3803392"/>
                  <a:pt x="856388" y="3803392"/>
                </a:cubicBezTo>
                <a:cubicBezTo>
                  <a:pt x="796735" y="3803392"/>
                  <a:pt x="748376" y="3755033"/>
                  <a:pt x="748376" y="3695380"/>
                </a:cubicBezTo>
                <a:lnTo>
                  <a:pt x="748376" y="3251696"/>
                </a:lnTo>
                <a:lnTo>
                  <a:pt x="522208" y="3251696"/>
                </a:lnTo>
                <a:lnTo>
                  <a:pt x="522208" y="3067500"/>
                </a:lnTo>
                <a:lnTo>
                  <a:pt x="108012" y="3067500"/>
                </a:lnTo>
                <a:cubicBezTo>
                  <a:pt x="48359" y="3067500"/>
                  <a:pt x="0" y="3019141"/>
                  <a:pt x="0" y="2959488"/>
                </a:cubicBezTo>
                <a:cubicBezTo>
                  <a:pt x="0" y="2899835"/>
                  <a:pt x="48359" y="2851476"/>
                  <a:pt x="108012" y="2851476"/>
                </a:cubicBezTo>
                <a:lnTo>
                  <a:pt x="522208" y="2851476"/>
                </a:lnTo>
                <a:lnTo>
                  <a:pt x="522208" y="2559590"/>
                </a:lnTo>
                <a:lnTo>
                  <a:pt x="108012" y="2559590"/>
                </a:lnTo>
                <a:cubicBezTo>
                  <a:pt x="48359" y="2559590"/>
                  <a:pt x="0" y="2511231"/>
                  <a:pt x="0" y="2451578"/>
                </a:cubicBezTo>
                <a:cubicBezTo>
                  <a:pt x="0" y="2391925"/>
                  <a:pt x="48359" y="2343566"/>
                  <a:pt x="108012" y="2343566"/>
                </a:cubicBezTo>
                <a:lnTo>
                  <a:pt x="522208" y="2343566"/>
                </a:lnTo>
                <a:lnTo>
                  <a:pt x="522208" y="2051680"/>
                </a:lnTo>
                <a:lnTo>
                  <a:pt x="108012" y="2051680"/>
                </a:lnTo>
                <a:cubicBezTo>
                  <a:pt x="48359" y="2051680"/>
                  <a:pt x="0" y="2003321"/>
                  <a:pt x="0" y="1943668"/>
                </a:cubicBezTo>
                <a:cubicBezTo>
                  <a:pt x="0" y="1884015"/>
                  <a:pt x="48359" y="1835656"/>
                  <a:pt x="108012" y="1835656"/>
                </a:cubicBezTo>
                <a:lnTo>
                  <a:pt x="522208" y="1835656"/>
                </a:lnTo>
                <a:lnTo>
                  <a:pt x="522208" y="1543770"/>
                </a:lnTo>
                <a:lnTo>
                  <a:pt x="108012" y="1543770"/>
                </a:lnTo>
                <a:cubicBezTo>
                  <a:pt x="48359" y="1543770"/>
                  <a:pt x="0" y="1495411"/>
                  <a:pt x="0" y="1435758"/>
                </a:cubicBezTo>
                <a:cubicBezTo>
                  <a:pt x="0" y="1376105"/>
                  <a:pt x="48359" y="1327746"/>
                  <a:pt x="108012" y="1327746"/>
                </a:cubicBezTo>
                <a:lnTo>
                  <a:pt x="522208" y="1327746"/>
                </a:lnTo>
                <a:lnTo>
                  <a:pt x="522208" y="1035860"/>
                </a:lnTo>
                <a:lnTo>
                  <a:pt x="108012" y="1035860"/>
                </a:lnTo>
                <a:cubicBezTo>
                  <a:pt x="48359" y="1035860"/>
                  <a:pt x="0" y="987501"/>
                  <a:pt x="0" y="927848"/>
                </a:cubicBezTo>
                <a:cubicBezTo>
                  <a:pt x="0" y="868195"/>
                  <a:pt x="48359" y="819836"/>
                  <a:pt x="108012" y="819836"/>
                </a:cubicBezTo>
                <a:lnTo>
                  <a:pt x="522208" y="819836"/>
                </a:lnTo>
                <a:lnTo>
                  <a:pt x="522208" y="551696"/>
                </a:lnTo>
                <a:lnTo>
                  <a:pt x="748376" y="551696"/>
                </a:lnTo>
                <a:lnTo>
                  <a:pt x="748376" y="108012"/>
                </a:lnTo>
                <a:cubicBezTo>
                  <a:pt x="748376" y="48359"/>
                  <a:pt x="796735" y="0"/>
                  <a:pt x="8563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48" name="Rounded Rectangle 36">
            <a:extLst>
              <a:ext uri="{FF2B5EF4-FFF2-40B4-BE49-F238E27FC236}">
                <a16:creationId xmlns:a16="http://schemas.microsoft.com/office/drawing/2014/main" xmlns="" id="{B5DE81B6-1935-4F4C-83FC-FCF177F0A4D6}"/>
              </a:ext>
            </a:extLst>
          </p:cNvPr>
          <p:cNvSpPr/>
          <p:nvPr/>
        </p:nvSpPr>
        <p:spPr>
          <a:xfrm>
            <a:off x="971349" y="4433894"/>
            <a:ext cx="292616" cy="292616"/>
          </a:xfrm>
          <a:custGeom>
            <a:avLst/>
            <a:gdLst/>
            <a:ahLst/>
            <a:cxnLst/>
            <a:rect l="l" t="t" r="r" b="b"/>
            <a:pathLst>
              <a:path w="3960440" h="3960000">
                <a:moveTo>
                  <a:pt x="2040553" y="2487578"/>
                </a:moveTo>
                <a:lnTo>
                  <a:pt x="2436788" y="2487578"/>
                </a:lnTo>
                <a:lnTo>
                  <a:pt x="2658362" y="2716282"/>
                </a:lnTo>
                <a:lnTo>
                  <a:pt x="2658362" y="2722019"/>
                </a:lnTo>
                <a:lnTo>
                  <a:pt x="3682589" y="2722019"/>
                </a:lnTo>
                <a:lnTo>
                  <a:pt x="3682589" y="2973647"/>
                </a:lnTo>
                <a:cubicBezTo>
                  <a:pt x="3682589" y="3329427"/>
                  <a:pt x="3403165" y="3617844"/>
                  <a:pt x="3058478" y="3617844"/>
                </a:cubicBezTo>
                <a:lnTo>
                  <a:pt x="2836348" y="3617844"/>
                </a:lnTo>
                <a:lnTo>
                  <a:pt x="2040553" y="2828984"/>
                </a:lnTo>
                <a:close/>
                <a:moveTo>
                  <a:pt x="2480470" y="2037646"/>
                </a:moveTo>
                <a:lnTo>
                  <a:pt x="3682589" y="2037646"/>
                </a:lnTo>
                <a:lnTo>
                  <a:pt x="3682589" y="2627897"/>
                </a:lnTo>
                <a:lnTo>
                  <a:pt x="2701691" y="2627897"/>
                </a:lnTo>
                <a:lnTo>
                  <a:pt x="2480470" y="2399556"/>
                </a:lnTo>
                <a:close/>
                <a:moveTo>
                  <a:pt x="277852" y="2032157"/>
                </a:moveTo>
                <a:lnTo>
                  <a:pt x="1469859" y="2032157"/>
                </a:lnTo>
                <a:lnTo>
                  <a:pt x="1469859" y="2433135"/>
                </a:lnTo>
                <a:lnTo>
                  <a:pt x="1243508" y="2665914"/>
                </a:lnTo>
                <a:lnTo>
                  <a:pt x="277852" y="2665914"/>
                </a:lnTo>
                <a:close/>
                <a:moveTo>
                  <a:pt x="1561047" y="1577230"/>
                </a:moveTo>
                <a:lnTo>
                  <a:pt x="2389282" y="1577230"/>
                </a:lnTo>
                <a:lnTo>
                  <a:pt x="2389282" y="2393455"/>
                </a:lnTo>
                <a:lnTo>
                  <a:pt x="2040553" y="2393455"/>
                </a:lnTo>
                <a:lnTo>
                  <a:pt x="2040553" y="2393242"/>
                </a:lnTo>
                <a:lnTo>
                  <a:pt x="1949365" y="2393242"/>
                </a:lnTo>
                <a:lnTo>
                  <a:pt x="1949365" y="2837263"/>
                </a:lnTo>
                <a:lnTo>
                  <a:pt x="1638253" y="3145665"/>
                </a:lnTo>
                <a:lnTo>
                  <a:pt x="1699845" y="3215109"/>
                </a:lnTo>
                <a:lnTo>
                  <a:pt x="1999134" y="2918427"/>
                </a:lnTo>
                <a:lnTo>
                  <a:pt x="2704701" y="3617844"/>
                </a:lnTo>
                <a:lnTo>
                  <a:pt x="1293570" y="3617844"/>
                </a:lnTo>
                <a:lnTo>
                  <a:pt x="1521789" y="3391613"/>
                </a:lnTo>
                <a:lnTo>
                  <a:pt x="1460198" y="3322169"/>
                </a:lnTo>
                <a:lnTo>
                  <a:pt x="1161922" y="3617844"/>
                </a:lnTo>
                <a:lnTo>
                  <a:pt x="901964" y="3617844"/>
                </a:lnTo>
                <a:cubicBezTo>
                  <a:pt x="557276" y="3617844"/>
                  <a:pt x="277852" y="3329427"/>
                  <a:pt x="277852" y="2973647"/>
                </a:cubicBezTo>
                <a:lnTo>
                  <a:pt x="277852" y="2760037"/>
                </a:lnTo>
                <a:lnTo>
                  <a:pt x="1277829" y="2760037"/>
                </a:lnTo>
                <a:lnTo>
                  <a:pt x="1277829" y="2756686"/>
                </a:lnTo>
                <a:lnTo>
                  <a:pt x="1281122" y="2760098"/>
                </a:lnTo>
                <a:lnTo>
                  <a:pt x="1550205" y="2483373"/>
                </a:lnTo>
                <a:lnTo>
                  <a:pt x="1561047" y="2483373"/>
                </a:lnTo>
                <a:close/>
                <a:moveTo>
                  <a:pt x="277852" y="1347784"/>
                </a:moveTo>
                <a:lnTo>
                  <a:pt x="1258750" y="1347784"/>
                </a:lnTo>
                <a:lnTo>
                  <a:pt x="1469859" y="1565687"/>
                </a:lnTo>
                <a:lnTo>
                  <a:pt x="1469859" y="1938035"/>
                </a:lnTo>
                <a:lnTo>
                  <a:pt x="277852" y="1938035"/>
                </a:lnTo>
                <a:close/>
                <a:moveTo>
                  <a:pt x="2716932" y="1309766"/>
                </a:moveTo>
                <a:lnTo>
                  <a:pt x="3682589" y="1309766"/>
                </a:lnTo>
                <a:lnTo>
                  <a:pt x="3682589" y="1943523"/>
                </a:lnTo>
                <a:lnTo>
                  <a:pt x="2480470" y="1943523"/>
                </a:lnTo>
                <a:lnTo>
                  <a:pt x="2480470" y="1552945"/>
                </a:lnTo>
                <a:close/>
                <a:moveTo>
                  <a:pt x="1271973" y="342156"/>
                </a:moveTo>
                <a:lnTo>
                  <a:pt x="2683108" y="342156"/>
                </a:lnTo>
                <a:lnTo>
                  <a:pt x="2481055" y="542449"/>
                </a:lnTo>
                <a:lnTo>
                  <a:pt x="2542646" y="611894"/>
                </a:lnTo>
                <a:lnTo>
                  <a:pt x="2814754" y="342156"/>
                </a:lnTo>
                <a:lnTo>
                  <a:pt x="3058478" y="342156"/>
                </a:lnTo>
                <a:cubicBezTo>
                  <a:pt x="3403165" y="342156"/>
                  <a:pt x="3682589" y="630573"/>
                  <a:pt x="3682589" y="986353"/>
                </a:cubicBezTo>
                <a:lnTo>
                  <a:pt x="3682589" y="1215643"/>
                </a:lnTo>
                <a:lnTo>
                  <a:pt x="2682612" y="1215643"/>
                </a:lnTo>
                <a:lnTo>
                  <a:pt x="2682612" y="1218994"/>
                </a:lnTo>
                <a:lnTo>
                  <a:pt x="2679318" y="1215582"/>
                </a:lnTo>
                <a:lnTo>
                  <a:pt x="2419183" y="1483107"/>
                </a:lnTo>
                <a:lnTo>
                  <a:pt x="2389282" y="1483107"/>
                </a:lnTo>
                <a:lnTo>
                  <a:pt x="2025002" y="1483107"/>
                </a:lnTo>
                <a:lnTo>
                  <a:pt x="2025002" y="1125027"/>
                </a:lnTo>
                <a:lnTo>
                  <a:pt x="2364590" y="788398"/>
                </a:lnTo>
                <a:lnTo>
                  <a:pt x="2302999" y="718953"/>
                </a:lnTo>
                <a:lnTo>
                  <a:pt x="1991052" y="1028180"/>
                </a:lnTo>
                <a:lnTo>
                  <a:pt x="1964027" y="1028180"/>
                </a:lnTo>
                <a:close/>
                <a:moveTo>
                  <a:pt x="901964" y="342156"/>
                </a:moveTo>
                <a:lnTo>
                  <a:pt x="1140326" y="342156"/>
                </a:lnTo>
                <a:lnTo>
                  <a:pt x="1933813" y="1128729"/>
                </a:lnTo>
                <a:lnTo>
                  <a:pt x="1933813" y="1483107"/>
                </a:lnTo>
                <a:lnTo>
                  <a:pt x="1561047" y="1483107"/>
                </a:lnTo>
                <a:lnTo>
                  <a:pt x="1561047" y="1479396"/>
                </a:lnTo>
                <a:lnTo>
                  <a:pt x="1515216" y="1479396"/>
                </a:lnTo>
                <a:lnTo>
                  <a:pt x="1302080" y="1259398"/>
                </a:lnTo>
                <a:lnTo>
                  <a:pt x="1302080" y="1253661"/>
                </a:lnTo>
                <a:lnTo>
                  <a:pt x="277852" y="1253661"/>
                </a:lnTo>
                <a:lnTo>
                  <a:pt x="277852" y="986353"/>
                </a:lnTo>
                <a:cubicBezTo>
                  <a:pt x="277852" y="630573"/>
                  <a:pt x="557276" y="342156"/>
                  <a:pt x="901964" y="342156"/>
                </a:cubicBezTo>
                <a:close/>
                <a:moveTo>
                  <a:pt x="600619" y="210035"/>
                </a:moveTo>
                <a:cubicBezTo>
                  <a:pt x="384918" y="210035"/>
                  <a:pt x="210058" y="384895"/>
                  <a:pt x="210058" y="600596"/>
                </a:cubicBezTo>
                <a:lnTo>
                  <a:pt x="210058" y="3359405"/>
                </a:lnTo>
                <a:cubicBezTo>
                  <a:pt x="210058" y="3575106"/>
                  <a:pt x="384918" y="3749966"/>
                  <a:pt x="600619" y="3749966"/>
                </a:cubicBezTo>
                <a:lnTo>
                  <a:pt x="3359821" y="3749966"/>
                </a:lnTo>
                <a:cubicBezTo>
                  <a:pt x="3575522" y="3749966"/>
                  <a:pt x="3750382" y="3575106"/>
                  <a:pt x="3750382" y="3359405"/>
                </a:cubicBezTo>
                <a:lnTo>
                  <a:pt x="3750382" y="600596"/>
                </a:lnTo>
                <a:cubicBezTo>
                  <a:pt x="3750382" y="384895"/>
                  <a:pt x="3575522" y="210035"/>
                  <a:pt x="3359821" y="210035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49" name="Rounded Rectangle 1">
            <a:extLst>
              <a:ext uri="{FF2B5EF4-FFF2-40B4-BE49-F238E27FC236}">
                <a16:creationId xmlns:a16="http://schemas.microsoft.com/office/drawing/2014/main" xmlns="" id="{C7E88FBF-0AD4-4CCA-863F-C3296994C65E}"/>
              </a:ext>
            </a:extLst>
          </p:cNvPr>
          <p:cNvSpPr>
            <a:spLocks noChangeAspect="1"/>
          </p:cNvSpPr>
          <p:nvPr/>
        </p:nvSpPr>
        <p:spPr>
          <a:xfrm>
            <a:off x="4090596" y="4433895"/>
            <a:ext cx="250053" cy="292615"/>
          </a:xfrm>
          <a:custGeom>
            <a:avLst/>
            <a:gdLst/>
            <a:ahLst/>
            <a:cxnLst/>
            <a:rect l="l" t="t" r="r" b="b"/>
            <a:pathLst>
              <a:path w="3384376" h="3960440">
                <a:moveTo>
                  <a:pt x="972100" y="3268048"/>
                </a:moveTo>
                <a:cubicBezTo>
                  <a:pt x="932335" y="3268048"/>
                  <a:pt x="900100" y="3300283"/>
                  <a:pt x="900100" y="3340048"/>
                </a:cubicBezTo>
                <a:cubicBezTo>
                  <a:pt x="900100" y="3379813"/>
                  <a:pt x="932335" y="3412048"/>
                  <a:pt x="972100" y="3412048"/>
                </a:cubicBezTo>
                <a:lnTo>
                  <a:pt x="2412276" y="3412048"/>
                </a:lnTo>
                <a:cubicBezTo>
                  <a:pt x="2452041" y="3412048"/>
                  <a:pt x="2484276" y="3379813"/>
                  <a:pt x="2484276" y="3340048"/>
                </a:cubicBezTo>
                <a:cubicBezTo>
                  <a:pt x="2484276" y="3300283"/>
                  <a:pt x="2452041" y="3268048"/>
                  <a:pt x="2412276" y="3268048"/>
                </a:cubicBezTo>
                <a:close/>
                <a:moveTo>
                  <a:pt x="972100" y="2907043"/>
                </a:moveTo>
                <a:cubicBezTo>
                  <a:pt x="932335" y="2907043"/>
                  <a:pt x="900100" y="2939278"/>
                  <a:pt x="900100" y="2979043"/>
                </a:cubicBezTo>
                <a:cubicBezTo>
                  <a:pt x="900100" y="3018808"/>
                  <a:pt x="932335" y="3051043"/>
                  <a:pt x="972100" y="3051043"/>
                </a:cubicBezTo>
                <a:lnTo>
                  <a:pt x="2412276" y="3051043"/>
                </a:lnTo>
                <a:cubicBezTo>
                  <a:pt x="2452041" y="3051043"/>
                  <a:pt x="2484276" y="3018808"/>
                  <a:pt x="2484276" y="2979043"/>
                </a:cubicBezTo>
                <a:cubicBezTo>
                  <a:pt x="2484276" y="2939278"/>
                  <a:pt x="2452041" y="2907043"/>
                  <a:pt x="2412276" y="2907043"/>
                </a:cubicBezTo>
                <a:close/>
                <a:moveTo>
                  <a:pt x="972100" y="2546038"/>
                </a:moveTo>
                <a:cubicBezTo>
                  <a:pt x="932335" y="2546038"/>
                  <a:pt x="900100" y="2578273"/>
                  <a:pt x="900100" y="2618038"/>
                </a:cubicBezTo>
                <a:cubicBezTo>
                  <a:pt x="900100" y="2657803"/>
                  <a:pt x="932335" y="2690038"/>
                  <a:pt x="972100" y="2690038"/>
                </a:cubicBezTo>
                <a:lnTo>
                  <a:pt x="2412276" y="2690038"/>
                </a:lnTo>
                <a:cubicBezTo>
                  <a:pt x="2452041" y="2690038"/>
                  <a:pt x="2484276" y="2657803"/>
                  <a:pt x="2484276" y="2618038"/>
                </a:cubicBezTo>
                <a:cubicBezTo>
                  <a:pt x="2484276" y="2578273"/>
                  <a:pt x="2452041" y="2546038"/>
                  <a:pt x="2412276" y="2546038"/>
                </a:cubicBezTo>
                <a:close/>
                <a:moveTo>
                  <a:pt x="972100" y="2185033"/>
                </a:moveTo>
                <a:cubicBezTo>
                  <a:pt x="932335" y="2185033"/>
                  <a:pt x="900100" y="2217268"/>
                  <a:pt x="900100" y="2257033"/>
                </a:cubicBezTo>
                <a:cubicBezTo>
                  <a:pt x="900100" y="2296798"/>
                  <a:pt x="932335" y="2329033"/>
                  <a:pt x="972100" y="2329033"/>
                </a:cubicBezTo>
                <a:lnTo>
                  <a:pt x="2412276" y="2329033"/>
                </a:lnTo>
                <a:cubicBezTo>
                  <a:pt x="2452041" y="2329033"/>
                  <a:pt x="2484276" y="2296798"/>
                  <a:pt x="2484276" y="2257033"/>
                </a:cubicBezTo>
                <a:cubicBezTo>
                  <a:pt x="2484276" y="2217268"/>
                  <a:pt x="2452041" y="2185033"/>
                  <a:pt x="2412276" y="2185033"/>
                </a:cubicBezTo>
                <a:close/>
                <a:moveTo>
                  <a:pt x="841537" y="1954564"/>
                </a:moveTo>
                <a:lnTo>
                  <a:pt x="2516747" y="1954564"/>
                </a:lnTo>
                <a:cubicBezTo>
                  <a:pt x="2669197" y="1954564"/>
                  <a:pt x="2792783" y="2078150"/>
                  <a:pt x="2792783" y="2230600"/>
                </a:cubicBezTo>
                <a:lnTo>
                  <a:pt x="2792783" y="3334712"/>
                </a:lnTo>
                <a:cubicBezTo>
                  <a:pt x="2792783" y="3487162"/>
                  <a:pt x="2669197" y="3610748"/>
                  <a:pt x="2516747" y="3610748"/>
                </a:cubicBezTo>
                <a:lnTo>
                  <a:pt x="841537" y="3610748"/>
                </a:lnTo>
                <a:cubicBezTo>
                  <a:pt x="689087" y="3610748"/>
                  <a:pt x="565501" y="3487162"/>
                  <a:pt x="565501" y="3334712"/>
                </a:cubicBezTo>
                <a:lnTo>
                  <a:pt x="565501" y="2230600"/>
                </a:lnTo>
                <a:cubicBezTo>
                  <a:pt x="565501" y="2078150"/>
                  <a:pt x="689087" y="1954564"/>
                  <a:pt x="841537" y="1954564"/>
                </a:cubicBezTo>
                <a:close/>
                <a:moveTo>
                  <a:pt x="744890" y="1859015"/>
                </a:moveTo>
                <a:cubicBezTo>
                  <a:pt x="574849" y="1859015"/>
                  <a:pt x="437004" y="1996860"/>
                  <a:pt x="437004" y="2166901"/>
                </a:cubicBezTo>
                <a:lnTo>
                  <a:pt x="437004" y="3398411"/>
                </a:lnTo>
                <a:cubicBezTo>
                  <a:pt x="437004" y="3568452"/>
                  <a:pt x="574849" y="3706297"/>
                  <a:pt x="744890" y="3706297"/>
                </a:cubicBezTo>
                <a:lnTo>
                  <a:pt x="2613394" y="3706297"/>
                </a:lnTo>
                <a:cubicBezTo>
                  <a:pt x="2783435" y="3706297"/>
                  <a:pt x="2921280" y="3568452"/>
                  <a:pt x="2921280" y="3398411"/>
                </a:cubicBezTo>
                <a:lnTo>
                  <a:pt x="2921280" y="2166901"/>
                </a:lnTo>
                <a:cubicBezTo>
                  <a:pt x="2921280" y="1996860"/>
                  <a:pt x="2783435" y="1859015"/>
                  <a:pt x="2613394" y="1859015"/>
                </a:cubicBezTo>
                <a:close/>
                <a:moveTo>
                  <a:pt x="469580" y="563704"/>
                </a:moveTo>
                <a:lnTo>
                  <a:pt x="469580" y="1047740"/>
                </a:lnTo>
                <a:lnTo>
                  <a:pt x="685604" y="1047740"/>
                </a:lnTo>
                <a:lnTo>
                  <a:pt x="685604" y="563704"/>
                </a:lnTo>
                <a:close/>
                <a:moveTo>
                  <a:pt x="2989860" y="347680"/>
                </a:moveTo>
                <a:lnTo>
                  <a:pt x="2989860" y="831716"/>
                </a:lnTo>
                <a:lnTo>
                  <a:pt x="3205884" y="831716"/>
                </a:lnTo>
                <a:lnTo>
                  <a:pt x="3205884" y="347680"/>
                </a:lnTo>
                <a:close/>
                <a:moveTo>
                  <a:pt x="2709828" y="347680"/>
                </a:moveTo>
                <a:lnTo>
                  <a:pt x="2709828" y="831716"/>
                </a:lnTo>
                <a:lnTo>
                  <a:pt x="2925852" y="831716"/>
                </a:lnTo>
                <a:lnTo>
                  <a:pt x="2925852" y="347680"/>
                </a:lnTo>
                <a:close/>
                <a:moveTo>
                  <a:pt x="2149766" y="347680"/>
                </a:moveTo>
                <a:lnTo>
                  <a:pt x="2149766" y="831716"/>
                </a:lnTo>
                <a:lnTo>
                  <a:pt x="2365790" y="831716"/>
                </a:lnTo>
                <a:lnTo>
                  <a:pt x="2365790" y="347680"/>
                </a:lnTo>
                <a:close/>
                <a:moveTo>
                  <a:pt x="1309673" y="347680"/>
                </a:moveTo>
                <a:lnTo>
                  <a:pt x="1309673" y="831716"/>
                </a:lnTo>
                <a:lnTo>
                  <a:pt x="1525697" y="831716"/>
                </a:lnTo>
                <a:lnTo>
                  <a:pt x="1525697" y="347680"/>
                </a:lnTo>
                <a:close/>
                <a:moveTo>
                  <a:pt x="749611" y="347680"/>
                </a:moveTo>
                <a:lnTo>
                  <a:pt x="749611" y="831716"/>
                </a:lnTo>
                <a:lnTo>
                  <a:pt x="965635" y="831716"/>
                </a:lnTo>
                <a:lnTo>
                  <a:pt x="965635" y="347680"/>
                </a:lnTo>
                <a:close/>
                <a:moveTo>
                  <a:pt x="2429797" y="183644"/>
                </a:moveTo>
                <a:lnTo>
                  <a:pt x="2429797" y="831716"/>
                </a:lnTo>
                <a:lnTo>
                  <a:pt x="2645821" y="831716"/>
                </a:lnTo>
                <a:lnTo>
                  <a:pt x="2645821" y="183644"/>
                </a:lnTo>
                <a:close/>
                <a:moveTo>
                  <a:pt x="1869735" y="183644"/>
                </a:moveTo>
                <a:lnTo>
                  <a:pt x="1869735" y="831716"/>
                </a:lnTo>
                <a:lnTo>
                  <a:pt x="2085759" y="831716"/>
                </a:lnTo>
                <a:lnTo>
                  <a:pt x="2085759" y="183644"/>
                </a:lnTo>
                <a:close/>
                <a:moveTo>
                  <a:pt x="1589704" y="183644"/>
                </a:moveTo>
                <a:lnTo>
                  <a:pt x="1589704" y="831716"/>
                </a:lnTo>
                <a:lnTo>
                  <a:pt x="1805728" y="831716"/>
                </a:lnTo>
                <a:lnTo>
                  <a:pt x="1805728" y="183644"/>
                </a:lnTo>
                <a:close/>
                <a:moveTo>
                  <a:pt x="1029642" y="183644"/>
                </a:moveTo>
                <a:lnTo>
                  <a:pt x="1029642" y="831716"/>
                </a:lnTo>
                <a:lnTo>
                  <a:pt x="1245666" y="831716"/>
                </a:lnTo>
                <a:lnTo>
                  <a:pt x="1245666" y="183644"/>
                </a:lnTo>
                <a:close/>
                <a:moveTo>
                  <a:pt x="833415" y="0"/>
                </a:moveTo>
                <a:lnTo>
                  <a:pt x="3201315" y="0"/>
                </a:lnTo>
                <a:cubicBezTo>
                  <a:pt x="3302417" y="0"/>
                  <a:pt x="3384376" y="81959"/>
                  <a:pt x="3384376" y="183061"/>
                </a:cubicBezTo>
                <a:lnTo>
                  <a:pt x="3384376" y="1119748"/>
                </a:lnTo>
                <a:lnTo>
                  <a:pt x="3190996" y="1119748"/>
                </a:lnTo>
                <a:lnTo>
                  <a:pt x="3190996" y="1664196"/>
                </a:lnTo>
                <a:lnTo>
                  <a:pt x="3384376" y="1664196"/>
                </a:lnTo>
                <a:lnTo>
                  <a:pt x="3384376" y="3777379"/>
                </a:lnTo>
                <a:cubicBezTo>
                  <a:pt x="3384376" y="3878481"/>
                  <a:pt x="3302417" y="3960440"/>
                  <a:pt x="3201315" y="3960440"/>
                </a:cubicBezTo>
                <a:lnTo>
                  <a:pt x="183061" y="3960440"/>
                </a:lnTo>
                <a:cubicBezTo>
                  <a:pt x="81959" y="3960440"/>
                  <a:pt x="0" y="3878481"/>
                  <a:pt x="0" y="3777379"/>
                </a:cubicBezTo>
                <a:lnTo>
                  <a:pt x="0" y="1477908"/>
                </a:lnTo>
                <a:lnTo>
                  <a:pt x="130324" y="1477908"/>
                </a:lnTo>
                <a:lnTo>
                  <a:pt x="130324" y="1189876"/>
                </a:lnTo>
                <a:lnTo>
                  <a:pt x="0" y="1189876"/>
                </a:lnTo>
                <a:lnTo>
                  <a:pt x="0" y="8334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50" name="Oval 21">
            <a:extLst>
              <a:ext uri="{FF2B5EF4-FFF2-40B4-BE49-F238E27FC236}">
                <a16:creationId xmlns:a16="http://schemas.microsoft.com/office/drawing/2014/main" xmlns="" id="{1D299E5A-0F2E-4521-B046-34E8C8540227}"/>
              </a:ext>
            </a:extLst>
          </p:cNvPr>
          <p:cNvSpPr/>
          <p:nvPr/>
        </p:nvSpPr>
        <p:spPr>
          <a:xfrm rot="20700000">
            <a:off x="4057020" y="5614487"/>
            <a:ext cx="317202" cy="278005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grpSp>
        <p:nvGrpSpPr>
          <p:cNvPr id="53" name="Group 48">
            <a:extLst>
              <a:ext uri="{FF2B5EF4-FFF2-40B4-BE49-F238E27FC236}">
                <a16:creationId xmlns:a16="http://schemas.microsoft.com/office/drawing/2014/main" xmlns="" id="{6CB84BB4-BC2D-4CBE-81DE-40B09265863F}"/>
              </a:ext>
            </a:extLst>
          </p:cNvPr>
          <p:cNvGrpSpPr/>
          <p:nvPr/>
        </p:nvGrpSpPr>
        <p:grpSpPr>
          <a:xfrm>
            <a:off x="2555914" y="2916149"/>
            <a:ext cx="4412587" cy="890327"/>
            <a:chOff x="2079598" y="4257726"/>
            <a:chExt cx="2262901" cy="890327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xmlns="" id="{CC752A19-D57A-42D1-8ECC-5E36F4C4365F}"/>
                </a:ext>
              </a:extLst>
            </p:cNvPr>
            <p:cNvSpPr txBox="1"/>
            <p:nvPr/>
          </p:nvSpPr>
          <p:spPr>
            <a:xfrm>
              <a:off x="2079598" y="4501722"/>
              <a:ext cx="22629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xmlns="" id="{F96020B2-CFEE-4743-8856-464F55A327A4}"/>
                </a:ext>
              </a:extLst>
            </p:cNvPr>
            <p:cNvSpPr txBox="1"/>
            <p:nvPr/>
          </p:nvSpPr>
          <p:spPr>
            <a:xfrm>
              <a:off x="2079598" y="4257726"/>
              <a:ext cx="22629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2A61E3EA-7212-4525-B722-066EE304AE10}"/>
              </a:ext>
            </a:extLst>
          </p:cNvPr>
          <p:cNvSpPr txBox="1"/>
          <p:nvPr/>
        </p:nvSpPr>
        <p:spPr>
          <a:xfrm>
            <a:off x="2555914" y="1948792"/>
            <a:ext cx="1300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cs typeface="Arial" pitchFamily="34" charset="0"/>
              </a:rPr>
              <a:t>60</a:t>
            </a:r>
            <a:r>
              <a:rPr lang="en-US" altLang="ko-KR" sz="2400" b="1" dirty="0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cs typeface="Arial" pitchFamily="34" charset="0"/>
              </a:rPr>
              <a:t>%</a:t>
            </a:r>
            <a:endParaRPr lang="ko-KR" altLang="en-US" sz="2400" b="1" dirty="0">
              <a:ln w="12700">
                <a:solidFill>
                  <a:schemeClr val="bg1"/>
                </a:solidFill>
              </a:ln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57" name="Graphic 127">
            <a:extLst>
              <a:ext uri="{FF2B5EF4-FFF2-40B4-BE49-F238E27FC236}">
                <a16:creationId xmlns:a16="http://schemas.microsoft.com/office/drawing/2014/main" xmlns="" id="{CD53432E-7F9C-49C7-812B-EBD5FA04FC87}"/>
              </a:ext>
            </a:extLst>
          </p:cNvPr>
          <p:cNvSpPr/>
          <p:nvPr/>
        </p:nvSpPr>
        <p:spPr>
          <a:xfrm rot="21171138">
            <a:off x="802175" y="1808040"/>
            <a:ext cx="1648409" cy="2037777"/>
          </a:xfrm>
          <a:custGeom>
            <a:avLst/>
            <a:gdLst>
              <a:gd name="connsiteX0" fmla="*/ 1001754 w 2495939"/>
              <a:gd name="connsiteY0" fmla="*/ 0 h 3085501"/>
              <a:gd name="connsiteX1" fmla="*/ 1064426 w 2495939"/>
              <a:gd name="connsiteY1" fmla="*/ 0 h 3085501"/>
              <a:gd name="connsiteX2" fmla="*/ 1087081 w 2495939"/>
              <a:gd name="connsiteY2" fmla="*/ 4713 h 3085501"/>
              <a:gd name="connsiteX3" fmla="*/ 1146225 w 2495939"/>
              <a:gd name="connsiteY3" fmla="*/ 13927 h 3085501"/>
              <a:gd name="connsiteX4" fmla="*/ 1155652 w 2495939"/>
              <a:gd name="connsiteY4" fmla="*/ 15083 h 3085501"/>
              <a:gd name="connsiteX5" fmla="*/ 1187702 w 2495939"/>
              <a:gd name="connsiteY5" fmla="*/ 23627 h 3085501"/>
              <a:gd name="connsiteX6" fmla="*/ 1225105 w 2495939"/>
              <a:gd name="connsiteY6" fmla="*/ 43758 h 3085501"/>
              <a:gd name="connsiteX7" fmla="*/ 1233741 w 2495939"/>
              <a:gd name="connsiteY7" fmla="*/ 47650 h 3085501"/>
              <a:gd name="connsiteX8" fmla="*/ 1261443 w 2495939"/>
              <a:gd name="connsiteY8" fmla="*/ 66656 h 3085501"/>
              <a:gd name="connsiteX9" fmla="*/ 1282972 w 2495939"/>
              <a:gd name="connsiteY9" fmla="*/ 84688 h 3085501"/>
              <a:gd name="connsiteX10" fmla="*/ 1308029 w 2495939"/>
              <a:gd name="connsiteY10" fmla="*/ 116374 h 3085501"/>
              <a:gd name="connsiteX11" fmla="*/ 1312651 w 2495939"/>
              <a:gd name="connsiteY11" fmla="*/ 177403 h 3085501"/>
              <a:gd name="connsiteX12" fmla="*/ 1308546 w 2495939"/>
              <a:gd name="connsiteY12" fmla="*/ 196348 h 3085501"/>
              <a:gd name="connsiteX13" fmla="*/ 1322352 w 2495939"/>
              <a:gd name="connsiteY13" fmla="*/ 226270 h 3085501"/>
              <a:gd name="connsiteX14" fmla="*/ 1353551 w 2495939"/>
              <a:gd name="connsiteY14" fmla="*/ 277144 h 3085501"/>
              <a:gd name="connsiteX15" fmla="*/ 1393568 w 2495939"/>
              <a:gd name="connsiteY15" fmla="*/ 389959 h 3085501"/>
              <a:gd name="connsiteX16" fmla="*/ 1390710 w 2495939"/>
              <a:gd name="connsiteY16" fmla="*/ 418817 h 3085501"/>
              <a:gd name="connsiteX17" fmla="*/ 1373864 w 2495939"/>
              <a:gd name="connsiteY17" fmla="*/ 442201 h 3085501"/>
              <a:gd name="connsiteX18" fmla="*/ 1372586 w 2495939"/>
              <a:gd name="connsiteY18" fmla="*/ 475042 h 3085501"/>
              <a:gd name="connsiteX19" fmla="*/ 1390892 w 2495939"/>
              <a:gd name="connsiteY19" fmla="*/ 514969 h 3085501"/>
              <a:gd name="connsiteX20" fmla="*/ 1412209 w 2495939"/>
              <a:gd name="connsiteY20" fmla="*/ 561159 h 3085501"/>
              <a:gd name="connsiteX21" fmla="*/ 1408651 w 2495939"/>
              <a:gd name="connsiteY21" fmla="*/ 614405 h 3085501"/>
              <a:gd name="connsiteX22" fmla="*/ 1401596 w 2495939"/>
              <a:gd name="connsiteY22" fmla="*/ 632224 h 3085501"/>
              <a:gd name="connsiteX23" fmla="*/ 1394602 w 2495939"/>
              <a:gd name="connsiteY23" fmla="*/ 734215 h 3085501"/>
              <a:gd name="connsiteX24" fmla="*/ 1393386 w 2495939"/>
              <a:gd name="connsiteY24" fmla="*/ 772529 h 3085501"/>
              <a:gd name="connsiteX25" fmla="*/ 1357717 w 2495939"/>
              <a:gd name="connsiteY25" fmla="*/ 839793 h 3085501"/>
              <a:gd name="connsiteX26" fmla="*/ 1288628 w 2495939"/>
              <a:gd name="connsiteY26" fmla="*/ 860106 h 3085501"/>
              <a:gd name="connsiteX27" fmla="*/ 1242681 w 2495939"/>
              <a:gd name="connsiteY27" fmla="*/ 868012 h 3085501"/>
              <a:gd name="connsiteX28" fmla="*/ 1217260 w 2495939"/>
              <a:gd name="connsiteY28" fmla="*/ 873911 h 3085501"/>
              <a:gd name="connsiteX29" fmla="*/ 1158541 w 2495939"/>
              <a:gd name="connsiteY29" fmla="*/ 946253 h 3085501"/>
              <a:gd name="connsiteX30" fmla="*/ 1150087 w 2495939"/>
              <a:gd name="connsiteY30" fmla="*/ 973773 h 3085501"/>
              <a:gd name="connsiteX31" fmla="*/ 1150817 w 2495939"/>
              <a:gd name="connsiteY31" fmla="*/ 988004 h 3085501"/>
              <a:gd name="connsiteX32" fmla="*/ 1181530 w 2495939"/>
              <a:gd name="connsiteY32" fmla="*/ 1005702 h 3085501"/>
              <a:gd name="connsiteX33" fmla="*/ 1238454 w 2495939"/>
              <a:gd name="connsiteY33" fmla="*/ 1023187 h 3085501"/>
              <a:gd name="connsiteX34" fmla="*/ 1250192 w 2495939"/>
              <a:gd name="connsiteY34" fmla="*/ 1024920 h 3085501"/>
              <a:gd name="connsiteX35" fmla="*/ 1290818 w 2495939"/>
              <a:gd name="connsiteY35" fmla="*/ 1033678 h 3085501"/>
              <a:gd name="connsiteX36" fmla="*/ 1354980 w 2495939"/>
              <a:gd name="connsiteY36" fmla="*/ 1112223 h 3085501"/>
              <a:gd name="connsiteX37" fmla="*/ 1366991 w 2495939"/>
              <a:gd name="connsiteY37" fmla="*/ 1158353 h 3085501"/>
              <a:gd name="connsiteX38" fmla="*/ 1418716 w 2495939"/>
              <a:gd name="connsiteY38" fmla="*/ 1226985 h 3085501"/>
              <a:gd name="connsiteX39" fmla="*/ 1439911 w 2495939"/>
              <a:gd name="connsiteY39" fmla="*/ 1271625 h 3085501"/>
              <a:gd name="connsiteX40" fmla="*/ 1452257 w 2495939"/>
              <a:gd name="connsiteY40" fmla="*/ 1295131 h 3085501"/>
              <a:gd name="connsiteX41" fmla="*/ 1471870 w 2495939"/>
              <a:gd name="connsiteY41" fmla="*/ 1327333 h 3085501"/>
              <a:gd name="connsiteX42" fmla="*/ 1484642 w 2495939"/>
              <a:gd name="connsiteY42" fmla="*/ 1391617 h 3085501"/>
              <a:gd name="connsiteX43" fmla="*/ 1492122 w 2495939"/>
              <a:gd name="connsiteY43" fmla="*/ 1389367 h 3085501"/>
              <a:gd name="connsiteX44" fmla="*/ 1562305 w 2495939"/>
              <a:gd name="connsiteY44" fmla="*/ 1336851 h 3085501"/>
              <a:gd name="connsiteX45" fmla="*/ 1685399 w 2495939"/>
              <a:gd name="connsiteY45" fmla="*/ 1238662 h 3085501"/>
              <a:gd name="connsiteX46" fmla="*/ 1780791 w 2495939"/>
              <a:gd name="connsiteY46" fmla="*/ 1155829 h 3085501"/>
              <a:gd name="connsiteX47" fmla="*/ 1893637 w 2495939"/>
              <a:gd name="connsiteY47" fmla="*/ 982470 h 3085501"/>
              <a:gd name="connsiteX48" fmla="*/ 1905344 w 2495939"/>
              <a:gd name="connsiteY48" fmla="*/ 953521 h 3085501"/>
              <a:gd name="connsiteX49" fmla="*/ 1918177 w 2495939"/>
              <a:gd name="connsiteY49" fmla="*/ 924025 h 3085501"/>
              <a:gd name="connsiteX50" fmla="*/ 1929853 w 2495939"/>
              <a:gd name="connsiteY50" fmla="*/ 896809 h 3085501"/>
              <a:gd name="connsiteX51" fmla="*/ 1978142 w 2495939"/>
              <a:gd name="connsiteY51" fmla="*/ 634140 h 3085501"/>
              <a:gd name="connsiteX52" fmla="*/ 2008399 w 2495939"/>
              <a:gd name="connsiteY52" fmla="*/ 487175 h 3085501"/>
              <a:gd name="connsiteX53" fmla="*/ 2021535 w 2495939"/>
              <a:gd name="connsiteY53" fmla="*/ 479026 h 3085501"/>
              <a:gd name="connsiteX54" fmla="*/ 2144143 w 2495939"/>
              <a:gd name="connsiteY54" fmla="*/ 507762 h 3085501"/>
              <a:gd name="connsiteX55" fmla="*/ 2232632 w 2495939"/>
              <a:gd name="connsiteY55" fmla="*/ 530386 h 3085501"/>
              <a:gd name="connsiteX56" fmla="*/ 2344413 w 2495939"/>
              <a:gd name="connsiteY56" fmla="*/ 558636 h 3085501"/>
              <a:gd name="connsiteX57" fmla="*/ 2428554 w 2495939"/>
              <a:gd name="connsiteY57" fmla="*/ 578827 h 3085501"/>
              <a:gd name="connsiteX58" fmla="*/ 2495939 w 2495939"/>
              <a:gd name="connsiteY58" fmla="*/ 602545 h 3085501"/>
              <a:gd name="connsiteX59" fmla="*/ 2495939 w 2495939"/>
              <a:gd name="connsiteY59" fmla="*/ 612185 h 3085501"/>
              <a:gd name="connsiteX60" fmla="*/ 2493750 w 2495939"/>
              <a:gd name="connsiteY60" fmla="*/ 616321 h 3085501"/>
              <a:gd name="connsiteX61" fmla="*/ 2463949 w 2495939"/>
              <a:gd name="connsiteY61" fmla="*/ 746348 h 3085501"/>
              <a:gd name="connsiteX62" fmla="*/ 2392672 w 2495939"/>
              <a:gd name="connsiteY62" fmla="*/ 1056849 h 3085501"/>
              <a:gd name="connsiteX63" fmla="*/ 2398358 w 2495939"/>
              <a:gd name="connsiteY63" fmla="*/ 1071415 h 3085501"/>
              <a:gd name="connsiteX64" fmla="*/ 2422411 w 2495939"/>
              <a:gd name="connsiteY64" fmla="*/ 1119400 h 3085501"/>
              <a:gd name="connsiteX65" fmla="*/ 2420800 w 2495939"/>
              <a:gd name="connsiteY65" fmla="*/ 1140990 h 3085501"/>
              <a:gd name="connsiteX66" fmla="*/ 2414019 w 2495939"/>
              <a:gd name="connsiteY66" fmla="*/ 1183531 h 3085501"/>
              <a:gd name="connsiteX67" fmla="*/ 2410947 w 2495939"/>
              <a:gd name="connsiteY67" fmla="*/ 1219657 h 3085501"/>
              <a:gd name="connsiteX68" fmla="*/ 2410157 w 2495939"/>
              <a:gd name="connsiteY68" fmla="*/ 1239666 h 3085501"/>
              <a:gd name="connsiteX69" fmla="*/ 2391182 w 2495939"/>
              <a:gd name="connsiteY69" fmla="*/ 1321343 h 3085501"/>
              <a:gd name="connsiteX70" fmla="*/ 2367220 w 2495939"/>
              <a:gd name="connsiteY70" fmla="*/ 1370209 h 3085501"/>
              <a:gd name="connsiteX71" fmla="*/ 2304730 w 2495939"/>
              <a:gd name="connsiteY71" fmla="*/ 1433672 h 3085501"/>
              <a:gd name="connsiteX72" fmla="*/ 2257597 w 2495939"/>
              <a:gd name="connsiteY72" fmla="*/ 1467213 h 3085501"/>
              <a:gd name="connsiteX73" fmla="*/ 2208852 w 2495939"/>
              <a:gd name="connsiteY73" fmla="*/ 1505558 h 3085501"/>
              <a:gd name="connsiteX74" fmla="*/ 2121093 w 2495939"/>
              <a:gd name="connsiteY74" fmla="*/ 1609981 h 3085501"/>
              <a:gd name="connsiteX75" fmla="*/ 2079524 w 2495939"/>
              <a:gd name="connsiteY75" fmla="*/ 1664321 h 3085501"/>
              <a:gd name="connsiteX76" fmla="*/ 2002895 w 2495939"/>
              <a:gd name="connsiteY76" fmla="*/ 1763057 h 3085501"/>
              <a:gd name="connsiteX77" fmla="*/ 1914801 w 2495939"/>
              <a:gd name="connsiteY77" fmla="*/ 1855439 h 3085501"/>
              <a:gd name="connsiteX78" fmla="*/ 1907078 w 2495939"/>
              <a:gd name="connsiteY78" fmla="*/ 1863375 h 3085501"/>
              <a:gd name="connsiteX79" fmla="*/ 1908933 w 2495939"/>
              <a:gd name="connsiteY79" fmla="*/ 1866811 h 3085501"/>
              <a:gd name="connsiteX80" fmla="*/ 1933442 w 2495939"/>
              <a:gd name="connsiteY80" fmla="*/ 1859848 h 3085501"/>
              <a:gd name="connsiteX81" fmla="*/ 1988329 w 2495939"/>
              <a:gd name="connsiteY81" fmla="*/ 1847776 h 3085501"/>
              <a:gd name="connsiteX82" fmla="*/ 2066905 w 2495939"/>
              <a:gd name="connsiteY82" fmla="*/ 1867784 h 3085501"/>
              <a:gd name="connsiteX83" fmla="*/ 2108443 w 2495939"/>
              <a:gd name="connsiteY83" fmla="*/ 1910448 h 3085501"/>
              <a:gd name="connsiteX84" fmla="*/ 2148339 w 2495939"/>
              <a:gd name="connsiteY84" fmla="*/ 1982851 h 3085501"/>
              <a:gd name="connsiteX85" fmla="*/ 2169017 w 2495939"/>
              <a:gd name="connsiteY85" fmla="*/ 2034150 h 3085501"/>
              <a:gd name="connsiteX86" fmla="*/ 2172970 w 2495939"/>
              <a:gd name="connsiteY86" fmla="*/ 2191028 h 3085501"/>
              <a:gd name="connsiteX87" fmla="*/ 2139764 w 2495939"/>
              <a:gd name="connsiteY87" fmla="*/ 2287423 h 3085501"/>
              <a:gd name="connsiteX88" fmla="*/ 2083934 w 2495939"/>
              <a:gd name="connsiteY88" fmla="*/ 2417571 h 3085501"/>
              <a:gd name="connsiteX89" fmla="*/ 2086488 w 2495939"/>
              <a:gd name="connsiteY89" fmla="*/ 2452267 h 3085501"/>
              <a:gd name="connsiteX90" fmla="*/ 2091141 w 2495939"/>
              <a:gd name="connsiteY90" fmla="*/ 2459292 h 3085501"/>
              <a:gd name="connsiteX91" fmla="*/ 2108778 w 2495939"/>
              <a:gd name="connsiteY91" fmla="*/ 2494657 h 3085501"/>
              <a:gd name="connsiteX92" fmla="*/ 2097587 w 2495939"/>
              <a:gd name="connsiteY92" fmla="*/ 2579831 h 3085501"/>
              <a:gd name="connsiteX93" fmla="*/ 2040997 w 2495939"/>
              <a:gd name="connsiteY93" fmla="*/ 2619423 h 3085501"/>
              <a:gd name="connsiteX94" fmla="*/ 1993255 w 2495939"/>
              <a:gd name="connsiteY94" fmla="*/ 2648007 h 3085501"/>
              <a:gd name="connsiteX95" fmla="*/ 1969172 w 2495939"/>
              <a:gd name="connsiteY95" fmla="*/ 2695505 h 3085501"/>
              <a:gd name="connsiteX96" fmla="*/ 1989698 w 2495939"/>
              <a:gd name="connsiteY96" fmla="*/ 2699702 h 3085501"/>
              <a:gd name="connsiteX97" fmla="*/ 2024911 w 2495939"/>
              <a:gd name="connsiteY97" fmla="*/ 2707061 h 3085501"/>
              <a:gd name="connsiteX98" fmla="*/ 2111575 w 2495939"/>
              <a:gd name="connsiteY98" fmla="*/ 2743490 h 3085501"/>
              <a:gd name="connsiteX99" fmla="*/ 2158343 w 2495939"/>
              <a:gd name="connsiteY99" fmla="*/ 2907635 h 3085501"/>
              <a:gd name="connsiteX100" fmla="*/ 2107257 w 2495939"/>
              <a:gd name="connsiteY100" fmla="*/ 2967875 h 3085501"/>
              <a:gd name="connsiteX101" fmla="*/ 2069733 w 2495939"/>
              <a:gd name="connsiteY101" fmla="*/ 2999530 h 3085501"/>
              <a:gd name="connsiteX102" fmla="*/ 1991583 w 2495939"/>
              <a:gd name="connsiteY102" fmla="*/ 3035655 h 3085501"/>
              <a:gd name="connsiteX103" fmla="*/ 1929641 w 2495939"/>
              <a:gd name="connsiteY103" fmla="*/ 3061746 h 3085501"/>
              <a:gd name="connsiteX104" fmla="*/ 1832668 w 2495939"/>
              <a:gd name="connsiteY104" fmla="*/ 3085191 h 3085501"/>
              <a:gd name="connsiteX105" fmla="*/ 1651615 w 2495939"/>
              <a:gd name="connsiteY105" fmla="*/ 3071811 h 3085501"/>
              <a:gd name="connsiteX106" fmla="*/ 1570303 w 2495939"/>
              <a:gd name="connsiteY106" fmla="*/ 3063114 h 3085501"/>
              <a:gd name="connsiteX107" fmla="*/ 1444320 w 2495939"/>
              <a:gd name="connsiteY107" fmla="*/ 3034287 h 3085501"/>
              <a:gd name="connsiteX108" fmla="*/ 1362552 w 2495939"/>
              <a:gd name="connsiteY108" fmla="*/ 3016528 h 3085501"/>
              <a:gd name="connsiteX109" fmla="*/ 1249493 w 2495939"/>
              <a:gd name="connsiteY109" fmla="*/ 3000564 h 3085501"/>
              <a:gd name="connsiteX110" fmla="*/ 1139474 w 2495939"/>
              <a:gd name="connsiteY110" fmla="*/ 2974717 h 3085501"/>
              <a:gd name="connsiteX111" fmla="*/ 970433 w 2495939"/>
              <a:gd name="connsiteY111" fmla="*/ 2950299 h 3085501"/>
              <a:gd name="connsiteX112" fmla="*/ 902379 w 2495939"/>
              <a:gd name="connsiteY112" fmla="*/ 2947471 h 3085501"/>
              <a:gd name="connsiteX113" fmla="*/ 788499 w 2495939"/>
              <a:gd name="connsiteY113" fmla="*/ 2952579 h 3085501"/>
              <a:gd name="connsiteX114" fmla="*/ 697121 w 2495939"/>
              <a:gd name="connsiteY114" fmla="*/ 2947410 h 3085501"/>
              <a:gd name="connsiteX115" fmla="*/ 573267 w 2495939"/>
              <a:gd name="connsiteY115" fmla="*/ 2941298 h 3085501"/>
              <a:gd name="connsiteX116" fmla="*/ 315220 w 2495939"/>
              <a:gd name="connsiteY116" fmla="*/ 2895259 h 3085501"/>
              <a:gd name="connsiteX117" fmla="*/ 230380 w 2495939"/>
              <a:gd name="connsiteY117" fmla="*/ 2843990 h 3085501"/>
              <a:gd name="connsiteX118" fmla="*/ 157491 w 2495939"/>
              <a:gd name="connsiteY118" fmla="*/ 2752734 h 3085501"/>
              <a:gd name="connsiteX119" fmla="*/ 150436 w 2495939"/>
              <a:gd name="connsiteY119" fmla="*/ 2740297 h 3085501"/>
              <a:gd name="connsiteX120" fmla="*/ 129606 w 2495939"/>
              <a:gd name="connsiteY120" fmla="*/ 2642959 h 3085501"/>
              <a:gd name="connsiteX121" fmla="*/ 104793 w 2495939"/>
              <a:gd name="connsiteY121" fmla="*/ 2587737 h 3085501"/>
              <a:gd name="connsiteX122" fmla="*/ 87521 w 2495939"/>
              <a:gd name="connsiteY122" fmla="*/ 2550609 h 3085501"/>
              <a:gd name="connsiteX123" fmla="*/ 80922 w 2495939"/>
              <a:gd name="connsiteY123" fmla="*/ 2478662 h 3085501"/>
              <a:gd name="connsiteX124" fmla="*/ 69246 w 2495939"/>
              <a:gd name="connsiteY124" fmla="*/ 2440043 h 3085501"/>
              <a:gd name="connsiteX125" fmla="*/ 43915 w 2495939"/>
              <a:gd name="connsiteY125" fmla="*/ 2403675 h 3085501"/>
              <a:gd name="connsiteX126" fmla="*/ 40783 w 2495939"/>
              <a:gd name="connsiteY126" fmla="*/ 2308678 h 3085501"/>
              <a:gd name="connsiteX127" fmla="*/ 29137 w 2495939"/>
              <a:gd name="connsiteY127" fmla="*/ 2299312 h 3085501"/>
              <a:gd name="connsiteX128" fmla="*/ 218 w 2495939"/>
              <a:gd name="connsiteY128" fmla="*/ 2258200 h 3085501"/>
              <a:gd name="connsiteX129" fmla="*/ 6300 w 2495939"/>
              <a:gd name="connsiteY129" fmla="*/ 2195285 h 3085501"/>
              <a:gd name="connsiteX130" fmla="*/ 46804 w 2495939"/>
              <a:gd name="connsiteY130" fmla="*/ 2098251 h 3085501"/>
              <a:gd name="connsiteX131" fmla="*/ 53342 w 2495939"/>
              <a:gd name="connsiteY131" fmla="*/ 2080310 h 3085501"/>
              <a:gd name="connsiteX132" fmla="*/ 71192 w 2495939"/>
              <a:gd name="connsiteY132" fmla="*/ 1967829 h 3085501"/>
              <a:gd name="connsiteX133" fmla="*/ 98681 w 2495939"/>
              <a:gd name="connsiteY133" fmla="*/ 1834943 h 3085501"/>
              <a:gd name="connsiteX134" fmla="*/ 108016 w 2495939"/>
              <a:gd name="connsiteY134" fmla="*/ 1789178 h 3085501"/>
              <a:gd name="connsiteX135" fmla="*/ 110449 w 2495939"/>
              <a:gd name="connsiteY135" fmla="*/ 1733409 h 3085501"/>
              <a:gd name="connsiteX136" fmla="*/ 159559 w 2495939"/>
              <a:gd name="connsiteY136" fmla="*/ 1494793 h 3085501"/>
              <a:gd name="connsiteX137" fmla="*/ 248413 w 2495939"/>
              <a:gd name="connsiteY137" fmla="*/ 1261104 h 3085501"/>
              <a:gd name="connsiteX138" fmla="*/ 272679 w 2495939"/>
              <a:gd name="connsiteY138" fmla="*/ 1198644 h 3085501"/>
              <a:gd name="connsiteX139" fmla="*/ 342071 w 2495939"/>
              <a:gd name="connsiteY139" fmla="*/ 1073483 h 3085501"/>
              <a:gd name="connsiteX140" fmla="*/ 397840 w 2495939"/>
              <a:gd name="connsiteY140" fmla="*/ 989281 h 3085501"/>
              <a:gd name="connsiteX141" fmla="*/ 435030 w 2495939"/>
              <a:gd name="connsiteY141" fmla="*/ 943577 h 3085501"/>
              <a:gd name="connsiteX142" fmla="*/ 566699 w 2495939"/>
              <a:gd name="connsiteY142" fmla="*/ 834593 h 3085501"/>
              <a:gd name="connsiteX143" fmla="*/ 627394 w 2495939"/>
              <a:gd name="connsiteY143" fmla="*/ 815557 h 3085501"/>
              <a:gd name="connsiteX144" fmla="*/ 661574 w 2495939"/>
              <a:gd name="connsiteY144" fmla="*/ 814067 h 3085501"/>
              <a:gd name="connsiteX145" fmla="*/ 692682 w 2495939"/>
              <a:gd name="connsiteY145" fmla="*/ 811848 h 3085501"/>
              <a:gd name="connsiteX146" fmla="*/ 715366 w 2495939"/>
              <a:gd name="connsiteY146" fmla="*/ 802238 h 3085501"/>
              <a:gd name="connsiteX147" fmla="*/ 799203 w 2495939"/>
              <a:gd name="connsiteY147" fmla="*/ 760427 h 3085501"/>
              <a:gd name="connsiteX148" fmla="*/ 844420 w 2495939"/>
              <a:gd name="connsiteY148" fmla="*/ 729197 h 3085501"/>
              <a:gd name="connsiteX149" fmla="*/ 850107 w 2495939"/>
              <a:gd name="connsiteY149" fmla="*/ 717277 h 3085501"/>
              <a:gd name="connsiteX150" fmla="*/ 847552 w 2495939"/>
              <a:gd name="connsiteY150" fmla="*/ 691703 h 3085501"/>
              <a:gd name="connsiteX151" fmla="*/ 838247 w 2495939"/>
              <a:gd name="connsiteY151" fmla="*/ 671542 h 3085501"/>
              <a:gd name="connsiteX152" fmla="*/ 809298 w 2495939"/>
              <a:gd name="connsiteY152" fmla="*/ 575208 h 3085501"/>
              <a:gd name="connsiteX153" fmla="*/ 779316 w 2495939"/>
              <a:gd name="connsiteY153" fmla="*/ 493227 h 3085501"/>
              <a:gd name="connsiteX154" fmla="*/ 764507 w 2495939"/>
              <a:gd name="connsiteY154" fmla="*/ 458531 h 3085501"/>
              <a:gd name="connsiteX155" fmla="*/ 760979 w 2495939"/>
              <a:gd name="connsiteY155" fmla="*/ 448465 h 3085501"/>
              <a:gd name="connsiteX156" fmla="*/ 751948 w 2495939"/>
              <a:gd name="connsiteY156" fmla="*/ 291131 h 3085501"/>
              <a:gd name="connsiteX157" fmla="*/ 768156 w 2495939"/>
              <a:gd name="connsiteY157" fmla="*/ 211644 h 3085501"/>
              <a:gd name="connsiteX158" fmla="*/ 807048 w 2495939"/>
              <a:gd name="connsiteY158" fmla="*/ 134406 h 3085501"/>
              <a:gd name="connsiteX159" fmla="*/ 839129 w 2495939"/>
              <a:gd name="connsiteY159" fmla="*/ 99618 h 3085501"/>
              <a:gd name="connsiteX160" fmla="*/ 893530 w 2495939"/>
              <a:gd name="connsiteY160" fmla="*/ 52941 h 3085501"/>
              <a:gd name="connsiteX161" fmla="*/ 935494 w 2495939"/>
              <a:gd name="connsiteY161" fmla="*/ 23749 h 3085501"/>
              <a:gd name="connsiteX162" fmla="*/ 1001754 w 2495939"/>
              <a:gd name="connsiteY162" fmla="*/ 0 h 3085501"/>
              <a:gd name="connsiteX163" fmla="*/ 1652588 w 2495939"/>
              <a:gd name="connsiteY163" fmla="*/ 1630537 h 3085501"/>
              <a:gd name="connsiteX164" fmla="*/ 1678405 w 2495939"/>
              <a:gd name="connsiteY164" fmla="*/ 1637044 h 3085501"/>
              <a:gd name="connsiteX165" fmla="*/ 1716142 w 2495939"/>
              <a:gd name="connsiteY165" fmla="*/ 1659334 h 3085501"/>
              <a:gd name="connsiteX166" fmla="*/ 1752997 w 2495939"/>
              <a:gd name="connsiteY166" fmla="*/ 1662801 h 3085501"/>
              <a:gd name="connsiteX167" fmla="*/ 1807277 w 2495939"/>
              <a:gd name="connsiteY167" fmla="*/ 1627770 h 3085501"/>
              <a:gd name="connsiteX168" fmla="*/ 1858150 w 2495939"/>
              <a:gd name="connsiteY168" fmla="*/ 1590793 h 3085501"/>
              <a:gd name="connsiteX169" fmla="*/ 1931100 w 2495939"/>
              <a:gd name="connsiteY169" fmla="*/ 1531131 h 3085501"/>
              <a:gd name="connsiteX170" fmla="*/ 2025032 w 2495939"/>
              <a:gd name="connsiteY170" fmla="*/ 1426161 h 3085501"/>
              <a:gd name="connsiteX171" fmla="*/ 2073899 w 2495939"/>
              <a:gd name="connsiteY171" fmla="*/ 1356191 h 3085501"/>
              <a:gd name="connsiteX172" fmla="*/ 2082018 w 2495939"/>
              <a:gd name="connsiteY172" fmla="*/ 1323532 h 3085501"/>
              <a:gd name="connsiteX173" fmla="*/ 2080923 w 2495939"/>
              <a:gd name="connsiteY173" fmla="*/ 1302854 h 3085501"/>
              <a:gd name="connsiteX174" fmla="*/ 2101784 w 2495939"/>
              <a:gd name="connsiteY174" fmla="*/ 1217650 h 3085501"/>
              <a:gd name="connsiteX175" fmla="*/ 2094212 w 2495939"/>
              <a:gd name="connsiteY175" fmla="*/ 1203418 h 3085501"/>
              <a:gd name="connsiteX176" fmla="*/ 2035797 w 2495939"/>
              <a:gd name="connsiteY176" fmla="*/ 1189339 h 3085501"/>
              <a:gd name="connsiteX177" fmla="*/ 2013355 w 2495939"/>
              <a:gd name="connsiteY177" fmla="*/ 1193840 h 3085501"/>
              <a:gd name="connsiteX178" fmla="*/ 1910362 w 2495939"/>
              <a:gd name="connsiteY178" fmla="*/ 1255113 h 3085501"/>
              <a:gd name="connsiteX179" fmla="*/ 1876730 w 2495939"/>
              <a:gd name="connsiteY179" fmla="*/ 1281264 h 3085501"/>
              <a:gd name="connsiteX180" fmla="*/ 1840118 w 2495939"/>
              <a:gd name="connsiteY180" fmla="*/ 1331773 h 3085501"/>
              <a:gd name="connsiteX181" fmla="*/ 1768567 w 2495939"/>
              <a:gd name="connsiteY181" fmla="*/ 1449728 h 3085501"/>
              <a:gd name="connsiteX182" fmla="*/ 1740530 w 2495939"/>
              <a:gd name="connsiteY182" fmla="*/ 1490080 h 3085501"/>
              <a:gd name="connsiteX183" fmla="*/ 1692728 w 2495939"/>
              <a:gd name="connsiteY183" fmla="*/ 1549650 h 3085501"/>
              <a:gd name="connsiteX184" fmla="*/ 1654078 w 2495939"/>
              <a:gd name="connsiteY184" fmla="*/ 1594929 h 3085501"/>
              <a:gd name="connsiteX185" fmla="*/ 1649335 w 2495939"/>
              <a:gd name="connsiteY185" fmla="*/ 1611015 h 3085501"/>
              <a:gd name="connsiteX186" fmla="*/ 1652588 w 2495939"/>
              <a:gd name="connsiteY186" fmla="*/ 1630537 h 3085501"/>
              <a:gd name="connsiteX187" fmla="*/ 1126034 w 2495939"/>
              <a:gd name="connsiteY187" fmla="*/ 2120693 h 3085501"/>
              <a:gd name="connsiteX188" fmla="*/ 1147715 w 2495939"/>
              <a:gd name="connsiteY188" fmla="*/ 2120480 h 3085501"/>
              <a:gd name="connsiteX189" fmla="*/ 1199988 w 2495939"/>
              <a:gd name="connsiteY189" fmla="*/ 2106917 h 3085501"/>
              <a:gd name="connsiteX190" fmla="*/ 1263785 w 2495939"/>
              <a:gd name="connsiteY190" fmla="*/ 2085662 h 3085501"/>
              <a:gd name="connsiteX191" fmla="*/ 1306509 w 2495939"/>
              <a:gd name="connsiteY191" fmla="*/ 2066900 h 3085501"/>
              <a:gd name="connsiteX192" fmla="*/ 1373590 w 2495939"/>
              <a:gd name="connsiteY192" fmla="*/ 2037829 h 3085501"/>
              <a:gd name="connsiteX193" fmla="*/ 1405002 w 2495939"/>
              <a:gd name="connsiteY193" fmla="*/ 2036613 h 3085501"/>
              <a:gd name="connsiteX194" fmla="*/ 1416649 w 2495939"/>
              <a:gd name="connsiteY194" fmla="*/ 2035427 h 3085501"/>
              <a:gd name="connsiteX195" fmla="*/ 1474729 w 2495939"/>
              <a:gd name="connsiteY195" fmla="*/ 2016573 h 3085501"/>
              <a:gd name="connsiteX196" fmla="*/ 1523048 w 2495939"/>
              <a:gd name="connsiteY196" fmla="*/ 1994041 h 3085501"/>
              <a:gd name="connsiteX197" fmla="*/ 1521892 w 2495939"/>
              <a:gd name="connsiteY197" fmla="*/ 1990666 h 3085501"/>
              <a:gd name="connsiteX198" fmla="*/ 1514108 w 2495939"/>
              <a:gd name="connsiteY198" fmla="*/ 1988628 h 3085501"/>
              <a:gd name="connsiteX199" fmla="*/ 1482696 w 2495939"/>
              <a:gd name="connsiteY199" fmla="*/ 1972876 h 3085501"/>
              <a:gd name="connsiteX200" fmla="*/ 1458764 w 2495939"/>
              <a:gd name="connsiteY200" fmla="*/ 1955240 h 3085501"/>
              <a:gd name="connsiteX201" fmla="*/ 1414854 w 2495939"/>
              <a:gd name="connsiteY201" fmla="*/ 1930700 h 3085501"/>
              <a:gd name="connsiteX202" fmla="*/ 1396001 w 2495939"/>
              <a:gd name="connsiteY202" fmla="*/ 1886090 h 3085501"/>
              <a:gd name="connsiteX203" fmla="*/ 1391835 w 2495939"/>
              <a:gd name="connsiteY203" fmla="*/ 1874444 h 3085501"/>
              <a:gd name="connsiteX204" fmla="*/ 1365106 w 2495939"/>
              <a:gd name="connsiteY204" fmla="*/ 1851638 h 3085501"/>
              <a:gd name="connsiteX205" fmla="*/ 1350145 w 2495939"/>
              <a:gd name="connsiteY205" fmla="*/ 1850148 h 3085501"/>
              <a:gd name="connsiteX206" fmla="*/ 1318976 w 2495939"/>
              <a:gd name="connsiteY206" fmla="*/ 1880161 h 3085501"/>
              <a:gd name="connsiteX207" fmla="*/ 1226869 w 2495939"/>
              <a:gd name="connsiteY207" fmla="*/ 1901173 h 3085501"/>
              <a:gd name="connsiteX208" fmla="*/ 1209505 w 2495939"/>
              <a:gd name="connsiteY208" fmla="*/ 1909414 h 3085501"/>
              <a:gd name="connsiteX209" fmla="*/ 1189588 w 2495939"/>
              <a:gd name="connsiteY209" fmla="*/ 1984675 h 3085501"/>
              <a:gd name="connsiteX210" fmla="*/ 1180465 w 2495939"/>
              <a:gd name="connsiteY210" fmla="*/ 2020770 h 3085501"/>
              <a:gd name="connsiteX211" fmla="*/ 1146469 w 2495939"/>
              <a:gd name="connsiteY211" fmla="*/ 2094967 h 3085501"/>
              <a:gd name="connsiteX212" fmla="*/ 1126034 w 2495939"/>
              <a:gd name="connsiteY212" fmla="*/ 2120693 h 3085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2495939" h="3085501">
                <a:moveTo>
                  <a:pt x="1001754" y="0"/>
                </a:moveTo>
                <a:cubicBezTo>
                  <a:pt x="1022645" y="0"/>
                  <a:pt x="1043536" y="0"/>
                  <a:pt x="1064426" y="0"/>
                </a:cubicBezTo>
                <a:cubicBezTo>
                  <a:pt x="1071968" y="1612"/>
                  <a:pt x="1079448" y="3831"/>
                  <a:pt x="1087081" y="4713"/>
                </a:cubicBezTo>
                <a:cubicBezTo>
                  <a:pt x="1106907" y="6964"/>
                  <a:pt x="1128132" y="-456"/>
                  <a:pt x="1146225" y="13927"/>
                </a:cubicBezTo>
                <a:cubicBezTo>
                  <a:pt x="1148323" y="15600"/>
                  <a:pt x="1152550" y="14322"/>
                  <a:pt x="1155652" y="15083"/>
                </a:cubicBezTo>
                <a:cubicBezTo>
                  <a:pt x="1166386" y="17759"/>
                  <a:pt x="1177120" y="20435"/>
                  <a:pt x="1187702" y="23627"/>
                </a:cubicBezTo>
                <a:cubicBezTo>
                  <a:pt x="1201478" y="27793"/>
                  <a:pt x="1215070" y="32324"/>
                  <a:pt x="1225105" y="43758"/>
                </a:cubicBezTo>
                <a:cubicBezTo>
                  <a:pt x="1227021" y="45947"/>
                  <a:pt x="1230731" y="47437"/>
                  <a:pt x="1233741" y="47650"/>
                </a:cubicBezTo>
                <a:cubicBezTo>
                  <a:pt x="1246878" y="48593"/>
                  <a:pt x="1253476" y="58263"/>
                  <a:pt x="1261443" y="66656"/>
                </a:cubicBezTo>
                <a:cubicBezTo>
                  <a:pt x="1267859" y="73406"/>
                  <a:pt x="1275157" y="79640"/>
                  <a:pt x="1282972" y="84688"/>
                </a:cubicBezTo>
                <a:cubicBezTo>
                  <a:pt x="1295106" y="92533"/>
                  <a:pt x="1306539" y="100561"/>
                  <a:pt x="1308029" y="116374"/>
                </a:cubicBezTo>
                <a:cubicBezTo>
                  <a:pt x="1309945" y="136686"/>
                  <a:pt x="1311830" y="157030"/>
                  <a:pt x="1312651" y="177403"/>
                </a:cubicBezTo>
                <a:cubicBezTo>
                  <a:pt x="1312894" y="183698"/>
                  <a:pt x="1307056" y="190814"/>
                  <a:pt x="1308546" y="196348"/>
                </a:cubicBezTo>
                <a:cubicBezTo>
                  <a:pt x="1311374" y="206809"/>
                  <a:pt x="1316787" y="216813"/>
                  <a:pt x="1322352" y="226270"/>
                </a:cubicBezTo>
                <a:cubicBezTo>
                  <a:pt x="1332447" y="243420"/>
                  <a:pt x="1346222" y="258959"/>
                  <a:pt x="1353551" y="277144"/>
                </a:cubicBezTo>
                <a:cubicBezTo>
                  <a:pt x="1368420" y="314120"/>
                  <a:pt x="1379063" y="352800"/>
                  <a:pt x="1393568" y="389959"/>
                </a:cubicBezTo>
                <a:cubicBezTo>
                  <a:pt x="1398130" y="401636"/>
                  <a:pt x="1396822" y="409816"/>
                  <a:pt x="1390710" y="418817"/>
                </a:cubicBezTo>
                <a:cubicBezTo>
                  <a:pt x="1385328" y="426784"/>
                  <a:pt x="1379763" y="434629"/>
                  <a:pt x="1373864" y="442201"/>
                </a:cubicBezTo>
                <a:cubicBezTo>
                  <a:pt x="1364498" y="454213"/>
                  <a:pt x="1364863" y="461632"/>
                  <a:pt x="1372586" y="475042"/>
                </a:cubicBezTo>
                <a:cubicBezTo>
                  <a:pt x="1379884" y="487723"/>
                  <a:pt x="1387669" y="500981"/>
                  <a:pt x="1390892" y="514969"/>
                </a:cubicBezTo>
                <a:cubicBezTo>
                  <a:pt x="1394876" y="532271"/>
                  <a:pt x="1401809" y="546989"/>
                  <a:pt x="1412209" y="561159"/>
                </a:cubicBezTo>
                <a:cubicBezTo>
                  <a:pt x="1428234" y="582993"/>
                  <a:pt x="1426470" y="594122"/>
                  <a:pt x="1408651" y="614405"/>
                </a:cubicBezTo>
                <a:cubicBezTo>
                  <a:pt x="1404637" y="618966"/>
                  <a:pt x="1402113" y="626082"/>
                  <a:pt x="1401596" y="632224"/>
                </a:cubicBezTo>
                <a:cubicBezTo>
                  <a:pt x="1398799" y="666191"/>
                  <a:pt x="1396731" y="700187"/>
                  <a:pt x="1394602" y="734215"/>
                </a:cubicBezTo>
                <a:cubicBezTo>
                  <a:pt x="1393812" y="746986"/>
                  <a:pt x="1391501" y="760092"/>
                  <a:pt x="1393386" y="772529"/>
                </a:cubicBezTo>
                <a:cubicBezTo>
                  <a:pt x="1398586" y="806800"/>
                  <a:pt x="1389767" y="827113"/>
                  <a:pt x="1357717" y="839793"/>
                </a:cubicBezTo>
                <a:cubicBezTo>
                  <a:pt x="1335488" y="848581"/>
                  <a:pt x="1311921" y="854267"/>
                  <a:pt x="1288628" y="860106"/>
                </a:cubicBezTo>
                <a:cubicBezTo>
                  <a:pt x="1273607" y="863877"/>
                  <a:pt x="1258007" y="865275"/>
                  <a:pt x="1242681" y="868012"/>
                </a:cubicBezTo>
                <a:cubicBezTo>
                  <a:pt x="1234045" y="869563"/>
                  <a:pt x="1223554" y="869076"/>
                  <a:pt x="1217260" y="873911"/>
                </a:cubicBezTo>
                <a:cubicBezTo>
                  <a:pt x="1192173" y="893221"/>
                  <a:pt x="1166994" y="913078"/>
                  <a:pt x="1158541" y="946253"/>
                </a:cubicBezTo>
                <a:cubicBezTo>
                  <a:pt x="1156169" y="955558"/>
                  <a:pt x="1152246" y="964468"/>
                  <a:pt x="1150087" y="973773"/>
                </a:cubicBezTo>
                <a:cubicBezTo>
                  <a:pt x="1149023" y="978395"/>
                  <a:pt x="1148323" y="986149"/>
                  <a:pt x="1150817" y="988004"/>
                </a:cubicBezTo>
                <a:cubicBezTo>
                  <a:pt x="1160274" y="995059"/>
                  <a:pt x="1170430" y="1002357"/>
                  <a:pt x="1181530" y="1005702"/>
                </a:cubicBezTo>
                <a:cubicBezTo>
                  <a:pt x="1200504" y="1011449"/>
                  <a:pt x="1221274" y="1010993"/>
                  <a:pt x="1238454" y="1023187"/>
                </a:cubicBezTo>
                <a:cubicBezTo>
                  <a:pt x="1241343" y="1025224"/>
                  <a:pt x="1246300" y="1024160"/>
                  <a:pt x="1250192" y="1024920"/>
                </a:cubicBezTo>
                <a:cubicBezTo>
                  <a:pt x="1263815" y="1027627"/>
                  <a:pt x="1278259" y="1028417"/>
                  <a:pt x="1290818" y="1033678"/>
                </a:cubicBezTo>
                <a:cubicBezTo>
                  <a:pt x="1325605" y="1048304"/>
                  <a:pt x="1342969" y="1078683"/>
                  <a:pt x="1354980" y="1112223"/>
                </a:cubicBezTo>
                <a:cubicBezTo>
                  <a:pt x="1360332" y="1127184"/>
                  <a:pt x="1359146" y="1145308"/>
                  <a:pt x="1366991" y="1158353"/>
                </a:cubicBezTo>
                <a:cubicBezTo>
                  <a:pt x="1381709" y="1182802"/>
                  <a:pt x="1399194" y="1206155"/>
                  <a:pt x="1418716" y="1226985"/>
                </a:cubicBezTo>
                <a:cubicBezTo>
                  <a:pt x="1431336" y="1240426"/>
                  <a:pt x="1441188" y="1252924"/>
                  <a:pt x="1439911" y="1271625"/>
                </a:cubicBezTo>
                <a:cubicBezTo>
                  <a:pt x="1439181" y="1282390"/>
                  <a:pt x="1443347" y="1288958"/>
                  <a:pt x="1452257" y="1295131"/>
                </a:cubicBezTo>
                <a:cubicBezTo>
                  <a:pt x="1463113" y="1302642"/>
                  <a:pt x="1474972" y="1312737"/>
                  <a:pt x="1471870" y="1327333"/>
                </a:cubicBezTo>
                <a:cubicBezTo>
                  <a:pt x="1466792" y="1351143"/>
                  <a:pt x="1481175" y="1369571"/>
                  <a:pt x="1484642" y="1391617"/>
                </a:cubicBezTo>
                <a:cubicBezTo>
                  <a:pt x="1487835" y="1390705"/>
                  <a:pt x="1490420" y="1390614"/>
                  <a:pt x="1492122" y="1389367"/>
                </a:cubicBezTo>
                <a:cubicBezTo>
                  <a:pt x="1515628" y="1371973"/>
                  <a:pt x="1539317" y="1354883"/>
                  <a:pt x="1562305" y="1336851"/>
                </a:cubicBezTo>
                <a:cubicBezTo>
                  <a:pt x="1603600" y="1304466"/>
                  <a:pt x="1644895" y="1272051"/>
                  <a:pt x="1685399" y="1238662"/>
                </a:cubicBezTo>
                <a:cubicBezTo>
                  <a:pt x="1717906" y="1211903"/>
                  <a:pt x="1750443" y="1184960"/>
                  <a:pt x="1780791" y="1155829"/>
                </a:cubicBezTo>
                <a:cubicBezTo>
                  <a:pt x="1831634" y="1106993"/>
                  <a:pt x="1862438" y="1044443"/>
                  <a:pt x="1893637" y="982470"/>
                </a:cubicBezTo>
                <a:cubicBezTo>
                  <a:pt x="1898290" y="973195"/>
                  <a:pt x="1901330" y="963130"/>
                  <a:pt x="1905344" y="953521"/>
                </a:cubicBezTo>
                <a:cubicBezTo>
                  <a:pt x="1909480" y="943638"/>
                  <a:pt x="1913889" y="933847"/>
                  <a:pt x="1918177" y="924025"/>
                </a:cubicBezTo>
                <a:cubicBezTo>
                  <a:pt x="1922160" y="914963"/>
                  <a:pt x="1928059" y="906266"/>
                  <a:pt x="1929853" y="896809"/>
                </a:cubicBezTo>
                <a:cubicBezTo>
                  <a:pt x="1946305" y="809324"/>
                  <a:pt x="1961600" y="721625"/>
                  <a:pt x="1978142" y="634140"/>
                </a:cubicBezTo>
                <a:cubicBezTo>
                  <a:pt x="1987447" y="585000"/>
                  <a:pt x="1998729" y="536255"/>
                  <a:pt x="2008399" y="487175"/>
                </a:cubicBezTo>
                <a:cubicBezTo>
                  <a:pt x="2010193" y="477992"/>
                  <a:pt x="2014207" y="477293"/>
                  <a:pt x="2021535" y="479026"/>
                </a:cubicBezTo>
                <a:cubicBezTo>
                  <a:pt x="2062404" y="488635"/>
                  <a:pt x="2103334" y="497910"/>
                  <a:pt x="2144143" y="507762"/>
                </a:cubicBezTo>
                <a:cubicBezTo>
                  <a:pt x="2173730" y="514908"/>
                  <a:pt x="2203105" y="522875"/>
                  <a:pt x="2232632" y="530386"/>
                </a:cubicBezTo>
                <a:cubicBezTo>
                  <a:pt x="2269882" y="539873"/>
                  <a:pt x="2307102" y="549422"/>
                  <a:pt x="2344413" y="558636"/>
                </a:cubicBezTo>
                <a:cubicBezTo>
                  <a:pt x="2372420" y="565569"/>
                  <a:pt x="2400669" y="571468"/>
                  <a:pt x="2428554" y="578827"/>
                </a:cubicBezTo>
                <a:cubicBezTo>
                  <a:pt x="2451604" y="584878"/>
                  <a:pt x="2476204" y="586946"/>
                  <a:pt x="2495939" y="602545"/>
                </a:cubicBezTo>
                <a:cubicBezTo>
                  <a:pt x="2495939" y="605769"/>
                  <a:pt x="2495939" y="608962"/>
                  <a:pt x="2495939" y="612185"/>
                </a:cubicBezTo>
                <a:cubicBezTo>
                  <a:pt x="2495179" y="613553"/>
                  <a:pt x="2494084" y="614861"/>
                  <a:pt x="2493750" y="616321"/>
                </a:cubicBezTo>
                <a:cubicBezTo>
                  <a:pt x="2483776" y="659653"/>
                  <a:pt x="2473893" y="703015"/>
                  <a:pt x="2463949" y="746348"/>
                </a:cubicBezTo>
                <a:cubicBezTo>
                  <a:pt x="2440200" y="849858"/>
                  <a:pt x="2416451" y="953339"/>
                  <a:pt x="2392672" y="1056849"/>
                </a:cubicBezTo>
                <a:cubicBezTo>
                  <a:pt x="2391243" y="1063113"/>
                  <a:pt x="2391303" y="1067249"/>
                  <a:pt x="2398358" y="1071415"/>
                </a:cubicBezTo>
                <a:cubicBezTo>
                  <a:pt x="2416147" y="1081936"/>
                  <a:pt x="2426881" y="1096958"/>
                  <a:pt x="2422411" y="1119400"/>
                </a:cubicBezTo>
                <a:cubicBezTo>
                  <a:pt x="2421013" y="1126424"/>
                  <a:pt x="2421712" y="1133844"/>
                  <a:pt x="2420800" y="1140990"/>
                </a:cubicBezTo>
                <a:cubicBezTo>
                  <a:pt x="2418975" y="1155282"/>
                  <a:pt x="2418823" y="1170273"/>
                  <a:pt x="2414019" y="1183531"/>
                </a:cubicBezTo>
                <a:cubicBezTo>
                  <a:pt x="2409518" y="1195908"/>
                  <a:pt x="2404774" y="1206307"/>
                  <a:pt x="2410947" y="1219657"/>
                </a:cubicBezTo>
                <a:cubicBezTo>
                  <a:pt x="2413441" y="1225100"/>
                  <a:pt x="2411616" y="1233158"/>
                  <a:pt x="2410157" y="1239666"/>
                </a:cubicBezTo>
                <a:cubicBezTo>
                  <a:pt x="2404044" y="1266942"/>
                  <a:pt x="2396290" y="1293884"/>
                  <a:pt x="2391182" y="1321343"/>
                </a:cubicBezTo>
                <a:cubicBezTo>
                  <a:pt x="2387654" y="1340287"/>
                  <a:pt x="2380295" y="1356647"/>
                  <a:pt x="2367220" y="1370209"/>
                </a:cubicBezTo>
                <a:cubicBezTo>
                  <a:pt x="2346633" y="1391587"/>
                  <a:pt x="2324374" y="1411474"/>
                  <a:pt x="2304730" y="1433672"/>
                </a:cubicBezTo>
                <a:cubicBezTo>
                  <a:pt x="2291320" y="1448816"/>
                  <a:pt x="2274474" y="1458577"/>
                  <a:pt x="2257597" y="1467213"/>
                </a:cubicBezTo>
                <a:cubicBezTo>
                  <a:pt x="2238409" y="1477004"/>
                  <a:pt x="2222536" y="1490384"/>
                  <a:pt x="2208852" y="1505558"/>
                </a:cubicBezTo>
                <a:cubicBezTo>
                  <a:pt x="2178443" y="1539311"/>
                  <a:pt x="2149890" y="1574798"/>
                  <a:pt x="2121093" y="1609981"/>
                </a:cubicBezTo>
                <a:cubicBezTo>
                  <a:pt x="2106649" y="1627618"/>
                  <a:pt x="2093421" y="1646228"/>
                  <a:pt x="2079524" y="1664321"/>
                </a:cubicBezTo>
                <a:cubicBezTo>
                  <a:pt x="2054164" y="1697375"/>
                  <a:pt x="2030080" y="1731554"/>
                  <a:pt x="2002895" y="1763057"/>
                </a:cubicBezTo>
                <a:cubicBezTo>
                  <a:pt x="1975132" y="1795230"/>
                  <a:pt x="1944298" y="1824756"/>
                  <a:pt x="1914801" y="1855439"/>
                </a:cubicBezTo>
                <a:cubicBezTo>
                  <a:pt x="1912247" y="1858084"/>
                  <a:pt x="1909662" y="1860730"/>
                  <a:pt x="1907078" y="1863375"/>
                </a:cubicBezTo>
                <a:cubicBezTo>
                  <a:pt x="1907686" y="1864531"/>
                  <a:pt x="1908324" y="1865656"/>
                  <a:pt x="1908933" y="1866811"/>
                </a:cubicBezTo>
                <a:cubicBezTo>
                  <a:pt x="1917112" y="1864470"/>
                  <a:pt x="1925201" y="1861825"/>
                  <a:pt x="1933442" y="1859848"/>
                </a:cubicBezTo>
                <a:cubicBezTo>
                  <a:pt x="1951687" y="1855469"/>
                  <a:pt x="1969841" y="1849205"/>
                  <a:pt x="1988329" y="1847776"/>
                </a:cubicBezTo>
                <a:cubicBezTo>
                  <a:pt x="2016214" y="1845647"/>
                  <a:pt x="2043825" y="1849266"/>
                  <a:pt x="2066905" y="1867784"/>
                </a:cubicBezTo>
                <a:cubicBezTo>
                  <a:pt x="2082474" y="1880252"/>
                  <a:pt x="2096584" y="1893601"/>
                  <a:pt x="2108443" y="1910448"/>
                </a:cubicBezTo>
                <a:cubicBezTo>
                  <a:pt x="2124499" y="1933345"/>
                  <a:pt x="2138487" y="1956760"/>
                  <a:pt x="2148339" y="1982851"/>
                </a:cubicBezTo>
                <a:cubicBezTo>
                  <a:pt x="2154847" y="2000092"/>
                  <a:pt x="2161688" y="2017243"/>
                  <a:pt x="2169017" y="2034150"/>
                </a:cubicBezTo>
                <a:cubicBezTo>
                  <a:pt x="2191458" y="2085966"/>
                  <a:pt x="2192614" y="2138056"/>
                  <a:pt x="2172970" y="2191028"/>
                </a:cubicBezTo>
                <a:cubicBezTo>
                  <a:pt x="2161141" y="2222896"/>
                  <a:pt x="2149343" y="2254855"/>
                  <a:pt x="2139764" y="2287423"/>
                </a:cubicBezTo>
                <a:cubicBezTo>
                  <a:pt x="2126323" y="2333157"/>
                  <a:pt x="2107166" y="2376155"/>
                  <a:pt x="2083934" y="2417571"/>
                </a:cubicBezTo>
                <a:cubicBezTo>
                  <a:pt x="2073351" y="2436455"/>
                  <a:pt x="2073534" y="2436516"/>
                  <a:pt x="2086488" y="2452267"/>
                </a:cubicBezTo>
                <a:cubicBezTo>
                  <a:pt x="2088252" y="2454426"/>
                  <a:pt x="2089894" y="2456798"/>
                  <a:pt x="2091141" y="2459292"/>
                </a:cubicBezTo>
                <a:cubicBezTo>
                  <a:pt x="2097009" y="2471090"/>
                  <a:pt x="2101540" y="2483771"/>
                  <a:pt x="2108778" y="2494657"/>
                </a:cubicBezTo>
                <a:cubicBezTo>
                  <a:pt x="2123039" y="2516034"/>
                  <a:pt x="2121336" y="2557633"/>
                  <a:pt x="2097587" y="2579831"/>
                </a:cubicBezTo>
                <a:cubicBezTo>
                  <a:pt x="2080558" y="2595765"/>
                  <a:pt x="2062891" y="2610027"/>
                  <a:pt x="2040997" y="2619423"/>
                </a:cubicBezTo>
                <a:cubicBezTo>
                  <a:pt x="2023968" y="2626721"/>
                  <a:pt x="2005723" y="2635084"/>
                  <a:pt x="1993255" y="2648007"/>
                </a:cubicBezTo>
                <a:cubicBezTo>
                  <a:pt x="1981791" y="2659897"/>
                  <a:pt x="1977352" y="2678507"/>
                  <a:pt x="1969172" y="2695505"/>
                </a:cubicBezTo>
                <a:cubicBezTo>
                  <a:pt x="1977291" y="2697178"/>
                  <a:pt x="1983494" y="2698455"/>
                  <a:pt x="1989698" y="2699702"/>
                </a:cubicBezTo>
                <a:cubicBezTo>
                  <a:pt x="2001466" y="2702074"/>
                  <a:pt x="2013872" y="2702834"/>
                  <a:pt x="2024911" y="2707061"/>
                </a:cubicBezTo>
                <a:cubicBezTo>
                  <a:pt x="2054164" y="2718312"/>
                  <a:pt x="2083569" y="2729563"/>
                  <a:pt x="2111575" y="2743490"/>
                </a:cubicBezTo>
                <a:cubicBezTo>
                  <a:pt x="2179447" y="2777244"/>
                  <a:pt x="2195320" y="2842987"/>
                  <a:pt x="2158343" y="2907635"/>
                </a:cubicBezTo>
                <a:cubicBezTo>
                  <a:pt x="2145572" y="2930199"/>
                  <a:pt x="2125350" y="2948717"/>
                  <a:pt x="2107257" y="2967875"/>
                </a:cubicBezTo>
                <a:cubicBezTo>
                  <a:pt x="2096036" y="2979734"/>
                  <a:pt x="2083842" y="2991806"/>
                  <a:pt x="2069733" y="2999530"/>
                </a:cubicBezTo>
                <a:cubicBezTo>
                  <a:pt x="2044616" y="3013305"/>
                  <a:pt x="2017886" y="3024161"/>
                  <a:pt x="1991583" y="3035655"/>
                </a:cubicBezTo>
                <a:cubicBezTo>
                  <a:pt x="1971057" y="3044656"/>
                  <a:pt x="1949011" y="3050799"/>
                  <a:pt x="1929641" y="3061746"/>
                </a:cubicBezTo>
                <a:cubicBezTo>
                  <a:pt x="1899141" y="3079018"/>
                  <a:pt x="1866877" y="3084127"/>
                  <a:pt x="1832668" y="3085191"/>
                </a:cubicBezTo>
                <a:cubicBezTo>
                  <a:pt x="1771759" y="3087076"/>
                  <a:pt x="1711703" y="3080113"/>
                  <a:pt x="1651615" y="3071811"/>
                </a:cubicBezTo>
                <a:cubicBezTo>
                  <a:pt x="1624613" y="3068071"/>
                  <a:pt x="1597488" y="3065182"/>
                  <a:pt x="1570303" y="3063114"/>
                </a:cubicBezTo>
                <a:cubicBezTo>
                  <a:pt x="1526788" y="3059800"/>
                  <a:pt x="1484490" y="3051650"/>
                  <a:pt x="1444320" y="3034287"/>
                </a:cubicBezTo>
                <a:cubicBezTo>
                  <a:pt x="1418138" y="3022975"/>
                  <a:pt x="1390801" y="3019083"/>
                  <a:pt x="1362552" y="3016528"/>
                </a:cubicBezTo>
                <a:cubicBezTo>
                  <a:pt x="1324663" y="3013092"/>
                  <a:pt x="1286834" y="3007710"/>
                  <a:pt x="1249493" y="3000564"/>
                </a:cubicBezTo>
                <a:cubicBezTo>
                  <a:pt x="1212516" y="2993479"/>
                  <a:pt x="1176512" y="2981224"/>
                  <a:pt x="1139474" y="2974717"/>
                </a:cubicBezTo>
                <a:cubicBezTo>
                  <a:pt x="1083432" y="2964895"/>
                  <a:pt x="1026902" y="2957475"/>
                  <a:pt x="970433" y="2950299"/>
                </a:cubicBezTo>
                <a:cubicBezTo>
                  <a:pt x="947992" y="2947440"/>
                  <a:pt x="925550" y="2942484"/>
                  <a:pt x="902379" y="2947471"/>
                </a:cubicBezTo>
                <a:cubicBezTo>
                  <a:pt x="864825" y="2955529"/>
                  <a:pt x="826753" y="2955772"/>
                  <a:pt x="788499" y="2952579"/>
                </a:cubicBezTo>
                <a:cubicBezTo>
                  <a:pt x="758090" y="2950025"/>
                  <a:pt x="727591" y="2948839"/>
                  <a:pt x="697121" y="2947410"/>
                </a:cubicBezTo>
                <a:cubicBezTo>
                  <a:pt x="655796" y="2945433"/>
                  <a:pt x="613924" y="2947471"/>
                  <a:pt x="573267" y="2941298"/>
                </a:cubicBezTo>
                <a:cubicBezTo>
                  <a:pt x="486907" y="2928161"/>
                  <a:pt x="401216" y="2910676"/>
                  <a:pt x="315220" y="2895259"/>
                </a:cubicBezTo>
                <a:cubicBezTo>
                  <a:pt x="280250" y="2888995"/>
                  <a:pt x="252700" y="2870172"/>
                  <a:pt x="230380" y="2843990"/>
                </a:cubicBezTo>
                <a:cubicBezTo>
                  <a:pt x="205111" y="2814403"/>
                  <a:pt x="181605" y="2783295"/>
                  <a:pt x="157491" y="2752734"/>
                </a:cubicBezTo>
                <a:cubicBezTo>
                  <a:pt x="154542" y="2749025"/>
                  <a:pt x="151440" y="2744767"/>
                  <a:pt x="150436" y="2740297"/>
                </a:cubicBezTo>
                <a:cubicBezTo>
                  <a:pt x="143138" y="2707912"/>
                  <a:pt x="136023" y="2675496"/>
                  <a:pt x="129606" y="2642959"/>
                </a:cubicBezTo>
                <a:cubicBezTo>
                  <a:pt x="125562" y="2622525"/>
                  <a:pt x="123768" y="2602182"/>
                  <a:pt x="104793" y="2587737"/>
                </a:cubicBezTo>
                <a:cubicBezTo>
                  <a:pt x="93694" y="2579284"/>
                  <a:pt x="88403" y="2565661"/>
                  <a:pt x="87521" y="2550609"/>
                </a:cubicBezTo>
                <a:cubicBezTo>
                  <a:pt x="86122" y="2526586"/>
                  <a:pt x="84328" y="2502472"/>
                  <a:pt x="80922" y="2478662"/>
                </a:cubicBezTo>
                <a:cubicBezTo>
                  <a:pt x="79037" y="2465434"/>
                  <a:pt x="75236" y="2451902"/>
                  <a:pt x="69246" y="2440043"/>
                </a:cubicBezTo>
                <a:cubicBezTo>
                  <a:pt x="62647" y="2426998"/>
                  <a:pt x="52582" y="2415656"/>
                  <a:pt x="43915" y="2403675"/>
                </a:cubicBezTo>
                <a:cubicBezTo>
                  <a:pt x="25761" y="2378496"/>
                  <a:pt x="23998" y="2336198"/>
                  <a:pt x="40783" y="2308678"/>
                </a:cubicBezTo>
                <a:cubicBezTo>
                  <a:pt x="36982" y="2305637"/>
                  <a:pt x="33120" y="2302384"/>
                  <a:pt x="29137" y="2299312"/>
                </a:cubicBezTo>
                <a:cubicBezTo>
                  <a:pt x="15149" y="2288578"/>
                  <a:pt x="1039" y="2276111"/>
                  <a:pt x="218" y="2258200"/>
                </a:cubicBezTo>
                <a:cubicBezTo>
                  <a:pt x="-725" y="2237309"/>
                  <a:pt x="1404" y="2215628"/>
                  <a:pt x="6300" y="2195285"/>
                </a:cubicBezTo>
                <a:cubicBezTo>
                  <a:pt x="14541" y="2161014"/>
                  <a:pt x="26947" y="2127991"/>
                  <a:pt x="46804" y="2098251"/>
                </a:cubicBezTo>
                <a:cubicBezTo>
                  <a:pt x="50240" y="2093082"/>
                  <a:pt x="52308" y="2086513"/>
                  <a:pt x="53342" y="2080310"/>
                </a:cubicBezTo>
                <a:cubicBezTo>
                  <a:pt x="59667" y="2042877"/>
                  <a:pt x="66813" y="2005505"/>
                  <a:pt x="71192" y="1967829"/>
                </a:cubicBezTo>
                <a:cubicBezTo>
                  <a:pt x="76422" y="1922611"/>
                  <a:pt x="85970" y="1878549"/>
                  <a:pt x="98681" y="1834943"/>
                </a:cubicBezTo>
                <a:cubicBezTo>
                  <a:pt x="103029" y="1820043"/>
                  <a:pt x="106374" y="1804596"/>
                  <a:pt x="108016" y="1789178"/>
                </a:cubicBezTo>
                <a:cubicBezTo>
                  <a:pt x="109993" y="1770720"/>
                  <a:pt x="108959" y="1751958"/>
                  <a:pt x="110449" y="1733409"/>
                </a:cubicBezTo>
                <a:cubicBezTo>
                  <a:pt x="116987" y="1651884"/>
                  <a:pt x="136357" y="1573034"/>
                  <a:pt x="159559" y="1494793"/>
                </a:cubicBezTo>
                <a:cubicBezTo>
                  <a:pt x="183338" y="1414575"/>
                  <a:pt x="216058" y="1337976"/>
                  <a:pt x="248413" y="1261104"/>
                </a:cubicBezTo>
                <a:cubicBezTo>
                  <a:pt x="257079" y="1240517"/>
                  <a:pt x="262492" y="1218380"/>
                  <a:pt x="272679" y="1198644"/>
                </a:cubicBezTo>
                <a:cubicBezTo>
                  <a:pt x="294573" y="1156285"/>
                  <a:pt x="317775" y="1114534"/>
                  <a:pt x="342071" y="1073483"/>
                </a:cubicBezTo>
                <a:cubicBezTo>
                  <a:pt x="359191" y="1044534"/>
                  <a:pt x="378409" y="1016771"/>
                  <a:pt x="397840" y="989281"/>
                </a:cubicBezTo>
                <a:cubicBezTo>
                  <a:pt x="409152" y="973256"/>
                  <a:pt x="423444" y="959390"/>
                  <a:pt x="435030" y="943577"/>
                </a:cubicBezTo>
                <a:cubicBezTo>
                  <a:pt x="469787" y="896079"/>
                  <a:pt x="511720" y="857217"/>
                  <a:pt x="566699" y="834593"/>
                </a:cubicBezTo>
                <a:cubicBezTo>
                  <a:pt x="586252" y="826535"/>
                  <a:pt x="606808" y="820544"/>
                  <a:pt x="627394" y="815557"/>
                </a:cubicBezTo>
                <a:cubicBezTo>
                  <a:pt x="638281" y="812912"/>
                  <a:pt x="650171" y="814706"/>
                  <a:pt x="661574" y="814067"/>
                </a:cubicBezTo>
                <a:cubicBezTo>
                  <a:pt x="671973" y="813490"/>
                  <a:pt x="682464" y="810935"/>
                  <a:pt x="692682" y="811848"/>
                </a:cubicBezTo>
                <a:cubicBezTo>
                  <a:pt x="702777" y="812760"/>
                  <a:pt x="708798" y="809263"/>
                  <a:pt x="715366" y="802238"/>
                </a:cubicBezTo>
                <a:cubicBezTo>
                  <a:pt x="738051" y="778003"/>
                  <a:pt x="766057" y="759788"/>
                  <a:pt x="799203" y="760427"/>
                </a:cubicBezTo>
                <a:cubicBezTo>
                  <a:pt x="825141" y="760913"/>
                  <a:pt x="835723" y="748811"/>
                  <a:pt x="844420" y="729197"/>
                </a:cubicBezTo>
                <a:cubicBezTo>
                  <a:pt x="846214" y="725153"/>
                  <a:pt x="847978" y="721108"/>
                  <a:pt x="850107" y="717277"/>
                </a:cubicBezTo>
                <a:cubicBezTo>
                  <a:pt x="855276" y="708063"/>
                  <a:pt x="853756" y="700157"/>
                  <a:pt x="847552" y="691703"/>
                </a:cubicBezTo>
                <a:cubicBezTo>
                  <a:pt x="843234" y="685834"/>
                  <a:pt x="839464" y="678628"/>
                  <a:pt x="838247" y="671542"/>
                </a:cubicBezTo>
                <a:cubicBezTo>
                  <a:pt x="832531" y="638184"/>
                  <a:pt x="824351" y="605161"/>
                  <a:pt x="809298" y="575208"/>
                </a:cubicBezTo>
                <a:cubicBezTo>
                  <a:pt x="796010" y="548722"/>
                  <a:pt x="787009" y="521446"/>
                  <a:pt x="779316" y="493227"/>
                </a:cubicBezTo>
                <a:cubicBezTo>
                  <a:pt x="776031" y="481215"/>
                  <a:pt x="769494" y="470116"/>
                  <a:pt x="764507" y="458531"/>
                </a:cubicBezTo>
                <a:cubicBezTo>
                  <a:pt x="763108" y="455246"/>
                  <a:pt x="761223" y="451871"/>
                  <a:pt x="760979" y="448465"/>
                </a:cubicBezTo>
                <a:cubicBezTo>
                  <a:pt x="757513" y="396011"/>
                  <a:pt x="751978" y="343586"/>
                  <a:pt x="751948" y="291131"/>
                </a:cubicBezTo>
                <a:cubicBezTo>
                  <a:pt x="751917" y="264554"/>
                  <a:pt x="759124" y="236974"/>
                  <a:pt x="768156" y="211644"/>
                </a:cubicBezTo>
                <a:cubicBezTo>
                  <a:pt x="777795" y="184671"/>
                  <a:pt x="792209" y="159098"/>
                  <a:pt x="807048" y="134406"/>
                </a:cubicBezTo>
                <a:cubicBezTo>
                  <a:pt x="815015" y="121148"/>
                  <a:pt x="827452" y="110201"/>
                  <a:pt x="839129" y="99618"/>
                </a:cubicBezTo>
                <a:cubicBezTo>
                  <a:pt x="856827" y="83563"/>
                  <a:pt x="877018" y="70031"/>
                  <a:pt x="893530" y="52941"/>
                </a:cubicBezTo>
                <a:cubicBezTo>
                  <a:pt x="905937" y="40078"/>
                  <a:pt x="919408" y="30409"/>
                  <a:pt x="935494" y="23749"/>
                </a:cubicBezTo>
                <a:cubicBezTo>
                  <a:pt x="957206" y="14748"/>
                  <a:pt x="977488" y="1825"/>
                  <a:pt x="1001754" y="0"/>
                </a:cubicBezTo>
                <a:close/>
                <a:moveTo>
                  <a:pt x="1652588" y="1630537"/>
                </a:moveTo>
                <a:cubicBezTo>
                  <a:pt x="1658852" y="1631936"/>
                  <a:pt x="1670712" y="1631540"/>
                  <a:pt x="1678405" y="1637044"/>
                </a:cubicBezTo>
                <a:cubicBezTo>
                  <a:pt x="1690508" y="1645680"/>
                  <a:pt x="1703796" y="1651641"/>
                  <a:pt x="1716142" y="1659334"/>
                </a:cubicBezTo>
                <a:cubicBezTo>
                  <a:pt x="1728883" y="1667301"/>
                  <a:pt x="1740956" y="1670251"/>
                  <a:pt x="1752997" y="1662801"/>
                </a:cubicBezTo>
                <a:cubicBezTo>
                  <a:pt x="1771303" y="1651458"/>
                  <a:pt x="1789579" y="1639994"/>
                  <a:pt x="1807277" y="1627770"/>
                </a:cubicBezTo>
                <a:cubicBezTo>
                  <a:pt x="1824518" y="1615819"/>
                  <a:pt x="1839905" y="1600767"/>
                  <a:pt x="1858150" y="1590793"/>
                </a:cubicBezTo>
                <a:cubicBezTo>
                  <a:pt x="1886461" y="1575315"/>
                  <a:pt x="1909601" y="1554212"/>
                  <a:pt x="1931100" y="1531131"/>
                </a:cubicBezTo>
                <a:cubicBezTo>
                  <a:pt x="1963090" y="1496770"/>
                  <a:pt x="1994928" y="1462165"/>
                  <a:pt x="2025032" y="1426161"/>
                </a:cubicBezTo>
                <a:cubicBezTo>
                  <a:pt x="2043217" y="1404389"/>
                  <a:pt x="2058999" y="1380396"/>
                  <a:pt x="2073899" y="1356191"/>
                </a:cubicBezTo>
                <a:cubicBezTo>
                  <a:pt x="2079524" y="1347068"/>
                  <a:pt x="2080406" y="1334662"/>
                  <a:pt x="2082018" y="1323532"/>
                </a:cubicBezTo>
                <a:cubicBezTo>
                  <a:pt x="2082991" y="1316812"/>
                  <a:pt x="2079464" y="1309331"/>
                  <a:pt x="2080923" y="1302854"/>
                </a:cubicBezTo>
                <a:cubicBezTo>
                  <a:pt x="2087248" y="1274301"/>
                  <a:pt x="2094455" y="1245960"/>
                  <a:pt x="2101784" y="1217650"/>
                </a:cubicBezTo>
                <a:cubicBezTo>
                  <a:pt x="2103760" y="1209956"/>
                  <a:pt x="2102513" y="1205395"/>
                  <a:pt x="2094212" y="1203418"/>
                </a:cubicBezTo>
                <a:cubicBezTo>
                  <a:pt x="2074720" y="1198736"/>
                  <a:pt x="2055471" y="1192897"/>
                  <a:pt x="2035797" y="1189339"/>
                </a:cubicBezTo>
                <a:cubicBezTo>
                  <a:pt x="2028742" y="1188062"/>
                  <a:pt x="2019711" y="1190191"/>
                  <a:pt x="2013355" y="1193840"/>
                </a:cubicBezTo>
                <a:cubicBezTo>
                  <a:pt x="1978690" y="1213666"/>
                  <a:pt x="1944328" y="1234101"/>
                  <a:pt x="1910362" y="1255113"/>
                </a:cubicBezTo>
                <a:cubicBezTo>
                  <a:pt x="1898320" y="1262563"/>
                  <a:pt x="1885944" y="1270773"/>
                  <a:pt x="1876730" y="1281264"/>
                </a:cubicBezTo>
                <a:cubicBezTo>
                  <a:pt x="1863046" y="1296834"/>
                  <a:pt x="1851126" y="1314136"/>
                  <a:pt x="1840118" y="1331773"/>
                </a:cubicBezTo>
                <a:cubicBezTo>
                  <a:pt x="1815761" y="1370787"/>
                  <a:pt x="1792681" y="1410562"/>
                  <a:pt x="1768567" y="1449728"/>
                </a:cubicBezTo>
                <a:cubicBezTo>
                  <a:pt x="1759991" y="1463655"/>
                  <a:pt x="1750504" y="1477095"/>
                  <a:pt x="1740530" y="1490080"/>
                </a:cubicBezTo>
                <a:cubicBezTo>
                  <a:pt x="1725022" y="1510271"/>
                  <a:pt x="1708966" y="1530037"/>
                  <a:pt x="1692728" y="1549650"/>
                </a:cubicBezTo>
                <a:cubicBezTo>
                  <a:pt x="1680078" y="1564946"/>
                  <a:pt x="1666455" y="1579420"/>
                  <a:pt x="1654078" y="1594929"/>
                </a:cubicBezTo>
                <a:cubicBezTo>
                  <a:pt x="1650825" y="1599003"/>
                  <a:pt x="1649639" y="1605511"/>
                  <a:pt x="1649335" y="1611015"/>
                </a:cubicBezTo>
                <a:cubicBezTo>
                  <a:pt x="1649031" y="1616427"/>
                  <a:pt x="1651068" y="1622023"/>
                  <a:pt x="1652588" y="1630537"/>
                </a:cubicBezTo>
                <a:close/>
                <a:moveTo>
                  <a:pt x="1126034" y="2120693"/>
                </a:moveTo>
                <a:cubicBezTo>
                  <a:pt x="1135217" y="2120693"/>
                  <a:pt x="1141755" y="2121818"/>
                  <a:pt x="1147715" y="2120480"/>
                </a:cubicBezTo>
                <a:cubicBezTo>
                  <a:pt x="1165261" y="2116527"/>
                  <a:pt x="1182746" y="2112148"/>
                  <a:pt x="1199988" y="2106917"/>
                </a:cubicBezTo>
                <a:cubicBezTo>
                  <a:pt x="1221426" y="2100410"/>
                  <a:pt x="1242772" y="2093416"/>
                  <a:pt x="1263785" y="2085662"/>
                </a:cubicBezTo>
                <a:cubicBezTo>
                  <a:pt x="1278350" y="2080279"/>
                  <a:pt x="1292277" y="2073194"/>
                  <a:pt x="1306509" y="2066900"/>
                </a:cubicBezTo>
                <a:cubicBezTo>
                  <a:pt x="1328798" y="2057017"/>
                  <a:pt x="1350723" y="2046100"/>
                  <a:pt x="1373590" y="2037829"/>
                </a:cubicBezTo>
                <a:cubicBezTo>
                  <a:pt x="1382986" y="2034454"/>
                  <a:pt x="1394481" y="2036947"/>
                  <a:pt x="1405002" y="2036613"/>
                </a:cubicBezTo>
                <a:cubicBezTo>
                  <a:pt x="1408894" y="2036491"/>
                  <a:pt x="1412999" y="2036552"/>
                  <a:pt x="1416649" y="2035427"/>
                </a:cubicBezTo>
                <a:cubicBezTo>
                  <a:pt x="1436110" y="2029436"/>
                  <a:pt x="1455754" y="2023902"/>
                  <a:pt x="1474729" y="2016573"/>
                </a:cubicBezTo>
                <a:cubicBezTo>
                  <a:pt x="1491271" y="2010188"/>
                  <a:pt x="1506962" y="2001643"/>
                  <a:pt x="1523048" y="1994041"/>
                </a:cubicBezTo>
                <a:cubicBezTo>
                  <a:pt x="1522653" y="1992916"/>
                  <a:pt x="1522288" y="1991791"/>
                  <a:pt x="1521892" y="1990666"/>
                </a:cubicBezTo>
                <a:cubicBezTo>
                  <a:pt x="1519277" y="1989996"/>
                  <a:pt x="1516480" y="1989753"/>
                  <a:pt x="1514108" y="1988628"/>
                </a:cubicBezTo>
                <a:cubicBezTo>
                  <a:pt x="1503526" y="1983580"/>
                  <a:pt x="1492700" y="1978897"/>
                  <a:pt x="1482696" y="1972876"/>
                </a:cubicBezTo>
                <a:cubicBezTo>
                  <a:pt x="1474242" y="1967798"/>
                  <a:pt x="1467218" y="1960348"/>
                  <a:pt x="1458764" y="1955240"/>
                </a:cubicBezTo>
                <a:cubicBezTo>
                  <a:pt x="1444411" y="1946573"/>
                  <a:pt x="1429177" y="1939397"/>
                  <a:pt x="1414854" y="1930700"/>
                </a:cubicBezTo>
                <a:cubicBezTo>
                  <a:pt x="1394663" y="1918445"/>
                  <a:pt x="1385845" y="1909414"/>
                  <a:pt x="1396001" y="1886090"/>
                </a:cubicBezTo>
                <a:cubicBezTo>
                  <a:pt x="1397248" y="1883232"/>
                  <a:pt x="1394602" y="1877059"/>
                  <a:pt x="1391835" y="1874444"/>
                </a:cubicBezTo>
                <a:cubicBezTo>
                  <a:pt x="1383351" y="1866386"/>
                  <a:pt x="1373286" y="1859939"/>
                  <a:pt x="1365106" y="1851638"/>
                </a:cubicBezTo>
                <a:cubicBezTo>
                  <a:pt x="1359693" y="1846134"/>
                  <a:pt x="1355588" y="1845039"/>
                  <a:pt x="1350145" y="1850148"/>
                </a:cubicBezTo>
                <a:cubicBezTo>
                  <a:pt x="1339654" y="1860030"/>
                  <a:pt x="1328889" y="1869700"/>
                  <a:pt x="1318976" y="1880161"/>
                </a:cubicBezTo>
                <a:cubicBezTo>
                  <a:pt x="1292825" y="1907741"/>
                  <a:pt x="1262903" y="1917168"/>
                  <a:pt x="1226869" y="1901173"/>
                </a:cubicBezTo>
                <a:cubicBezTo>
                  <a:pt x="1218506" y="1897463"/>
                  <a:pt x="1212090" y="1899531"/>
                  <a:pt x="1209505" y="1909414"/>
                </a:cubicBezTo>
                <a:cubicBezTo>
                  <a:pt x="1202968" y="1934531"/>
                  <a:pt x="1196217" y="1959588"/>
                  <a:pt x="1189588" y="1984675"/>
                </a:cubicBezTo>
                <a:cubicBezTo>
                  <a:pt x="1186425" y="1996686"/>
                  <a:pt x="1182503" y="2008576"/>
                  <a:pt x="1180465" y="2020770"/>
                </a:cubicBezTo>
                <a:cubicBezTo>
                  <a:pt x="1175813" y="2048685"/>
                  <a:pt x="1166173" y="2073955"/>
                  <a:pt x="1146469" y="2094967"/>
                </a:cubicBezTo>
                <a:cubicBezTo>
                  <a:pt x="1139566" y="2102174"/>
                  <a:pt x="1133971" y="2110536"/>
                  <a:pt x="1126034" y="2120693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304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695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33">
            <a:extLst>
              <a:ext uri="{FF2B5EF4-FFF2-40B4-BE49-F238E27FC236}">
                <a16:creationId xmlns:a16="http://schemas.microsoft.com/office/drawing/2014/main" xmlns="" id="{D7C22252-C654-4DC8-B6DB-4DD5180FBF24}"/>
              </a:ext>
            </a:extLst>
          </p:cNvPr>
          <p:cNvGrpSpPr/>
          <p:nvPr/>
        </p:nvGrpSpPr>
        <p:grpSpPr>
          <a:xfrm>
            <a:off x="1269740" y="1941087"/>
            <a:ext cx="4364186" cy="3890226"/>
            <a:chOff x="4069695" y="506062"/>
            <a:chExt cx="6858000" cy="6113206"/>
          </a:xfrm>
        </p:grpSpPr>
        <p:sp>
          <p:nvSpPr>
            <p:cNvPr id="4" name="Freeform: Shape 24">
              <a:extLst>
                <a:ext uri="{FF2B5EF4-FFF2-40B4-BE49-F238E27FC236}">
                  <a16:creationId xmlns:a16="http://schemas.microsoft.com/office/drawing/2014/main" xmlns="" id="{CFD3CA19-EEC0-45EC-890B-617BB5ED819D}"/>
                </a:ext>
              </a:extLst>
            </p:cNvPr>
            <p:cNvSpPr/>
            <p:nvPr/>
          </p:nvSpPr>
          <p:spPr>
            <a:xfrm>
              <a:off x="6903713" y="506062"/>
              <a:ext cx="1189964" cy="1060731"/>
            </a:xfrm>
            <a:custGeom>
              <a:avLst/>
              <a:gdLst>
                <a:gd name="connsiteX0" fmla="*/ 594982 w 1189964"/>
                <a:gd name="connsiteY0" fmla="*/ 0 h 1060731"/>
                <a:gd name="connsiteX1" fmla="*/ 1189964 w 1189964"/>
                <a:gd name="connsiteY1" fmla="*/ 1060731 h 1060731"/>
                <a:gd name="connsiteX2" fmla="*/ 0 w 1189964"/>
                <a:gd name="connsiteY2" fmla="*/ 1060731 h 1060731"/>
                <a:gd name="connsiteX3" fmla="*/ 594982 w 1189964"/>
                <a:gd name="connsiteY3" fmla="*/ 0 h 1060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9964" h="1060731">
                  <a:moveTo>
                    <a:pt x="594982" y="0"/>
                  </a:moveTo>
                  <a:lnTo>
                    <a:pt x="1189964" y="1060731"/>
                  </a:lnTo>
                  <a:lnTo>
                    <a:pt x="0" y="1060731"/>
                  </a:lnTo>
                  <a:lnTo>
                    <a:pt x="59498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: Shape 21">
              <a:extLst>
                <a:ext uri="{FF2B5EF4-FFF2-40B4-BE49-F238E27FC236}">
                  <a16:creationId xmlns:a16="http://schemas.microsoft.com/office/drawing/2014/main" xmlns="" id="{35263BAC-0875-4E2E-992E-C496B6FDFECC}"/>
                </a:ext>
              </a:extLst>
            </p:cNvPr>
            <p:cNvSpPr/>
            <p:nvPr/>
          </p:nvSpPr>
          <p:spPr>
            <a:xfrm>
              <a:off x="6193598" y="1755329"/>
              <a:ext cx="2610194" cy="1077454"/>
            </a:xfrm>
            <a:custGeom>
              <a:avLst/>
              <a:gdLst>
                <a:gd name="connsiteX0" fmla="*/ 604362 w 2610194"/>
                <a:gd name="connsiteY0" fmla="*/ 0 h 1077454"/>
                <a:gd name="connsiteX1" fmla="*/ 2005832 w 2610194"/>
                <a:gd name="connsiteY1" fmla="*/ 0 h 1077454"/>
                <a:gd name="connsiteX2" fmla="*/ 2610194 w 2610194"/>
                <a:gd name="connsiteY2" fmla="*/ 1077454 h 1077454"/>
                <a:gd name="connsiteX3" fmla="*/ 0 w 2610194"/>
                <a:gd name="connsiteY3" fmla="*/ 1077454 h 1077454"/>
                <a:gd name="connsiteX4" fmla="*/ 604362 w 2610194"/>
                <a:gd name="connsiteY4" fmla="*/ 0 h 1077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0194" h="1077454">
                  <a:moveTo>
                    <a:pt x="604362" y="0"/>
                  </a:moveTo>
                  <a:lnTo>
                    <a:pt x="2005832" y="0"/>
                  </a:lnTo>
                  <a:lnTo>
                    <a:pt x="2610194" y="1077454"/>
                  </a:lnTo>
                  <a:lnTo>
                    <a:pt x="0" y="1077454"/>
                  </a:lnTo>
                  <a:lnTo>
                    <a:pt x="6043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: Shape 18">
              <a:extLst>
                <a:ext uri="{FF2B5EF4-FFF2-40B4-BE49-F238E27FC236}">
                  <a16:creationId xmlns:a16="http://schemas.microsoft.com/office/drawing/2014/main" xmlns="" id="{CB0DCDC7-1D4B-4E17-AD3B-0E7C7AD734A1}"/>
                </a:ext>
              </a:extLst>
            </p:cNvPr>
            <p:cNvSpPr/>
            <p:nvPr/>
          </p:nvSpPr>
          <p:spPr>
            <a:xfrm>
              <a:off x="5483482" y="3021320"/>
              <a:ext cx="4030426" cy="1077454"/>
            </a:xfrm>
            <a:custGeom>
              <a:avLst/>
              <a:gdLst>
                <a:gd name="connsiteX0" fmla="*/ 604362 w 4030426"/>
                <a:gd name="connsiteY0" fmla="*/ 0 h 1077454"/>
                <a:gd name="connsiteX1" fmla="*/ 3426064 w 4030426"/>
                <a:gd name="connsiteY1" fmla="*/ 0 h 1077454"/>
                <a:gd name="connsiteX2" fmla="*/ 4030426 w 4030426"/>
                <a:gd name="connsiteY2" fmla="*/ 1077454 h 1077454"/>
                <a:gd name="connsiteX3" fmla="*/ 0 w 4030426"/>
                <a:gd name="connsiteY3" fmla="*/ 1077454 h 1077454"/>
                <a:gd name="connsiteX4" fmla="*/ 604362 w 4030426"/>
                <a:gd name="connsiteY4" fmla="*/ 0 h 1077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0426" h="1077454">
                  <a:moveTo>
                    <a:pt x="604362" y="0"/>
                  </a:moveTo>
                  <a:lnTo>
                    <a:pt x="3426064" y="0"/>
                  </a:lnTo>
                  <a:lnTo>
                    <a:pt x="4030426" y="1077454"/>
                  </a:lnTo>
                  <a:lnTo>
                    <a:pt x="0" y="1077454"/>
                  </a:lnTo>
                  <a:lnTo>
                    <a:pt x="6043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: Shape 15">
              <a:extLst>
                <a:ext uri="{FF2B5EF4-FFF2-40B4-BE49-F238E27FC236}">
                  <a16:creationId xmlns:a16="http://schemas.microsoft.com/office/drawing/2014/main" xmlns="" id="{46A6AA47-7F7D-4E47-8EDA-73F3D76D507A}"/>
                </a:ext>
              </a:extLst>
            </p:cNvPr>
            <p:cNvSpPr/>
            <p:nvPr/>
          </p:nvSpPr>
          <p:spPr>
            <a:xfrm>
              <a:off x="4773366" y="4287311"/>
              <a:ext cx="5450658" cy="1077454"/>
            </a:xfrm>
            <a:custGeom>
              <a:avLst/>
              <a:gdLst>
                <a:gd name="connsiteX0" fmla="*/ 604362 w 5450658"/>
                <a:gd name="connsiteY0" fmla="*/ 0 h 1077454"/>
                <a:gd name="connsiteX1" fmla="*/ 4846296 w 5450658"/>
                <a:gd name="connsiteY1" fmla="*/ 0 h 1077454"/>
                <a:gd name="connsiteX2" fmla="*/ 5450658 w 5450658"/>
                <a:gd name="connsiteY2" fmla="*/ 1077454 h 1077454"/>
                <a:gd name="connsiteX3" fmla="*/ 0 w 5450658"/>
                <a:gd name="connsiteY3" fmla="*/ 1077454 h 1077454"/>
                <a:gd name="connsiteX4" fmla="*/ 604362 w 5450658"/>
                <a:gd name="connsiteY4" fmla="*/ 0 h 1077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658" h="1077454">
                  <a:moveTo>
                    <a:pt x="604362" y="0"/>
                  </a:moveTo>
                  <a:lnTo>
                    <a:pt x="4846296" y="0"/>
                  </a:lnTo>
                  <a:lnTo>
                    <a:pt x="5450658" y="1077454"/>
                  </a:lnTo>
                  <a:lnTo>
                    <a:pt x="0" y="1077454"/>
                  </a:lnTo>
                  <a:lnTo>
                    <a:pt x="6043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: Shape 12">
              <a:extLst>
                <a:ext uri="{FF2B5EF4-FFF2-40B4-BE49-F238E27FC236}">
                  <a16:creationId xmlns:a16="http://schemas.microsoft.com/office/drawing/2014/main" xmlns="" id="{9A84AE54-29DD-4B0C-9060-1CCC3B5E2250}"/>
                </a:ext>
              </a:extLst>
            </p:cNvPr>
            <p:cNvSpPr/>
            <p:nvPr/>
          </p:nvSpPr>
          <p:spPr>
            <a:xfrm>
              <a:off x="4069695" y="5553303"/>
              <a:ext cx="6858000" cy="1065965"/>
            </a:xfrm>
            <a:custGeom>
              <a:avLst/>
              <a:gdLst>
                <a:gd name="connsiteX0" fmla="*/ 597918 w 6858000"/>
                <a:gd name="connsiteY0" fmla="*/ 0 h 1065965"/>
                <a:gd name="connsiteX1" fmla="*/ 6260082 w 6858000"/>
                <a:gd name="connsiteY1" fmla="*/ 0 h 1065965"/>
                <a:gd name="connsiteX2" fmla="*/ 6858000 w 6858000"/>
                <a:gd name="connsiteY2" fmla="*/ 1065965 h 1065965"/>
                <a:gd name="connsiteX3" fmla="*/ 0 w 6858000"/>
                <a:gd name="connsiteY3" fmla="*/ 1065965 h 1065965"/>
                <a:gd name="connsiteX4" fmla="*/ 597918 w 6858000"/>
                <a:gd name="connsiteY4" fmla="*/ 0 h 106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58000" h="1065965">
                  <a:moveTo>
                    <a:pt x="597918" y="0"/>
                  </a:moveTo>
                  <a:lnTo>
                    <a:pt x="6260082" y="0"/>
                  </a:lnTo>
                  <a:lnTo>
                    <a:pt x="6858000" y="1065965"/>
                  </a:lnTo>
                  <a:lnTo>
                    <a:pt x="0" y="1065965"/>
                  </a:lnTo>
                  <a:lnTo>
                    <a:pt x="597918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Parallelogram 29">
              <a:extLst>
                <a:ext uri="{FF2B5EF4-FFF2-40B4-BE49-F238E27FC236}">
                  <a16:creationId xmlns:a16="http://schemas.microsoft.com/office/drawing/2014/main" xmlns="" id="{0A45DF34-FAF2-4537-B700-546C715FFBCC}"/>
                </a:ext>
              </a:extLst>
            </p:cNvPr>
            <p:cNvSpPr/>
            <p:nvPr/>
          </p:nvSpPr>
          <p:spPr>
            <a:xfrm flipH="1">
              <a:off x="6903709" y="1566792"/>
              <a:ext cx="1298523" cy="188537"/>
            </a:xfrm>
            <a:prstGeom prst="parallelogram">
              <a:avLst>
                <a:gd name="adj" fmla="val 131782"/>
              </a:avLst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30">
              <a:extLst>
                <a:ext uri="{FF2B5EF4-FFF2-40B4-BE49-F238E27FC236}">
                  <a16:creationId xmlns:a16="http://schemas.microsoft.com/office/drawing/2014/main" xmlns="" id="{67DB4648-F7A8-4577-A3BA-AA163594C319}"/>
                </a:ext>
              </a:extLst>
            </p:cNvPr>
            <p:cNvSpPr/>
            <p:nvPr/>
          </p:nvSpPr>
          <p:spPr>
            <a:xfrm flipH="1">
              <a:off x="6200171" y="2832782"/>
              <a:ext cx="2707810" cy="188537"/>
            </a:xfrm>
            <a:prstGeom prst="parallelogram">
              <a:avLst>
                <a:gd name="adj" fmla="val 131782"/>
              </a:avLst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31">
              <a:extLst>
                <a:ext uri="{FF2B5EF4-FFF2-40B4-BE49-F238E27FC236}">
                  <a16:creationId xmlns:a16="http://schemas.microsoft.com/office/drawing/2014/main" xmlns="" id="{07F7D902-FB84-4BC5-B51A-2BA59A130870}"/>
                </a:ext>
              </a:extLst>
            </p:cNvPr>
            <p:cNvSpPr/>
            <p:nvPr/>
          </p:nvSpPr>
          <p:spPr>
            <a:xfrm flipH="1">
              <a:off x="5496633" y="4098772"/>
              <a:ext cx="4128706" cy="188537"/>
            </a:xfrm>
            <a:prstGeom prst="parallelogram">
              <a:avLst>
                <a:gd name="adj" fmla="val 131782"/>
              </a:avLst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Parallelogram 32">
              <a:extLst>
                <a:ext uri="{FF2B5EF4-FFF2-40B4-BE49-F238E27FC236}">
                  <a16:creationId xmlns:a16="http://schemas.microsoft.com/office/drawing/2014/main" xmlns="" id="{22A062D6-FB09-411B-9496-8EADE260E2CD}"/>
                </a:ext>
              </a:extLst>
            </p:cNvPr>
            <p:cNvSpPr/>
            <p:nvPr/>
          </p:nvSpPr>
          <p:spPr>
            <a:xfrm flipH="1">
              <a:off x="4793095" y="5364762"/>
              <a:ext cx="5537286" cy="188537"/>
            </a:xfrm>
            <a:prstGeom prst="parallelogram">
              <a:avLst>
                <a:gd name="adj" fmla="val 131782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8100067F-440A-404A-9A72-DD40E82A8A30}"/>
              </a:ext>
            </a:extLst>
          </p:cNvPr>
          <p:cNvSpPr txBox="1"/>
          <p:nvPr/>
        </p:nvSpPr>
        <p:spPr>
          <a:xfrm>
            <a:off x="2994552" y="2894236"/>
            <a:ext cx="98364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n w="12700">
                  <a:noFill/>
                </a:ln>
                <a:solidFill>
                  <a:schemeClr val="bg1"/>
                </a:solidFill>
                <a:cs typeface="Arial" pitchFamily="34" charset="0"/>
              </a:rPr>
              <a:t>STEP 1</a:t>
            </a:r>
            <a:endParaRPr lang="ko-KR" altLang="en-US" b="1" dirty="0">
              <a:ln w="12700">
                <a:noFill/>
              </a:ln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A96FE863-D73C-484C-9BB4-7D7434C4F9B0}"/>
              </a:ext>
            </a:extLst>
          </p:cNvPr>
          <p:cNvSpPr txBox="1"/>
          <p:nvPr/>
        </p:nvSpPr>
        <p:spPr>
          <a:xfrm>
            <a:off x="2994552" y="3691078"/>
            <a:ext cx="98364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n w="12700">
                  <a:noFill/>
                </a:ln>
                <a:solidFill>
                  <a:schemeClr val="bg1"/>
                </a:solidFill>
                <a:cs typeface="Arial" pitchFamily="34" charset="0"/>
              </a:rPr>
              <a:t>STEP 2</a:t>
            </a:r>
            <a:endParaRPr lang="ko-KR" altLang="en-US" b="1" dirty="0">
              <a:ln w="12700">
                <a:noFill/>
              </a:ln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CEE9E181-923F-4C98-B1CE-5044546A3EB0}"/>
              </a:ext>
            </a:extLst>
          </p:cNvPr>
          <p:cNvSpPr txBox="1"/>
          <p:nvPr/>
        </p:nvSpPr>
        <p:spPr>
          <a:xfrm>
            <a:off x="2994552" y="4487920"/>
            <a:ext cx="98364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n w="12700">
                  <a:noFill/>
                </a:ln>
                <a:solidFill>
                  <a:schemeClr val="bg1"/>
                </a:solidFill>
                <a:cs typeface="Arial" pitchFamily="34" charset="0"/>
              </a:rPr>
              <a:t>STEP 3</a:t>
            </a:r>
            <a:endParaRPr lang="ko-KR" altLang="en-US" b="1" dirty="0">
              <a:ln w="12700">
                <a:noFill/>
              </a:ln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DDD3074C-E399-4F2A-9F62-8084446DBE68}"/>
              </a:ext>
            </a:extLst>
          </p:cNvPr>
          <p:cNvSpPr txBox="1"/>
          <p:nvPr/>
        </p:nvSpPr>
        <p:spPr>
          <a:xfrm>
            <a:off x="2994552" y="5284763"/>
            <a:ext cx="98364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n w="12700">
                  <a:noFill/>
                </a:ln>
                <a:solidFill>
                  <a:schemeClr val="bg1"/>
                </a:solidFill>
                <a:cs typeface="Arial" pitchFamily="34" charset="0"/>
              </a:rPr>
              <a:t>STEP 4</a:t>
            </a:r>
            <a:endParaRPr lang="ko-KR" altLang="en-US" b="1" dirty="0">
              <a:ln w="12700">
                <a:noFill/>
              </a:ln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xmlns="" id="{134E3140-4C26-4F3A-A32E-70634BE03054}"/>
              </a:ext>
            </a:extLst>
          </p:cNvPr>
          <p:cNvGrpSpPr/>
          <p:nvPr/>
        </p:nvGrpSpPr>
        <p:grpSpPr>
          <a:xfrm>
            <a:off x="6527815" y="1552071"/>
            <a:ext cx="4495497" cy="4788831"/>
            <a:chOff x="6527815" y="1552071"/>
            <a:chExt cx="4495497" cy="4788831"/>
          </a:xfrm>
        </p:grpSpPr>
        <p:grpSp>
          <p:nvGrpSpPr>
            <p:cNvPr id="17" name="Group 93">
              <a:extLst>
                <a:ext uri="{FF2B5EF4-FFF2-40B4-BE49-F238E27FC236}">
                  <a16:creationId xmlns:a16="http://schemas.microsoft.com/office/drawing/2014/main" xmlns="" id="{49ACB9B0-FCA8-48AA-AEA1-30957B6C2C67}"/>
                </a:ext>
              </a:extLst>
            </p:cNvPr>
            <p:cNvGrpSpPr/>
            <p:nvPr/>
          </p:nvGrpSpPr>
          <p:grpSpPr>
            <a:xfrm>
              <a:off x="6527815" y="1552071"/>
              <a:ext cx="4488077" cy="1188357"/>
              <a:chOff x="6527815" y="1552071"/>
              <a:chExt cx="4488077" cy="1188357"/>
            </a:xfrm>
          </p:grpSpPr>
          <p:sp>
            <p:nvSpPr>
              <p:cNvPr id="18" name="Rectangle: Rounded Corners 41">
                <a:extLst>
                  <a:ext uri="{FF2B5EF4-FFF2-40B4-BE49-F238E27FC236}">
                    <a16:creationId xmlns:a16="http://schemas.microsoft.com/office/drawing/2014/main" xmlns="" id="{43B4A64E-BB62-4F29-B63B-EB736850DB40}"/>
                  </a:ext>
                </a:extLst>
              </p:cNvPr>
              <p:cNvSpPr/>
              <p:nvPr/>
            </p:nvSpPr>
            <p:spPr>
              <a:xfrm>
                <a:off x="6527815" y="1619250"/>
                <a:ext cx="526816" cy="52681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BB04C582-608D-4DAC-9D9E-DD8D7014A1EE}"/>
                  </a:ext>
                </a:extLst>
              </p:cNvPr>
              <p:cNvSpPr txBox="1"/>
              <p:nvPr/>
            </p:nvSpPr>
            <p:spPr>
              <a:xfrm>
                <a:off x="6550655" y="1744158"/>
                <a:ext cx="489205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12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D16AA296-7AEF-4102-A7FC-811C1C1789CA}"/>
                  </a:ext>
                </a:extLst>
              </p:cNvPr>
              <p:cNvSpPr txBox="1"/>
              <p:nvPr/>
            </p:nvSpPr>
            <p:spPr>
              <a:xfrm>
                <a:off x="7283150" y="1552071"/>
                <a:ext cx="98364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b="1" dirty="0">
                    <a:ln w="12700">
                      <a:noFill/>
                    </a:ln>
                    <a:solidFill>
                      <a:schemeClr val="accent4"/>
                    </a:solidFill>
                    <a:cs typeface="Arial" pitchFamily="34" charset="0"/>
                  </a:rPr>
                  <a:t>STEP 1</a:t>
                </a:r>
                <a:endParaRPr lang="ko-KR" altLang="en-US" b="1" dirty="0">
                  <a:ln w="12700">
                    <a:noFill/>
                  </a:ln>
                  <a:solidFill>
                    <a:schemeClr val="accent4"/>
                  </a:solidFill>
                  <a:cs typeface="Arial" pitchFamily="34" charset="0"/>
                </a:endParaRPr>
              </a:p>
            </p:txBody>
          </p:sp>
          <p:grpSp>
            <p:nvGrpSpPr>
              <p:cNvPr id="21" name="Group 84">
                <a:extLst>
                  <a:ext uri="{FF2B5EF4-FFF2-40B4-BE49-F238E27FC236}">
                    <a16:creationId xmlns:a16="http://schemas.microsoft.com/office/drawing/2014/main" xmlns="" id="{20292CC7-6C17-4B70-A3FB-4A31C28DC1E8}"/>
                  </a:ext>
                </a:extLst>
              </p:cNvPr>
              <p:cNvGrpSpPr/>
              <p:nvPr/>
            </p:nvGrpSpPr>
            <p:grpSpPr>
              <a:xfrm>
                <a:off x="7283149" y="1964831"/>
                <a:ext cx="3732743" cy="775597"/>
                <a:chOff x="7395558" y="2278378"/>
                <a:chExt cx="3732743" cy="775597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xmlns="" id="{4C5D3F93-8AD2-4486-8BF1-328DFA2DFADD}"/>
                    </a:ext>
                  </a:extLst>
                </p:cNvPr>
                <p:cNvSpPr txBox="1"/>
                <p:nvPr/>
              </p:nvSpPr>
              <p:spPr>
                <a:xfrm>
                  <a:off x="7395558" y="2278378"/>
                  <a:ext cx="3732743" cy="3139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80000"/>
                    </a:lnSpc>
                  </a:pPr>
                  <a:r>
                    <a:rPr lang="en-US" altLang="ko-KR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cs typeface="Arial" pitchFamily="34" charset="0"/>
                    </a:rPr>
                    <a:t>Simple Portfolio Presentation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xmlns="" id="{1BD56E7A-EDAE-4035-9C37-FDB2D8C89445}"/>
                    </a:ext>
                  </a:extLst>
                </p:cNvPr>
                <p:cNvSpPr txBox="1"/>
                <p:nvPr/>
              </p:nvSpPr>
              <p:spPr>
                <a:xfrm>
                  <a:off x="8201860" y="2592310"/>
                  <a:ext cx="292644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cs typeface="Arial" pitchFamily="34" charset="0"/>
                    </a:rPr>
                    <a:t>You can simply impress your audience and add a unique zing. </a:t>
                  </a:r>
                  <a:endPara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endParaRPr>
                </a:p>
              </p:txBody>
            </p:sp>
          </p:grpSp>
        </p:grpSp>
        <p:grpSp>
          <p:nvGrpSpPr>
            <p:cNvPr id="24" name="Group 94">
              <a:extLst>
                <a:ext uri="{FF2B5EF4-FFF2-40B4-BE49-F238E27FC236}">
                  <a16:creationId xmlns:a16="http://schemas.microsoft.com/office/drawing/2014/main" xmlns="" id="{79C86AC4-A2D7-4F7B-9DEA-35A83543ACB3}"/>
                </a:ext>
              </a:extLst>
            </p:cNvPr>
            <p:cNvGrpSpPr/>
            <p:nvPr/>
          </p:nvGrpSpPr>
          <p:grpSpPr>
            <a:xfrm>
              <a:off x="6529062" y="2756241"/>
              <a:ext cx="4486830" cy="1182551"/>
              <a:chOff x="6529062" y="2676838"/>
              <a:chExt cx="4486830" cy="1182551"/>
            </a:xfrm>
          </p:grpSpPr>
          <p:sp>
            <p:nvSpPr>
              <p:cNvPr id="25" name="Rectangle: Rounded Corners 42">
                <a:extLst>
                  <a:ext uri="{FF2B5EF4-FFF2-40B4-BE49-F238E27FC236}">
                    <a16:creationId xmlns:a16="http://schemas.microsoft.com/office/drawing/2014/main" xmlns="" id="{5BFFF4CD-CABD-4ECA-9474-955983927A1F}"/>
                  </a:ext>
                </a:extLst>
              </p:cNvPr>
              <p:cNvSpPr/>
              <p:nvPr/>
            </p:nvSpPr>
            <p:spPr>
              <a:xfrm>
                <a:off x="6529062" y="2744017"/>
                <a:ext cx="526816" cy="52681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065B8567-74B6-4A66-AA4D-DC95477625EE}"/>
                  </a:ext>
                </a:extLst>
              </p:cNvPr>
              <p:cNvSpPr txBox="1"/>
              <p:nvPr/>
            </p:nvSpPr>
            <p:spPr>
              <a:xfrm>
                <a:off x="6550655" y="2868925"/>
                <a:ext cx="489205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schemeClr val="bg1"/>
                    </a:solidFill>
                    <a:cs typeface="Arial" pitchFamily="34" charset="0"/>
                  </a:rPr>
                  <a:t>02</a:t>
                </a:r>
                <a:endParaRPr lang="ko-KR" altLang="en-US" sz="12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D80526E5-2AF1-4B4F-B9E5-864DE189BB9B}"/>
                  </a:ext>
                </a:extLst>
              </p:cNvPr>
              <p:cNvSpPr txBox="1"/>
              <p:nvPr/>
            </p:nvSpPr>
            <p:spPr>
              <a:xfrm>
                <a:off x="7283150" y="2676838"/>
                <a:ext cx="98364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b="1" dirty="0">
                    <a:ln w="12700">
                      <a:noFill/>
                    </a:ln>
                    <a:solidFill>
                      <a:schemeClr val="accent3"/>
                    </a:solidFill>
                    <a:cs typeface="Arial" pitchFamily="34" charset="0"/>
                  </a:rPr>
                  <a:t>STEP 2</a:t>
                </a:r>
                <a:endParaRPr lang="ko-KR" altLang="en-US" b="1" dirty="0">
                  <a:ln w="12700">
                    <a:noFill/>
                  </a:ln>
                  <a:solidFill>
                    <a:schemeClr val="accent3"/>
                  </a:solidFill>
                  <a:cs typeface="Arial" pitchFamily="34" charset="0"/>
                </a:endParaRPr>
              </a:p>
            </p:txBody>
          </p:sp>
          <p:grpSp>
            <p:nvGrpSpPr>
              <p:cNvPr id="28" name="Group 85">
                <a:extLst>
                  <a:ext uri="{FF2B5EF4-FFF2-40B4-BE49-F238E27FC236}">
                    <a16:creationId xmlns:a16="http://schemas.microsoft.com/office/drawing/2014/main" xmlns="" id="{5425E8FE-989E-4E75-91EA-9038D8FE354D}"/>
                  </a:ext>
                </a:extLst>
              </p:cNvPr>
              <p:cNvGrpSpPr/>
              <p:nvPr/>
            </p:nvGrpSpPr>
            <p:grpSpPr>
              <a:xfrm>
                <a:off x="7283149" y="3086687"/>
                <a:ext cx="3732743" cy="772702"/>
                <a:chOff x="7395558" y="3484390"/>
                <a:chExt cx="3732743" cy="772702"/>
              </a:xfrm>
            </p:grpSpPr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xmlns="" id="{CAFF7193-9AB0-4CE8-9C9F-11074DB475B8}"/>
                    </a:ext>
                  </a:extLst>
                </p:cNvPr>
                <p:cNvSpPr txBox="1"/>
                <p:nvPr/>
              </p:nvSpPr>
              <p:spPr>
                <a:xfrm>
                  <a:off x="7395558" y="3484390"/>
                  <a:ext cx="3732743" cy="3139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80000"/>
                    </a:lnSpc>
                  </a:pPr>
                  <a:r>
                    <a:rPr lang="en-US" altLang="ko-KR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cs typeface="Arial" pitchFamily="34" charset="0"/>
                    </a:rPr>
                    <a:t>Simple Portfolio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xmlns="" id="{EC295525-1BA3-4B0B-BBDF-6779006DF723}"/>
                    </a:ext>
                  </a:extLst>
                </p:cNvPr>
                <p:cNvSpPr txBox="1"/>
                <p:nvPr/>
              </p:nvSpPr>
              <p:spPr>
                <a:xfrm>
                  <a:off x="8201860" y="3795427"/>
                  <a:ext cx="292644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cs typeface="Arial" pitchFamily="34" charset="0"/>
                    </a:rPr>
                    <a:t>You can simply impress your audience and add a unique zing. </a:t>
                  </a:r>
                  <a:endPara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endParaRPr>
                </a:p>
              </p:txBody>
            </p:sp>
          </p:grpSp>
        </p:grpSp>
        <p:grpSp>
          <p:nvGrpSpPr>
            <p:cNvPr id="31" name="Group 95">
              <a:extLst>
                <a:ext uri="{FF2B5EF4-FFF2-40B4-BE49-F238E27FC236}">
                  <a16:creationId xmlns:a16="http://schemas.microsoft.com/office/drawing/2014/main" xmlns="" id="{995DB635-FE0F-43AA-827F-F164A9449FD1}"/>
                </a:ext>
              </a:extLst>
            </p:cNvPr>
            <p:cNvGrpSpPr/>
            <p:nvPr/>
          </p:nvGrpSpPr>
          <p:grpSpPr>
            <a:xfrm>
              <a:off x="6529062" y="3954605"/>
              <a:ext cx="4486830" cy="1182551"/>
              <a:chOff x="6529062" y="3795799"/>
              <a:chExt cx="4486830" cy="1182551"/>
            </a:xfrm>
          </p:grpSpPr>
          <p:sp>
            <p:nvSpPr>
              <p:cNvPr id="32" name="Rectangle: Rounded Corners 43">
                <a:extLst>
                  <a:ext uri="{FF2B5EF4-FFF2-40B4-BE49-F238E27FC236}">
                    <a16:creationId xmlns:a16="http://schemas.microsoft.com/office/drawing/2014/main" xmlns="" id="{0365C424-4F48-47E5-87A3-BB5D68887582}"/>
                  </a:ext>
                </a:extLst>
              </p:cNvPr>
              <p:cNvSpPr/>
              <p:nvPr/>
            </p:nvSpPr>
            <p:spPr>
              <a:xfrm>
                <a:off x="6529062" y="3862978"/>
                <a:ext cx="526816" cy="526814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="" id="{98160955-33DA-4F20-A3D8-5D6D830DE403}"/>
                  </a:ext>
                </a:extLst>
              </p:cNvPr>
              <p:cNvSpPr txBox="1"/>
              <p:nvPr/>
            </p:nvSpPr>
            <p:spPr>
              <a:xfrm>
                <a:off x="6550655" y="3987886"/>
                <a:ext cx="489205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schemeClr val="bg1"/>
                    </a:solidFill>
                    <a:cs typeface="Arial" pitchFamily="34" charset="0"/>
                  </a:rPr>
                  <a:t>03</a:t>
                </a:r>
                <a:endParaRPr lang="ko-KR" altLang="en-US" sz="12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xmlns="" id="{BB1D41B2-3AF0-42D6-8C5B-9C5B7FD01E5B}"/>
                  </a:ext>
                </a:extLst>
              </p:cNvPr>
              <p:cNvSpPr txBox="1"/>
              <p:nvPr/>
            </p:nvSpPr>
            <p:spPr>
              <a:xfrm>
                <a:off x="7283150" y="3795799"/>
                <a:ext cx="98364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b="1" dirty="0">
                    <a:ln w="12700">
                      <a:noFill/>
                    </a:ln>
                    <a:solidFill>
                      <a:schemeClr val="accent2"/>
                    </a:solidFill>
                    <a:cs typeface="Arial" pitchFamily="34" charset="0"/>
                  </a:rPr>
                  <a:t>STEP 3</a:t>
                </a:r>
                <a:endParaRPr lang="ko-KR" altLang="en-US" b="1" dirty="0">
                  <a:ln w="12700">
                    <a:noFill/>
                  </a:ln>
                  <a:solidFill>
                    <a:schemeClr val="accent2"/>
                  </a:solidFill>
                  <a:cs typeface="Arial" pitchFamily="34" charset="0"/>
                </a:endParaRPr>
              </a:p>
            </p:txBody>
          </p:sp>
          <p:grpSp>
            <p:nvGrpSpPr>
              <p:cNvPr id="35" name="Group 86">
                <a:extLst>
                  <a:ext uri="{FF2B5EF4-FFF2-40B4-BE49-F238E27FC236}">
                    <a16:creationId xmlns:a16="http://schemas.microsoft.com/office/drawing/2014/main" xmlns="" id="{8AAFFCED-0D63-4FD4-8FB9-57BE18312D4B}"/>
                  </a:ext>
                </a:extLst>
              </p:cNvPr>
              <p:cNvGrpSpPr/>
              <p:nvPr/>
            </p:nvGrpSpPr>
            <p:grpSpPr>
              <a:xfrm>
                <a:off x="7283149" y="4208544"/>
                <a:ext cx="3732743" cy="769806"/>
                <a:chOff x="7395558" y="4690402"/>
                <a:chExt cx="3732743" cy="769806"/>
              </a:xfrm>
            </p:grpSpPr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xmlns="" id="{30551453-7ECE-4AA5-9FFF-D7F17171B1FD}"/>
                    </a:ext>
                  </a:extLst>
                </p:cNvPr>
                <p:cNvSpPr txBox="1"/>
                <p:nvPr/>
              </p:nvSpPr>
              <p:spPr>
                <a:xfrm>
                  <a:off x="7395558" y="4690402"/>
                  <a:ext cx="3732743" cy="3139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80000"/>
                    </a:lnSpc>
                  </a:pPr>
                  <a:r>
                    <a:rPr lang="en-US" altLang="ko-KR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cs typeface="Arial" pitchFamily="34" charset="0"/>
                    </a:rPr>
                    <a:t>Portfolio Presentation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xmlns="" id="{CCCAEC70-22AB-4F59-84E7-34C469F5A399}"/>
                    </a:ext>
                  </a:extLst>
                </p:cNvPr>
                <p:cNvSpPr txBox="1"/>
                <p:nvPr/>
              </p:nvSpPr>
              <p:spPr>
                <a:xfrm>
                  <a:off x="8201860" y="4998543"/>
                  <a:ext cx="292644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cs typeface="Arial" pitchFamily="34" charset="0"/>
                    </a:rPr>
                    <a:t>You can simply impress your audience and add a unique zing. </a:t>
                  </a:r>
                  <a:endPara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endParaRPr>
                </a:p>
              </p:txBody>
            </p:sp>
          </p:grpSp>
        </p:grpSp>
        <p:grpSp>
          <p:nvGrpSpPr>
            <p:cNvPr id="38" name="Group 92">
              <a:extLst>
                <a:ext uri="{FF2B5EF4-FFF2-40B4-BE49-F238E27FC236}">
                  <a16:creationId xmlns:a16="http://schemas.microsoft.com/office/drawing/2014/main" xmlns="" id="{C65CD407-AACE-44A3-96C5-EAA5709897A9}"/>
                </a:ext>
              </a:extLst>
            </p:cNvPr>
            <p:cNvGrpSpPr/>
            <p:nvPr/>
          </p:nvGrpSpPr>
          <p:grpSpPr>
            <a:xfrm>
              <a:off x="6539269" y="5152968"/>
              <a:ext cx="4484043" cy="1187934"/>
              <a:chOff x="6531849" y="4914760"/>
              <a:chExt cx="4484043" cy="1187934"/>
            </a:xfrm>
          </p:grpSpPr>
          <p:sp>
            <p:nvSpPr>
              <p:cNvPr id="39" name="Rectangle: Rounded Corners 44">
                <a:extLst>
                  <a:ext uri="{FF2B5EF4-FFF2-40B4-BE49-F238E27FC236}">
                    <a16:creationId xmlns:a16="http://schemas.microsoft.com/office/drawing/2014/main" xmlns="" id="{116CBDC2-E201-4DED-A9CB-99759216ADC4}"/>
                  </a:ext>
                </a:extLst>
              </p:cNvPr>
              <p:cNvSpPr/>
              <p:nvPr/>
            </p:nvSpPr>
            <p:spPr>
              <a:xfrm>
                <a:off x="6531849" y="4981939"/>
                <a:ext cx="526816" cy="52681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="" id="{D7E8D0A7-D4E7-4097-BC7F-6DAF27D4074C}"/>
                  </a:ext>
                </a:extLst>
              </p:cNvPr>
              <p:cNvSpPr txBox="1"/>
              <p:nvPr/>
            </p:nvSpPr>
            <p:spPr>
              <a:xfrm>
                <a:off x="6550655" y="5106847"/>
                <a:ext cx="489205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schemeClr val="bg1"/>
                    </a:solidFill>
                    <a:cs typeface="Arial" pitchFamily="34" charset="0"/>
                  </a:rPr>
                  <a:t>04</a:t>
                </a:r>
                <a:endParaRPr lang="ko-KR" altLang="en-US" sz="12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xmlns="" id="{19532252-0B9B-4CCC-85E0-2D9D8C0FCCE8}"/>
                  </a:ext>
                </a:extLst>
              </p:cNvPr>
              <p:cNvSpPr txBox="1"/>
              <p:nvPr/>
            </p:nvSpPr>
            <p:spPr>
              <a:xfrm>
                <a:off x="7283150" y="4914760"/>
                <a:ext cx="983640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b="1" dirty="0">
                    <a:ln w="12700">
                      <a:noFill/>
                    </a:ln>
                    <a:solidFill>
                      <a:schemeClr val="accent1"/>
                    </a:solidFill>
                    <a:cs typeface="Arial" pitchFamily="34" charset="0"/>
                  </a:rPr>
                  <a:t>STEP 4</a:t>
                </a:r>
                <a:endParaRPr lang="ko-KR" altLang="en-US" b="1" dirty="0">
                  <a:ln w="12700">
                    <a:noFill/>
                  </a:ln>
                  <a:solidFill>
                    <a:schemeClr val="accent1"/>
                  </a:solidFill>
                  <a:cs typeface="Arial" pitchFamily="34" charset="0"/>
                </a:endParaRPr>
              </a:p>
            </p:txBody>
          </p:sp>
          <p:grpSp>
            <p:nvGrpSpPr>
              <p:cNvPr id="42" name="Group 87">
                <a:extLst>
                  <a:ext uri="{FF2B5EF4-FFF2-40B4-BE49-F238E27FC236}">
                    <a16:creationId xmlns:a16="http://schemas.microsoft.com/office/drawing/2014/main" xmlns="" id="{9920302E-70B3-4050-8682-B38978CABFF5}"/>
                  </a:ext>
                </a:extLst>
              </p:cNvPr>
              <p:cNvGrpSpPr/>
              <p:nvPr/>
            </p:nvGrpSpPr>
            <p:grpSpPr>
              <a:xfrm>
                <a:off x="7283149" y="5327097"/>
                <a:ext cx="3732743" cy="775597"/>
                <a:chOff x="7395558" y="5896116"/>
                <a:chExt cx="3732743" cy="775597"/>
              </a:xfrm>
            </p:grpSpPr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xmlns="" id="{DC3BE5AD-357E-4A41-B36E-0FFACF3A08A5}"/>
                    </a:ext>
                  </a:extLst>
                </p:cNvPr>
                <p:cNvSpPr txBox="1"/>
                <p:nvPr/>
              </p:nvSpPr>
              <p:spPr>
                <a:xfrm>
                  <a:off x="7395558" y="5896116"/>
                  <a:ext cx="3732743" cy="3139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80000"/>
                    </a:lnSpc>
                  </a:pPr>
                  <a:r>
                    <a:rPr lang="en-US" altLang="ko-KR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cs typeface="Arial" pitchFamily="34" charset="0"/>
                    </a:rPr>
                    <a:t>Simple Portfolio Presentation</a:t>
                  </a: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xmlns="" id="{C215DE68-34D1-49C7-BBE9-AA1BC9B61479}"/>
                    </a:ext>
                  </a:extLst>
                </p:cNvPr>
                <p:cNvSpPr txBox="1"/>
                <p:nvPr/>
              </p:nvSpPr>
              <p:spPr>
                <a:xfrm>
                  <a:off x="8201860" y="6210048"/>
                  <a:ext cx="292644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cs typeface="Arial" pitchFamily="34" charset="0"/>
                    </a:rPr>
                    <a:t>You can simply impress your audience and add a unique zing. </a:t>
                  </a:r>
                  <a:endParaRPr lang="ko-KR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693104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xmlns="" id="{B4195A92-8DFB-44AF-A39F-1498BB75D107}"/>
              </a:ext>
            </a:extLst>
          </p:cNvPr>
          <p:cNvGrpSpPr/>
          <p:nvPr/>
        </p:nvGrpSpPr>
        <p:grpSpPr>
          <a:xfrm>
            <a:off x="4709233" y="1475188"/>
            <a:ext cx="2773533" cy="3741423"/>
            <a:chOff x="4627391" y="760813"/>
            <a:chExt cx="2773533" cy="3741423"/>
          </a:xfrm>
        </p:grpSpPr>
        <p:sp>
          <p:nvSpPr>
            <p:cNvPr id="7" name="Freeform: Shape 134">
              <a:extLst>
                <a:ext uri="{FF2B5EF4-FFF2-40B4-BE49-F238E27FC236}">
                  <a16:creationId xmlns:a16="http://schemas.microsoft.com/office/drawing/2014/main" xmlns="" id="{798F3F11-9BAE-465B-8DAF-2F5988D43D7D}"/>
                </a:ext>
              </a:extLst>
            </p:cNvPr>
            <p:cNvSpPr/>
            <p:nvPr/>
          </p:nvSpPr>
          <p:spPr>
            <a:xfrm>
              <a:off x="6892581" y="760813"/>
              <a:ext cx="203338" cy="81335"/>
            </a:xfrm>
            <a:custGeom>
              <a:avLst/>
              <a:gdLst>
                <a:gd name="connsiteX0" fmla="*/ 45244 w 47625"/>
                <a:gd name="connsiteY0" fmla="*/ 13811 h 19050"/>
                <a:gd name="connsiteX1" fmla="*/ 45244 w 47625"/>
                <a:gd name="connsiteY1" fmla="*/ 13811 h 19050"/>
                <a:gd name="connsiteX2" fmla="*/ 38576 w 47625"/>
                <a:gd name="connsiteY2" fmla="*/ 20479 h 19050"/>
                <a:gd name="connsiteX3" fmla="*/ 13811 w 47625"/>
                <a:gd name="connsiteY3" fmla="*/ 20479 h 19050"/>
                <a:gd name="connsiteX4" fmla="*/ 7144 w 47625"/>
                <a:gd name="connsiteY4" fmla="*/ 13811 h 19050"/>
                <a:gd name="connsiteX5" fmla="*/ 7144 w 47625"/>
                <a:gd name="connsiteY5" fmla="*/ 13811 h 19050"/>
                <a:gd name="connsiteX6" fmla="*/ 13811 w 47625"/>
                <a:gd name="connsiteY6" fmla="*/ 7144 h 19050"/>
                <a:gd name="connsiteX7" fmla="*/ 38576 w 47625"/>
                <a:gd name="connsiteY7" fmla="*/ 7144 h 19050"/>
                <a:gd name="connsiteX8" fmla="*/ 45244 w 47625"/>
                <a:gd name="connsiteY8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19050">
                  <a:moveTo>
                    <a:pt x="45244" y="13811"/>
                  </a:moveTo>
                  <a:lnTo>
                    <a:pt x="45244" y="13811"/>
                  </a:lnTo>
                  <a:cubicBezTo>
                    <a:pt x="45244" y="17621"/>
                    <a:pt x="42386" y="20479"/>
                    <a:pt x="38576" y="20479"/>
                  </a:cubicBezTo>
                  <a:lnTo>
                    <a:pt x="13811" y="20479"/>
                  </a:lnTo>
                  <a:cubicBezTo>
                    <a:pt x="10001" y="20479"/>
                    <a:pt x="7144" y="17621"/>
                    <a:pt x="7144" y="13811"/>
                  </a:cubicBezTo>
                  <a:lnTo>
                    <a:pt x="7144" y="13811"/>
                  </a:lnTo>
                  <a:cubicBezTo>
                    <a:pt x="7144" y="10001"/>
                    <a:pt x="10001" y="7144"/>
                    <a:pt x="13811" y="7144"/>
                  </a:cubicBezTo>
                  <a:lnTo>
                    <a:pt x="38576" y="7144"/>
                  </a:lnTo>
                  <a:cubicBezTo>
                    <a:pt x="42386" y="8096"/>
                    <a:pt x="45244" y="10954"/>
                    <a:pt x="45244" y="13811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135">
              <a:extLst>
                <a:ext uri="{FF2B5EF4-FFF2-40B4-BE49-F238E27FC236}">
                  <a16:creationId xmlns:a16="http://schemas.microsoft.com/office/drawing/2014/main" xmlns="" id="{D1FFBE33-9EC8-49E0-BA10-054779BEAF87}"/>
                </a:ext>
              </a:extLst>
            </p:cNvPr>
            <p:cNvSpPr/>
            <p:nvPr/>
          </p:nvSpPr>
          <p:spPr>
            <a:xfrm>
              <a:off x="7319589" y="1374892"/>
              <a:ext cx="81335" cy="203338"/>
            </a:xfrm>
            <a:custGeom>
              <a:avLst/>
              <a:gdLst>
                <a:gd name="connsiteX0" fmla="*/ 13811 w 19050"/>
                <a:gd name="connsiteY0" fmla="*/ 45244 h 47625"/>
                <a:gd name="connsiteX1" fmla="*/ 13811 w 19050"/>
                <a:gd name="connsiteY1" fmla="*/ 45244 h 47625"/>
                <a:gd name="connsiteX2" fmla="*/ 7144 w 19050"/>
                <a:gd name="connsiteY2" fmla="*/ 38576 h 47625"/>
                <a:gd name="connsiteX3" fmla="*/ 7144 w 19050"/>
                <a:gd name="connsiteY3" fmla="*/ 13811 h 47625"/>
                <a:gd name="connsiteX4" fmla="*/ 13811 w 19050"/>
                <a:gd name="connsiteY4" fmla="*/ 7144 h 47625"/>
                <a:gd name="connsiteX5" fmla="*/ 13811 w 19050"/>
                <a:gd name="connsiteY5" fmla="*/ 7144 h 47625"/>
                <a:gd name="connsiteX6" fmla="*/ 20479 w 19050"/>
                <a:gd name="connsiteY6" fmla="*/ 13811 h 47625"/>
                <a:gd name="connsiteX7" fmla="*/ 20479 w 19050"/>
                <a:gd name="connsiteY7" fmla="*/ 38576 h 47625"/>
                <a:gd name="connsiteX8" fmla="*/ 13811 w 19050"/>
                <a:gd name="connsiteY8" fmla="*/ 4524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47625">
                  <a:moveTo>
                    <a:pt x="13811" y="45244"/>
                  </a:moveTo>
                  <a:lnTo>
                    <a:pt x="13811" y="45244"/>
                  </a:lnTo>
                  <a:cubicBezTo>
                    <a:pt x="10001" y="45244"/>
                    <a:pt x="7144" y="42386"/>
                    <a:pt x="7144" y="38576"/>
                  </a:cubicBezTo>
                  <a:lnTo>
                    <a:pt x="7144" y="13811"/>
                  </a:lnTo>
                  <a:cubicBezTo>
                    <a:pt x="7144" y="10001"/>
                    <a:pt x="10001" y="7144"/>
                    <a:pt x="13811" y="7144"/>
                  </a:cubicBezTo>
                  <a:lnTo>
                    <a:pt x="13811" y="7144"/>
                  </a:lnTo>
                  <a:cubicBezTo>
                    <a:pt x="17621" y="7144"/>
                    <a:pt x="20479" y="10001"/>
                    <a:pt x="20479" y="13811"/>
                  </a:cubicBezTo>
                  <a:lnTo>
                    <a:pt x="20479" y="38576"/>
                  </a:lnTo>
                  <a:cubicBezTo>
                    <a:pt x="20479" y="42386"/>
                    <a:pt x="17621" y="45244"/>
                    <a:pt x="13811" y="452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136">
              <a:extLst>
                <a:ext uri="{FF2B5EF4-FFF2-40B4-BE49-F238E27FC236}">
                  <a16:creationId xmlns:a16="http://schemas.microsoft.com/office/drawing/2014/main" xmlns="" id="{94D2B989-C28E-4E4C-94C5-2391D4D1CC01}"/>
                </a:ext>
              </a:extLst>
            </p:cNvPr>
            <p:cNvSpPr/>
            <p:nvPr/>
          </p:nvSpPr>
          <p:spPr>
            <a:xfrm>
              <a:off x="7319589" y="1195954"/>
              <a:ext cx="81335" cy="203338"/>
            </a:xfrm>
            <a:custGeom>
              <a:avLst/>
              <a:gdLst>
                <a:gd name="connsiteX0" fmla="*/ 13811 w 19050"/>
                <a:gd name="connsiteY0" fmla="*/ 45244 h 47625"/>
                <a:gd name="connsiteX1" fmla="*/ 13811 w 19050"/>
                <a:gd name="connsiteY1" fmla="*/ 45244 h 47625"/>
                <a:gd name="connsiteX2" fmla="*/ 7144 w 19050"/>
                <a:gd name="connsiteY2" fmla="*/ 38576 h 47625"/>
                <a:gd name="connsiteX3" fmla="*/ 7144 w 19050"/>
                <a:gd name="connsiteY3" fmla="*/ 13811 h 47625"/>
                <a:gd name="connsiteX4" fmla="*/ 13811 w 19050"/>
                <a:gd name="connsiteY4" fmla="*/ 7144 h 47625"/>
                <a:gd name="connsiteX5" fmla="*/ 13811 w 19050"/>
                <a:gd name="connsiteY5" fmla="*/ 7144 h 47625"/>
                <a:gd name="connsiteX6" fmla="*/ 20479 w 19050"/>
                <a:gd name="connsiteY6" fmla="*/ 13811 h 47625"/>
                <a:gd name="connsiteX7" fmla="*/ 20479 w 19050"/>
                <a:gd name="connsiteY7" fmla="*/ 38576 h 47625"/>
                <a:gd name="connsiteX8" fmla="*/ 13811 w 19050"/>
                <a:gd name="connsiteY8" fmla="*/ 4524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47625">
                  <a:moveTo>
                    <a:pt x="13811" y="45244"/>
                  </a:moveTo>
                  <a:lnTo>
                    <a:pt x="13811" y="45244"/>
                  </a:lnTo>
                  <a:cubicBezTo>
                    <a:pt x="10001" y="45244"/>
                    <a:pt x="7144" y="42386"/>
                    <a:pt x="7144" y="38576"/>
                  </a:cubicBezTo>
                  <a:lnTo>
                    <a:pt x="7144" y="13811"/>
                  </a:lnTo>
                  <a:cubicBezTo>
                    <a:pt x="7144" y="10001"/>
                    <a:pt x="10001" y="7144"/>
                    <a:pt x="13811" y="7144"/>
                  </a:cubicBezTo>
                  <a:lnTo>
                    <a:pt x="13811" y="7144"/>
                  </a:lnTo>
                  <a:cubicBezTo>
                    <a:pt x="17621" y="7144"/>
                    <a:pt x="20479" y="10001"/>
                    <a:pt x="20479" y="13811"/>
                  </a:cubicBezTo>
                  <a:lnTo>
                    <a:pt x="20479" y="38576"/>
                  </a:lnTo>
                  <a:cubicBezTo>
                    <a:pt x="20479" y="42386"/>
                    <a:pt x="17621" y="45244"/>
                    <a:pt x="13811" y="452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137">
              <a:extLst>
                <a:ext uri="{FF2B5EF4-FFF2-40B4-BE49-F238E27FC236}">
                  <a16:creationId xmlns:a16="http://schemas.microsoft.com/office/drawing/2014/main" xmlns="" id="{F5CD3FC3-7A13-4150-BD48-72D0F2355D43}"/>
                </a:ext>
              </a:extLst>
            </p:cNvPr>
            <p:cNvSpPr/>
            <p:nvPr/>
          </p:nvSpPr>
          <p:spPr>
            <a:xfrm>
              <a:off x="4627391" y="789278"/>
              <a:ext cx="2765399" cy="3700756"/>
            </a:xfrm>
            <a:custGeom>
              <a:avLst/>
              <a:gdLst>
                <a:gd name="connsiteX0" fmla="*/ 611029 w 647700"/>
                <a:gd name="connsiteY0" fmla="*/ 7144 h 866775"/>
                <a:gd name="connsiteX1" fmla="*/ 40481 w 647700"/>
                <a:gd name="connsiteY1" fmla="*/ 7144 h 866775"/>
                <a:gd name="connsiteX2" fmla="*/ 7144 w 647700"/>
                <a:gd name="connsiteY2" fmla="*/ 41434 h 866775"/>
                <a:gd name="connsiteX3" fmla="*/ 7144 w 647700"/>
                <a:gd name="connsiteY3" fmla="*/ 831056 h 866775"/>
                <a:gd name="connsiteX4" fmla="*/ 40481 w 647700"/>
                <a:gd name="connsiteY4" fmla="*/ 865346 h 866775"/>
                <a:gd name="connsiteX5" fmla="*/ 611029 w 647700"/>
                <a:gd name="connsiteY5" fmla="*/ 865346 h 866775"/>
                <a:gd name="connsiteX6" fmla="*/ 644366 w 647700"/>
                <a:gd name="connsiteY6" fmla="*/ 831056 h 866775"/>
                <a:gd name="connsiteX7" fmla="*/ 644366 w 647700"/>
                <a:gd name="connsiteY7" fmla="*/ 41434 h 866775"/>
                <a:gd name="connsiteX8" fmla="*/ 611029 w 647700"/>
                <a:gd name="connsiteY8" fmla="*/ 7144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7700" h="866775">
                  <a:moveTo>
                    <a:pt x="611029" y="7144"/>
                  </a:moveTo>
                  <a:lnTo>
                    <a:pt x="40481" y="7144"/>
                  </a:lnTo>
                  <a:cubicBezTo>
                    <a:pt x="22384" y="7144"/>
                    <a:pt x="7144" y="22384"/>
                    <a:pt x="7144" y="41434"/>
                  </a:cubicBezTo>
                  <a:lnTo>
                    <a:pt x="7144" y="831056"/>
                  </a:lnTo>
                  <a:cubicBezTo>
                    <a:pt x="7144" y="850106"/>
                    <a:pt x="22384" y="865346"/>
                    <a:pt x="40481" y="865346"/>
                  </a:cubicBezTo>
                  <a:lnTo>
                    <a:pt x="611029" y="865346"/>
                  </a:lnTo>
                  <a:cubicBezTo>
                    <a:pt x="629126" y="865346"/>
                    <a:pt x="644366" y="850106"/>
                    <a:pt x="644366" y="831056"/>
                  </a:cubicBezTo>
                  <a:lnTo>
                    <a:pt x="644366" y="41434"/>
                  </a:lnTo>
                  <a:cubicBezTo>
                    <a:pt x="644366" y="23336"/>
                    <a:pt x="629126" y="7144"/>
                    <a:pt x="611029" y="71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38">
              <a:extLst>
                <a:ext uri="{FF2B5EF4-FFF2-40B4-BE49-F238E27FC236}">
                  <a16:creationId xmlns:a16="http://schemas.microsoft.com/office/drawing/2014/main" xmlns="" id="{5FE8CEAC-2D96-4972-8196-98FF31452421}"/>
                </a:ext>
              </a:extLst>
            </p:cNvPr>
            <p:cNvSpPr/>
            <p:nvPr/>
          </p:nvSpPr>
          <p:spPr>
            <a:xfrm>
              <a:off x="4639593" y="801480"/>
              <a:ext cx="2724732" cy="3700756"/>
            </a:xfrm>
            <a:custGeom>
              <a:avLst/>
              <a:gdLst>
                <a:gd name="connsiteX0" fmla="*/ 605314 w 638175"/>
                <a:gd name="connsiteY0" fmla="*/ 7144 h 866775"/>
                <a:gd name="connsiteX1" fmla="*/ 40481 w 638175"/>
                <a:gd name="connsiteY1" fmla="*/ 7144 h 866775"/>
                <a:gd name="connsiteX2" fmla="*/ 7144 w 638175"/>
                <a:gd name="connsiteY2" fmla="*/ 41434 h 866775"/>
                <a:gd name="connsiteX3" fmla="*/ 7144 w 638175"/>
                <a:gd name="connsiteY3" fmla="*/ 826294 h 866775"/>
                <a:gd name="connsiteX4" fmla="*/ 40481 w 638175"/>
                <a:gd name="connsiteY4" fmla="*/ 860584 h 866775"/>
                <a:gd name="connsiteX5" fmla="*/ 604361 w 638175"/>
                <a:gd name="connsiteY5" fmla="*/ 860584 h 866775"/>
                <a:gd name="connsiteX6" fmla="*/ 637699 w 638175"/>
                <a:gd name="connsiteY6" fmla="*/ 826294 h 866775"/>
                <a:gd name="connsiteX7" fmla="*/ 637699 w 638175"/>
                <a:gd name="connsiteY7" fmla="*/ 41434 h 866775"/>
                <a:gd name="connsiteX8" fmla="*/ 605314 w 638175"/>
                <a:gd name="connsiteY8" fmla="*/ 7144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8175" h="866775">
                  <a:moveTo>
                    <a:pt x="605314" y="7144"/>
                  </a:moveTo>
                  <a:lnTo>
                    <a:pt x="40481" y="7144"/>
                  </a:lnTo>
                  <a:cubicBezTo>
                    <a:pt x="22384" y="7144"/>
                    <a:pt x="7144" y="22384"/>
                    <a:pt x="7144" y="41434"/>
                  </a:cubicBezTo>
                  <a:lnTo>
                    <a:pt x="7144" y="826294"/>
                  </a:lnTo>
                  <a:cubicBezTo>
                    <a:pt x="7144" y="845344"/>
                    <a:pt x="22384" y="860584"/>
                    <a:pt x="40481" y="860584"/>
                  </a:cubicBezTo>
                  <a:lnTo>
                    <a:pt x="604361" y="860584"/>
                  </a:lnTo>
                  <a:cubicBezTo>
                    <a:pt x="622459" y="860584"/>
                    <a:pt x="637699" y="845344"/>
                    <a:pt x="637699" y="826294"/>
                  </a:cubicBezTo>
                  <a:lnTo>
                    <a:pt x="637699" y="41434"/>
                  </a:lnTo>
                  <a:cubicBezTo>
                    <a:pt x="637699" y="22384"/>
                    <a:pt x="623411" y="7144"/>
                    <a:pt x="605314" y="7144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xmlns="" id="{8EA4BBCF-868B-4EE0-8282-DC26D3C2F60B}"/>
                </a:ext>
              </a:extLst>
            </p:cNvPr>
            <p:cNvGrpSpPr/>
            <p:nvPr userDrawn="1"/>
          </p:nvGrpSpPr>
          <p:grpSpPr>
            <a:xfrm>
              <a:off x="4800601" y="1009650"/>
              <a:ext cx="2435248" cy="3163175"/>
              <a:chOff x="4920198" y="1122752"/>
              <a:chExt cx="2196053" cy="3050073"/>
            </a:xfrm>
          </p:grpSpPr>
          <p:sp>
            <p:nvSpPr>
              <p:cNvPr id="16" name="Freeform: Shape 139">
                <a:extLst>
                  <a:ext uri="{FF2B5EF4-FFF2-40B4-BE49-F238E27FC236}">
                    <a16:creationId xmlns:a16="http://schemas.microsoft.com/office/drawing/2014/main" xmlns="" id="{27B9A03B-B0A8-4B71-A396-7066C6ACD763}"/>
                  </a:ext>
                </a:extLst>
              </p:cNvPr>
              <p:cNvSpPr/>
              <p:nvPr/>
            </p:nvSpPr>
            <p:spPr>
              <a:xfrm>
                <a:off x="4920198" y="1122752"/>
                <a:ext cx="2196053" cy="3050073"/>
              </a:xfrm>
              <a:custGeom>
                <a:avLst/>
                <a:gdLst>
                  <a:gd name="connsiteX0" fmla="*/ 7144 w 514350"/>
                  <a:gd name="connsiteY0" fmla="*/ 7144 h 714375"/>
                  <a:gd name="connsiteX1" fmla="*/ 508159 w 514350"/>
                  <a:gd name="connsiteY1" fmla="*/ 7144 h 714375"/>
                  <a:gd name="connsiteX2" fmla="*/ 508159 w 514350"/>
                  <a:gd name="connsiteY2" fmla="*/ 711041 h 714375"/>
                  <a:gd name="connsiteX3" fmla="*/ 7144 w 514350"/>
                  <a:gd name="connsiteY3" fmla="*/ 711041 h 714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4350" h="714375">
                    <a:moveTo>
                      <a:pt x="7144" y="7144"/>
                    </a:moveTo>
                    <a:lnTo>
                      <a:pt x="508159" y="7144"/>
                    </a:lnTo>
                    <a:lnTo>
                      <a:pt x="508159" y="711041"/>
                    </a:lnTo>
                    <a:lnTo>
                      <a:pt x="7144" y="711041"/>
                    </a:lnTo>
                    <a:close/>
                  </a:path>
                </a:pathLst>
              </a:custGeom>
              <a:solidFill>
                <a:srgbClr val="F2F2F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" name="Freeform: Shape 140">
                <a:extLst>
                  <a:ext uri="{FF2B5EF4-FFF2-40B4-BE49-F238E27FC236}">
                    <a16:creationId xmlns:a16="http://schemas.microsoft.com/office/drawing/2014/main" xmlns="" id="{00F8B446-4F97-4DA5-9C7E-24285F7D4392}"/>
                  </a:ext>
                </a:extLst>
              </p:cNvPr>
              <p:cNvSpPr/>
              <p:nvPr/>
            </p:nvSpPr>
            <p:spPr>
              <a:xfrm>
                <a:off x="5650008" y="1151663"/>
                <a:ext cx="1446222" cy="3011495"/>
              </a:xfrm>
              <a:custGeom>
                <a:avLst/>
                <a:gdLst>
                  <a:gd name="connsiteX0" fmla="*/ 614149 w 1119116"/>
                  <a:gd name="connsiteY0" fmla="*/ 0 h 2330356"/>
                  <a:gd name="connsiteX1" fmla="*/ 1115704 w 1119116"/>
                  <a:gd name="connsiteY1" fmla="*/ 6824 h 2330356"/>
                  <a:gd name="connsiteX2" fmla="*/ 1119116 w 1119116"/>
                  <a:gd name="connsiteY2" fmla="*/ 2330356 h 2330356"/>
                  <a:gd name="connsiteX3" fmla="*/ 0 w 1119116"/>
                  <a:gd name="connsiteY3" fmla="*/ 2330356 h 2330356"/>
                  <a:gd name="connsiteX4" fmla="*/ 614149 w 1119116"/>
                  <a:gd name="connsiteY4" fmla="*/ 0 h 2330356"/>
                  <a:gd name="connsiteX0" fmla="*/ 614149 w 1119116"/>
                  <a:gd name="connsiteY0" fmla="*/ 0 h 2330356"/>
                  <a:gd name="connsiteX1" fmla="*/ 1115704 w 1119116"/>
                  <a:gd name="connsiteY1" fmla="*/ 3412 h 2330356"/>
                  <a:gd name="connsiteX2" fmla="*/ 1119116 w 1119116"/>
                  <a:gd name="connsiteY2" fmla="*/ 2330356 h 2330356"/>
                  <a:gd name="connsiteX3" fmla="*/ 0 w 1119116"/>
                  <a:gd name="connsiteY3" fmla="*/ 2330356 h 2330356"/>
                  <a:gd name="connsiteX4" fmla="*/ 614149 w 1119116"/>
                  <a:gd name="connsiteY4" fmla="*/ 0 h 2330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9116" h="2330356">
                    <a:moveTo>
                      <a:pt x="614149" y="0"/>
                    </a:moveTo>
                    <a:lnTo>
                      <a:pt x="1115704" y="3412"/>
                    </a:lnTo>
                    <a:cubicBezTo>
                      <a:pt x="1116841" y="777923"/>
                      <a:pt x="1117979" y="1555845"/>
                      <a:pt x="1119116" y="2330356"/>
                    </a:cubicBezTo>
                    <a:lnTo>
                      <a:pt x="0" y="2330356"/>
                    </a:lnTo>
                    <a:lnTo>
                      <a:pt x="614149" y="0"/>
                    </a:lnTo>
                    <a:close/>
                  </a:path>
                </a:pathLst>
              </a:custGeom>
              <a:solidFill>
                <a:srgbClr val="999999">
                  <a:alpha val="1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41">
              <a:extLst>
                <a:ext uri="{FF2B5EF4-FFF2-40B4-BE49-F238E27FC236}">
                  <a16:creationId xmlns:a16="http://schemas.microsoft.com/office/drawing/2014/main" xmlns="" id="{34C27827-5556-4D47-9069-948DF7108433}"/>
                </a:ext>
              </a:extLst>
            </p:cNvPr>
            <p:cNvGrpSpPr/>
            <p:nvPr/>
          </p:nvGrpSpPr>
          <p:grpSpPr>
            <a:xfrm>
              <a:off x="5928716" y="4246271"/>
              <a:ext cx="146484" cy="146484"/>
              <a:chOff x="6768693" y="6038239"/>
              <a:chExt cx="147969" cy="147969"/>
            </a:xfrm>
          </p:grpSpPr>
          <p:sp>
            <p:nvSpPr>
              <p:cNvPr id="14" name="Oval 142">
                <a:extLst>
                  <a:ext uri="{FF2B5EF4-FFF2-40B4-BE49-F238E27FC236}">
                    <a16:creationId xmlns:a16="http://schemas.microsoft.com/office/drawing/2014/main" xmlns="" id="{FDBE2A38-9275-493B-AF07-AB9A3C6A73DB}"/>
                  </a:ext>
                </a:extLst>
              </p:cNvPr>
              <p:cNvSpPr/>
              <p:nvPr/>
            </p:nvSpPr>
            <p:spPr>
              <a:xfrm>
                <a:off x="6768693" y="6038239"/>
                <a:ext cx="147969" cy="147969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3">
                <a:extLst>
                  <a:ext uri="{FF2B5EF4-FFF2-40B4-BE49-F238E27FC236}">
                    <a16:creationId xmlns:a16="http://schemas.microsoft.com/office/drawing/2014/main" xmlns="" id="{9A5334BF-8E9C-433F-BEA4-732523AAEDBE}"/>
                  </a:ext>
                </a:extLst>
              </p:cNvPr>
              <p:cNvSpPr/>
              <p:nvPr/>
            </p:nvSpPr>
            <p:spPr>
              <a:xfrm>
                <a:off x="6802088" y="6071634"/>
                <a:ext cx="81180" cy="811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xmlns="" id="{A6650A49-F015-4607-A5D3-B8834D218A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</a:p>
        </p:txBody>
      </p:sp>
      <p:grpSp>
        <p:nvGrpSpPr>
          <p:cNvPr id="28" name="Group 35">
            <a:extLst>
              <a:ext uri="{FF2B5EF4-FFF2-40B4-BE49-F238E27FC236}">
                <a16:creationId xmlns:a16="http://schemas.microsoft.com/office/drawing/2014/main" xmlns="" id="{B822C37C-C84C-4C39-9FF1-B42BCCDD07F9}"/>
              </a:ext>
            </a:extLst>
          </p:cNvPr>
          <p:cNvGrpSpPr/>
          <p:nvPr/>
        </p:nvGrpSpPr>
        <p:grpSpPr>
          <a:xfrm>
            <a:off x="860079" y="5395549"/>
            <a:ext cx="10471842" cy="1028164"/>
            <a:chOff x="356293" y="3271893"/>
            <a:chExt cx="2645972" cy="102816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130058F3-414F-4694-8308-C765A64F375A}"/>
                </a:ext>
              </a:extLst>
            </p:cNvPr>
            <p:cNvSpPr txBox="1"/>
            <p:nvPr/>
          </p:nvSpPr>
          <p:spPr>
            <a:xfrm>
              <a:off x="356293" y="3271893"/>
              <a:ext cx="26459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accent1"/>
                  </a:solidFill>
                  <a:cs typeface="Arial" pitchFamily="34" charset="0"/>
                </a:rPr>
                <a:t>Simply Impress Your Audience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BB5C16BA-BBBD-4D0E-BFDA-DCFABA8F8FFC}"/>
                </a:ext>
              </a:extLst>
            </p:cNvPr>
            <p:cNvSpPr txBox="1"/>
            <p:nvPr/>
          </p:nvSpPr>
          <p:spPr>
            <a:xfrm>
              <a:off x="356293" y="3653726"/>
              <a:ext cx="26459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cs typeface="Arial" pitchFamily="34" charset="0"/>
                </a:rPr>
                <a:t>Get a modern PowerPoint  Presentation that is beautifully designed. I hope and I believe that this Template will your Time, Money and Reputation. Easy to change colors, photos.</a:t>
              </a:r>
              <a:r>
                <a:rPr lang="ko-KR" altLang="en-US" sz="1200" dirty="0">
                  <a:cs typeface="Arial" pitchFamily="34" charset="0"/>
                </a:rPr>
                <a:t>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cs typeface="Arial" pitchFamily="34" charset="0"/>
                </a:rPr>
                <a:t>I hope and I believe that this Template will your Time, Money and Reputation. Get a modern PowerPoint  Presentation that is beautifully designed. 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4" name="그림 개체 틀 3">
            <a:extLst>
              <a:ext uri="{FF2B5EF4-FFF2-40B4-BE49-F238E27FC236}">
                <a16:creationId xmlns:a16="http://schemas.microsoft.com/office/drawing/2014/main" xmlns="" id="{B39A27DA-F3C7-4397-9C0F-E4CFE95E8A0F}"/>
              </a:ext>
            </a:extLst>
          </p:cNvPr>
          <p:cNvSpPr>
            <a:spLocks noGrp="1"/>
          </p:cNvSpPr>
          <p:nvPr>
            <p:ph type="pic" idx="14"/>
          </p:nvPr>
        </p:nvSpPr>
        <p:spPr/>
      </p:sp>
      <p:sp>
        <p:nvSpPr>
          <p:cNvPr id="18" name="그림 개체 틀 17">
            <a:extLst>
              <a:ext uri="{FF2B5EF4-FFF2-40B4-BE49-F238E27FC236}">
                <a16:creationId xmlns:a16="http://schemas.microsoft.com/office/drawing/2014/main" xmlns="" id="{10348BA7-1A51-4A58-84D7-9C323EB95524}"/>
              </a:ext>
            </a:extLst>
          </p:cNvPr>
          <p:cNvSpPr>
            <a:spLocks noGrp="1"/>
          </p:cNvSpPr>
          <p:nvPr>
            <p:ph type="pic" idx="15"/>
          </p:nvPr>
        </p:nvSpPr>
        <p:spPr/>
      </p:sp>
      <p:sp>
        <p:nvSpPr>
          <p:cNvPr id="20" name="그림 개체 틀 19">
            <a:extLst>
              <a:ext uri="{FF2B5EF4-FFF2-40B4-BE49-F238E27FC236}">
                <a16:creationId xmlns:a16="http://schemas.microsoft.com/office/drawing/2014/main" xmlns="" id="{E8E5640B-1126-41CC-9D20-4030C5B52538}"/>
              </a:ext>
            </a:extLst>
          </p:cNvPr>
          <p:cNvSpPr>
            <a:spLocks noGrp="1"/>
          </p:cNvSpPr>
          <p:nvPr>
            <p:ph type="pic" idx="16"/>
          </p:nvPr>
        </p:nvSpPr>
        <p:spPr/>
      </p:sp>
    </p:spTree>
    <p:extLst>
      <p:ext uri="{BB962C8B-B14F-4D97-AF65-F5344CB8AC3E}">
        <p14:creationId xmlns:p14="http://schemas.microsoft.com/office/powerpoint/2010/main" val="608993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aphicFrame>
        <p:nvGraphicFramePr>
          <p:cNvPr id="112" name="Table 3">
            <a:extLst>
              <a:ext uri="{FF2B5EF4-FFF2-40B4-BE49-F238E27FC236}">
                <a16:creationId xmlns:a16="http://schemas.microsoft.com/office/drawing/2014/main" xmlns="" id="{2A6B567D-1A0D-4DBB-A6A5-8537E84E8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234609"/>
              </p:ext>
            </p:extLst>
          </p:nvPr>
        </p:nvGraphicFramePr>
        <p:xfrm>
          <a:off x="798268" y="1484048"/>
          <a:ext cx="10595465" cy="4851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3781">
                  <a:extLst>
                    <a:ext uri="{9D8B030D-6E8A-4147-A177-3AD203B41FA5}">
                      <a16:colId xmlns:a16="http://schemas.microsoft.com/office/drawing/2014/main" xmlns="" val="3565211891"/>
                    </a:ext>
                  </a:extLst>
                </a:gridCol>
                <a:gridCol w="2397921">
                  <a:extLst>
                    <a:ext uri="{9D8B030D-6E8A-4147-A177-3AD203B41FA5}">
                      <a16:colId xmlns:a16="http://schemas.microsoft.com/office/drawing/2014/main" xmlns="" val="2252824017"/>
                    </a:ext>
                  </a:extLst>
                </a:gridCol>
                <a:gridCol w="2397921">
                  <a:extLst>
                    <a:ext uri="{9D8B030D-6E8A-4147-A177-3AD203B41FA5}">
                      <a16:colId xmlns:a16="http://schemas.microsoft.com/office/drawing/2014/main" xmlns="" val="922394331"/>
                    </a:ext>
                  </a:extLst>
                </a:gridCol>
                <a:gridCol w="2397921">
                  <a:extLst>
                    <a:ext uri="{9D8B030D-6E8A-4147-A177-3AD203B41FA5}">
                      <a16:colId xmlns:a16="http://schemas.microsoft.com/office/drawing/2014/main" xmlns="" val="219075846"/>
                    </a:ext>
                  </a:extLst>
                </a:gridCol>
                <a:gridCol w="2397921">
                  <a:extLst>
                    <a:ext uri="{9D8B030D-6E8A-4147-A177-3AD203B41FA5}">
                      <a16:colId xmlns:a16="http://schemas.microsoft.com/office/drawing/2014/main" xmlns="" val="40876830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MORNING CLASSES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EVENING CLASSES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6872945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MON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  9:00~10:00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11:00~12:00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Arial" pitchFamily="34" charset="0"/>
                      </a:endParaRPr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Arial" pitchFamily="34" charset="0"/>
                        </a:rPr>
                        <a:t>Contents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Arial" pitchFamily="34" charset="0"/>
                      </a:endParaRPr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2:00~3:00</a:t>
                      </a:r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Text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Arial" pitchFamily="34" charset="0"/>
                      </a:endParaRPr>
                    </a:p>
                    <a:p>
                      <a:pPr algn="l"/>
                      <a:endParaRPr lang="en-US" sz="1200" dirty="0"/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6288422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TUE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  9:00~10:00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Arial" pitchFamily="34" charset="0"/>
                        </a:rPr>
                        <a:t>Contents</a:t>
                      </a:r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3:00~4:00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5:00~6:00</a:t>
                      </a:r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Arial" pitchFamily="34" charset="0"/>
                        </a:rPr>
                        <a:t>Contents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Arial" pitchFamily="34" charset="0"/>
                        </a:rPr>
                        <a:t>Presentations</a:t>
                      </a:r>
                      <a:endParaRPr lang="en-US" sz="1200" dirty="0"/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341336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WED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  9:00~10:00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  9:00~10:00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11:00~12:00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Arial" pitchFamily="34" charset="0"/>
                      </a:endParaRPr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Arial" pitchFamily="34" charset="0"/>
                        </a:rPr>
                        <a:t>Contents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Arial" pitchFamily="34" charset="0"/>
                        </a:rPr>
                        <a:t>Presentations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Text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Arial" pitchFamily="34" charset="0"/>
                      </a:endParaRPr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3:00~4:00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5:00~6:00</a:t>
                      </a:r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Arial" pitchFamily="34" charset="0"/>
                        </a:rPr>
                        <a:t>Contents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4376622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THU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  9:00~10:00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10:00~11:00</a:t>
                      </a:r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Arial" pitchFamily="34" charset="0"/>
                        </a:rPr>
                        <a:t>Contents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Arial" pitchFamily="34" charset="0"/>
                        </a:rPr>
                        <a:t>Presentations</a:t>
                      </a:r>
                      <a:endParaRPr lang="en-US" sz="1200" dirty="0"/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2:00~3:00</a:t>
                      </a:r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Arial" pitchFamily="34" charset="0"/>
                        </a:rPr>
                        <a:t>Presentations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66610829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FRI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10:00~11:00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11:00~12:00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Arial" pitchFamily="34" charset="0"/>
                      </a:endParaRPr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Arial" pitchFamily="34" charset="0"/>
                        </a:rPr>
                        <a:t>Presentations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Text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Arial" pitchFamily="34" charset="0"/>
                      </a:endParaRPr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2:00~3:00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3:00~4:00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5:00~6:00</a:t>
                      </a:r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Arial" pitchFamily="34" charset="0"/>
                        </a:rPr>
                        <a:t>Presentations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Arial" pitchFamily="34" charset="0"/>
                        </a:rPr>
                        <a:t>Contents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Text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Arial" pitchFamily="34" charset="0"/>
                      </a:endParaRPr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86800091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SAT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  9:00~10:00   10:00~11:00</a:t>
                      </a:r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Arial" pitchFamily="34" charset="0"/>
                        </a:rPr>
                        <a:t>Presentations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Contents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Arial" pitchFamily="34" charset="0"/>
                      </a:endParaRPr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3:00~4:00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Arial" pitchFamily="34" charset="0"/>
                      </a:endParaRPr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Arial" pitchFamily="34" charset="0"/>
                        </a:rPr>
                        <a:t>Contents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Arial" pitchFamily="34" charset="0"/>
                      </a:endParaRPr>
                    </a:p>
                  </a:txBody>
                  <a:tcPr marL="182880" marR="18288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11333625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SUN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Arial" pitchFamily="34" charset="0"/>
                        </a:rPr>
                        <a:t>Simple PowerPoint Presentation</a:t>
                      </a:r>
                      <a:endParaRPr lang="en-US" sz="1200" dirty="0"/>
                    </a:p>
                    <a:p>
                      <a:pPr algn="ctr"/>
                      <a:endParaRPr lang="en-US" sz="1200" dirty="0"/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US" sz="1200" dirty="0"/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56850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212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45" name="그래픽 2">
            <a:extLst>
              <a:ext uri="{FF2B5EF4-FFF2-40B4-BE49-F238E27FC236}">
                <a16:creationId xmlns:a16="http://schemas.microsoft.com/office/drawing/2014/main" xmlns="" id="{C089B1F9-FA6D-4E66-9D92-9604C7B6244C}"/>
              </a:ext>
            </a:extLst>
          </p:cNvPr>
          <p:cNvSpPr/>
          <p:nvPr/>
        </p:nvSpPr>
        <p:spPr>
          <a:xfrm>
            <a:off x="3808042" y="2480605"/>
            <a:ext cx="4575916" cy="2733582"/>
          </a:xfrm>
          <a:custGeom>
            <a:avLst/>
            <a:gdLst>
              <a:gd name="connsiteX0" fmla="*/ 11355735 w 11478418"/>
              <a:gd name="connsiteY0" fmla="*/ 539 h 6857032"/>
              <a:gd name="connsiteX1" fmla="*/ 11379073 w 11478418"/>
              <a:gd name="connsiteY1" fmla="*/ 29712 h 6857032"/>
              <a:gd name="connsiteX2" fmla="*/ 11438049 w 11478418"/>
              <a:gd name="connsiteY2" fmla="*/ 132223 h 6857032"/>
              <a:gd name="connsiteX3" fmla="*/ 11477724 w 11478418"/>
              <a:gd name="connsiteY3" fmla="*/ 498911 h 6857032"/>
              <a:gd name="connsiteX4" fmla="*/ 11384279 w 11478418"/>
              <a:gd name="connsiteY4" fmla="*/ 739479 h 6857032"/>
              <a:gd name="connsiteX5" fmla="*/ 11328895 w 11478418"/>
              <a:gd name="connsiteY5" fmla="*/ 797826 h 6857032"/>
              <a:gd name="connsiteX6" fmla="*/ 10851079 w 11478418"/>
              <a:gd name="connsiteY6" fmla="*/ 1288299 h 6857032"/>
              <a:gd name="connsiteX7" fmla="*/ 10400461 w 11478418"/>
              <a:gd name="connsiteY7" fmla="*/ 1736762 h 6857032"/>
              <a:gd name="connsiteX8" fmla="*/ 10093827 w 11478418"/>
              <a:gd name="connsiteY8" fmla="*/ 2017365 h 6857032"/>
              <a:gd name="connsiteX9" fmla="*/ 10009628 w 11478418"/>
              <a:gd name="connsiteY9" fmla="*/ 2138996 h 6857032"/>
              <a:gd name="connsiteX10" fmla="*/ 9907655 w 11478418"/>
              <a:gd name="connsiteY10" fmla="*/ 2638445 h 6857032"/>
              <a:gd name="connsiteX11" fmla="*/ 9822290 w 11478418"/>
              <a:gd name="connsiteY11" fmla="*/ 3331247 h 6857032"/>
              <a:gd name="connsiteX12" fmla="*/ 9878751 w 11478418"/>
              <a:gd name="connsiteY12" fmla="*/ 3664452 h 6857032"/>
              <a:gd name="connsiteX13" fmla="*/ 9943830 w 11478418"/>
              <a:gd name="connsiteY13" fmla="*/ 3869115 h 6857032"/>
              <a:gd name="connsiteX14" fmla="*/ 9951281 w 11478418"/>
              <a:gd name="connsiteY14" fmla="*/ 3889671 h 6857032"/>
              <a:gd name="connsiteX15" fmla="*/ 10067705 w 11478418"/>
              <a:gd name="connsiteY15" fmla="*/ 4126021 h 6857032"/>
              <a:gd name="connsiteX16" fmla="*/ 10163663 w 11478418"/>
              <a:gd name="connsiteY16" fmla="*/ 4440825 h 6857032"/>
              <a:gd name="connsiteX17" fmla="*/ 10172999 w 11478418"/>
              <a:gd name="connsiteY17" fmla="*/ 4478615 h 6857032"/>
              <a:gd name="connsiteX18" fmla="*/ 10158727 w 11478418"/>
              <a:gd name="connsiteY18" fmla="*/ 4484181 h 6857032"/>
              <a:gd name="connsiteX19" fmla="*/ 10076772 w 11478418"/>
              <a:gd name="connsiteY19" fmla="*/ 4296483 h 6857032"/>
              <a:gd name="connsiteX20" fmla="*/ 10072014 w 11478418"/>
              <a:gd name="connsiteY20" fmla="*/ 4296842 h 6857032"/>
              <a:gd name="connsiteX21" fmla="*/ 10080631 w 11478418"/>
              <a:gd name="connsiteY21" fmla="*/ 4399623 h 6857032"/>
              <a:gd name="connsiteX22" fmla="*/ 10006755 w 11478418"/>
              <a:gd name="connsiteY22" fmla="*/ 5046914 h 6857032"/>
              <a:gd name="connsiteX23" fmla="*/ 9826688 w 11478418"/>
              <a:gd name="connsiteY23" fmla="*/ 5731098 h 6857032"/>
              <a:gd name="connsiteX24" fmla="*/ 9853617 w 11478418"/>
              <a:gd name="connsiteY24" fmla="*/ 5822030 h 6857032"/>
              <a:gd name="connsiteX25" fmla="*/ 9919504 w 11478418"/>
              <a:gd name="connsiteY25" fmla="*/ 6014933 h 6857032"/>
              <a:gd name="connsiteX26" fmla="*/ 9925877 w 11478418"/>
              <a:gd name="connsiteY26" fmla="*/ 6181536 h 6857032"/>
              <a:gd name="connsiteX27" fmla="*/ 9942305 w 11478418"/>
              <a:gd name="connsiteY27" fmla="*/ 6282700 h 6857032"/>
              <a:gd name="connsiteX28" fmla="*/ 10015731 w 11478418"/>
              <a:gd name="connsiteY28" fmla="*/ 6521832 h 6857032"/>
              <a:gd name="connsiteX29" fmla="*/ 10037903 w 11478418"/>
              <a:gd name="connsiteY29" fmla="*/ 6630448 h 6857032"/>
              <a:gd name="connsiteX30" fmla="*/ 9991765 w 11478418"/>
              <a:gd name="connsiteY30" fmla="*/ 6690051 h 6857032"/>
              <a:gd name="connsiteX31" fmla="*/ 9983327 w 11478418"/>
              <a:gd name="connsiteY31" fmla="*/ 6781431 h 6857032"/>
              <a:gd name="connsiteX32" fmla="*/ 9856939 w 11478418"/>
              <a:gd name="connsiteY32" fmla="*/ 6855218 h 6857032"/>
              <a:gd name="connsiteX33" fmla="*/ 9824264 w 11478418"/>
              <a:gd name="connsiteY33" fmla="*/ 6850371 h 6857032"/>
              <a:gd name="connsiteX34" fmla="*/ 9756582 w 11478418"/>
              <a:gd name="connsiteY34" fmla="*/ 6743730 h 6857032"/>
              <a:gd name="connsiteX35" fmla="*/ 9709545 w 11478418"/>
              <a:gd name="connsiteY35" fmla="*/ 6512676 h 6857032"/>
              <a:gd name="connsiteX36" fmla="*/ 9694286 w 11478418"/>
              <a:gd name="connsiteY36" fmla="*/ 6380095 h 6857032"/>
              <a:gd name="connsiteX37" fmla="*/ 9687284 w 11478418"/>
              <a:gd name="connsiteY37" fmla="*/ 6341855 h 6857032"/>
              <a:gd name="connsiteX38" fmla="*/ 9671665 w 11478418"/>
              <a:gd name="connsiteY38" fmla="*/ 6258733 h 6857032"/>
              <a:gd name="connsiteX39" fmla="*/ 9597070 w 11478418"/>
              <a:gd name="connsiteY39" fmla="*/ 6145002 h 6857032"/>
              <a:gd name="connsiteX40" fmla="*/ 9452999 w 11478418"/>
              <a:gd name="connsiteY40" fmla="*/ 6041413 h 6857032"/>
              <a:gd name="connsiteX41" fmla="*/ 9376519 w 11478418"/>
              <a:gd name="connsiteY41" fmla="*/ 5935491 h 6857032"/>
              <a:gd name="connsiteX42" fmla="*/ 9357489 w 11478418"/>
              <a:gd name="connsiteY42" fmla="*/ 5855601 h 6857032"/>
              <a:gd name="connsiteX43" fmla="*/ 9314941 w 11478418"/>
              <a:gd name="connsiteY43" fmla="*/ 5816733 h 6857032"/>
              <a:gd name="connsiteX44" fmla="*/ 9134335 w 11478418"/>
              <a:gd name="connsiteY44" fmla="*/ 5875529 h 6857032"/>
              <a:gd name="connsiteX45" fmla="*/ 8966835 w 11478418"/>
              <a:gd name="connsiteY45" fmla="*/ 6000750 h 6857032"/>
              <a:gd name="connsiteX46" fmla="*/ 8890086 w 11478418"/>
              <a:gd name="connsiteY46" fmla="*/ 6032976 h 6857032"/>
              <a:gd name="connsiteX47" fmla="*/ 8668458 w 11478418"/>
              <a:gd name="connsiteY47" fmla="*/ 5901381 h 6857032"/>
              <a:gd name="connsiteX48" fmla="*/ 8584079 w 11478418"/>
              <a:gd name="connsiteY48" fmla="*/ 5835404 h 6857032"/>
              <a:gd name="connsiteX49" fmla="*/ 8423042 w 11478418"/>
              <a:gd name="connsiteY49" fmla="*/ 5796895 h 6857032"/>
              <a:gd name="connsiteX50" fmla="*/ 8063356 w 11478418"/>
              <a:gd name="connsiteY50" fmla="*/ 5834058 h 6857032"/>
              <a:gd name="connsiteX51" fmla="*/ 7213826 w 11478418"/>
              <a:gd name="connsiteY51" fmla="*/ 6169597 h 6857032"/>
              <a:gd name="connsiteX52" fmla="*/ 6763658 w 11478418"/>
              <a:gd name="connsiteY52" fmla="*/ 5999314 h 6857032"/>
              <a:gd name="connsiteX53" fmla="*/ 6426592 w 11478418"/>
              <a:gd name="connsiteY53" fmla="*/ 5215042 h 6857032"/>
              <a:gd name="connsiteX54" fmla="*/ 6257117 w 11478418"/>
              <a:gd name="connsiteY54" fmla="*/ 5003917 h 6857032"/>
              <a:gd name="connsiteX55" fmla="*/ 6102632 w 11478418"/>
              <a:gd name="connsiteY55" fmla="*/ 5021510 h 6857032"/>
              <a:gd name="connsiteX56" fmla="*/ 5921758 w 11478418"/>
              <a:gd name="connsiteY56" fmla="*/ 5408305 h 6857032"/>
              <a:gd name="connsiteX57" fmla="*/ 5808834 w 11478418"/>
              <a:gd name="connsiteY57" fmla="*/ 5901022 h 6857032"/>
              <a:gd name="connsiteX58" fmla="*/ 5703630 w 11478418"/>
              <a:gd name="connsiteY58" fmla="*/ 6184408 h 6857032"/>
              <a:gd name="connsiteX59" fmla="*/ 5566200 w 11478418"/>
              <a:gd name="connsiteY59" fmla="*/ 6326685 h 6857032"/>
              <a:gd name="connsiteX60" fmla="*/ 5406240 w 11478418"/>
              <a:gd name="connsiteY60" fmla="*/ 6334584 h 6857032"/>
              <a:gd name="connsiteX61" fmla="*/ 5084615 w 11478418"/>
              <a:gd name="connsiteY61" fmla="*/ 6165737 h 6857032"/>
              <a:gd name="connsiteX62" fmla="*/ 4960650 w 11478418"/>
              <a:gd name="connsiteY62" fmla="*/ 6072831 h 6857032"/>
              <a:gd name="connsiteX63" fmla="*/ 4905176 w 11478418"/>
              <a:gd name="connsiteY63" fmla="*/ 6088091 h 6857032"/>
              <a:gd name="connsiteX64" fmla="*/ 4824208 w 11478418"/>
              <a:gd name="connsiteY64" fmla="*/ 6222199 h 6857032"/>
              <a:gd name="connsiteX65" fmla="*/ 4713439 w 11478418"/>
              <a:gd name="connsiteY65" fmla="*/ 6441673 h 6857032"/>
              <a:gd name="connsiteX66" fmla="*/ 4667389 w 11478418"/>
              <a:gd name="connsiteY66" fmla="*/ 6499751 h 6857032"/>
              <a:gd name="connsiteX67" fmla="*/ 4626008 w 11478418"/>
              <a:gd name="connsiteY67" fmla="*/ 6505675 h 6857032"/>
              <a:gd name="connsiteX68" fmla="*/ 4467754 w 11478418"/>
              <a:gd name="connsiteY68" fmla="*/ 6363758 h 6857032"/>
              <a:gd name="connsiteX69" fmla="*/ 4462547 w 11478418"/>
              <a:gd name="connsiteY69" fmla="*/ 6342214 h 6857032"/>
              <a:gd name="connsiteX70" fmla="*/ 4540014 w 11478418"/>
              <a:gd name="connsiteY70" fmla="*/ 6071126 h 6857032"/>
              <a:gd name="connsiteX71" fmla="*/ 4670172 w 11478418"/>
              <a:gd name="connsiteY71" fmla="*/ 5839174 h 6857032"/>
              <a:gd name="connsiteX72" fmla="*/ 4737585 w 11478418"/>
              <a:gd name="connsiteY72" fmla="*/ 5708477 h 6857032"/>
              <a:gd name="connsiteX73" fmla="*/ 4897545 w 11478418"/>
              <a:gd name="connsiteY73" fmla="*/ 5693846 h 6857032"/>
              <a:gd name="connsiteX74" fmla="*/ 5029409 w 11478418"/>
              <a:gd name="connsiteY74" fmla="*/ 5740792 h 6857032"/>
              <a:gd name="connsiteX75" fmla="*/ 5204001 w 11478418"/>
              <a:gd name="connsiteY75" fmla="*/ 5742049 h 6857032"/>
              <a:gd name="connsiteX76" fmla="*/ 5243587 w 11478418"/>
              <a:gd name="connsiteY76" fmla="*/ 5749500 h 6857032"/>
              <a:gd name="connsiteX77" fmla="*/ 5323119 w 11478418"/>
              <a:gd name="connsiteY77" fmla="*/ 5695551 h 6857032"/>
              <a:gd name="connsiteX78" fmla="*/ 5437748 w 11478418"/>
              <a:gd name="connsiteY78" fmla="*/ 4270811 h 6857032"/>
              <a:gd name="connsiteX79" fmla="*/ 5353279 w 11478418"/>
              <a:gd name="connsiteY79" fmla="*/ 4117493 h 6857032"/>
              <a:gd name="connsiteX80" fmla="*/ 5333711 w 11478418"/>
              <a:gd name="connsiteY80" fmla="*/ 4100976 h 6857032"/>
              <a:gd name="connsiteX81" fmla="*/ 5375362 w 11478418"/>
              <a:gd name="connsiteY81" fmla="*/ 4077817 h 6857032"/>
              <a:gd name="connsiteX82" fmla="*/ 5435324 w 11478418"/>
              <a:gd name="connsiteY82" fmla="*/ 4018573 h 6857032"/>
              <a:gd name="connsiteX83" fmla="*/ 5445018 w 11478418"/>
              <a:gd name="connsiteY83" fmla="*/ 3791289 h 6857032"/>
              <a:gd name="connsiteX84" fmla="*/ 5443762 w 11478418"/>
              <a:gd name="connsiteY84" fmla="*/ 3778004 h 6857032"/>
              <a:gd name="connsiteX85" fmla="*/ 5472038 w 11478418"/>
              <a:gd name="connsiteY85" fmla="*/ 3481961 h 6857032"/>
              <a:gd name="connsiteX86" fmla="*/ 5469345 w 11478418"/>
              <a:gd name="connsiteY86" fmla="*/ 3448030 h 6857032"/>
              <a:gd name="connsiteX87" fmla="*/ 5447801 w 11478418"/>
              <a:gd name="connsiteY87" fmla="*/ 3297136 h 6857032"/>
              <a:gd name="connsiteX88" fmla="*/ 5510457 w 11478418"/>
              <a:gd name="connsiteY88" fmla="*/ 2963392 h 6857032"/>
              <a:gd name="connsiteX89" fmla="*/ 5534873 w 11478418"/>
              <a:gd name="connsiteY89" fmla="*/ 2869409 h 6857032"/>
              <a:gd name="connsiteX90" fmla="*/ 5471230 w 11478418"/>
              <a:gd name="connsiteY90" fmla="*/ 2766988 h 6857032"/>
              <a:gd name="connsiteX91" fmla="*/ 5379491 w 11478418"/>
              <a:gd name="connsiteY91" fmla="*/ 2816897 h 6857032"/>
              <a:gd name="connsiteX92" fmla="*/ 5290444 w 11478418"/>
              <a:gd name="connsiteY92" fmla="*/ 2882245 h 6857032"/>
              <a:gd name="connsiteX93" fmla="*/ 5111813 w 11478418"/>
              <a:gd name="connsiteY93" fmla="*/ 3004863 h 6857032"/>
              <a:gd name="connsiteX94" fmla="*/ 5012175 w 11478418"/>
              <a:gd name="connsiteY94" fmla="*/ 3070661 h 6857032"/>
              <a:gd name="connsiteX95" fmla="*/ 4922590 w 11478418"/>
              <a:gd name="connsiteY95" fmla="*/ 3129277 h 6857032"/>
              <a:gd name="connsiteX96" fmla="*/ 4790457 w 11478418"/>
              <a:gd name="connsiteY96" fmla="*/ 3197947 h 6857032"/>
              <a:gd name="connsiteX97" fmla="*/ 4442709 w 11478418"/>
              <a:gd name="connsiteY97" fmla="*/ 3279273 h 6857032"/>
              <a:gd name="connsiteX98" fmla="*/ 4376733 w 11478418"/>
              <a:gd name="connsiteY98" fmla="*/ 3290314 h 6857032"/>
              <a:gd name="connsiteX99" fmla="*/ 4329606 w 11478418"/>
              <a:gd name="connsiteY99" fmla="*/ 3267334 h 6857032"/>
              <a:gd name="connsiteX100" fmla="*/ 4245587 w 11478418"/>
              <a:gd name="connsiteY100" fmla="*/ 3239956 h 6857032"/>
              <a:gd name="connsiteX101" fmla="*/ 4225480 w 11478418"/>
              <a:gd name="connsiteY101" fmla="*/ 3263834 h 6857032"/>
              <a:gd name="connsiteX102" fmla="*/ 4245138 w 11478418"/>
              <a:gd name="connsiteY102" fmla="*/ 3282235 h 6857032"/>
              <a:gd name="connsiteX103" fmla="*/ 4340647 w 11478418"/>
              <a:gd name="connsiteY103" fmla="*/ 3306203 h 6857032"/>
              <a:gd name="connsiteX104" fmla="*/ 4369192 w 11478418"/>
              <a:gd name="connsiteY104" fmla="*/ 3329541 h 6857032"/>
              <a:gd name="connsiteX105" fmla="*/ 4343071 w 11478418"/>
              <a:gd name="connsiteY105" fmla="*/ 3357009 h 6857032"/>
              <a:gd name="connsiteX106" fmla="*/ 4240201 w 11478418"/>
              <a:gd name="connsiteY106" fmla="*/ 3377026 h 6857032"/>
              <a:gd name="connsiteX107" fmla="*/ 4255191 w 11478418"/>
              <a:gd name="connsiteY107" fmla="*/ 3420024 h 6857032"/>
              <a:gd name="connsiteX108" fmla="*/ 4276466 w 11478418"/>
              <a:gd name="connsiteY108" fmla="*/ 3496593 h 6857032"/>
              <a:gd name="connsiteX109" fmla="*/ 4196037 w 11478418"/>
              <a:gd name="connsiteY109" fmla="*/ 3519124 h 6857032"/>
              <a:gd name="connsiteX110" fmla="*/ 4156271 w 11478418"/>
              <a:gd name="connsiteY110" fmla="*/ 3588063 h 6857032"/>
              <a:gd name="connsiteX111" fmla="*/ 4083742 w 11478418"/>
              <a:gd name="connsiteY111" fmla="*/ 3625405 h 6857032"/>
              <a:gd name="connsiteX112" fmla="*/ 3884016 w 11478418"/>
              <a:gd name="connsiteY112" fmla="*/ 3556107 h 6857032"/>
              <a:gd name="connsiteX113" fmla="*/ 3806190 w 11478418"/>
              <a:gd name="connsiteY113" fmla="*/ 3453057 h 6857032"/>
              <a:gd name="connsiteX114" fmla="*/ 3779709 w 11478418"/>
              <a:gd name="connsiteY114" fmla="*/ 3463470 h 6857032"/>
              <a:gd name="connsiteX115" fmla="*/ 3696947 w 11478418"/>
              <a:gd name="connsiteY115" fmla="*/ 3441029 h 6857032"/>
              <a:gd name="connsiteX116" fmla="*/ 3484474 w 11478418"/>
              <a:gd name="connsiteY116" fmla="*/ 3289775 h 6857032"/>
              <a:gd name="connsiteX117" fmla="*/ 3349289 w 11478418"/>
              <a:gd name="connsiteY117" fmla="*/ 3233314 h 6857032"/>
              <a:gd name="connsiteX118" fmla="*/ 3308895 w 11478418"/>
              <a:gd name="connsiteY118" fmla="*/ 3264193 h 6857032"/>
              <a:gd name="connsiteX119" fmla="*/ 3332234 w 11478418"/>
              <a:gd name="connsiteY119" fmla="*/ 3484564 h 6857032"/>
              <a:gd name="connsiteX120" fmla="*/ 3379181 w 11478418"/>
              <a:gd name="connsiteY120" fmla="*/ 3631868 h 6857032"/>
              <a:gd name="connsiteX121" fmla="*/ 3431693 w 11478418"/>
              <a:gd name="connsiteY121" fmla="*/ 3709783 h 6857032"/>
              <a:gd name="connsiteX122" fmla="*/ 3487078 w 11478418"/>
              <a:gd name="connsiteY122" fmla="*/ 3801163 h 6857032"/>
              <a:gd name="connsiteX123" fmla="*/ 3490309 w 11478418"/>
              <a:gd name="connsiteY123" fmla="*/ 3836890 h 6857032"/>
              <a:gd name="connsiteX124" fmla="*/ 3573162 w 11478418"/>
              <a:gd name="connsiteY124" fmla="*/ 3938593 h 6857032"/>
              <a:gd name="connsiteX125" fmla="*/ 3457904 w 11478418"/>
              <a:gd name="connsiteY125" fmla="*/ 3970190 h 6857032"/>
              <a:gd name="connsiteX126" fmla="*/ 3272092 w 11478418"/>
              <a:gd name="connsiteY126" fmla="*/ 3906277 h 6857032"/>
              <a:gd name="connsiteX127" fmla="*/ 3189329 w 11478418"/>
              <a:gd name="connsiteY127" fmla="*/ 3914446 h 6857032"/>
              <a:gd name="connsiteX128" fmla="*/ 2871383 w 11478418"/>
              <a:gd name="connsiteY128" fmla="*/ 4052324 h 6857032"/>
              <a:gd name="connsiteX129" fmla="*/ 2797508 w 11478418"/>
              <a:gd name="connsiteY129" fmla="*/ 4075842 h 6857032"/>
              <a:gd name="connsiteX130" fmla="*/ 2833772 w 11478418"/>
              <a:gd name="connsiteY130" fmla="*/ 4182393 h 6857032"/>
              <a:gd name="connsiteX131" fmla="*/ 2886015 w 11478418"/>
              <a:gd name="connsiteY131" fmla="*/ 4213810 h 6857032"/>
              <a:gd name="connsiteX132" fmla="*/ 3500363 w 11478418"/>
              <a:gd name="connsiteY132" fmla="*/ 4899700 h 6857032"/>
              <a:gd name="connsiteX133" fmla="*/ 3601437 w 11478418"/>
              <a:gd name="connsiteY133" fmla="*/ 5160825 h 6857032"/>
              <a:gd name="connsiteX134" fmla="*/ 3531242 w 11478418"/>
              <a:gd name="connsiteY134" fmla="*/ 5382902 h 6857032"/>
              <a:gd name="connsiteX135" fmla="*/ 3105220 w 11478418"/>
              <a:gd name="connsiteY135" fmla="*/ 5694654 h 6857032"/>
              <a:gd name="connsiteX136" fmla="*/ 3019046 w 11478418"/>
              <a:gd name="connsiteY136" fmla="*/ 5729033 h 6857032"/>
              <a:gd name="connsiteX137" fmla="*/ 2726683 w 11478418"/>
              <a:gd name="connsiteY137" fmla="*/ 5758745 h 6857032"/>
              <a:gd name="connsiteX138" fmla="*/ 2603796 w 11478418"/>
              <a:gd name="connsiteY138" fmla="*/ 5777506 h 6857032"/>
              <a:gd name="connsiteX139" fmla="*/ 2138368 w 11478418"/>
              <a:gd name="connsiteY139" fmla="*/ 5936838 h 6857032"/>
              <a:gd name="connsiteX140" fmla="*/ 2062157 w 11478418"/>
              <a:gd name="connsiteY140" fmla="*/ 5996980 h 6857032"/>
              <a:gd name="connsiteX141" fmla="*/ 1984601 w 11478418"/>
              <a:gd name="connsiteY141" fmla="*/ 6098773 h 6857032"/>
              <a:gd name="connsiteX142" fmla="*/ 1988192 w 11478418"/>
              <a:gd name="connsiteY142" fmla="*/ 6176958 h 6857032"/>
              <a:gd name="connsiteX143" fmla="*/ 1992859 w 11478418"/>
              <a:gd name="connsiteY143" fmla="*/ 6192397 h 6857032"/>
              <a:gd name="connsiteX144" fmla="*/ 1948247 w 11478418"/>
              <a:gd name="connsiteY144" fmla="*/ 6414205 h 6857032"/>
              <a:gd name="connsiteX145" fmla="*/ 1937475 w 11478418"/>
              <a:gd name="connsiteY145" fmla="*/ 6442930 h 6857032"/>
              <a:gd name="connsiteX146" fmla="*/ 1839003 w 11478418"/>
              <a:gd name="connsiteY146" fmla="*/ 6632422 h 6857032"/>
              <a:gd name="connsiteX147" fmla="*/ 1802110 w 11478418"/>
              <a:gd name="connsiteY147" fmla="*/ 6680446 h 6857032"/>
              <a:gd name="connsiteX148" fmla="*/ 1732543 w 11478418"/>
              <a:gd name="connsiteY148" fmla="*/ 6660429 h 6857032"/>
              <a:gd name="connsiteX149" fmla="*/ 1644753 w 11478418"/>
              <a:gd name="connsiteY149" fmla="*/ 6199758 h 6857032"/>
              <a:gd name="connsiteX150" fmla="*/ 1616208 w 11478418"/>
              <a:gd name="connsiteY150" fmla="*/ 5843483 h 6857032"/>
              <a:gd name="connsiteX151" fmla="*/ 1558490 w 11478418"/>
              <a:gd name="connsiteY151" fmla="*/ 5812155 h 6857032"/>
              <a:gd name="connsiteX152" fmla="*/ 1372946 w 11478418"/>
              <a:gd name="connsiteY152" fmla="*/ 5901471 h 6857032"/>
              <a:gd name="connsiteX153" fmla="*/ 1335964 w 11478418"/>
              <a:gd name="connsiteY153" fmla="*/ 5933876 h 6857032"/>
              <a:gd name="connsiteX154" fmla="*/ 1291171 w 11478418"/>
              <a:gd name="connsiteY154" fmla="*/ 6005687 h 6857032"/>
              <a:gd name="connsiteX155" fmla="*/ 1184262 w 11478418"/>
              <a:gd name="connsiteY155" fmla="*/ 6124535 h 6857032"/>
              <a:gd name="connsiteX156" fmla="*/ 1133096 w 11478418"/>
              <a:gd name="connsiteY156" fmla="*/ 6156132 h 6857032"/>
              <a:gd name="connsiteX157" fmla="*/ 995577 w 11478418"/>
              <a:gd name="connsiteY157" fmla="*/ 6253706 h 6857032"/>
              <a:gd name="connsiteX158" fmla="*/ 870266 w 11478418"/>
              <a:gd name="connsiteY158" fmla="*/ 6311604 h 6857032"/>
              <a:gd name="connsiteX159" fmla="*/ 895041 w 11478418"/>
              <a:gd name="connsiteY159" fmla="*/ 6019870 h 6857032"/>
              <a:gd name="connsiteX160" fmla="*/ 1108770 w 11478418"/>
              <a:gd name="connsiteY160" fmla="*/ 5432093 h 6857032"/>
              <a:gd name="connsiteX161" fmla="*/ 1258946 w 11478418"/>
              <a:gd name="connsiteY161" fmla="*/ 5362436 h 6857032"/>
              <a:gd name="connsiteX162" fmla="*/ 1459749 w 11478418"/>
              <a:gd name="connsiteY162" fmla="*/ 5407318 h 6857032"/>
              <a:gd name="connsiteX163" fmla="*/ 1606154 w 11478418"/>
              <a:gd name="connsiteY163" fmla="*/ 5415756 h 6857032"/>
              <a:gd name="connsiteX164" fmla="*/ 1719437 w 11478418"/>
              <a:gd name="connsiteY164" fmla="*/ 5392507 h 6857032"/>
              <a:gd name="connsiteX165" fmla="*/ 1895285 w 11478418"/>
              <a:gd name="connsiteY165" fmla="*/ 5372489 h 6857032"/>
              <a:gd name="connsiteX166" fmla="*/ 1916560 w 11478418"/>
              <a:gd name="connsiteY166" fmla="*/ 5366385 h 6857032"/>
              <a:gd name="connsiteX167" fmla="*/ 2173017 w 11478418"/>
              <a:gd name="connsiteY167" fmla="*/ 5278147 h 6857032"/>
              <a:gd name="connsiteX168" fmla="*/ 2346801 w 11478418"/>
              <a:gd name="connsiteY168" fmla="*/ 5236137 h 6857032"/>
              <a:gd name="connsiteX169" fmla="*/ 2422831 w 11478418"/>
              <a:gd name="connsiteY169" fmla="*/ 5224468 h 6857032"/>
              <a:gd name="connsiteX170" fmla="*/ 1800045 w 11478418"/>
              <a:gd name="connsiteY170" fmla="*/ 4688843 h 6857032"/>
              <a:gd name="connsiteX171" fmla="*/ 1687750 w 11478418"/>
              <a:gd name="connsiteY171" fmla="*/ 4533462 h 6857032"/>
              <a:gd name="connsiteX172" fmla="*/ 1590356 w 11478418"/>
              <a:gd name="connsiteY172" fmla="*/ 4153129 h 6857032"/>
              <a:gd name="connsiteX173" fmla="*/ 1645830 w 11478418"/>
              <a:gd name="connsiteY173" fmla="*/ 4028985 h 6857032"/>
              <a:gd name="connsiteX174" fmla="*/ 1734428 w 11478418"/>
              <a:gd name="connsiteY174" fmla="*/ 3921537 h 6857032"/>
              <a:gd name="connsiteX175" fmla="*/ 1633892 w 11478418"/>
              <a:gd name="connsiteY175" fmla="*/ 3820732 h 6857032"/>
              <a:gd name="connsiteX176" fmla="*/ 1761177 w 11478418"/>
              <a:gd name="connsiteY176" fmla="*/ 3545425 h 6857032"/>
              <a:gd name="connsiteX177" fmla="*/ 1786042 w 11478418"/>
              <a:gd name="connsiteY177" fmla="*/ 3416343 h 6857032"/>
              <a:gd name="connsiteX178" fmla="*/ 1794211 w 11478418"/>
              <a:gd name="connsiteY178" fmla="*/ 3316885 h 6857032"/>
              <a:gd name="connsiteX179" fmla="*/ 1911443 w 11478418"/>
              <a:gd name="connsiteY179" fmla="*/ 3230531 h 6857032"/>
              <a:gd name="connsiteX180" fmla="*/ 1992680 w 11478418"/>
              <a:gd name="connsiteY180" fmla="*/ 3149204 h 6857032"/>
              <a:gd name="connsiteX181" fmla="*/ 2024995 w 11478418"/>
              <a:gd name="connsiteY181" fmla="*/ 3096154 h 6857032"/>
              <a:gd name="connsiteX182" fmla="*/ 2072480 w 11478418"/>
              <a:gd name="connsiteY182" fmla="*/ 2817884 h 6857032"/>
              <a:gd name="connsiteX183" fmla="*/ 2028496 w 11478418"/>
              <a:gd name="connsiteY183" fmla="*/ 2777311 h 6857032"/>
              <a:gd name="connsiteX184" fmla="*/ 1260741 w 11478418"/>
              <a:gd name="connsiteY184" fmla="*/ 2752625 h 6857032"/>
              <a:gd name="connsiteX185" fmla="*/ 1153742 w 11478418"/>
              <a:gd name="connsiteY185" fmla="*/ 2757652 h 6857032"/>
              <a:gd name="connsiteX186" fmla="*/ 763895 w 11478418"/>
              <a:gd name="connsiteY186" fmla="*/ 2705140 h 6857032"/>
              <a:gd name="connsiteX187" fmla="*/ 613270 w 11478418"/>
              <a:gd name="connsiteY187" fmla="*/ 2663849 h 6857032"/>
              <a:gd name="connsiteX188" fmla="*/ 522070 w 11478418"/>
              <a:gd name="connsiteY188" fmla="*/ 2680006 h 6857032"/>
              <a:gd name="connsiteX189" fmla="*/ 413006 w 11478418"/>
              <a:gd name="connsiteY189" fmla="*/ 2701190 h 6857032"/>
              <a:gd name="connsiteX190" fmla="*/ 414622 w 11478418"/>
              <a:gd name="connsiteY190" fmla="*/ 2664118 h 6857032"/>
              <a:gd name="connsiteX191" fmla="*/ 298287 w 11478418"/>
              <a:gd name="connsiteY191" fmla="*/ 2668965 h 6857032"/>
              <a:gd name="connsiteX192" fmla="*/ 241915 w 11478418"/>
              <a:gd name="connsiteY192" fmla="*/ 2565556 h 6857032"/>
              <a:gd name="connsiteX193" fmla="*/ 182401 w 11478418"/>
              <a:gd name="connsiteY193" fmla="*/ 2641048 h 6857032"/>
              <a:gd name="connsiteX194" fmla="*/ 105204 w 11478418"/>
              <a:gd name="connsiteY194" fmla="*/ 2609451 h 6857032"/>
              <a:gd name="connsiteX195" fmla="*/ 92547 w 11478418"/>
              <a:gd name="connsiteY195" fmla="*/ 2548232 h 6857032"/>
              <a:gd name="connsiteX196" fmla="*/ 66874 w 11478418"/>
              <a:gd name="connsiteY196" fmla="*/ 2501824 h 6857032"/>
              <a:gd name="connsiteX197" fmla="*/ 44613 w 11478418"/>
              <a:gd name="connsiteY197" fmla="*/ 2478754 h 6857032"/>
              <a:gd name="connsiteX198" fmla="*/ 27827 w 11478418"/>
              <a:gd name="connsiteY198" fmla="*/ 2359547 h 6857032"/>
              <a:gd name="connsiteX199" fmla="*/ 0 w 11478418"/>
              <a:gd name="connsiteY199" fmla="*/ 2322295 h 6857032"/>
              <a:gd name="connsiteX200" fmla="*/ 0 w 11478418"/>
              <a:gd name="connsiteY200" fmla="*/ 2250573 h 6857032"/>
              <a:gd name="connsiteX201" fmla="*/ 76659 w 11478418"/>
              <a:gd name="connsiteY201" fmla="*/ 2035228 h 6857032"/>
              <a:gd name="connsiteX202" fmla="*/ 126927 w 11478418"/>
              <a:gd name="connsiteY202" fmla="*/ 2030740 h 6857032"/>
              <a:gd name="connsiteX203" fmla="*/ 233746 w 11478418"/>
              <a:gd name="connsiteY203" fmla="*/ 2084509 h 6857032"/>
              <a:gd name="connsiteX204" fmla="*/ 259150 w 11478418"/>
              <a:gd name="connsiteY204" fmla="*/ 2174184 h 6857032"/>
              <a:gd name="connsiteX205" fmla="*/ 278718 w 11478418"/>
              <a:gd name="connsiteY205" fmla="*/ 2211795 h 6857032"/>
              <a:gd name="connsiteX206" fmla="*/ 395681 w 11478418"/>
              <a:gd name="connsiteY206" fmla="*/ 2292942 h 6857032"/>
              <a:gd name="connsiteX207" fmla="*/ 527007 w 11478418"/>
              <a:gd name="connsiteY207" fmla="*/ 2369601 h 6857032"/>
              <a:gd name="connsiteX208" fmla="*/ 784541 w 11478418"/>
              <a:gd name="connsiteY208" fmla="*/ 2389977 h 6857032"/>
              <a:gd name="connsiteX209" fmla="*/ 788131 w 11478418"/>
              <a:gd name="connsiteY209" fmla="*/ 2387464 h 6857032"/>
              <a:gd name="connsiteX210" fmla="*/ 992345 w 11478418"/>
              <a:gd name="connsiteY210" fmla="*/ 2345723 h 6857032"/>
              <a:gd name="connsiteX211" fmla="*/ 1134353 w 11478418"/>
              <a:gd name="connsiteY211" fmla="*/ 2346621 h 6857032"/>
              <a:gd name="connsiteX212" fmla="*/ 1465404 w 11478418"/>
              <a:gd name="connsiteY212" fmla="*/ 2362150 h 6857032"/>
              <a:gd name="connsiteX213" fmla="*/ 1834605 w 11478418"/>
              <a:gd name="connsiteY213" fmla="*/ 2343749 h 6857032"/>
              <a:gd name="connsiteX214" fmla="*/ 2088907 w 11478418"/>
              <a:gd name="connsiteY214" fmla="*/ 2278131 h 6857032"/>
              <a:gd name="connsiteX215" fmla="*/ 2278310 w 11478418"/>
              <a:gd name="connsiteY215" fmla="*/ 2209641 h 6857032"/>
              <a:gd name="connsiteX216" fmla="*/ 2484499 w 11478418"/>
              <a:gd name="connsiteY216" fmla="*/ 2123646 h 6857032"/>
              <a:gd name="connsiteX217" fmla="*/ 2525073 w 11478418"/>
              <a:gd name="connsiteY217" fmla="*/ 2088818 h 6857032"/>
              <a:gd name="connsiteX218" fmla="*/ 2577046 w 11478418"/>
              <a:gd name="connsiteY218" fmla="*/ 2046718 h 6857032"/>
              <a:gd name="connsiteX219" fmla="*/ 2679108 w 11478418"/>
              <a:gd name="connsiteY219" fmla="*/ 2036305 h 6857032"/>
              <a:gd name="connsiteX220" fmla="*/ 2670132 w 11478418"/>
              <a:gd name="connsiteY220" fmla="*/ 1987833 h 6857032"/>
              <a:gd name="connsiteX221" fmla="*/ 2633508 w 11478418"/>
              <a:gd name="connsiteY221" fmla="*/ 1825628 h 6857032"/>
              <a:gd name="connsiteX222" fmla="*/ 2631533 w 11478418"/>
              <a:gd name="connsiteY222" fmla="*/ 1816921 h 6857032"/>
              <a:gd name="connsiteX223" fmla="*/ 2596345 w 11478418"/>
              <a:gd name="connsiteY223" fmla="*/ 1635507 h 6857032"/>
              <a:gd name="connsiteX224" fmla="*/ 2631174 w 11478418"/>
              <a:gd name="connsiteY224" fmla="*/ 1453196 h 6857032"/>
              <a:gd name="connsiteX225" fmla="*/ 2717348 w 11478418"/>
              <a:gd name="connsiteY225" fmla="*/ 1369266 h 6857032"/>
              <a:gd name="connsiteX226" fmla="*/ 2794994 w 11478418"/>
              <a:gd name="connsiteY226" fmla="*/ 1314600 h 6857032"/>
              <a:gd name="connsiteX227" fmla="*/ 2938707 w 11478418"/>
              <a:gd name="connsiteY227" fmla="*/ 1245661 h 6857032"/>
              <a:gd name="connsiteX228" fmla="*/ 2997323 w 11478418"/>
              <a:gd name="connsiteY228" fmla="*/ 1215500 h 6857032"/>
              <a:gd name="connsiteX229" fmla="*/ 3052438 w 11478418"/>
              <a:gd name="connsiteY229" fmla="*/ 1193867 h 6857032"/>
              <a:gd name="connsiteX230" fmla="*/ 3204589 w 11478418"/>
              <a:gd name="connsiteY230" fmla="*/ 1220975 h 6857032"/>
              <a:gd name="connsiteX231" fmla="*/ 3212937 w 11478418"/>
              <a:gd name="connsiteY231" fmla="*/ 1223579 h 6857032"/>
              <a:gd name="connsiteX232" fmla="*/ 3339684 w 11478418"/>
              <a:gd name="connsiteY232" fmla="*/ 1339554 h 6857032"/>
              <a:gd name="connsiteX233" fmla="*/ 3406020 w 11478418"/>
              <a:gd name="connsiteY233" fmla="*/ 1400235 h 6857032"/>
              <a:gd name="connsiteX234" fmla="*/ 3509339 w 11478418"/>
              <a:gd name="connsiteY234" fmla="*/ 1470520 h 6857032"/>
              <a:gd name="connsiteX235" fmla="*/ 3468407 w 11478418"/>
              <a:gd name="connsiteY235" fmla="*/ 1603821 h 6857032"/>
              <a:gd name="connsiteX236" fmla="*/ 3464188 w 11478418"/>
              <a:gd name="connsiteY236" fmla="*/ 1793403 h 6857032"/>
              <a:gd name="connsiteX237" fmla="*/ 3387439 w 11478418"/>
              <a:gd name="connsiteY237" fmla="*/ 2048065 h 6857032"/>
              <a:gd name="connsiteX238" fmla="*/ 3397583 w 11478418"/>
              <a:gd name="connsiteY238" fmla="*/ 2089895 h 6857032"/>
              <a:gd name="connsiteX239" fmla="*/ 3528010 w 11478418"/>
              <a:gd name="connsiteY239" fmla="*/ 2382437 h 6857032"/>
              <a:gd name="connsiteX240" fmla="*/ 3523881 w 11478418"/>
              <a:gd name="connsiteY240" fmla="*/ 2832516 h 6857032"/>
              <a:gd name="connsiteX241" fmla="*/ 3530344 w 11478418"/>
              <a:gd name="connsiteY241" fmla="*/ 2871294 h 6857032"/>
              <a:gd name="connsiteX242" fmla="*/ 3630521 w 11478418"/>
              <a:gd name="connsiteY242" fmla="*/ 3023893 h 6857032"/>
              <a:gd name="connsiteX243" fmla="*/ 3691471 w 11478418"/>
              <a:gd name="connsiteY243" fmla="*/ 3060517 h 6857032"/>
              <a:gd name="connsiteX244" fmla="*/ 3886619 w 11478418"/>
              <a:gd name="connsiteY244" fmla="*/ 3160964 h 6857032"/>
              <a:gd name="connsiteX245" fmla="*/ 3951070 w 11478418"/>
              <a:gd name="connsiteY245" fmla="*/ 3236994 h 6857032"/>
              <a:gd name="connsiteX246" fmla="*/ 4010045 w 11478418"/>
              <a:gd name="connsiteY246" fmla="*/ 3137984 h 6857032"/>
              <a:gd name="connsiteX247" fmla="*/ 4054478 w 11478418"/>
              <a:gd name="connsiteY247" fmla="*/ 3051182 h 6857032"/>
              <a:gd name="connsiteX248" fmla="*/ 4131765 w 11478418"/>
              <a:gd name="connsiteY248" fmla="*/ 3021470 h 6857032"/>
              <a:gd name="connsiteX249" fmla="*/ 4320630 w 11478418"/>
              <a:gd name="connsiteY249" fmla="*/ 2995528 h 6857032"/>
              <a:gd name="connsiteX250" fmla="*/ 4557159 w 11478418"/>
              <a:gd name="connsiteY250" fmla="*/ 2882694 h 6857032"/>
              <a:gd name="connsiteX251" fmla="*/ 4564340 w 11478418"/>
              <a:gd name="connsiteY251" fmla="*/ 2877578 h 6857032"/>
              <a:gd name="connsiteX252" fmla="*/ 4669185 w 11478418"/>
              <a:gd name="connsiteY252" fmla="*/ 2839966 h 6857032"/>
              <a:gd name="connsiteX253" fmla="*/ 4707335 w 11478418"/>
              <a:gd name="connsiteY253" fmla="*/ 2832336 h 6857032"/>
              <a:gd name="connsiteX254" fmla="*/ 4861371 w 11478418"/>
              <a:gd name="connsiteY254" fmla="*/ 2757383 h 6857032"/>
              <a:gd name="connsiteX255" fmla="*/ 4883273 w 11478418"/>
              <a:gd name="connsiteY255" fmla="*/ 2736827 h 6857032"/>
              <a:gd name="connsiteX256" fmla="*/ 5560186 w 11478418"/>
              <a:gd name="connsiteY256" fmla="*/ 2231633 h 6857032"/>
              <a:gd name="connsiteX257" fmla="*/ 5575087 w 11478418"/>
              <a:gd name="connsiteY257" fmla="*/ 2212244 h 6857032"/>
              <a:gd name="connsiteX258" fmla="*/ 5408305 w 11478418"/>
              <a:gd name="connsiteY258" fmla="*/ 2301739 h 6857032"/>
              <a:gd name="connsiteX259" fmla="*/ 5345649 w 11478418"/>
              <a:gd name="connsiteY259" fmla="*/ 2337465 h 6857032"/>
              <a:gd name="connsiteX260" fmla="*/ 5380658 w 11478418"/>
              <a:gd name="connsiteY260" fmla="*/ 2267179 h 6857032"/>
              <a:gd name="connsiteX261" fmla="*/ 5500403 w 11478418"/>
              <a:gd name="connsiteY261" fmla="*/ 2181275 h 6857032"/>
              <a:gd name="connsiteX262" fmla="*/ 5480296 w 11478418"/>
              <a:gd name="connsiteY262" fmla="*/ 2058118 h 6857032"/>
              <a:gd name="connsiteX263" fmla="*/ 5466293 w 11478418"/>
              <a:gd name="connsiteY263" fmla="*/ 2014852 h 6857032"/>
              <a:gd name="connsiteX264" fmla="*/ 5420962 w 11478418"/>
              <a:gd name="connsiteY264" fmla="*/ 2034061 h 6857032"/>
              <a:gd name="connsiteX265" fmla="*/ 5262977 w 11478418"/>
              <a:gd name="connsiteY265" fmla="*/ 2056951 h 6857032"/>
              <a:gd name="connsiteX266" fmla="*/ 5231649 w 11478418"/>
              <a:gd name="connsiteY266" fmla="*/ 2033702 h 6857032"/>
              <a:gd name="connsiteX267" fmla="*/ 5148257 w 11478418"/>
              <a:gd name="connsiteY267" fmla="*/ 1963866 h 6857032"/>
              <a:gd name="connsiteX268" fmla="*/ 5148347 w 11478418"/>
              <a:gd name="connsiteY268" fmla="*/ 1942681 h 6857032"/>
              <a:gd name="connsiteX269" fmla="*/ 5174738 w 11478418"/>
              <a:gd name="connsiteY269" fmla="*/ 1854622 h 6857032"/>
              <a:gd name="connsiteX270" fmla="*/ 5149155 w 11478418"/>
              <a:gd name="connsiteY270" fmla="*/ 1963058 h 6857032"/>
              <a:gd name="connsiteX271" fmla="*/ 5116840 w 11478418"/>
              <a:gd name="connsiteY271" fmla="*/ 1904890 h 6857032"/>
              <a:gd name="connsiteX272" fmla="*/ 5238920 w 11478418"/>
              <a:gd name="connsiteY272" fmla="*/ 1741070 h 6857032"/>
              <a:gd name="connsiteX273" fmla="*/ 5313334 w 11478418"/>
              <a:gd name="connsiteY273" fmla="*/ 1602205 h 6857032"/>
              <a:gd name="connsiteX274" fmla="*/ 5420064 w 11478418"/>
              <a:gd name="connsiteY274" fmla="*/ 1467738 h 6857032"/>
              <a:gd name="connsiteX275" fmla="*/ 5569791 w 11478418"/>
              <a:gd name="connsiteY275" fmla="*/ 1408314 h 6857032"/>
              <a:gd name="connsiteX276" fmla="*/ 5907575 w 11478418"/>
              <a:gd name="connsiteY276" fmla="*/ 1228067 h 6857032"/>
              <a:gd name="connsiteX277" fmla="*/ 6036476 w 11478418"/>
              <a:gd name="connsiteY277" fmla="*/ 1158589 h 6857032"/>
              <a:gd name="connsiteX278" fmla="*/ 6589425 w 11478418"/>
              <a:gd name="connsiteY278" fmla="*/ 1253021 h 6857032"/>
              <a:gd name="connsiteX279" fmla="*/ 6773531 w 11478418"/>
              <a:gd name="connsiteY279" fmla="*/ 1364239 h 6857032"/>
              <a:gd name="connsiteX280" fmla="*/ 7035375 w 11478418"/>
              <a:gd name="connsiteY280" fmla="*/ 1540088 h 6857032"/>
              <a:gd name="connsiteX281" fmla="*/ 7083219 w 11478418"/>
              <a:gd name="connsiteY281" fmla="*/ 1715757 h 6857032"/>
              <a:gd name="connsiteX282" fmla="*/ 7077833 w 11478418"/>
              <a:gd name="connsiteY282" fmla="*/ 1750855 h 6857032"/>
              <a:gd name="connsiteX283" fmla="*/ 7048390 w 11478418"/>
              <a:gd name="connsiteY283" fmla="*/ 1894567 h 6857032"/>
              <a:gd name="connsiteX284" fmla="*/ 7019576 w 11478418"/>
              <a:gd name="connsiteY284" fmla="*/ 2063953 h 6857032"/>
              <a:gd name="connsiteX285" fmla="*/ 6958536 w 11478418"/>
              <a:gd name="connsiteY285" fmla="*/ 2137021 h 6857032"/>
              <a:gd name="connsiteX286" fmla="*/ 6911320 w 11478418"/>
              <a:gd name="connsiteY286" fmla="*/ 2215475 h 6857032"/>
              <a:gd name="connsiteX287" fmla="*/ 6937890 w 11478418"/>
              <a:gd name="connsiteY287" fmla="*/ 2290518 h 6857032"/>
              <a:gd name="connsiteX288" fmla="*/ 6892021 w 11478418"/>
              <a:gd name="connsiteY288" fmla="*/ 2275438 h 6857032"/>
              <a:gd name="connsiteX289" fmla="*/ 6779008 w 11478418"/>
              <a:gd name="connsiteY289" fmla="*/ 2267090 h 6857032"/>
              <a:gd name="connsiteX290" fmla="*/ 6763927 w 11478418"/>
              <a:gd name="connsiteY290" fmla="*/ 2290967 h 6857032"/>
              <a:gd name="connsiteX291" fmla="*/ 6757464 w 11478418"/>
              <a:gd name="connsiteY291" fmla="*/ 2362150 h 6857032"/>
              <a:gd name="connsiteX292" fmla="*/ 6820209 w 11478418"/>
              <a:gd name="connsiteY292" fmla="*/ 2527317 h 6857032"/>
              <a:gd name="connsiteX293" fmla="*/ 7036092 w 11478418"/>
              <a:gd name="connsiteY293" fmla="*/ 2699844 h 6857032"/>
              <a:gd name="connsiteX294" fmla="*/ 7070382 w 11478418"/>
              <a:gd name="connsiteY294" fmla="*/ 2995438 h 6857032"/>
              <a:gd name="connsiteX295" fmla="*/ 7040940 w 11478418"/>
              <a:gd name="connsiteY295" fmla="*/ 3095525 h 6857032"/>
              <a:gd name="connsiteX296" fmla="*/ 7074602 w 11478418"/>
              <a:gd name="connsiteY296" fmla="*/ 3590217 h 6857032"/>
              <a:gd name="connsiteX297" fmla="*/ 7111046 w 11478418"/>
              <a:gd name="connsiteY297" fmla="*/ 3624238 h 6857032"/>
              <a:gd name="connsiteX298" fmla="*/ 7180434 w 11478418"/>
              <a:gd name="connsiteY298" fmla="*/ 3692728 h 6857032"/>
              <a:gd name="connsiteX299" fmla="*/ 7232587 w 11478418"/>
              <a:gd name="connsiteY299" fmla="*/ 3723786 h 6857032"/>
              <a:gd name="connsiteX300" fmla="*/ 7285099 w 11478418"/>
              <a:gd name="connsiteY300" fmla="*/ 3720555 h 6857032"/>
              <a:gd name="connsiteX301" fmla="*/ 7424323 w 11478418"/>
              <a:gd name="connsiteY301" fmla="*/ 3695421 h 6857032"/>
              <a:gd name="connsiteX302" fmla="*/ 7500713 w 11478418"/>
              <a:gd name="connsiteY302" fmla="*/ 3638959 h 6857032"/>
              <a:gd name="connsiteX303" fmla="*/ 8011203 w 11478418"/>
              <a:gd name="connsiteY303" fmla="*/ 3132778 h 6857032"/>
              <a:gd name="connsiteX304" fmla="*/ 8140733 w 11478418"/>
              <a:gd name="connsiteY304" fmla="*/ 2975421 h 6857032"/>
              <a:gd name="connsiteX305" fmla="*/ 8540005 w 11478418"/>
              <a:gd name="connsiteY305" fmla="*/ 2226337 h 6857032"/>
              <a:gd name="connsiteX306" fmla="*/ 8693053 w 11478418"/>
              <a:gd name="connsiteY306" fmla="*/ 2075892 h 6857032"/>
              <a:gd name="connsiteX307" fmla="*/ 8705531 w 11478418"/>
              <a:gd name="connsiteY307" fmla="*/ 2071314 h 6857032"/>
              <a:gd name="connsiteX308" fmla="*/ 8817377 w 11478418"/>
              <a:gd name="connsiteY308" fmla="*/ 1842863 h 6857032"/>
              <a:gd name="connsiteX309" fmla="*/ 8766391 w 11478418"/>
              <a:gd name="connsiteY309" fmla="*/ 1878051 h 6857032"/>
              <a:gd name="connsiteX310" fmla="*/ 8568101 w 11478418"/>
              <a:gd name="connsiteY310" fmla="*/ 1980203 h 6857032"/>
              <a:gd name="connsiteX311" fmla="*/ 8461551 w 11478418"/>
              <a:gd name="connsiteY311" fmla="*/ 1964314 h 6857032"/>
              <a:gd name="connsiteX312" fmla="*/ 8683718 w 11478418"/>
              <a:gd name="connsiteY312" fmla="*/ 1824820 h 6857032"/>
              <a:gd name="connsiteX313" fmla="*/ 8676357 w 11478418"/>
              <a:gd name="connsiteY313" fmla="*/ 1811087 h 6857032"/>
              <a:gd name="connsiteX314" fmla="*/ 8501855 w 11478418"/>
              <a:gd name="connsiteY314" fmla="*/ 1890079 h 6857032"/>
              <a:gd name="connsiteX315" fmla="*/ 8496559 w 11478418"/>
              <a:gd name="connsiteY315" fmla="*/ 1877871 h 6857032"/>
              <a:gd name="connsiteX316" fmla="*/ 8715674 w 11478418"/>
              <a:gd name="connsiteY316" fmla="*/ 1759203 h 6857032"/>
              <a:gd name="connsiteX317" fmla="*/ 8736948 w 11478418"/>
              <a:gd name="connsiteY317" fmla="*/ 1731376 h 6857032"/>
              <a:gd name="connsiteX318" fmla="*/ 8742872 w 11478418"/>
              <a:gd name="connsiteY318" fmla="*/ 1704267 h 6857032"/>
              <a:gd name="connsiteX319" fmla="*/ 8811991 w 11478418"/>
              <a:gd name="connsiteY319" fmla="*/ 1586765 h 6857032"/>
              <a:gd name="connsiteX320" fmla="*/ 8818992 w 11478418"/>
              <a:gd name="connsiteY320" fmla="*/ 1559297 h 6857032"/>
              <a:gd name="connsiteX321" fmla="*/ 8755170 w 11478418"/>
              <a:gd name="connsiteY321" fmla="*/ 1416931 h 6857032"/>
              <a:gd name="connsiteX322" fmla="*/ 8767827 w 11478418"/>
              <a:gd name="connsiteY322" fmla="*/ 1365855 h 6857032"/>
              <a:gd name="connsiteX323" fmla="*/ 8730306 w 11478418"/>
              <a:gd name="connsiteY323" fmla="*/ 1308047 h 6857032"/>
              <a:gd name="connsiteX324" fmla="*/ 8683897 w 11478418"/>
              <a:gd name="connsiteY324" fmla="*/ 1238659 h 6857032"/>
              <a:gd name="connsiteX325" fmla="*/ 8691168 w 11478418"/>
              <a:gd name="connsiteY325" fmla="*/ 1095844 h 6857032"/>
              <a:gd name="connsiteX326" fmla="*/ 8744309 w 11478418"/>
              <a:gd name="connsiteY326" fmla="*/ 999078 h 6857032"/>
              <a:gd name="connsiteX327" fmla="*/ 8835599 w 11478418"/>
              <a:gd name="connsiteY327" fmla="*/ 938397 h 6857032"/>
              <a:gd name="connsiteX328" fmla="*/ 8811901 w 11478418"/>
              <a:gd name="connsiteY328" fmla="*/ 919995 h 6857032"/>
              <a:gd name="connsiteX329" fmla="*/ 8916746 w 11478418"/>
              <a:gd name="connsiteY329" fmla="*/ 899619 h 6857032"/>
              <a:gd name="connsiteX330" fmla="*/ 9108572 w 11478418"/>
              <a:gd name="connsiteY330" fmla="*/ 861918 h 6857032"/>
              <a:gd name="connsiteX331" fmla="*/ 9275265 w 11478418"/>
              <a:gd name="connsiteY331" fmla="*/ 869817 h 6857032"/>
              <a:gd name="connsiteX332" fmla="*/ 9407757 w 11478418"/>
              <a:gd name="connsiteY332" fmla="*/ 857070 h 6857032"/>
              <a:gd name="connsiteX333" fmla="*/ 9457128 w 11478418"/>
              <a:gd name="connsiteY333" fmla="*/ 841631 h 6857032"/>
              <a:gd name="connsiteX334" fmla="*/ 9703082 w 11478418"/>
              <a:gd name="connsiteY334" fmla="*/ 902491 h 6857032"/>
              <a:gd name="connsiteX335" fmla="*/ 9789615 w 11478418"/>
              <a:gd name="connsiteY335" fmla="*/ 1098178 h 6857032"/>
              <a:gd name="connsiteX336" fmla="*/ 9785575 w 11478418"/>
              <a:gd name="connsiteY336" fmla="*/ 1180492 h 6857032"/>
              <a:gd name="connsiteX337" fmla="*/ 9804965 w 11478418"/>
              <a:gd name="connsiteY337" fmla="*/ 1507234 h 6857032"/>
              <a:gd name="connsiteX338" fmla="*/ 9769059 w 11478418"/>
              <a:gd name="connsiteY338" fmla="*/ 1601935 h 6857032"/>
              <a:gd name="connsiteX339" fmla="*/ 9856130 w 11478418"/>
              <a:gd name="connsiteY339" fmla="*/ 1603641 h 6857032"/>
              <a:gd name="connsiteX340" fmla="*/ 9785845 w 11478418"/>
              <a:gd name="connsiteY340" fmla="*/ 1718988 h 6857032"/>
              <a:gd name="connsiteX341" fmla="*/ 9854695 w 11478418"/>
              <a:gd name="connsiteY341" fmla="*/ 1602205 h 6857032"/>
              <a:gd name="connsiteX342" fmla="*/ 9929378 w 11478418"/>
              <a:gd name="connsiteY342" fmla="*/ 1618452 h 6857032"/>
              <a:gd name="connsiteX343" fmla="*/ 9915465 w 11478418"/>
              <a:gd name="connsiteY343" fmla="*/ 1649780 h 6857032"/>
              <a:gd name="connsiteX344" fmla="*/ 9924530 w 11478418"/>
              <a:gd name="connsiteY344" fmla="*/ 1662257 h 6857032"/>
              <a:gd name="connsiteX345" fmla="*/ 10119948 w 11478418"/>
              <a:gd name="connsiteY345" fmla="*/ 1552386 h 6857032"/>
              <a:gd name="connsiteX346" fmla="*/ 10405219 w 11478418"/>
              <a:gd name="connsiteY346" fmla="*/ 1307418 h 6857032"/>
              <a:gd name="connsiteX347" fmla="*/ 10506922 w 11478418"/>
              <a:gd name="connsiteY347" fmla="*/ 1201407 h 6857032"/>
              <a:gd name="connsiteX348" fmla="*/ 10724780 w 11478418"/>
              <a:gd name="connsiteY348" fmla="*/ 998629 h 6857032"/>
              <a:gd name="connsiteX349" fmla="*/ 11158791 w 11478418"/>
              <a:gd name="connsiteY349" fmla="*/ 690647 h 6857032"/>
              <a:gd name="connsiteX350" fmla="*/ 11295771 w 11478418"/>
              <a:gd name="connsiteY350" fmla="*/ 368932 h 6857032"/>
              <a:gd name="connsiteX351" fmla="*/ 11312019 w 11478418"/>
              <a:gd name="connsiteY351" fmla="*/ 216691 h 6857032"/>
              <a:gd name="connsiteX352" fmla="*/ 11331229 w 11478418"/>
              <a:gd name="connsiteY352" fmla="*/ 79441 h 6857032"/>
              <a:gd name="connsiteX353" fmla="*/ 11337512 w 11478418"/>
              <a:gd name="connsiteY353" fmla="*/ 0 h 6857032"/>
              <a:gd name="connsiteX354" fmla="*/ 11355735 w 11478418"/>
              <a:gd name="connsiteY354" fmla="*/ 539 h 6857032"/>
              <a:gd name="connsiteX355" fmla="*/ 5665929 w 11478418"/>
              <a:gd name="connsiteY355" fmla="*/ 1895016 h 6857032"/>
              <a:gd name="connsiteX356" fmla="*/ 5698693 w 11478418"/>
              <a:gd name="connsiteY356" fmla="*/ 1885501 h 6857032"/>
              <a:gd name="connsiteX357" fmla="*/ 5681638 w 11478418"/>
              <a:gd name="connsiteY357" fmla="*/ 1862881 h 6857032"/>
              <a:gd name="connsiteX358" fmla="*/ 5602466 w 11478418"/>
              <a:gd name="connsiteY358" fmla="*/ 1827513 h 6857032"/>
              <a:gd name="connsiteX359" fmla="*/ 5610544 w 11478418"/>
              <a:gd name="connsiteY359" fmla="*/ 1862073 h 6857032"/>
              <a:gd name="connsiteX360" fmla="*/ 5576613 w 11478418"/>
              <a:gd name="connsiteY360" fmla="*/ 1845107 h 6857032"/>
              <a:gd name="connsiteX361" fmla="*/ 5598246 w 11478418"/>
              <a:gd name="connsiteY361" fmla="*/ 1903903 h 6857032"/>
              <a:gd name="connsiteX362" fmla="*/ 5639089 w 11478418"/>
              <a:gd name="connsiteY362" fmla="*/ 1920509 h 6857032"/>
              <a:gd name="connsiteX363" fmla="*/ 5666557 w 11478418"/>
              <a:gd name="connsiteY363" fmla="*/ 1929486 h 6857032"/>
              <a:gd name="connsiteX364" fmla="*/ 5665929 w 11478418"/>
              <a:gd name="connsiteY364" fmla="*/ 1895016 h 6857032"/>
              <a:gd name="connsiteX365" fmla="*/ 5794292 w 11478418"/>
              <a:gd name="connsiteY365" fmla="*/ 2071942 h 6857032"/>
              <a:gd name="connsiteX366" fmla="*/ 5777685 w 11478418"/>
              <a:gd name="connsiteY366" fmla="*/ 2058746 h 6857032"/>
              <a:gd name="connsiteX367" fmla="*/ 5715927 w 11478418"/>
              <a:gd name="connsiteY367" fmla="*/ 2068172 h 6857032"/>
              <a:gd name="connsiteX368" fmla="*/ 5700758 w 11478418"/>
              <a:gd name="connsiteY368" fmla="*/ 2105963 h 6857032"/>
              <a:gd name="connsiteX369" fmla="*/ 5732714 w 11478418"/>
              <a:gd name="connsiteY369" fmla="*/ 2137829 h 6857032"/>
              <a:gd name="connsiteX370" fmla="*/ 5822657 w 11478418"/>
              <a:gd name="connsiteY370" fmla="*/ 2120235 h 6857032"/>
              <a:gd name="connsiteX371" fmla="*/ 5792766 w 11478418"/>
              <a:gd name="connsiteY371" fmla="*/ 2070416 h 6857032"/>
              <a:gd name="connsiteX372" fmla="*/ 5842944 w 11478418"/>
              <a:gd name="connsiteY372" fmla="*/ 2107130 h 6857032"/>
              <a:gd name="connsiteX373" fmla="*/ 5855511 w 11478418"/>
              <a:gd name="connsiteY373" fmla="*/ 2103090 h 6857032"/>
              <a:gd name="connsiteX374" fmla="*/ 5848689 w 11478418"/>
              <a:gd name="connsiteY374" fmla="*/ 2055964 h 6857032"/>
              <a:gd name="connsiteX375" fmla="*/ 5794292 w 11478418"/>
              <a:gd name="connsiteY375" fmla="*/ 2071942 h 6857032"/>
              <a:gd name="connsiteX376" fmla="*/ 5878311 w 11478418"/>
              <a:gd name="connsiteY376" fmla="*/ 1966828 h 6857032"/>
              <a:gd name="connsiteX377" fmla="*/ 5836032 w 11478418"/>
              <a:gd name="connsiteY377" fmla="*/ 1955517 h 6857032"/>
              <a:gd name="connsiteX378" fmla="*/ 5739715 w 11478418"/>
              <a:gd name="connsiteY378" fmla="*/ 1986486 h 6857032"/>
              <a:gd name="connsiteX379" fmla="*/ 5702822 w 11478418"/>
              <a:gd name="connsiteY379" fmla="*/ 1976522 h 6857032"/>
              <a:gd name="connsiteX380" fmla="*/ 5678227 w 11478418"/>
              <a:gd name="connsiteY380" fmla="*/ 2056054 h 6857032"/>
              <a:gd name="connsiteX381" fmla="*/ 5757040 w 11478418"/>
              <a:gd name="connsiteY381" fmla="*/ 2034869 h 6857032"/>
              <a:gd name="connsiteX382" fmla="*/ 5742229 w 11478418"/>
              <a:gd name="connsiteY382" fmla="*/ 2003631 h 6857032"/>
              <a:gd name="connsiteX383" fmla="*/ 5963946 w 11478418"/>
              <a:gd name="connsiteY383" fmla="*/ 2035857 h 6857032"/>
              <a:gd name="connsiteX384" fmla="*/ 5968345 w 11478418"/>
              <a:gd name="connsiteY384" fmla="*/ 2019519 h 6857032"/>
              <a:gd name="connsiteX385" fmla="*/ 5876875 w 11478418"/>
              <a:gd name="connsiteY385" fmla="*/ 1965481 h 6857032"/>
              <a:gd name="connsiteX386" fmla="*/ 5934684 w 11478418"/>
              <a:gd name="connsiteY386" fmla="*/ 1983883 h 6857032"/>
              <a:gd name="connsiteX387" fmla="*/ 5992312 w 11478418"/>
              <a:gd name="connsiteY387" fmla="*/ 1999322 h 6857032"/>
              <a:gd name="connsiteX388" fmla="*/ 5780289 w 11478418"/>
              <a:gd name="connsiteY388" fmla="*/ 1909468 h 6857032"/>
              <a:gd name="connsiteX389" fmla="*/ 5878311 w 11478418"/>
              <a:gd name="connsiteY389" fmla="*/ 1966828 h 6857032"/>
              <a:gd name="connsiteX390" fmla="*/ 8693592 w 11478418"/>
              <a:gd name="connsiteY390" fmla="*/ 2705768 h 6857032"/>
              <a:gd name="connsiteX391" fmla="*/ 8649697 w 11478418"/>
              <a:gd name="connsiteY391" fmla="*/ 2769681 h 6857032"/>
              <a:gd name="connsiteX392" fmla="*/ 8408141 w 11478418"/>
              <a:gd name="connsiteY392" fmla="*/ 3108272 h 6857032"/>
              <a:gd name="connsiteX393" fmla="*/ 8259761 w 11478418"/>
              <a:gd name="connsiteY393" fmla="*/ 3304856 h 6857032"/>
              <a:gd name="connsiteX394" fmla="*/ 7736075 w 11478418"/>
              <a:gd name="connsiteY394" fmla="*/ 3708526 h 6857032"/>
              <a:gd name="connsiteX395" fmla="*/ 7502598 w 11478418"/>
              <a:gd name="connsiteY395" fmla="*/ 3864357 h 6857032"/>
              <a:gd name="connsiteX396" fmla="*/ 7427555 w 11478418"/>
              <a:gd name="connsiteY396" fmla="*/ 3913638 h 6857032"/>
              <a:gd name="connsiteX397" fmla="*/ 7275584 w 11478418"/>
              <a:gd name="connsiteY397" fmla="*/ 3974498 h 6857032"/>
              <a:gd name="connsiteX398" fmla="*/ 7151530 w 11478418"/>
              <a:gd name="connsiteY398" fmla="*/ 4050978 h 6857032"/>
              <a:gd name="connsiteX399" fmla="*/ 7080706 w 11478418"/>
              <a:gd name="connsiteY399" fmla="*/ 4043707 h 6857032"/>
              <a:gd name="connsiteX400" fmla="*/ 6969846 w 11478418"/>
              <a:gd name="connsiteY400" fmla="*/ 4024946 h 6857032"/>
              <a:gd name="connsiteX401" fmla="*/ 6897227 w 11478418"/>
              <a:gd name="connsiteY401" fmla="*/ 4083293 h 6857032"/>
              <a:gd name="connsiteX402" fmla="*/ 6802885 w 11478418"/>
              <a:gd name="connsiteY402" fmla="*/ 4103041 h 6857032"/>
              <a:gd name="connsiteX403" fmla="*/ 6729726 w 11478418"/>
              <a:gd name="connsiteY403" fmla="*/ 4035089 h 6857032"/>
              <a:gd name="connsiteX404" fmla="*/ 6719404 w 11478418"/>
              <a:gd name="connsiteY404" fmla="*/ 3699011 h 6857032"/>
              <a:gd name="connsiteX405" fmla="*/ 6717788 w 11478418"/>
              <a:gd name="connsiteY405" fmla="*/ 3681328 h 6857032"/>
              <a:gd name="connsiteX406" fmla="*/ 6701271 w 11478418"/>
              <a:gd name="connsiteY406" fmla="*/ 3371012 h 6857032"/>
              <a:gd name="connsiteX407" fmla="*/ 6694449 w 11478418"/>
              <a:gd name="connsiteY407" fmla="*/ 3302073 h 6857032"/>
              <a:gd name="connsiteX408" fmla="*/ 6616534 w 11478418"/>
              <a:gd name="connsiteY408" fmla="*/ 3444440 h 6857032"/>
              <a:gd name="connsiteX409" fmla="*/ 6618239 w 11478418"/>
              <a:gd name="connsiteY409" fmla="*/ 3471190 h 6857032"/>
              <a:gd name="connsiteX410" fmla="*/ 6546697 w 11478418"/>
              <a:gd name="connsiteY410" fmla="*/ 3593987 h 6857032"/>
              <a:gd name="connsiteX411" fmla="*/ 6539247 w 11478418"/>
              <a:gd name="connsiteY411" fmla="*/ 3643447 h 6857032"/>
              <a:gd name="connsiteX412" fmla="*/ 6578922 w 11478418"/>
              <a:gd name="connsiteY412" fmla="*/ 3671992 h 6857032"/>
              <a:gd name="connsiteX413" fmla="*/ 6648131 w 11478418"/>
              <a:gd name="connsiteY413" fmla="*/ 3768669 h 6857032"/>
              <a:gd name="connsiteX414" fmla="*/ 6675509 w 11478418"/>
              <a:gd name="connsiteY414" fmla="*/ 3881682 h 6857032"/>
              <a:gd name="connsiteX415" fmla="*/ 6682062 w 11478418"/>
              <a:gd name="connsiteY415" fmla="*/ 3951878 h 6857032"/>
              <a:gd name="connsiteX416" fmla="*/ 6701720 w 11478418"/>
              <a:gd name="connsiteY416" fmla="*/ 4029883 h 6857032"/>
              <a:gd name="connsiteX417" fmla="*/ 6766620 w 11478418"/>
              <a:gd name="connsiteY417" fmla="*/ 4243433 h 6857032"/>
              <a:gd name="connsiteX418" fmla="*/ 6787176 w 11478418"/>
              <a:gd name="connsiteY418" fmla="*/ 4374578 h 6857032"/>
              <a:gd name="connsiteX419" fmla="*/ 6856923 w 11478418"/>
              <a:gd name="connsiteY419" fmla="*/ 4538398 h 6857032"/>
              <a:gd name="connsiteX420" fmla="*/ 7166430 w 11478418"/>
              <a:gd name="connsiteY420" fmla="*/ 5669430 h 6857032"/>
              <a:gd name="connsiteX421" fmla="*/ 7183486 w 11478418"/>
              <a:gd name="connsiteY421" fmla="*/ 5716287 h 6857032"/>
              <a:gd name="connsiteX422" fmla="*/ 7306194 w 11478418"/>
              <a:gd name="connsiteY422" fmla="*/ 5635858 h 6857032"/>
              <a:gd name="connsiteX423" fmla="*/ 7686525 w 11478418"/>
              <a:gd name="connsiteY423" fmla="*/ 5525986 h 6857032"/>
              <a:gd name="connsiteX424" fmla="*/ 8159763 w 11478418"/>
              <a:gd name="connsiteY424" fmla="*/ 5462792 h 6857032"/>
              <a:gd name="connsiteX425" fmla="*/ 8186244 w 11478418"/>
              <a:gd name="connsiteY425" fmla="*/ 5463600 h 6857032"/>
              <a:gd name="connsiteX426" fmla="*/ 8236781 w 11478418"/>
              <a:gd name="connsiteY426" fmla="*/ 5440171 h 6857032"/>
              <a:gd name="connsiteX427" fmla="*/ 8277355 w 11478418"/>
              <a:gd name="connsiteY427" fmla="*/ 5386941 h 6857032"/>
              <a:gd name="connsiteX428" fmla="*/ 8354731 w 11478418"/>
              <a:gd name="connsiteY428" fmla="*/ 5358845 h 6857032"/>
              <a:gd name="connsiteX429" fmla="*/ 8499611 w 11478418"/>
              <a:gd name="connsiteY429" fmla="*/ 5450135 h 6857032"/>
              <a:gd name="connsiteX430" fmla="*/ 8601045 w 11478418"/>
              <a:gd name="connsiteY430" fmla="*/ 5565213 h 6857032"/>
              <a:gd name="connsiteX431" fmla="*/ 8610650 w 11478418"/>
              <a:gd name="connsiteY431" fmla="*/ 5517908 h 6857032"/>
              <a:gd name="connsiteX432" fmla="*/ 8601493 w 11478418"/>
              <a:gd name="connsiteY432" fmla="*/ 5285148 h 6857032"/>
              <a:gd name="connsiteX433" fmla="*/ 8665047 w 11478418"/>
              <a:gd name="connsiteY433" fmla="*/ 4416139 h 6857032"/>
              <a:gd name="connsiteX434" fmla="*/ 8680576 w 11478418"/>
              <a:gd name="connsiteY434" fmla="*/ 4243433 h 6857032"/>
              <a:gd name="connsiteX435" fmla="*/ 8717738 w 11478418"/>
              <a:gd name="connsiteY435" fmla="*/ 4026651 h 6857032"/>
              <a:gd name="connsiteX436" fmla="*/ 8711814 w 11478418"/>
              <a:gd name="connsiteY436" fmla="*/ 4005467 h 6857032"/>
              <a:gd name="connsiteX437" fmla="*/ 8551584 w 11478418"/>
              <a:gd name="connsiteY437" fmla="*/ 4117044 h 6857032"/>
              <a:gd name="connsiteX438" fmla="*/ 8556252 w 11478418"/>
              <a:gd name="connsiteY438" fmla="*/ 4089935 h 6857032"/>
              <a:gd name="connsiteX439" fmla="*/ 8664867 w 11478418"/>
              <a:gd name="connsiteY439" fmla="*/ 4012199 h 6857032"/>
              <a:gd name="connsiteX440" fmla="*/ 8761813 w 11478418"/>
              <a:gd name="connsiteY440" fmla="*/ 3867589 h 6857032"/>
              <a:gd name="connsiteX441" fmla="*/ 8838920 w 11478418"/>
              <a:gd name="connsiteY441" fmla="*/ 3117967 h 6857032"/>
              <a:gd name="connsiteX442" fmla="*/ 8693592 w 11478418"/>
              <a:gd name="connsiteY442" fmla="*/ 2705768 h 6857032"/>
              <a:gd name="connsiteX443" fmla="*/ 9429301 w 11478418"/>
              <a:gd name="connsiteY443" fmla="*/ 4620713 h 6857032"/>
              <a:gd name="connsiteX444" fmla="*/ 9307042 w 11478418"/>
              <a:gd name="connsiteY444" fmla="*/ 4613172 h 6857032"/>
              <a:gd name="connsiteX445" fmla="*/ 9269250 w 11478418"/>
              <a:gd name="connsiteY445" fmla="*/ 4653566 h 6857032"/>
              <a:gd name="connsiteX446" fmla="*/ 9165393 w 11478418"/>
              <a:gd name="connsiteY446" fmla="*/ 5206874 h 6857032"/>
              <a:gd name="connsiteX447" fmla="*/ 9115484 w 11478418"/>
              <a:gd name="connsiteY447" fmla="*/ 5500583 h 6857032"/>
              <a:gd name="connsiteX448" fmla="*/ 9145196 w 11478418"/>
              <a:gd name="connsiteY448" fmla="*/ 5532539 h 6857032"/>
              <a:gd name="connsiteX449" fmla="*/ 9256863 w 11478418"/>
              <a:gd name="connsiteY449" fmla="*/ 5537476 h 6857032"/>
              <a:gd name="connsiteX450" fmla="*/ 9338639 w 11478418"/>
              <a:gd name="connsiteY450" fmla="*/ 5476526 h 6857032"/>
              <a:gd name="connsiteX451" fmla="*/ 9375712 w 11478418"/>
              <a:gd name="connsiteY451" fmla="*/ 5408395 h 6857032"/>
              <a:gd name="connsiteX452" fmla="*/ 9424543 w 11478418"/>
              <a:gd name="connsiteY452" fmla="*/ 5304986 h 6857032"/>
              <a:gd name="connsiteX453" fmla="*/ 9421402 w 11478418"/>
              <a:gd name="connsiteY453" fmla="*/ 5157593 h 6857032"/>
              <a:gd name="connsiteX454" fmla="*/ 9430648 w 11478418"/>
              <a:gd name="connsiteY454" fmla="*/ 4638755 h 6857032"/>
              <a:gd name="connsiteX455" fmla="*/ 9429301 w 11478418"/>
              <a:gd name="connsiteY455" fmla="*/ 4620713 h 6857032"/>
              <a:gd name="connsiteX456" fmla="*/ 6092399 w 11478418"/>
              <a:gd name="connsiteY456" fmla="*/ 1323935 h 6857032"/>
              <a:gd name="connsiteX457" fmla="*/ 5919334 w 11478418"/>
              <a:gd name="connsiteY457" fmla="*/ 1391258 h 6857032"/>
              <a:gd name="connsiteX458" fmla="*/ 5899944 w 11478418"/>
              <a:gd name="connsiteY458" fmla="*/ 1421240 h 6857032"/>
              <a:gd name="connsiteX459" fmla="*/ 5845458 w 11478418"/>
              <a:gd name="connsiteY459" fmla="*/ 1542871 h 6857032"/>
              <a:gd name="connsiteX460" fmla="*/ 5876516 w 11478418"/>
              <a:gd name="connsiteY460" fmla="*/ 1602564 h 6857032"/>
              <a:gd name="connsiteX461" fmla="*/ 5918346 w 11478418"/>
              <a:gd name="connsiteY461" fmla="*/ 1563875 h 6857032"/>
              <a:gd name="connsiteX462" fmla="*/ 5935761 w 11478418"/>
              <a:gd name="connsiteY462" fmla="*/ 1530573 h 6857032"/>
              <a:gd name="connsiteX463" fmla="*/ 6092399 w 11478418"/>
              <a:gd name="connsiteY463" fmla="*/ 1323935 h 6857032"/>
              <a:gd name="connsiteX464" fmla="*/ 5507584 w 11478418"/>
              <a:gd name="connsiteY464" fmla="*/ 1912520 h 6857032"/>
              <a:gd name="connsiteX465" fmla="*/ 5498967 w 11478418"/>
              <a:gd name="connsiteY465" fmla="*/ 2115837 h 6857032"/>
              <a:gd name="connsiteX466" fmla="*/ 5529487 w 11478418"/>
              <a:gd name="connsiteY466" fmla="*/ 2166733 h 6857032"/>
              <a:gd name="connsiteX467" fmla="*/ 5625535 w 11478418"/>
              <a:gd name="connsiteY467" fmla="*/ 2134238 h 6857032"/>
              <a:gd name="connsiteX468" fmla="*/ 5638910 w 11478418"/>
              <a:gd name="connsiteY468" fmla="*/ 2056502 h 6857032"/>
              <a:gd name="connsiteX469" fmla="*/ 5507584 w 11478418"/>
              <a:gd name="connsiteY469" fmla="*/ 1912520 h 6857032"/>
              <a:gd name="connsiteX470" fmla="*/ 5296638 w 11478418"/>
              <a:gd name="connsiteY470" fmla="*/ 1718180 h 6857032"/>
              <a:gd name="connsiteX471" fmla="*/ 5317733 w 11478418"/>
              <a:gd name="connsiteY471" fmla="*/ 1737121 h 6857032"/>
              <a:gd name="connsiteX472" fmla="*/ 5364769 w 11478418"/>
              <a:gd name="connsiteY472" fmla="*/ 1679043 h 6857032"/>
              <a:gd name="connsiteX473" fmla="*/ 5525717 w 11478418"/>
              <a:gd name="connsiteY473" fmla="*/ 1577071 h 6857032"/>
              <a:gd name="connsiteX474" fmla="*/ 5550671 w 11478418"/>
              <a:gd name="connsiteY474" fmla="*/ 1560823 h 6857032"/>
              <a:gd name="connsiteX475" fmla="*/ 5647976 w 11478418"/>
              <a:gd name="connsiteY475" fmla="*/ 1500502 h 6857032"/>
              <a:gd name="connsiteX476" fmla="*/ 5714132 w 11478418"/>
              <a:gd name="connsiteY476" fmla="*/ 1422945 h 6857032"/>
              <a:gd name="connsiteX477" fmla="*/ 5689806 w 11478418"/>
              <a:gd name="connsiteY477" fmla="*/ 1431204 h 6857032"/>
              <a:gd name="connsiteX478" fmla="*/ 5544119 w 11478418"/>
              <a:gd name="connsiteY478" fmla="*/ 1480305 h 6857032"/>
              <a:gd name="connsiteX479" fmla="*/ 5460458 w 11478418"/>
              <a:gd name="connsiteY479" fmla="*/ 1515851 h 6857032"/>
              <a:gd name="connsiteX480" fmla="*/ 5296638 w 11478418"/>
              <a:gd name="connsiteY480" fmla="*/ 1718180 h 6857032"/>
              <a:gd name="connsiteX481" fmla="*/ 7065445 w 11478418"/>
              <a:gd name="connsiteY481" fmla="*/ 1708845 h 6857032"/>
              <a:gd name="connsiteX482" fmla="*/ 6947495 w 11478418"/>
              <a:gd name="connsiteY482" fmla="*/ 1502477 h 6857032"/>
              <a:gd name="connsiteX483" fmla="*/ 7065445 w 11478418"/>
              <a:gd name="connsiteY483" fmla="*/ 1708845 h 6857032"/>
              <a:gd name="connsiteX484" fmla="*/ 5301755 w 11478418"/>
              <a:gd name="connsiteY484" fmla="*/ 1782631 h 6857032"/>
              <a:gd name="connsiteX485" fmla="*/ 5197718 w 11478418"/>
              <a:gd name="connsiteY485" fmla="*/ 1879128 h 6857032"/>
              <a:gd name="connsiteX486" fmla="*/ 5196282 w 11478418"/>
              <a:gd name="connsiteY486" fmla="*/ 1911982 h 6857032"/>
              <a:gd name="connsiteX487" fmla="*/ 5229135 w 11478418"/>
              <a:gd name="connsiteY487" fmla="*/ 1910545 h 6857032"/>
              <a:gd name="connsiteX488" fmla="*/ 5301755 w 11478418"/>
              <a:gd name="connsiteY488" fmla="*/ 1782631 h 6857032"/>
              <a:gd name="connsiteX489" fmla="*/ 5653721 w 11478418"/>
              <a:gd name="connsiteY489" fmla="*/ 2037921 h 6857032"/>
              <a:gd name="connsiteX490" fmla="*/ 5554351 w 11478418"/>
              <a:gd name="connsiteY490" fmla="*/ 1913238 h 6857032"/>
              <a:gd name="connsiteX491" fmla="*/ 5653721 w 11478418"/>
              <a:gd name="connsiteY491" fmla="*/ 2037921 h 6857032"/>
              <a:gd name="connsiteX492" fmla="*/ 5223031 w 11478418"/>
              <a:gd name="connsiteY492" fmla="*/ 1984601 h 6857032"/>
              <a:gd name="connsiteX493" fmla="*/ 5357768 w 11478418"/>
              <a:gd name="connsiteY493" fmla="*/ 1966289 h 6857032"/>
              <a:gd name="connsiteX494" fmla="*/ 5359114 w 11478418"/>
              <a:gd name="connsiteY494" fmla="*/ 1901749 h 6857032"/>
              <a:gd name="connsiteX495" fmla="*/ 5223031 w 11478418"/>
              <a:gd name="connsiteY495" fmla="*/ 1984601 h 6857032"/>
              <a:gd name="connsiteX496" fmla="*/ 6315554 w 11478418"/>
              <a:gd name="connsiteY496" fmla="*/ 1224207 h 6857032"/>
              <a:gd name="connsiteX497" fmla="*/ 6107390 w 11478418"/>
              <a:gd name="connsiteY497" fmla="*/ 1197637 h 6857032"/>
              <a:gd name="connsiteX498" fmla="*/ 6315554 w 11478418"/>
              <a:gd name="connsiteY498" fmla="*/ 1224207 h 6857032"/>
              <a:gd name="connsiteX499" fmla="*/ 5904164 w 11478418"/>
              <a:gd name="connsiteY499" fmla="*/ 1372857 h 6857032"/>
              <a:gd name="connsiteX500" fmla="*/ 5896534 w 11478418"/>
              <a:gd name="connsiteY500" fmla="*/ 1361008 h 6857032"/>
              <a:gd name="connsiteX501" fmla="*/ 5848779 w 11478418"/>
              <a:gd name="connsiteY501" fmla="*/ 1374562 h 6857032"/>
              <a:gd name="connsiteX502" fmla="*/ 5815297 w 11478418"/>
              <a:gd name="connsiteY502" fmla="*/ 1465942 h 6857032"/>
              <a:gd name="connsiteX503" fmla="*/ 5834865 w 11478418"/>
              <a:gd name="connsiteY503" fmla="*/ 1474380 h 6857032"/>
              <a:gd name="connsiteX504" fmla="*/ 5904164 w 11478418"/>
              <a:gd name="connsiteY504" fmla="*/ 1372857 h 6857032"/>
              <a:gd name="connsiteX505" fmla="*/ 8674831 w 11478418"/>
              <a:gd name="connsiteY505" fmla="*/ 2105514 h 6857032"/>
              <a:gd name="connsiteX506" fmla="*/ 8680666 w 11478418"/>
              <a:gd name="connsiteY506" fmla="*/ 2116734 h 6857032"/>
              <a:gd name="connsiteX507" fmla="*/ 8804720 w 11478418"/>
              <a:gd name="connsiteY507" fmla="*/ 2043487 h 6857032"/>
              <a:gd name="connsiteX508" fmla="*/ 8674831 w 11478418"/>
              <a:gd name="connsiteY508" fmla="*/ 2105514 h 6857032"/>
              <a:gd name="connsiteX509" fmla="*/ 6239613 w 11478418"/>
              <a:gd name="connsiteY509" fmla="*/ 1151947 h 6857032"/>
              <a:gd name="connsiteX510" fmla="*/ 6413576 w 11478418"/>
              <a:gd name="connsiteY510" fmla="*/ 1200419 h 6857032"/>
              <a:gd name="connsiteX511" fmla="*/ 6416449 w 11478418"/>
              <a:gd name="connsiteY511" fmla="*/ 1187493 h 6857032"/>
              <a:gd name="connsiteX512" fmla="*/ 6239613 w 11478418"/>
              <a:gd name="connsiteY512" fmla="*/ 1151947 h 6857032"/>
              <a:gd name="connsiteX513" fmla="*/ 8777162 w 11478418"/>
              <a:gd name="connsiteY513" fmla="*/ 1073582 h 6857032"/>
              <a:gd name="connsiteX514" fmla="*/ 8871954 w 11478418"/>
              <a:gd name="connsiteY514" fmla="*/ 971341 h 6857032"/>
              <a:gd name="connsiteX515" fmla="*/ 8777162 w 11478418"/>
              <a:gd name="connsiteY515" fmla="*/ 1073582 h 6857032"/>
              <a:gd name="connsiteX516" fmla="*/ 8748797 w 11478418"/>
              <a:gd name="connsiteY516" fmla="*/ 1067658 h 6857032"/>
              <a:gd name="connsiteX517" fmla="*/ 8735691 w 11478418"/>
              <a:gd name="connsiteY517" fmla="*/ 1065683 h 6857032"/>
              <a:gd name="connsiteX518" fmla="*/ 8720701 w 11478418"/>
              <a:gd name="connsiteY518" fmla="*/ 1154101 h 6857032"/>
              <a:gd name="connsiteX519" fmla="*/ 8737307 w 11478418"/>
              <a:gd name="connsiteY519" fmla="*/ 1155986 h 6857032"/>
              <a:gd name="connsiteX520" fmla="*/ 8748797 w 11478418"/>
              <a:gd name="connsiteY520" fmla="*/ 1067658 h 6857032"/>
              <a:gd name="connsiteX521" fmla="*/ 5721672 w 11478418"/>
              <a:gd name="connsiteY521" fmla="*/ 1953094 h 6857032"/>
              <a:gd name="connsiteX522" fmla="*/ 5802820 w 11478418"/>
              <a:gd name="connsiteY522" fmla="*/ 1944387 h 6857032"/>
              <a:gd name="connsiteX523" fmla="*/ 5721672 w 11478418"/>
              <a:gd name="connsiteY523" fmla="*/ 1953094 h 6857032"/>
              <a:gd name="connsiteX524" fmla="*/ 5646540 w 11478418"/>
              <a:gd name="connsiteY524" fmla="*/ 1753278 h 6857032"/>
              <a:gd name="connsiteX525" fmla="*/ 5645462 w 11478418"/>
              <a:gd name="connsiteY525" fmla="*/ 1770423 h 6857032"/>
              <a:gd name="connsiteX526" fmla="*/ 5756950 w 11478418"/>
              <a:gd name="connsiteY526" fmla="*/ 1784516 h 6857032"/>
              <a:gd name="connsiteX527" fmla="*/ 5758745 w 11478418"/>
              <a:gd name="connsiteY527" fmla="*/ 1772039 h 6857032"/>
              <a:gd name="connsiteX528" fmla="*/ 5646540 w 11478418"/>
              <a:gd name="connsiteY528" fmla="*/ 1753278 h 6857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</a:cxnLst>
            <a:rect l="l" t="t" r="r" b="b"/>
            <a:pathLst>
              <a:path w="11478418" h="6857032">
                <a:moveTo>
                  <a:pt x="11355735" y="539"/>
                </a:moveTo>
                <a:cubicBezTo>
                  <a:pt x="11363364" y="10502"/>
                  <a:pt x="11368930" y="24775"/>
                  <a:pt x="11379073" y="29712"/>
                </a:cubicBezTo>
                <a:cubicBezTo>
                  <a:pt x="11422698" y="51076"/>
                  <a:pt x="11433649" y="87700"/>
                  <a:pt x="11438049" y="132223"/>
                </a:cubicBezTo>
                <a:cubicBezTo>
                  <a:pt x="11450257" y="254572"/>
                  <a:pt x="11470902" y="376292"/>
                  <a:pt x="11477724" y="498911"/>
                </a:cubicBezTo>
                <a:cubicBezTo>
                  <a:pt x="11482751" y="589573"/>
                  <a:pt x="11461387" y="676644"/>
                  <a:pt x="11384279" y="739479"/>
                </a:cubicBezTo>
                <a:cubicBezTo>
                  <a:pt x="11363634" y="756265"/>
                  <a:pt x="11346309" y="777450"/>
                  <a:pt x="11328895" y="797826"/>
                </a:cubicBezTo>
                <a:cubicBezTo>
                  <a:pt x="11180335" y="971789"/>
                  <a:pt x="11024414" y="1137225"/>
                  <a:pt x="10851079" y="1288299"/>
                </a:cubicBezTo>
                <a:cubicBezTo>
                  <a:pt x="10691658" y="1427344"/>
                  <a:pt x="10546149" y="1582816"/>
                  <a:pt x="10400461" y="1736762"/>
                </a:cubicBezTo>
                <a:cubicBezTo>
                  <a:pt x="10304684" y="1838016"/>
                  <a:pt x="10210251" y="1939360"/>
                  <a:pt x="10093827" y="2017365"/>
                </a:cubicBezTo>
                <a:cubicBezTo>
                  <a:pt x="10049573" y="2046987"/>
                  <a:pt x="10020309" y="2085855"/>
                  <a:pt x="10009628" y="2138996"/>
                </a:cubicBezTo>
                <a:cubicBezTo>
                  <a:pt x="9976056" y="2305509"/>
                  <a:pt x="9940778" y="2471752"/>
                  <a:pt x="9907655" y="2638445"/>
                </a:cubicBezTo>
                <a:cubicBezTo>
                  <a:pt x="9862055" y="2867254"/>
                  <a:pt x="9833151" y="3097859"/>
                  <a:pt x="9822290" y="3331247"/>
                </a:cubicBezTo>
                <a:cubicBezTo>
                  <a:pt x="9816813" y="3447940"/>
                  <a:pt x="9844371" y="3556017"/>
                  <a:pt x="9878751" y="3664452"/>
                </a:cubicBezTo>
                <a:cubicBezTo>
                  <a:pt x="9900384" y="3732673"/>
                  <a:pt x="9922108" y="3800894"/>
                  <a:pt x="9943830" y="3869115"/>
                </a:cubicBezTo>
                <a:cubicBezTo>
                  <a:pt x="9946074" y="3876206"/>
                  <a:pt x="9946434" y="3886529"/>
                  <a:pt x="9951281" y="3889671"/>
                </a:cubicBezTo>
                <a:cubicBezTo>
                  <a:pt x="10037993" y="3944966"/>
                  <a:pt x="10044635" y="4040744"/>
                  <a:pt x="10067705" y="4126021"/>
                </a:cubicBezTo>
                <a:cubicBezTo>
                  <a:pt x="10096340" y="4232122"/>
                  <a:pt x="10112318" y="4341635"/>
                  <a:pt x="10163663" y="4440825"/>
                </a:cubicBezTo>
                <a:cubicBezTo>
                  <a:pt x="10169498" y="4452045"/>
                  <a:pt x="10170037" y="4465958"/>
                  <a:pt x="10172999" y="4478615"/>
                </a:cubicBezTo>
                <a:cubicBezTo>
                  <a:pt x="10168241" y="4480500"/>
                  <a:pt x="10163483" y="4482296"/>
                  <a:pt x="10158727" y="4484181"/>
                </a:cubicBezTo>
                <a:cubicBezTo>
                  <a:pt x="10131438" y="4421615"/>
                  <a:pt x="10104149" y="4359049"/>
                  <a:pt x="10076772" y="4296483"/>
                </a:cubicBezTo>
                <a:cubicBezTo>
                  <a:pt x="10075155" y="4296573"/>
                  <a:pt x="10073630" y="4296753"/>
                  <a:pt x="10072014" y="4296842"/>
                </a:cubicBezTo>
                <a:cubicBezTo>
                  <a:pt x="10074886" y="4331132"/>
                  <a:pt x="10078656" y="4365333"/>
                  <a:pt x="10080631" y="4399623"/>
                </a:cubicBezTo>
                <a:cubicBezTo>
                  <a:pt x="10093378" y="4619635"/>
                  <a:pt x="10061243" y="4834711"/>
                  <a:pt x="10006755" y="5046914"/>
                </a:cubicBezTo>
                <a:cubicBezTo>
                  <a:pt x="9948049" y="5275364"/>
                  <a:pt x="9887997" y="5503366"/>
                  <a:pt x="9826688" y="5731098"/>
                </a:cubicBezTo>
                <a:cubicBezTo>
                  <a:pt x="9816275" y="5769787"/>
                  <a:pt x="9818070" y="5794112"/>
                  <a:pt x="9853617" y="5822030"/>
                </a:cubicBezTo>
                <a:cubicBezTo>
                  <a:pt x="9914477" y="5869694"/>
                  <a:pt x="9934495" y="5937646"/>
                  <a:pt x="9919504" y="6014933"/>
                </a:cubicBezTo>
                <a:cubicBezTo>
                  <a:pt x="9908733" y="6070677"/>
                  <a:pt x="9901372" y="6125253"/>
                  <a:pt x="9925877" y="6181536"/>
                </a:cubicBezTo>
                <a:cubicBezTo>
                  <a:pt x="9939072" y="6211876"/>
                  <a:pt x="9933059" y="6249936"/>
                  <a:pt x="9942305" y="6282700"/>
                </a:cubicBezTo>
                <a:cubicBezTo>
                  <a:pt x="9964924" y="6362949"/>
                  <a:pt x="9992393" y="6441763"/>
                  <a:pt x="10015731" y="6521832"/>
                </a:cubicBezTo>
                <a:cubicBezTo>
                  <a:pt x="10026055" y="6557200"/>
                  <a:pt x="10032338" y="6593914"/>
                  <a:pt x="10037903" y="6630448"/>
                </a:cubicBezTo>
                <a:cubicBezTo>
                  <a:pt x="10042481" y="6660519"/>
                  <a:pt x="10044815" y="6692026"/>
                  <a:pt x="9991765" y="6690051"/>
                </a:cubicBezTo>
                <a:cubicBezTo>
                  <a:pt x="10030722" y="6730714"/>
                  <a:pt x="10005318" y="6753066"/>
                  <a:pt x="9983327" y="6781431"/>
                </a:cubicBezTo>
                <a:cubicBezTo>
                  <a:pt x="9950204" y="6824069"/>
                  <a:pt x="9902539" y="6837175"/>
                  <a:pt x="9856939" y="6855218"/>
                </a:cubicBezTo>
                <a:cubicBezTo>
                  <a:pt x="9847783" y="6858898"/>
                  <a:pt x="9829470" y="6856833"/>
                  <a:pt x="9824264" y="6850371"/>
                </a:cubicBezTo>
                <a:cubicBezTo>
                  <a:pt x="9798143" y="6817516"/>
                  <a:pt x="9762955" y="6793101"/>
                  <a:pt x="9756582" y="6743730"/>
                </a:cubicBezTo>
                <a:cubicBezTo>
                  <a:pt x="9746528" y="6665994"/>
                  <a:pt x="9723907" y="6589964"/>
                  <a:pt x="9709545" y="6512676"/>
                </a:cubicBezTo>
                <a:cubicBezTo>
                  <a:pt x="9701466" y="6469051"/>
                  <a:pt x="9699492" y="6424259"/>
                  <a:pt x="9694286" y="6380095"/>
                </a:cubicBezTo>
                <a:cubicBezTo>
                  <a:pt x="9692759" y="6367258"/>
                  <a:pt x="9689797" y="6354512"/>
                  <a:pt x="9687284" y="6341855"/>
                </a:cubicBezTo>
                <a:cubicBezTo>
                  <a:pt x="9681718" y="6314118"/>
                  <a:pt x="9669511" y="6285842"/>
                  <a:pt x="9671665" y="6258733"/>
                </a:cubicBezTo>
                <a:cubicBezTo>
                  <a:pt x="9675524" y="6211248"/>
                  <a:pt x="9642132" y="6157658"/>
                  <a:pt x="9597070" y="6145002"/>
                </a:cubicBezTo>
                <a:cubicBezTo>
                  <a:pt x="9537198" y="6128126"/>
                  <a:pt x="9487917" y="6095272"/>
                  <a:pt x="9452999" y="6041413"/>
                </a:cubicBezTo>
                <a:cubicBezTo>
                  <a:pt x="9429301" y="6004880"/>
                  <a:pt x="9397973" y="5973103"/>
                  <a:pt x="9376519" y="5935491"/>
                </a:cubicBezTo>
                <a:cubicBezTo>
                  <a:pt x="9363414" y="5912512"/>
                  <a:pt x="9358207" y="5882621"/>
                  <a:pt x="9357489" y="5855601"/>
                </a:cubicBezTo>
                <a:cubicBezTo>
                  <a:pt x="9356592" y="5823735"/>
                  <a:pt x="9346359" y="5814399"/>
                  <a:pt x="9314941" y="5816733"/>
                </a:cubicBezTo>
                <a:cubicBezTo>
                  <a:pt x="9249593" y="5821670"/>
                  <a:pt x="9187835" y="5835584"/>
                  <a:pt x="9134335" y="5875529"/>
                </a:cubicBezTo>
                <a:cubicBezTo>
                  <a:pt x="9078502" y="5917269"/>
                  <a:pt x="9024104" y="5961075"/>
                  <a:pt x="8966835" y="6000750"/>
                </a:cubicBezTo>
                <a:cubicBezTo>
                  <a:pt x="8944394" y="6016369"/>
                  <a:pt x="8916746" y="6029565"/>
                  <a:pt x="8890086" y="6032976"/>
                </a:cubicBezTo>
                <a:cubicBezTo>
                  <a:pt x="8814325" y="6042670"/>
                  <a:pt x="8698529" y="5972026"/>
                  <a:pt x="8668458" y="5901381"/>
                </a:cubicBezTo>
                <a:cubicBezTo>
                  <a:pt x="8652211" y="5863141"/>
                  <a:pt x="8622768" y="5844381"/>
                  <a:pt x="8584079" y="5835404"/>
                </a:cubicBezTo>
                <a:cubicBezTo>
                  <a:pt x="8530310" y="5823017"/>
                  <a:pt x="8476990" y="5808565"/>
                  <a:pt x="8423042" y="5796895"/>
                </a:cubicBezTo>
                <a:cubicBezTo>
                  <a:pt x="8299257" y="5770235"/>
                  <a:pt x="8178614" y="5789355"/>
                  <a:pt x="8063356" y="5834058"/>
                </a:cubicBezTo>
                <a:cubicBezTo>
                  <a:pt x="7779521" y="5944199"/>
                  <a:pt x="7499187" y="6063585"/>
                  <a:pt x="7213826" y="6169597"/>
                </a:cubicBezTo>
                <a:cubicBezTo>
                  <a:pt x="6994621" y="6251013"/>
                  <a:pt x="6874337" y="6205862"/>
                  <a:pt x="6763658" y="5999314"/>
                </a:cubicBezTo>
                <a:cubicBezTo>
                  <a:pt x="6694988" y="5871130"/>
                  <a:pt x="6491761" y="5336853"/>
                  <a:pt x="6426592" y="5215042"/>
                </a:cubicBezTo>
                <a:cubicBezTo>
                  <a:pt x="6384672" y="5136588"/>
                  <a:pt x="6321658" y="5066392"/>
                  <a:pt x="6257117" y="5003917"/>
                </a:cubicBezTo>
                <a:cubicBezTo>
                  <a:pt x="6192577" y="4941441"/>
                  <a:pt x="6158825" y="4951225"/>
                  <a:pt x="6102632" y="5021510"/>
                </a:cubicBezTo>
                <a:cubicBezTo>
                  <a:pt x="6011073" y="5135871"/>
                  <a:pt x="5957842" y="5269260"/>
                  <a:pt x="5921758" y="5408305"/>
                </a:cubicBezTo>
                <a:cubicBezTo>
                  <a:pt x="5879478" y="5571317"/>
                  <a:pt x="5851562" y="5738100"/>
                  <a:pt x="5808834" y="5901022"/>
                </a:cubicBezTo>
                <a:cubicBezTo>
                  <a:pt x="5783340" y="5998237"/>
                  <a:pt x="5749859" y="6095631"/>
                  <a:pt x="5703630" y="6184408"/>
                </a:cubicBezTo>
                <a:cubicBezTo>
                  <a:pt x="5674007" y="6241319"/>
                  <a:pt x="5621944" y="6295806"/>
                  <a:pt x="5566200" y="6326685"/>
                </a:cubicBezTo>
                <a:cubicBezTo>
                  <a:pt x="5524101" y="6350023"/>
                  <a:pt x="5459381" y="6341316"/>
                  <a:pt x="5406240" y="6334584"/>
                </a:cubicBezTo>
                <a:cubicBezTo>
                  <a:pt x="5279224" y="6318606"/>
                  <a:pt x="5178149" y="6248949"/>
                  <a:pt x="5084615" y="6165737"/>
                </a:cubicBezTo>
                <a:cubicBezTo>
                  <a:pt x="5046195" y="6131537"/>
                  <a:pt x="5002390" y="6103261"/>
                  <a:pt x="4960650" y="6072831"/>
                </a:cubicBezTo>
                <a:cubicBezTo>
                  <a:pt x="4936414" y="6055237"/>
                  <a:pt x="4918640" y="6066458"/>
                  <a:pt x="4905176" y="6088091"/>
                </a:cubicBezTo>
                <a:cubicBezTo>
                  <a:pt x="4877618" y="6132434"/>
                  <a:pt x="4848714" y="6176150"/>
                  <a:pt x="4824208" y="6222199"/>
                </a:cubicBezTo>
                <a:cubicBezTo>
                  <a:pt x="4785789" y="6294549"/>
                  <a:pt x="4751588" y="6369143"/>
                  <a:pt x="4713439" y="6441673"/>
                </a:cubicBezTo>
                <a:cubicBezTo>
                  <a:pt x="4702039" y="6463306"/>
                  <a:pt x="4685702" y="6483593"/>
                  <a:pt x="4667389" y="6499751"/>
                </a:cubicBezTo>
                <a:cubicBezTo>
                  <a:pt x="4658413" y="6507650"/>
                  <a:pt x="4636960" y="6510792"/>
                  <a:pt x="4626008" y="6505675"/>
                </a:cubicBezTo>
                <a:cubicBezTo>
                  <a:pt x="4559223" y="6474706"/>
                  <a:pt x="4504737" y="6428567"/>
                  <a:pt x="4467754" y="6363758"/>
                </a:cubicBezTo>
                <a:cubicBezTo>
                  <a:pt x="4464163" y="6357564"/>
                  <a:pt x="4461829" y="6349216"/>
                  <a:pt x="4462547" y="6342214"/>
                </a:cubicBezTo>
                <a:cubicBezTo>
                  <a:pt x="4472062" y="6247154"/>
                  <a:pt x="4478256" y="6149310"/>
                  <a:pt x="4540014" y="6071126"/>
                </a:cubicBezTo>
                <a:cubicBezTo>
                  <a:pt x="4596117" y="6000032"/>
                  <a:pt x="4645936" y="5928669"/>
                  <a:pt x="4670172" y="5839174"/>
                </a:cubicBezTo>
                <a:cubicBezTo>
                  <a:pt x="4682739" y="5792856"/>
                  <a:pt x="4711464" y="5750038"/>
                  <a:pt x="4737585" y="5708477"/>
                </a:cubicBezTo>
                <a:cubicBezTo>
                  <a:pt x="4776633" y="5646271"/>
                  <a:pt x="4851048" y="5635858"/>
                  <a:pt x="4897545" y="5693846"/>
                </a:cubicBezTo>
                <a:cubicBezTo>
                  <a:pt x="4935875" y="5741690"/>
                  <a:pt x="4975641" y="5745730"/>
                  <a:pt x="5029409" y="5740792"/>
                </a:cubicBezTo>
                <a:cubicBezTo>
                  <a:pt x="5087038" y="5735497"/>
                  <a:pt x="5145744" y="5740523"/>
                  <a:pt x="5204001" y="5742049"/>
                </a:cubicBezTo>
                <a:cubicBezTo>
                  <a:pt x="5217286" y="5742408"/>
                  <a:pt x="5230841" y="5745460"/>
                  <a:pt x="5243587" y="5749500"/>
                </a:cubicBezTo>
                <a:cubicBezTo>
                  <a:pt x="5314321" y="5772210"/>
                  <a:pt x="5316386" y="5772569"/>
                  <a:pt x="5323119" y="5695551"/>
                </a:cubicBezTo>
                <a:cubicBezTo>
                  <a:pt x="5340712" y="5493223"/>
                  <a:pt x="5412972" y="4451776"/>
                  <a:pt x="5437748" y="4270811"/>
                </a:cubicBezTo>
                <a:cubicBezTo>
                  <a:pt x="5449507" y="4184547"/>
                  <a:pt x="5416115" y="4149539"/>
                  <a:pt x="5353279" y="4117493"/>
                </a:cubicBezTo>
                <a:cubicBezTo>
                  <a:pt x="5348253" y="4114980"/>
                  <a:pt x="5344393" y="4110132"/>
                  <a:pt x="5333711" y="4100976"/>
                </a:cubicBezTo>
                <a:cubicBezTo>
                  <a:pt x="5349958" y="4091641"/>
                  <a:pt x="5361807" y="4080510"/>
                  <a:pt x="5375362" y="4077817"/>
                </a:cubicBezTo>
                <a:cubicBezTo>
                  <a:pt x="5409472" y="4070995"/>
                  <a:pt x="5428681" y="4049541"/>
                  <a:pt x="5435324" y="4018573"/>
                </a:cubicBezTo>
                <a:cubicBezTo>
                  <a:pt x="5451302" y="3943619"/>
                  <a:pt x="5474461" y="3868487"/>
                  <a:pt x="5445018" y="3791289"/>
                </a:cubicBezTo>
                <a:cubicBezTo>
                  <a:pt x="5443493" y="3787250"/>
                  <a:pt x="5443403" y="3782403"/>
                  <a:pt x="5443762" y="3778004"/>
                </a:cubicBezTo>
                <a:cubicBezTo>
                  <a:pt x="5453187" y="3679353"/>
                  <a:pt x="5462882" y="3580702"/>
                  <a:pt x="5472038" y="3481961"/>
                </a:cubicBezTo>
                <a:cubicBezTo>
                  <a:pt x="5473115" y="3470651"/>
                  <a:pt x="5475180" y="3455570"/>
                  <a:pt x="5469345" y="3448030"/>
                </a:cubicBezTo>
                <a:cubicBezTo>
                  <a:pt x="5433169" y="3401353"/>
                  <a:pt x="5439543" y="3347943"/>
                  <a:pt x="5447801" y="3297136"/>
                </a:cubicBezTo>
                <a:cubicBezTo>
                  <a:pt x="5465754" y="3185379"/>
                  <a:pt x="5488465" y="3074431"/>
                  <a:pt x="5510457" y="2963392"/>
                </a:cubicBezTo>
                <a:cubicBezTo>
                  <a:pt x="5516741" y="2931705"/>
                  <a:pt x="5531282" y="2901186"/>
                  <a:pt x="5534873" y="2869409"/>
                </a:cubicBezTo>
                <a:cubicBezTo>
                  <a:pt x="5539451" y="2828297"/>
                  <a:pt x="5502917" y="2764025"/>
                  <a:pt x="5471230" y="2766988"/>
                </a:cubicBezTo>
                <a:cubicBezTo>
                  <a:pt x="5438556" y="2770040"/>
                  <a:pt x="5397623" y="2790685"/>
                  <a:pt x="5379491" y="2816897"/>
                </a:cubicBezTo>
                <a:cubicBezTo>
                  <a:pt x="5355165" y="2852084"/>
                  <a:pt x="5324734" y="2863933"/>
                  <a:pt x="5290444" y="2882245"/>
                </a:cubicBezTo>
                <a:cubicBezTo>
                  <a:pt x="5227161" y="2916086"/>
                  <a:pt x="5171237" y="2963662"/>
                  <a:pt x="5111813" y="3004863"/>
                </a:cubicBezTo>
                <a:cubicBezTo>
                  <a:pt x="5079139" y="3027484"/>
                  <a:pt x="5045478" y="3048758"/>
                  <a:pt x="5012175" y="3070661"/>
                </a:cubicBezTo>
                <a:cubicBezTo>
                  <a:pt x="4982373" y="3090319"/>
                  <a:pt x="4953469" y="3111504"/>
                  <a:pt x="4922590" y="3129277"/>
                </a:cubicBezTo>
                <a:cubicBezTo>
                  <a:pt x="4879503" y="3154052"/>
                  <a:pt x="4837314" y="3184931"/>
                  <a:pt x="4790457" y="3197947"/>
                </a:cubicBezTo>
                <a:cubicBezTo>
                  <a:pt x="4675827" y="3229723"/>
                  <a:pt x="4558865" y="3252972"/>
                  <a:pt x="4442709" y="3279273"/>
                </a:cubicBezTo>
                <a:cubicBezTo>
                  <a:pt x="4420897" y="3284210"/>
                  <a:pt x="4398456" y="3291750"/>
                  <a:pt x="4376733" y="3290314"/>
                </a:cubicBezTo>
                <a:cubicBezTo>
                  <a:pt x="4360037" y="3289237"/>
                  <a:pt x="4335710" y="3280081"/>
                  <a:pt x="4329606" y="3267334"/>
                </a:cubicBezTo>
                <a:cubicBezTo>
                  <a:pt x="4309679" y="3226222"/>
                  <a:pt x="4277633" y="3232955"/>
                  <a:pt x="4245587" y="3239956"/>
                </a:cubicBezTo>
                <a:cubicBezTo>
                  <a:pt x="4237149" y="3241751"/>
                  <a:pt x="4228262" y="3254408"/>
                  <a:pt x="4225480" y="3263834"/>
                </a:cubicBezTo>
                <a:cubicBezTo>
                  <a:pt x="4224313" y="3267873"/>
                  <a:pt x="4237059" y="3279901"/>
                  <a:pt x="4245138" y="3282235"/>
                </a:cubicBezTo>
                <a:cubicBezTo>
                  <a:pt x="4276645" y="3291302"/>
                  <a:pt x="4309319" y="3296598"/>
                  <a:pt x="4340647" y="3306203"/>
                </a:cubicBezTo>
                <a:cubicBezTo>
                  <a:pt x="4351509" y="3309524"/>
                  <a:pt x="4359767" y="3321462"/>
                  <a:pt x="4369192" y="3329541"/>
                </a:cubicBezTo>
                <a:cubicBezTo>
                  <a:pt x="4360575" y="3339056"/>
                  <a:pt x="4353573" y="3354047"/>
                  <a:pt x="4343071" y="3357009"/>
                </a:cubicBezTo>
                <a:cubicBezTo>
                  <a:pt x="4312102" y="3365806"/>
                  <a:pt x="4279697" y="3369756"/>
                  <a:pt x="4240201" y="3377026"/>
                </a:cubicBezTo>
                <a:cubicBezTo>
                  <a:pt x="4244420" y="3390132"/>
                  <a:pt x="4244599" y="3411496"/>
                  <a:pt x="4255191" y="3420024"/>
                </a:cubicBezTo>
                <a:cubicBezTo>
                  <a:pt x="4282839" y="3442106"/>
                  <a:pt x="4296034" y="3471100"/>
                  <a:pt x="4276466" y="3496593"/>
                </a:cubicBezTo>
                <a:cubicBezTo>
                  <a:pt x="4264617" y="3512032"/>
                  <a:pt x="4230596" y="3510417"/>
                  <a:pt x="4196037" y="3519124"/>
                </a:cubicBezTo>
                <a:cubicBezTo>
                  <a:pt x="4187240" y="3534204"/>
                  <a:pt x="4169736" y="3560146"/>
                  <a:pt x="4156271" y="3588063"/>
                </a:cubicBezTo>
                <a:cubicBezTo>
                  <a:pt x="4140832" y="3620019"/>
                  <a:pt x="4116326" y="3629354"/>
                  <a:pt x="4083742" y="3625405"/>
                </a:cubicBezTo>
                <a:cubicBezTo>
                  <a:pt x="4012020" y="3616787"/>
                  <a:pt x="3939939" y="3604579"/>
                  <a:pt x="3884016" y="3556107"/>
                </a:cubicBezTo>
                <a:cubicBezTo>
                  <a:pt x="3853855" y="3529985"/>
                  <a:pt x="3834466" y="3491387"/>
                  <a:pt x="3806190" y="3453057"/>
                </a:cubicBezTo>
                <a:cubicBezTo>
                  <a:pt x="3803138" y="3454224"/>
                  <a:pt x="3791289" y="3458622"/>
                  <a:pt x="3779709" y="3463470"/>
                </a:cubicBezTo>
                <a:cubicBezTo>
                  <a:pt x="3746138" y="3477563"/>
                  <a:pt x="3722350" y="3467689"/>
                  <a:pt x="3696947" y="3441029"/>
                </a:cubicBezTo>
                <a:cubicBezTo>
                  <a:pt x="3666876" y="3409521"/>
                  <a:pt x="3522894" y="3309254"/>
                  <a:pt x="3484474" y="3289775"/>
                </a:cubicBezTo>
                <a:cubicBezTo>
                  <a:pt x="3441028" y="3267783"/>
                  <a:pt x="3395428" y="3249202"/>
                  <a:pt x="3349289" y="3233314"/>
                </a:cubicBezTo>
                <a:cubicBezTo>
                  <a:pt x="3327477" y="3225773"/>
                  <a:pt x="3312576" y="3233942"/>
                  <a:pt x="3308895" y="3264193"/>
                </a:cubicBezTo>
                <a:cubicBezTo>
                  <a:pt x="3299650" y="3339954"/>
                  <a:pt x="3294982" y="3412214"/>
                  <a:pt x="3332234" y="3484564"/>
                </a:cubicBezTo>
                <a:cubicBezTo>
                  <a:pt x="3355483" y="3529716"/>
                  <a:pt x="3360330" y="3583934"/>
                  <a:pt x="3379181" y="3631868"/>
                </a:cubicBezTo>
                <a:cubicBezTo>
                  <a:pt x="3390581" y="3660682"/>
                  <a:pt x="3407546" y="3692997"/>
                  <a:pt x="3431693" y="3709783"/>
                </a:cubicBezTo>
                <a:cubicBezTo>
                  <a:pt x="3466252" y="3733840"/>
                  <a:pt x="3482948" y="3762026"/>
                  <a:pt x="3487078" y="3801163"/>
                </a:cubicBezTo>
                <a:cubicBezTo>
                  <a:pt x="3488334" y="3813012"/>
                  <a:pt x="3489052" y="3824951"/>
                  <a:pt x="3490309" y="3836890"/>
                </a:cubicBezTo>
                <a:cubicBezTo>
                  <a:pt x="3495336" y="3885362"/>
                  <a:pt x="3471728" y="3952057"/>
                  <a:pt x="3573162" y="3938593"/>
                </a:cubicBezTo>
                <a:cubicBezTo>
                  <a:pt x="3531062" y="3977640"/>
                  <a:pt x="3495067" y="3981949"/>
                  <a:pt x="3457904" y="3970190"/>
                </a:cubicBezTo>
                <a:cubicBezTo>
                  <a:pt x="3395428" y="3950531"/>
                  <a:pt x="3333491" y="3929167"/>
                  <a:pt x="3272092" y="3906277"/>
                </a:cubicBezTo>
                <a:cubicBezTo>
                  <a:pt x="3241841" y="3895057"/>
                  <a:pt x="3222542" y="3895326"/>
                  <a:pt x="3189329" y="3914446"/>
                </a:cubicBezTo>
                <a:cubicBezTo>
                  <a:pt x="3089331" y="3971985"/>
                  <a:pt x="2987269" y="4029165"/>
                  <a:pt x="2871383" y="4052324"/>
                </a:cubicBezTo>
                <a:cubicBezTo>
                  <a:pt x="2845801" y="4057441"/>
                  <a:pt x="2821385" y="4068123"/>
                  <a:pt x="2797508" y="4075842"/>
                </a:cubicBezTo>
                <a:cubicBezTo>
                  <a:pt x="2810254" y="4115608"/>
                  <a:pt x="2817166" y="4151604"/>
                  <a:pt x="2833772" y="4182393"/>
                </a:cubicBezTo>
                <a:cubicBezTo>
                  <a:pt x="2842031" y="4197742"/>
                  <a:pt x="2871832" y="4199717"/>
                  <a:pt x="2886015" y="4213810"/>
                </a:cubicBezTo>
                <a:cubicBezTo>
                  <a:pt x="3104232" y="4430412"/>
                  <a:pt x="3337081" y="4634087"/>
                  <a:pt x="3500363" y="4899700"/>
                </a:cubicBezTo>
                <a:cubicBezTo>
                  <a:pt x="3550002" y="4980399"/>
                  <a:pt x="3589409" y="5065405"/>
                  <a:pt x="3601437" y="5160825"/>
                </a:cubicBezTo>
                <a:cubicBezTo>
                  <a:pt x="3612119" y="5245652"/>
                  <a:pt x="3593089" y="5321682"/>
                  <a:pt x="3531242" y="5382902"/>
                </a:cubicBezTo>
                <a:cubicBezTo>
                  <a:pt x="3500542" y="5413242"/>
                  <a:pt x="3215720" y="5620867"/>
                  <a:pt x="3105220" y="5694654"/>
                </a:cubicBezTo>
                <a:cubicBezTo>
                  <a:pt x="3079906" y="5711529"/>
                  <a:pt x="3049027" y="5723737"/>
                  <a:pt x="3019046" y="5729033"/>
                </a:cubicBezTo>
                <a:cubicBezTo>
                  <a:pt x="2922549" y="5745909"/>
                  <a:pt x="2827758" y="5773826"/>
                  <a:pt x="2726683" y="5758745"/>
                </a:cubicBezTo>
                <a:cubicBezTo>
                  <a:pt x="2687366" y="5752911"/>
                  <a:pt x="2643023" y="5764760"/>
                  <a:pt x="2603796" y="5777506"/>
                </a:cubicBezTo>
                <a:cubicBezTo>
                  <a:pt x="2447875" y="5828223"/>
                  <a:pt x="2292403" y="5880735"/>
                  <a:pt x="2138368" y="5936838"/>
                </a:cubicBezTo>
                <a:cubicBezTo>
                  <a:pt x="2109553" y="5947340"/>
                  <a:pt x="2090882" y="5984503"/>
                  <a:pt x="2062157" y="5996980"/>
                </a:cubicBezTo>
                <a:cubicBezTo>
                  <a:pt x="2014852" y="6017626"/>
                  <a:pt x="2002644" y="6059366"/>
                  <a:pt x="1984601" y="6098773"/>
                </a:cubicBezTo>
                <a:cubicBezTo>
                  <a:pt x="1972662" y="6124715"/>
                  <a:pt x="1961083" y="6151824"/>
                  <a:pt x="1988192" y="6176958"/>
                </a:cubicBezTo>
                <a:cubicBezTo>
                  <a:pt x="1991692" y="6180189"/>
                  <a:pt x="1993757" y="6187550"/>
                  <a:pt x="1992859" y="6192397"/>
                </a:cubicBezTo>
                <a:cubicBezTo>
                  <a:pt x="1978407" y="6266363"/>
                  <a:pt x="1963596" y="6340329"/>
                  <a:pt x="1948247" y="6414205"/>
                </a:cubicBezTo>
                <a:cubicBezTo>
                  <a:pt x="1946182" y="6424079"/>
                  <a:pt x="1942142" y="6433863"/>
                  <a:pt x="1937475" y="6442930"/>
                </a:cubicBezTo>
                <a:cubicBezTo>
                  <a:pt x="1904980" y="6506303"/>
                  <a:pt x="1872755" y="6569767"/>
                  <a:pt x="1839003" y="6632422"/>
                </a:cubicBezTo>
                <a:cubicBezTo>
                  <a:pt x="1829488" y="6650106"/>
                  <a:pt x="1818088" y="6669854"/>
                  <a:pt x="1802110" y="6680446"/>
                </a:cubicBezTo>
                <a:cubicBezTo>
                  <a:pt x="1774822" y="6698579"/>
                  <a:pt x="1748790" y="6694449"/>
                  <a:pt x="1732543" y="6660429"/>
                </a:cubicBezTo>
                <a:cubicBezTo>
                  <a:pt x="1663065" y="6514382"/>
                  <a:pt x="1638649" y="6362142"/>
                  <a:pt x="1644753" y="6199758"/>
                </a:cubicBezTo>
                <a:cubicBezTo>
                  <a:pt x="1649151" y="6081538"/>
                  <a:pt x="1627339" y="5962242"/>
                  <a:pt x="1616208" y="5843483"/>
                </a:cubicBezTo>
                <a:cubicBezTo>
                  <a:pt x="1612797" y="5806859"/>
                  <a:pt x="1581828" y="5805423"/>
                  <a:pt x="1558490" y="5812155"/>
                </a:cubicBezTo>
                <a:cubicBezTo>
                  <a:pt x="1492064" y="5831275"/>
                  <a:pt x="1422676" y="5846355"/>
                  <a:pt x="1372946" y="5901471"/>
                </a:cubicBezTo>
                <a:cubicBezTo>
                  <a:pt x="1361995" y="5913589"/>
                  <a:pt x="1349877" y="5925707"/>
                  <a:pt x="1335964" y="5933876"/>
                </a:cubicBezTo>
                <a:cubicBezTo>
                  <a:pt x="1307778" y="5950572"/>
                  <a:pt x="1299429" y="5974808"/>
                  <a:pt x="1291171" y="6005687"/>
                </a:cubicBezTo>
                <a:cubicBezTo>
                  <a:pt x="1276540" y="6060803"/>
                  <a:pt x="1260202" y="6119239"/>
                  <a:pt x="1184262" y="6124535"/>
                </a:cubicBezTo>
                <a:cubicBezTo>
                  <a:pt x="1166399" y="6125792"/>
                  <a:pt x="1146471" y="6141680"/>
                  <a:pt x="1133096" y="6156132"/>
                </a:cubicBezTo>
                <a:cubicBezTo>
                  <a:pt x="1094408" y="6198052"/>
                  <a:pt x="1025109" y="6190422"/>
                  <a:pt x="995577" y="6253706"/>
                </a:cubicBezTo>
                <a:cubicBezTo>
                  <a:pt x="976996" y="6293472"/>
                  <a:pt x="930767" y="6323094"/>
                  <a:pt x="870266" y="6311604"/>
                </a:cubicBezTo>
                <a:cubicBezTo>
                  <a:pt x="864611" y="6212864"/>
                  <a:pt x="868291" y="6115110"/>
                  <a:pt x="895041" y="6019870"/>
                </a:cubicBezTo>
                <a:cubicBezTo>
                  <a:pt x="909134" y="5969781"/>
                  <a:pt x="1057963" y="5579845"/>
                  <a:pt x="1108770" y="5432093"/>
                </a:cubicBezTo>
                <a:cubicBezTo>
                  <a:pt x="1138482" y="5345470"/>
                  <a:pt x="1177709" y="5322311"/>
                  <a:pt x="1258946" y="5362436"/>
                </a:cubicBezTo>
                <a:cubicBezTo>
                  <a:pt x="1322858" y="5394122"/>
                  <a:pt x="1380038" y="5430118"/>
                  <a:pt x="1459749" y="5407318"/>
                </a:cubicBezTo>
                <a:cubicBezTo>
                  <a:pt x="1504092" y="5394661"/>
                  <a:pt x="1557053" y="5412614"/>
                  <a:pt x="1606154" y="5415756"/>
                </a:cubicBezTo>
                <a:cubicBezTo>
                  <a:pt x="1645651" y="5418269"/>
                  <a:pt x="1686224" y="5427335"/>
                  <a:pt x="1719437" y="5392507"/>
                </a:cubicBezTo>
                <a:cubicBezTo>
                  <a:pt x="1726439" y="5385146"/>
                  <a:pt x="1849506" y="5377606"/>
                  <a:pt x="1895285" y="5372489"/>
                </a:cubicBezTo>
                <a:cubicBezTo>
                  <a:pt x="1902646" y="5371681"/>
                  <a:pt x="1911892" y="5370963"/>
                  <a:pt x="1916560" y="5366385"/>
                </a:cubicBezTo>
                <a:cubicBezTo>
                  <a:pt x="1970688" y="5313065"/>
                  <a:pt x="2150755" y="5284251"/>
                  <a:pt x="2173017" y="5278147"/>
                </a:cubicBezTo>
                <a:cubicBezTo>
                  <a:pt x="2230466" y="5262348"/>
                  <a:pt x="2288723" y="5249332"/>
                  <a:pt x="2346801" y="5236137"/>
                </a:cubicBezTo>
                <a:cubicBezTo>
                  <a:pt x="2367985" y="5231379"/>
                  <a:pt x="2389798" y="5229405"/>
                  <a:pt x="2422831" y="5224468"/>
                </a:cubicBezTo>
                <a:cubicBezTo>
                  <a:pt x="2372024" y="5183446"/>
                  <a:pt x="1853725" y="4730764"/>
                  <a:pt x="1800045" y="4688843"/>
                </a:cubicBezTo>
                <a:cubicBezTo>
                  <a:pt x="1747354" y="4647732"/>
                  <a:pt x="1701843" y="4608325"/>
                  <a:pt x="1687750" y="4533462"/>
                </a:cubicBezTo>
                <a:cubicBezTo>
                  <a:pt x="1663424" y="4405098"/>
                  <a:pt x="1624287" y="4279608"/>
                  <a:pt x="1590356" y="4153129"/>
                </a:cubicBezTo>
                <a:cubicBezTo>
                  <a:pt x="1575006" y="4095860"/>
                  <a:pt x="1618093" y="4065789"/>
                  <a:pt x="1645830" y="4028985"/>
                </a:cubicBezTo>
                <a:cubicBezTo>
                  <a:pt x="1671593" y="3994875"/>
                  <a:pt x="1700138" y="3962919"/>
                  <a:pt x="1734428" y="3921537"/>
                </a:cubicBezTo>
                <a:cubicBezTo>
                  <a:pt x="1657948" y="3931322"/>
                  <a:pt x="1609924" y="3875757"/>
                  <a:pt x="1633892" y="3820732"/>
                </a:cubicBezTo>
                <a:cubicBezTo>
                  <a:pt x="1674196" y="3728005"/>
                  <a:pt x="1716206" y="3635997"/>
                  <a:pt x="1761177" y="3545425"/>
                </a:cubicBezTo>
                <a:cubicBezTo>
                  <a:pt x="1782003" y="3503504"/>
                  <a:pt x="1789633" y="3462482"/>
                  <a:pt x="1786042" y="3416343"/>
                </a:cubicBezTo>
                <a:cubicBezTo>
                  <a:pt x="1783439" y="3382772"/>
                  <a:pt x="1776796" y="3338607"/>
                  <a:pt x="1794211" y="3316885"/>
                </a:cubicBezTo>
                <a:cubicBezTo>
                  <a:pt x="1823743" y="3279991"/>
                  <a:pt x="1867459" y="3249471"/>
                  <a:pt x="1911443" y="3230531"/>
                </a:cubicBezTo>
                <a:cubicBezTo>
                  <a:pt x="1952645" y="3212758"/>
                  <a:pt x="1984511" y="3198126"/>
                  <a:pt x="1992680" y="3149204"/>
                </a:cubicBezTo>
                <a:cubicBezTo>
                  <a:pt x="1995822" y="3130264"/>
                  <a:pt x="2012877" y="3113119"/>
                  <a:pt x="2024995" y="3096154"/>
                </a:cubicBezTo>
                <a:cubicBezTo>
                  <a:pt x="2085945" y="3010967"/>
                  <a:pt x="2090882" y="2916535"/>
                  <a:pt x="2072480" y="2817884"/>
                </a:cubicBezTo>
                <a:cubicBezTo>
                  <a:pt x="2067813" y="2792750"/>
                  <a:pt x="2054348" y="2784312"/>
                  <a:pt x="2028496" y="2777311"/>
                </a:cubicBezTo>
                <a:cubicBezTo>
                  <a:pt x="1877333" y="2736468"/>
                  <a:pt x="1364957" y="2755408"/>
                  <a:pt x="1260741" y="2752625"/>
                </a:cubicBezTo>
                <a:cubicBezTo>
                  <a:pt x="1225104" y="2751728"/>
                  <a:pt x="1188750" y="2761692"/>
                  <a:pt x="1153742" y="2757652"/>
                </a:cubicBezTo>
                <a:cubicBezTo>
                  <a:pt x="1023494" y="2742482"/>
                  <a:pt x="893425" y="2725517"/>
                  <a:pt x="763895" y="2705140"/>
                </a:cubicBezTo>
                <a:cubicBezTo>
                  <a:pt x="712729" y="2697061"/>
                  <a:pt x="662820" y="2679737"/>
                  <a:pt x="613270" y="2663849"/>
                </a:cubicBezTo>
                <a:cubicBezTo>
                  <a:pt x="578891" y="2652807"/>
                  <a:pt x="549807" y="2655141"/>
                  <a:pt x="522070" y="2680006"/>
                </a:cubicBezTo>
                <a:cubicBezTo>
                  <a:pt x="491011" y="2707743"/>
                  <a:pt x="454836" y="2715642"/>
                  <a:pt x="413006" y="2701190"/>
                </a:cubicBezTo>
                <a:cubicBezTo>
                  <a:pt x="413634" y="2686469"/>
                  <a:pt x="414263" y="2672376"/>
                  <a:pt x="414622" y="2664118"/>
                </a:cubicBezTo>
                <a:cubicBezTo>
                  <a:pt x="373689" y="2667259"/>
                  <a:pt x="327640" y="2684225"/>
                  <a:pt x="298287" y="2668965"/>
                </a:cubicBezTo>
                <a:cubicBezTo>
                  <a:pt x="271448" y="2655051"/>
                  <a:pt x="262561" y="2606399"/>
                  <a:pt x="241915" y="2565556"/>
                </a:cubicBezTo>
                <a:cubicBezTo>
                  <a:pt x="222526" y="2590152"/>
                  <a:pt x="204214" y="2613311"/>
                  <a:pt x="182401" y="2641048"/>
                </a:cubicBezTo>
                <a:cubicBezTo>
                  <a:pt x="160589" y="2632880"/>
                  <a:pt x="128094" y="2627314"/>
                  <a:pt x="105204" y="2609451"/>
                </a:cubicBezTo>
                <a:cubicBezTo>
                  <a:pt x="92368" y="2599487"/>
                  <a:pt x="90303" y="2568698"/>
                  <a:pt x="92547" y="2548232"/>
                </a:cubicBezTo>
                <a:cubicBezTo>
                  <a:pt x="95240" y="2523636"/>
                  <a:pt x="93894" y="2508825"/>
                  <a:pt x="66874" y="2501824"/>
                </a:cubicBezTo>
                <a:cubicBezTo>
                  <a:pt x="57808" y="2499400"/>
                  <a:pt x="46139" y="2487731"/>
                  <a:pt x="44613" y="2478754"/>
                </a:cubicBezTo>
                <a:cubicBezTo>
                  <a:pt x="37611" y="2439258"/>
                  <a:pt x="35816" y="2398774"/>
                  <a:pt x="27827" y="2359547"/>
                </a:cubicBezTo>
                <a:cubicBezTo>
                  <a:pt x="25044" y="2345813"/>
                  <a:pt x="9695" y="2334682"/>
                  <a:pt x="0" y="2322295"/>
                </a:cubicBezTo>
                <a:cubicBezTo>
                  <a:pt x="0" y="2298418"/>
                  <a:pt x="0" y="2274451"/>
                  <a:pt x="0" y="2250573"/>
                </a:cubicBezTo>
                <a:cubicBezTo>
                  <a:pt x="87161" y="2201562"/>
                  <a:pt x="91380" y="2120594"/>
                  <a:pt x="76659" y="2035228"/>
                </a:cubicBezTo>
                <a:cubicBezTo>
                  <a:pt x="97933" y="2033343"/>
                  <a:pt x="112565" y="2032894"/>
                  <a:pt x="126927" y="2030740"/>
                </a:cubicBezTo>
                <a:cubicBezTo>
                  <a:pt x="174951" y="2023469"/>
                  <a:pt x="213101" y="2039806"/>
                  <a:pt x="233746" y="2084509"/>
                </a:cubicBezTo>
                <a:cubicBezTo>
                  <a:pt x="246583" y="2112336"/>
                  <a:pt x="249814" y="2144472"/>
                  <a:pt x="259150" y="2174184"/>
                </a:cubicBezTo>
                <a:cubicBezTo>
                  <a:pt x="263369" y="2187648"/>
                  <a:pt x="268485" y="2203985"/>
                  <a:pt x="278718" y="2211795"/>
                </a:cubicBezTo>
                <a:cubicBezTo>
                  <a:pt x="316420" y="2240609"/>
                  <a:pt x="355467" y="2267808"/>
                  <a:pt x="395681" y="2292942"/>
                </a:cubicBezTo>
                <a:cubicBezTo>
                  <a:pt x="438589" y="2319871"/>
                  <a:pt x="484458" y="2342133"/>
                  <a:pt x="527007" y="2369601"/>
                </a:cubicBezTo>
                <a:cubicBezTo>
                  <a:pt x="609770" y="2423010"/>
                  <a:pt x="699175" y="2378128"/>
                  <a:pt x="784541" y="2389977"/>
                </a:cubicBezTo>
                <a:cubicBezTo>
                  <a:pt x="785618" y="2390157"/>
                  <a:pt x="786964" y="2388451"/>
                  <a:pt x="788131" y="2387464"/>
                </a:cubicBezTo>
                <a:cubicBezTo>
                  <a:pt x="848274" y="2334592"/>
                  <a:pt x="920444" y="2341953"/>
                  <a:pt x="992345" y="2345723"/>
                </a:cubicBezTo>
                <a:cubicBezTo>
                  <a:pt x="1039741" y="2348147"/>
                  <a:pt x="1089381" y="2356854"/>
                  <a:pt x="1134353" y="2346621"/>
                </a:cubicBezTo>
                <a:cubicBezTo>
                  <a:pt x="1247276" y="2321128"/>
                  <a:pt x="1355442" y="2330284"/>
                  <a:pt x="1465404" y="2362150"/>
                </a:cubicBezTo>
                <a:cubicBezTo>
                  <a:pt x="1589458" y="2398056"/>
                  <a:pt x="1711987" y="2388541"/>
                  <a:pt x="1834605" y="2343749"/>
                </a:cubicBezTo>
                <a:cubicBezTo>
                  <a:pt x="1916560" y="2313767"/>
                  <a:pt x="2002644" y="2290788"/>
                  <a:pt x="2088907" y="2278131"/>
                </a:cubicBezTo>
                <a:cubicBezTo>
                  <a:pt x="2158564" y="2267898"/>
                  <a:pt x="2218976" y="2243661"/>
                  <a:pt x="2278310" y="2209641"/>
                </a:cubicBezTo>
                <a:cubicBezTo>
                  <a:pt x="2343300" y="2172388"/>
                  <a:pt x="2424626" y="2173645"/>
                  <a:pt x="2484499" y="2123646"/>
                </a:cubicBezTo>
                <a:cubicBezTo>
                  <a:pt x="2498143" y="2112246"/>
                  <a:pt x="2511518" y="2100397"/>
                  <a:pt x="2525073" y="2088818"/>
                </a:cubicBezTo>
                <a:cubicBezTo>
                  <a:pt x="2542218" y="2074186"/>
                  <a:pt x="2557298" y="2052373"/>
                  <a:pt x="2577046" y="2046718"/>
                </a:cubicBezTo>
                <a:cubicBezTo>
                  <a:pt x="2608464" y="2037652"/>
                  <a:pt x="2642933" y="2039447"/>
                  <a:pt x="2679108" y="2036305"/>
                </a:cubicBezTo>
                <a:cubicBezTo>
                  <a:pt x="2675159" y="2013326"/>
                  <a:pt x="2676685" y="1997976"/>
                  <a:pt x="2670132" y="1987833"/>
                </a:cubicBezTo>
                <a:cubicBezTo>
                  <a:pt x="2638176" y="1937834"/>
                  <a:pt x="2638624" y="1881282"/>
                  <a:pt x="2633508" y="1825628"/>
                </a:cubicBezTo>
                <a:cubicBezTo>
                  <a:pt x="2633239" y="1822666"/>
                  <a:pt x="2632161" y="1819794"/>
                  <a:pt x="2631533" y="1816921"/>
                </a:cubicBezTo>
                <a:cubicBezTo>
                  <a:pt x="2618876" y="1756420"/>
                  <a:pt x="2596615" y="1696009"/>
                  <a:pt x="2596345" y="1635507"/>
                </a:cubicBezTo>
                <a:cubicBezTo>
                  <a:pt x="2596076" y="1574647"/>
                  <a:pt x="2614209" y="1512710"/>
                  <a:pt x="2631174" y="1453196"/>
                </a:cubicBezTo>
                <a:cubicBezTo>
                  <a:pt x="2642933" y="1412084"/>
                  <a:pt x="2673543" y="1384795"/>
                  <a:pt x="2717348" y="1369266"/>
                </a:cubicBezTo>
                <a:cubicBezTo>
                  <a:pt x="2746072" y="1359033"/>
                  <a:pt x="2770219" y="1334527"/>
                  <a:pt x="2794994" y="1314600"/>
                </a:cubicBezTo>
                <a:cubicBezTo>
                  <a:pt x="2837542" y="1280489"/>
                  <a:pt x="2873358" y="1237133"/>
                  <a:pt x="2938707" y="1245661"/>
                </a:cubicBezTo>
                <a:cubicBezTo>
                  <a:pt x="2956570" y="1247994"/>
                  <a:pt x="2977306" y="1225284"/>
                  <a:pt x="2997323" y="1215500"/>
                </a:cubicBezTo>
                <a:cubicBezTo>
                  <a:pt x="3015455" y="1206613"/>
                  <a:pt x="3038076" y="1189019"/>
                  <a:pt x="3052438" y="1193867"/>
                </a:cubicBezTo>
                <a:cubicBezTo>
                  <a:pt x="3102257" y="1210563"/>
                  <a:pt x="3147499" y="1244943"/>
                  <a:pt x="3204589" y="1220975"/>
                </a:cubicBezTo>
                <a:cubicBezTo>
                  <a:pt x="3206654" y="1220078"/>
                  <a:pt x="3210783" y="1221783"/>
                  <a:pt x="3212937" y="1223579"/>
                </a:cubicBezTo>
                <a:cubicBezTo>
                  <a:pt x="3257101" y="1259843"/>
                  <a:pt x="3312396" y="1282015"/>
                  <a:pt x="3339684" y="1339554"/>
                </a:cubicBezTo>
                <a:cubicBezTo>
                  <a:pt x="3351623" y="1364688"/>
                  <a:pt x="3381874" y="1382192"/>
                  <a:pt x="3406020" y="1400235"/>
                </a:cubicBezTo>
                <a:cubicBezTo>
                  <a:pt x="3437168" y="1423663"/>
                  <a:pt x="3470381" y="1444219"/>
                  <a:pt x="3509339" y="1470520"/>
                </a:cubicBezTo>
                <a:cubicBezTo>
                  <a:pt x="3449646" y="1509209"/>
                  <a:pt x="3456917" y="1550141"/>
                  <a:pt x="3468407" y="1603821"/>
                </a:cubicBezTo>
                <a:cubicBezTo>
                  <a:pt x="3481333" y="1664232"/>
                  <a:pt x="3477024" y="1732094"/>
                  <a:pt x="3464188" y="1793403"/>
                </a:cubicBezTo>
                <a:cubicBezTo>
                  <a:pt x="3446055" y="1879846"/>
                  <a:pt x="3412214" y="1962878"/>
                  <a:pt x="3387439" y="2048065"/>
                </a:cubicBezTo>
                <a:cubicBezTo>
                  <a:pt x="3383849" y="2060452"/>
                  <a:pt x="3388426" y="2083162"/>
                  <a:pt x="3397583" y="2089895"/>
                </a:cubicBezTo>
                <a:cubicBezTo>
                  <a:pt x="3496682" y="2163322"/>
                  <a:pt x="3532588" y="2261255"/>
                  <a:pt x="3528010" y="2382437"/>
                </a:cubicBezTo>
                <a:cubicBezTo>
                  <a:pt x="3522355" y="2532343"/>
                  <a:pt x="3524509" y="2682430"/>
                  <a:pt x="3523881" y="2832516"/>
                </a:cubicBezTo>
                <a:cubicBezTo>
                  <a:pt x="3523791" y="2845532"/>
                  <a:pt x="3523881" y="2861061"/>
                  <a:pt x="3530344" y="2871294"/>
                </a:cubicBezTo>
                <a:cubicBezTo>
                  <a:pt x="3562659" y="2922908"/>
                  <a:pt x="3597578" y="2972817"/>
                  <a:pt x="3630521" y="3023893"/>
                </a:cubicBezTo>
                <a:cubicBezTo>
                  <a:pt x="3645242" y="3046694"/>
                  <a:pt x="3662746" y="3056747"/>
                  <a:pt x="3691471" y="3060517"/>
                </a:cubicBezTo>
                <a:cubicBezTo>
                  <a:pt x="3720824" y="3064377"/>
                  <a:pt x="3847751" y="3144178"/>
                  <a:pt x="3886619" y="3160964"/>
                </a:cubicBezTo>
                <a:cubicBezTo>
                  <a:pt x="3921268" y="3175864"/>
                  <a:pt x="3953942" y="3186277"/>
                  <a:pt x="3951070" y="3236994"/>
                </a:cubicBezTo>
                <a:cubicBezTo>
                  <a:pt x="3974947" y="3204499"/>
                  <a:pt x="3992720" y="3171376"/>
                  <a:pt x="4010045" y="3137984"/>
                </a:cubicBezTo>
                <a:cubicBezTo>
                  <a:pt x="4025036" y="3109170"/>
                  <a:pt x="4038410" y="3079368"/>
                  <a:pt x="4054478" y="3051182"/>
                </a:cubicBezTo>
                <a:cubicBezTo>
                  <a:pt x="4071623" y="3021201"/>
                  <a:pt x="4100886" y="3011326"/>
                  <a:pt x="4131765" y="3021470"/>
                </a:cubicBezTo>
                <a:cubicBezTo>
                  <a:pt x="4199717" y="3043911"/>
                  <a:pt x="4260218" y="3016174"/>
                  <a:pt x="4320630" y="2995528"/>
                </a:cubicBezTo>
                <a:cubicBezTo>
                  <a:pt x="4403482" y="2967162"/>
                  <a:pt x="4463714" y="2890144"/>
                  <a:pt x="4557159" y="2882694"/>
                </a:cubicBezTo>
                <a:cubicBezTo>
                  <a:pt x="4559672" y="2882514"/>
                  <a:pt x="4562724" y="2879911"/>
                  <a:pt x="4564340" y="2877578"/>
                </a:cubicBezTo>
                <a:cubicBezTo>
                  <a:pt x="4590462" y="2840146"/>
                  <a:pt x="4630317" y="2842120"/>
                  <a:pt x="4669185" y="2839966"/>
                </a:cubicBezTo>
                <a:cubicBezTo>
                  <a:pt x="4682111" y="2839248"/>
                  <a:pt x="4696114" y="2837902"/>
                  <a:pt x="4707335" y="2832336"/>
                </a:cubicBezTo>
                <a:cubicBezTo>
                  <a:pt x="4758321" y="2807023"/>
                  <a:pt x="4792611" y="2748227"/>
                  <a:pt x="4861371" y="2757383"/>
                </a:cubicBezTo>
                <a:cubicBezTo>
                  <a:pt x="4867654" y="2758191"/>
                  <a:pt x="4875464" y="2743469"/>
                  <a:pt x="4883273" y="2736827"/>
                </a:cubicBezTo>
                <a:cubicBezTo>
                  <a:pt x="4943505" y="2685751"/>
                  <a:pt x="5468627" y="2300033"/>
                  <a:pt x="5560186" y="2231633"/>
                </a:cubicBezTo>
                <a:cubicBezTo>
                  <a:pt x="5564046" y="2228760"/>
                  <a:pt x="5566380" y="2223734"/>
                  <a:pt x="5575087" y="2212244"/>
                </a:cubicBezTo>
                <a:cubicBezTo>
                  <a:pt x="5506328" y="2230825"/>
                  <a:pt x="5454623" y="2260088"/>
                  <a:pt x="5408305" y="2301739"/>
                </a:cubicBezTo>
                <a:cubicBezTo>
                  <a:pt x="5390891" y="2317447"/>
                  <a:pt x="5366744" y="2325796"/>
                  <a:pt x="5345649" y="2337465"/>
                </a:cubicBezTo>
                <a:cubicBezTo>
                  <a:pt x="5356960" y="2313588"/>
                  <a:pt x="5362525" y="2283247"/>
                  <a:pt x="5380658" y="2267179"/>
                </a:cubicBezTo>
                <a:cubicBezTo>
                  <a:pt x="5419077" y="2233249"/>
                  <a:pt x="5464048" y="2206768"/>
                  <a:pt x="5500403" y="2181275"/>
                </a:cubicBezTo>
                <a:cubicBezTo>
                  <a:pt x="5493581" y="2138816"/>
                  <a:pt x="5487746" y="2098333"/>
                  <a:pt x="5480296" y="2058118"/>
                </a:cubicBezTo>
                <a:cubicBezTo>
                  <a:pt x="5477603" y="2043307"/>
                  <a:pt x="5471050" y="2029304"/>
                  <a:pt x="5466293" y="2014852"/>
                </a:cubicBezTo>
                <a:cubicBezTo>
                  <a:pt x="5450853" y="2021045"/>
                  <a:pt x="5428771" y="2022661"/>
                  <a:pt x="5420962" y="2034061"/>
                </a:cubicBezTo>
                <a:cubicBezTo>
                  <a:pt x="5375631" y="2100038"/>
                  <a:pt x="5318271" y="2071942"/>
                  <a:pt x="5262977" y="2056951"/>
                </a:cubicBezTo>
                <a:cubicBezTo>
                  <a:pt x="5251307" y="2053810"/>
                  <a:pt x="5241702" y="2042050"/>
                  <a:pt x="5231649" y="2033702"/>
                </a:cubicBezTo>
                <a:cubicBezTo>
                  <a:pt x="5203732" y="2010543"/>
                  <a:pt x="5175995" y="1987115"/>
                  <a:pt x="5148257" y="1963866"/>
                </a:cubicBezTo>
                <a:cubicBezTo>
                  <a:pt x="5148168" y="1956505"/>
                  <a:pt x="5145744" y="1943848"/>
                  <a:pt x="5148347" y="1942681"/>
                </a:cubicBezTo>
                <a:cubicBezTo>
                  <a:pt x="5191793" y="1923561"/>
                  <a:pt x="5170429" y="1888823"/>
                  <a:pt x="5174738" y="1854622"/>
                </a:cubicBezTo>
                <a:cubicBezTo>
                  <a:pt x="5117109" y="1906775"/>
                  <a:pt x="5112531" y="1930114"/>
                  <a:pt x="5149155" y="1963058"/>
                </a:cubicBezTo>
                <a:cubicBezTo>
                  <a:pt x="5104812" y="1962519"/>
                  <a:pt x="5112801" y="1930024"/>
                  <a:pt x="5116840" y="1904890"/>
                </a:cubicBezTo>
                <a:cubicBezTo>
                  <a:pt x="5128779" y="1830027"/>
                  <a:pt x="5193409" y="1791159"/>
                  <a:pt x="5238920" y="1741070"/>
                </a:cubicBezTo>
                <a:cubicBezTo>
                  <a:pt x="5276800" y="1699330"/>
                  <a:pt x="5310821" y="1655525"/>
                  <a:pt x="5313334" y="1602205"/>
                </a:cubicBezTo>
                <a:cubicBezTo>
                  <a:pt x="5316835" y="1526892"/>
                  <a:pt x="5364590" y="1494757"/>
                  <a:pt x="5420064" y="1467738"/>
                </a:cubicBezTo>
                <a:cubicBezTo>
                  <a:pt x="5468268" y="1444309"/>
                  <a:pt x="5518535" y="1424022"/>
                  <a:pt x="5569791" y="1408314"/>
                </a:cubicBezTo>
                <a:cubicBezTo>
                  <a:pt x="5694474" y="1370164"/>
                  <a:pt x="5805513" y="1309034"/>
                  <a:pt x="5907575" y="1228067"/>
                </a:cubicBezTo>
                <a:cubicBezTo>
                  <a:pt x="5945366" y="1198086"/>
                  <a:pt x="5990517" y="1172413"/>
                  <a:pt x="6036476" y="1158589"/>
                </a:cubicBezTo>
                <a:cubicBezTo>
                  <a:pt x="6235305" y="1098627"/>
                  <a:pt x="6421835" y="1134443"/>
                  <a:pt x="6589425" y="1253021"/>
                </a:cubicBezTo>
                <a:cubicBezTo>
                  <a:pt x="6648849" y="1295031"/>
                  <a:pt x="6705670" y="1333630"/>
                  <a:pt x="6773531" y="1364239"/>
                </a:cubicBezTo>
                <a:cubicBezTo>
                  <a:pt x="6868143" y="1406877"/>
                  <a:pt x="6952073" y="1475637"/>
                  <a:pt x="7035375" y="1540088"/>
                </a:cubicBezTo>
                <a:cubicBezTo>
                  <a:pt x="7091028" y="1583175"/>
                  <a:pt x="7122805" y="1641701"/>
                  <a:pt x="7083219" y="1715757"/>
                </a:cubicBezTo>
                <a:cubicBezTo>
                  <a:pt x="7077923" y="1725631"/>
                  <a:pt x="7080077" y="1739185"/>
                  <a:pt x="7077833" y="1750855"/>
                </a:cubicBezTo>
                <a:cubicBezTo>
                  <a:pt x="7068498" y="1798879"/>
                  <a:pt x="7061496" y="1847621"/>
                  <a:pt x="7048390" y="1894567"/>
                </a:cubicBezTo>
                <a:cubicBezTo>
                  <a:pt x="7032951" y="1950221"/>
                  <a:pt x="7007637" y="2002105"/>
                  <a:pt x="7019576" y="2063953"/>
                </a:cubicBezTo>
                <a:cubicBezTo>
                  <a:pt x="7027385" y="2104437"/>
                  <a:pt x="6999648" y="2130738"/>
                  <a:pt x="6958536" y="2137021"/>
                </a:cubicBezTo>
                <a:cubicBezTo>
                  <a:pt x="6911769" y="2144113"/>
                  <a:pt x="6896150" y="2169785"/>
                  <a:pt x="6911320" y="2215475"/>
                </a:cubicBezTo>
                <a:cubicBezTo>
                  <a:pt x="6918681" y="2237557"/>
                  <a:pt x="6926849" y="2259370"/>
                  <a:pt x="6937890" y="2290518"/>
                </a:cubicBezTo>
                <a:cubicBezTo>
                  <a:pt x="6917334" y="2284145"/>
                  <a:pt x="6900100" y="2284055"/>
                  <a:pt x="6892021" y="2275438"/>
                </a:cubicBezTo>
                <a:cubicBezTo>
                  <a:pt x="6856295" y="2237647"/>
                  <a:pt x="6816349" y="2272565"/>
                  <a:pt x="6779008" y="2267090"/>
                </a:cubicBezTo>
                <a:cubicBezTo>
                  <a:pt x="6775058" y="2266461"/>
                  <a:pt x="6765273" y="2281991"/>
                  <a:pt x="6763927" y="2290967"/>
                </a:cubicBezTo>
                <a:cubicBezTo>
                  <a:pt x="6760336" y="2314485"/>
                  <a:pt x="6764286" y="2339889"/>
                  <a:pt x="6757464" y="2362150"/>
                </a:cubicBezTo>
                <a:cubicBezTo>
                  <a:pt x="6731701" y="2446978"/>
                  <a:pt x="6742025" y="2488898"/>
                  <a:pt x="6820209" y="2527317"/>
                </a:cubicBezTo>
                <a:cubicBezTo>
                  <a:pt x="6905845" y="2569416"/>
                  <a:pt x="6969039" y="2636919"/>
                  <a:pt x="7036092" y="2699844"/>
                </a:cubicBezTo>
                <a:cubicBezTo>
                  <a:pt x="7110148" y="2769411"/>
                  <a:pt x="7120651" y="2905853"/>
                  <a:pt x="7070382" y="2995438"/>
                </a:cubicBezTo>
                <a:cubicBezTo>
                  <a:pt x="7053686" y="3025240"/>
                  <a:pt x="7039414" y="3062492"/>
                  <a:pt x="7040940" y="3095525"/>
                </a:cubicBezTo>
                <a:cubicBezTo>
                  <a:pt x="7048570" y="3260602"/>
                  <a:pt x="7061047" y="3425499"/>
                  <a:pt x="7074602" y="3590217"/>
                </a:cubicBezTo>
                <a:cubicBezTo>
                  <a:pt x="7075679" y="3602964"/>
                  <a:pt x="7097133" y="3622353"/>
                  <a:pt x="7111046" y="3624238"/>
                </a:cubicBezTo>
                <a:cubicBezTo>
                  <a:pt x="7153953" y="3629803"/>
                  <a:pt x="7174958" y="3652424"/>
                  <a:pt x="7180434" y="3692728"/>
                </a:cubicBezTo>
                <a:cubicBezTo>
                  <a:pt x="7184832" y="3725582"/>
                  <a:pt x="7194527" y="3743624"/>
                  <a:pt x="7232587" y="3723786"/>
                </a:cubicBezTo>
                <a:cubicBezTo>
                  <a:pt x="7246770" y="3716426"/>
                  <a:pt x="7267685" y="3723158"/>
                  <a:pt x="7285099" y="3720555"/>
                </a:cubicBezTo>
                <a:cubicBezTo>
                  <a:pt x="7331866" y="3713643"/>
                  <a:pt x="7380070" y="3710232"/>
                  <a:pt x="7424323" y="3695421"/>
                </a:cubicBezTo>
                <a:cubicBezTo>
                  <a:pt x="7452958" y="3685816"/>
                  <a:pt x="7478362" y="3661310"/>
                  <a:pt x="7500713" y="3638959"/>
                </a:cubicBezTo>
                <a:cubicBezTo>
                  <a:pt x="7603763" y="3535461"/>
                  <a:pt x="7940020" y="3193279"/>
                  <a:pt x="8011203" y="3132778"/>
                </a:cubicBezTo>
                <a:cubicBezTo>
                  <a:pt x="8064613" y="3087447"/>
                  <a:pt x="8109495" y="3038884"/>
                  <a:pt x="8140733" y="2975421"/>
                </a:cubicBezTo>
                <a:cubicBezTo>
                  <a:pt x="8173587" y="2908636"/>
                  <a:pt x="8491622" y="2296892"/>
                  <a:pt x="8540005" y="2226337"/>
                </a:cubicBezTo>
                <a:cubicBezTo>
                  <a:pt x="8579771" y="2168439"/>
                  <a:pt x="8641080" y="2125262"/>
                  <a:pt x="8693053" y="2075892"/>
                </a:cubicBezTo>
                <a:cubicBezTo>
                  <a:pt x="8696016" y="2073109"/>
                  <a:pt x="8701311" y="2072750"/>
                  <a:pt x="8705531" y="2071314"/>
                </a:cubicBezTo>
                <a:cubicBezTo>
                  <a:pt x="8807862" y="2036485"/>
                  <a:pt x="8849064" y="1953363"/>
                  <a:pt x="8817377" y="1842863"/>
                </a:cubicBezTo>
                <a:cubicBezTo>
                  <a:pt x="8800142" y="1854981"/>
                  <a:pt x="8784343" y="1868536"/>
                  <a:pt x="8766391" y="1878051"/>
                </a:cubicBezTo>
                <a:cubicBezTo>
                  <a:pt x="8700683" y="1912969"/>
                  <a:pt x="8634706" y="1947169"/>
                  <a:pt x="8568101" y="1980203"/>
                </a:cubicBezTo>
                <a:cubicBezTo>
                  <a:pt x="8526002" y="2001118"/>
                  <a:pt x="8482645" y="1994026"/>
                  <a:pt x="8461551" y="1964314"/>
                </a:cubicBezTo>
                <a:cubicBezTo>
                  <a:pt x="8571063" y="1970508"/>
                  <a:pt x="8615407" y="1879936"/>
                  <a:pt x="8683718" y="1824820"/>
                </a:cubicBezTo>
                <a:cubicBezTo>
                  <a:pt x="8681294" y="1820243"/>
                  <a:pt x="8678780" y="1815665"/>
                  <a:pt x="8676357" y="1811087"/>
                </a:cubicBezTo>
                <a:cubicBezTo>
                  <a:pt x="8618190" y="1837388"/>
                  <a:pt x="8560022" y="1863778"/>
                  <a:pt x="8501855" y="1890079"/>
                </a:cubicBezTo>
                <a:cubicBezTo>
                  <a:pt x="8500060" y="1886040"/>
                  <a:pt x="8498354" y="1882000"/>
                  <a:pt x="8496559" y="1877871"/>
                </a:cubicBezTo>
                <a:cubicBezTo>
                  <a:pt x="8560381" y="1822217"/>
                  <a:pt x="8617561" y="1755074"/>
                  <a:pt x="8715674" y="1759203"/>
                </a:cubicBezTo>
                <a:cubicBezTo>
                  <a:pt x="8722496" y="1759472"/>
                  <a:pt x="8731562" y="1741968"/>
                  <a:pt x="8736948" y="1731376"/>
                </a:cubicBezTo>
                <a:cubicBezTo>
                  <a:pt x="8740987" y="1723387"/>
                  <a:pt x="8738564" y="1711987"/>
                  <a:pt x="8742872" y="1704267"/>
                </a:cubicBezTo>
                <a:cubicBezTo>
                  <a:pt x="8765313" y="1664771"/>
                  <a:pt x="8789460" y="1626262"/>
                  <a:pt x="8811991" y="1586765"/>
                </a:cubicBezTo>
                <a:cubicBezTo>
                  <a:pt x="8816569" y="1578687"/>
                  <a:pt x="8816838" y="1568274"/>
                  <a:pt x="8818992" y="1559297"/>
                </a:cubicBezTo>
                <a:cubicBezTo>
                  <a:pt x="8743411" y="1532368"/>
                  <a:pt x="8725099" y="1488384"/>
                  <a:pt x="8755170" y="1416931"/>
                </a:cubicBezTo>
                <a:cubicBezTo>
                  <a:pt x="8761992" y="1400684"/>
                  <a:pt x="8771687" y="1380846"/>
                  <a:pt x="8767827" y="1365855"/>
                </a:cubicBezTo>
                <a:cubicBezTo>
                  <a:pt x="8762351" y="1344581"/>
                  <a:pt x="8768635" y="1312984"/>
                  <a:pt x="8730306" y="1308047"/>
                </a:cubicBezTo>
                <a:cubicBezTo>
                  <a:pt x="8692156" y="1303200"/>
                  <a:pt x="8681384" y="1274565"/>
                  <a:pt x="8683897" y="1238659"/>
                </a:cubicBezTo>
                <a:cubicBezTo>
                  <a:pt x="8687218" y="1191084"/>
                  <a:pt x="8689552" y="1143419"/>
                  <a:pt x="8691168" y="1095844"/>
                </a:cubicBezTo>
                <a:cubicBezTo>
                  <a:pt x="8692605" y="1054283"/>
                  <a:pt x="8706608" y="1021250"/>
                  <a:pt x="8744309" y="999078"/>
                </a:cubicBezTo>
                <a:cubicBezTo>
                  <a:pt x="8775547" y="980766"/>
                  <a:pt x="8804720" y="959133"/>
                  <a:pt x="8835599" y="938397"/>
                </a:cubicBezTo>
                <a:cubicBezTo>
                  <a:pt x="8827969" y="932473"/>
                  <a:pt x="8823391" y="928882"/>
                  <a:pt x="8811901" y="919995"/>
                </a:cubicBezTo>
                <a:cubicBezTo>
                  <a:pt x="8852834" y="912096"/>
                  <a:pt x="8884790" y="905813"/>
                  <a:pt x="8916746" y="899619"/>
                </a:cubicBezTo>
                <a:cubicBezTo>
                  <a:pt x="8980748" y="887321"/>
                  <a:pt x="9045558" y="878075"/>
                  <a:pt x="9108572" y="861918"/>
                </a:cubicBezTo>
                <a:cubicBezTo>
                  <a:pt x="9166022" y="847196"/>
                  <a:pt x="9221316" y="846837"/>
                  <a:pt x="9275265" y="869817"/>
                </a:cubicBezTo>
                <a:cubicBezTo>
                  <a:pt x="9322841" y="890104"/>
                  <a:pt x="9365029" y="880409"/>
                  <a:pt x="9407757" y="857070"/>
                </a:cubicBezTo>
                <a:cubicBezTo>
                  <a:pt x="9422838" y="848812"/>
                  <a:pt x="9442316" y="838489"/>
                  <a:pt x="9457128" y="841631"/>
                </a:cubicBezTo>
                <a:cubicBezTo>
                  <a:pt x="9539800" y="859135"/>
                  <a:pt x="9624269" y="873497"/>
                  <a:pt x="9703082" y="902491"/>
                </a:cubicBezTo>
                <a:cubicBezTo>
                  <a:pt x="9779920" y="930677"/>
                  <a:pt x="9811607" y="1021160"/>
                  <a:pt x="9789615" y="1098178"/>
                </a:cubicBezTo>
                <a:cubicBezTo>
                  <a:pt x="9782254" y="1124030"/>
                  <a:pt x="9782344" y="1153473"/>
                  <a:pt x="9785575" y="1180492"/>
                </a:cubicBezTo>
                <a:cubicBezTo>
                  <a:pt x="9798682" y="1289107"/>
                  <a:pt x="9833958" y="1396465"/>
                  <a:pt x="9804965" y="1507234"/>
                </a:cubicBezTo>
                <a:cubicBezTo>
                  <a:pt x="9796706" y="1538831"/>
                  <a:pt x="9781896" y="1568723"/>
                  <a:pt x="9769059" y="1601935"/>
                </a:cubicBezTo>
                <a:cubicBezTo>
                  <a:pt x="9801554" y="1594216"/>
                  <a:pt x="9830009" y="1565222"/>
                  <a:pt x="9856130" y="1603641"/>
                </a:cubicBezTo>
                <a:cubicBezTo>
                  <a:pt x="9799759" y="1608399"/>
                  <a:pt x="9766545" y="1662796"/>
                  <a:pt x="9785845" y="1718988"/>
                </a:cubicBezTo>
                <a:cubicBezTo>
                  <a:pt x="9852091" y="1708396"/>
                  <a:pt x="9882701" y="1656512"/>
                  <a:pt x="9854695" y="1602205"/>
                </a:cubicBezTo>
                <a:cubicBezTo>
                  <a:pt x="9879648" y="1607591"/>
                  <a:pt x="9904513" y="1613066"/>
                  <a:pt x="9929378" y="1618452"/>
                </a:cubicBezTo>
                <a:cubicBezTo>
                  <a:pt x="9924352" y="1629852"/>
                  <a:pt x="9919864" y="1639816"/>
                  <a:pt x="9915465" y="1649780"/>
                </a:cubicBezTo>
                <a:cubicBezTo>
                  <a:pt x="9918517" y="1653909"/>
                  <a:pt x="9921479" y="1658128"/>
                  <a:pt x="9924530" y="1662257"/>
                </a:cubicBezTo>
                <a:cubicBezTo>
                  <a:pt x="9990059" y="1626172"/>
                  <a:pt x="10061243" y="1597358"/>
                  <a:pt x="10119948" y="1552386"/>
                </a:cubicBezTo>
                <a:cubicBezTo>
                  <a:pt x="10219318" y="1476265"/>
                  <a:pt x="10311594" y="1390810"/>
                  <a:pt x="10405219" y="1307418"/>
                </a:cubicBezTo>
                <a:cubicBezTo>
                  <a:pt x="10441753" y="1274924"/>
                  <a:pt x="10478915" y="1240993"/>
                  <a:pt x="10506922" y="1201407"/>
                </a:cubicBezTo>
                <a:cubicBezTo>
                  <a:pt x="10565898" y="1118195"/>
                  <a:pt x="10640761" y="1055360"/>
                  <a:pt x="10724780" y="998629"/>
                </a:cubicBezTo>
                <a:cubicBezTo>
                  <a:pt x="10871725" y="899350"/>
                  <a:pt x="11013283" y="792081"/>
                  <a:pt x="11158791" y="690647"/>
                </a:cubicBezTo>
                <a:cubicBezTo>
                  <a:pt x="11272882" y="611206"/>
                  <a:pt x="11297028" y="496936"/>
                  <a:pt x="11295771" y="368932"/>
                </a:cubicBezTo>
                <a:cubicBezTo>
                  <a:pt x="11295233" y="317227"/>
                  <a:pt x="11286437" y="253584"/>
                  <a:pt x="11312019" y="216691"/>
                </a:cubicBezTo>
                <a:cubicBezTo>
                  <a:pt x="11346040" y="167680"/>
                  <a:pt x="11326381" y="124683"/>
                  <a:pt x="11331229" y="79441"/>
                </a:cubicBezTo>
                <a:cubicBezTo>
                  <a:pt x="11334011" y="53051"/>
                  <a:pt x="11335448" y="26480"/>
                  <a:pt x="11337512" y="0"/>
                </a:cubicBezTo>
                <a:cubicBezTo>
                  <a:pt x="11343796" y="539"/>
                  <a:pt x="11349810" y="539"/>
                  <a:pt x="11355735" y="539"/>
                </a:cubicBezTo>
                <a:close/>
                <a:moveTo>
                  <a:pt x="5665929" y="1895016"/>
                </a:moveTo>
                <a:cubicBezTo>
                  <a:pt x="5676880" y="1891874"/>
                  <a:pt x="5687832" y="1888643"/>
                  <a:pt x="5698693" y="1885501"/>
                </a:cubicBezTo>
                <a:cubicBezTo>
                  <a:pt x="5693127" y="1877782"/>
                  <a:pt x="5689178" y="1866920"/>
                  <a:pt x="5681638" y="1862881"/>
                </a:cubicBezTo>
                <a:cubicBezTo>
                  <a:pt x="5658658" y="1850852"/>
                  <a:pt x="5634242" y="1841427"/>
                  <a:pt x="5602466" y="1827513"/>
                </a:cubicBezTo>
                <a:cubicBezTo>
                  <a:pt x="5606774" y="1845736"/>
                  <a:pt x="5608659" y="1853904"/>
                  <a:pt x="5610544" y="1862073"/>
                </a:cubicBezTo>
                <a:cubicBezTo>
                  <a:pt x="5599773" y="1856687"/>
                  <a:pt x="5589001" y="1851301"/>
                  <a:pt x="5576613" y="1845107"/>
                </a:cubicBezTo>
                <a:cubicBezTo>
                  <a:pt x="5563149" y="1877512"/>
                  <a:pt x="5566650" y="1895914"/>
                  <a:pt x="5598246" y="1903903"/>
                </a:cubicBezTo>
                <a:cubicBezTo>
                  <a:pt x="5612339" y="1907494"/>
                  <a:pt x="5625355" y="1915213"/>
                  <a:pt x="5639089" y="1920509"/>
                </a:cubicBezTo>
                <a:cubicBezTo>
                  <a:pt x="5648065" y="1924010"/>
                  <a:pt x="5657401" y="1926524"/>
                  <a:pt x="5666557" y="1929486"/>
                </a:cubicBezTo>
                <a:cubicBezTo>
                  <a:pt x="5666288" y="1917996"/>
                  <a:pt x="5666108" y="1906506"/>
                  <a:pt x="5665929" y="1895016"/>
                </a:cubicBezTo>
                <a:close/>
                <a:moveTo>
                  <a:pt x="5794292" y="2071942"/>
                </a:moveTo>
                <a:cubicBezTo>
                  <a:pt x="5788727" y="2067274"/>
                  <a:pt x="5782982" y="2058477"/>
                  <a:pt x="5777685" y="2058746"/>
                </a:cubicBezTo>
                <a:cubicBezTo>
                  <a:pt x="5756771" y="2059824"/>
                  <a:pt x="5734240" y="2059913"/>
                  <a:pt x="5715927" y="2068172"/>
                </a:cubicBezTo>
                <a:cubicBezTo>
                  <a:pt x="5706412" y="2072481"/>
                  <a:pt x="5697526" y="2095191"/>
                  <a:pt x="5700758" y="2105963"/>
                </a:cubicBezTo>
                <a:cubicBezTo>
                  <a:pt x="5704707" y="2119248"/>
                  <a:pt x="5721762" y="2138188"/>
                  <a:pt x="5732714" y="2137829"/>
                </a:cubicBezTo>
                <a:cubicBezTo>
                  <a:pt x="5761797" y="2137021"/>
                  <a:pt x="5790522" y="2127147"/>
                  <a:pt x="5822657" y="2120235"/>
                </a:cubicBezTo>
                <a:cubicBezTo>
                  <a:pt x="5809282" y="2097974"/>
                  <a:pt x="5801024" y="2084150"/>
                  <a:pt x="5792766" y="2070416"/>
                </a:cubicBezTo>
                <a:cubicBezTo>
                  <a:pt x="5809462" y="2082624"/>
                  <a:pt x="5826248" y="2094922"/>
                  <a:pt x="5842944" y="2107130"/>
                </a:cubicBezTo>
                <a:cubicBezTo>
                  <a:pt x="5847163" y="2105783"/>
                  <a:pt x="5851292" y="2104437"/>
                  <a:pt x="5855511" y="2103090"/>
                </a:cubicBezTo>
                <a:cubicBezTo>
                  <a:pt x="5853267" y="2087381"/>
                  <a:pt x="5850933" y="2071673"/>
                  <a:pt x="5848689" y="2055964"/>
                </a:cubicBezTo>
                <a:cubicBezTo>
                  <a:pt x="5830198" y="2060003"/>
                  <a:pt x="5801832" y="2030650"/>
                  <a:pt x="5794292" y="2071942"/>
                </a:cubicBezTo>
                <a:close/>
                <a:moveTo>
                  <a:pt x="5878311" y="1966828"/>
                </a:moveTo>
                <a:cubicBezTo>
                  <a:pt x="5864218" y="1962878"/>
                  <a:pt x="5850305" y="1956236"/>
                  <a:pt x="5836032" y="1955517"/>
                </a:cubicBezTo>
                <a:cubicBezTo>
                  <a:pt x="5800486" y="1953722"/>
                  <a:pt x="5765208" y="1955697"/>
                  <a:pt x="5739715" y="1986486"/>
                </a:cubicBezTo>
                <a:cubicBezTo>
                  <a:pt x="5727597" y="1983255"/>
                  <a:pt x="5715568" y="1979933"/>
                  <a:pt x="5702822" y="1976522"/>
                </a:cubicBezTo>
                <a:cubicBezTo>
                  <a:pt x="5695102" y="2001567"/>
                  <a:pt x="5688370" y="2023110"/>
                  <a:pt x="5678227" y="2056054"/>
                </a:cubicBezTo>
                <a:cubicBezTo>
                  <a:pt x="5708656" y="2047885"/>
                  <a:pt x="5730829" y="2041871"/>
                  <a:pt x="5757040" y="2034869"/>
                </a:cubicBezTo>
                <a:cubicBezTo>
                  <a:pt x="5750577" y="2021315"/>
                  <a:pt x="5746447" y="2012518"/>
                  <a:pt x="5742229" y="2003631"/>
                </a:cubicBezTo>
                <a:cubicBezTo>
                  <a:pt x="5812604" y="2051476"/>
                  <a:pt x="5888724" y="2039088"/>
                  <a:pt x="5963946" y="2035857"/>
                </a:cubicBezTo>
                <a:cubicBezTo>
                  <a:pt x="5965383" y="2030381"/>
                  <a:pt x="5966909" y="2024995"/>
                  <a:pt x="5968345" y="2019519"/>
                </a:cubicBezTo>
                <a:cubicBezTo>
                  <a:pt x="5937915" y="2001567"/>
                  <a:pt x="5907485" y="1983614"/>
                  <a:pt x="5876875" y="1965481"/>
                </a:cubicBezTo>
                <a:cubicBezTo>
                  <a:pt x="5896174" y="1971675"/>
                  <a:pt x="5915294" y="1978138"/>
                  <a:pt x="5934684" y="1983883"/>
                </a:cubicBezTo>
                <a:cubicBezTo>
                  <a:pt x="5953803" y="1989448"/>
                  <a:pt x="5973103" y="1994206"/>
                  <a:pt x="5992312" y="1999322"/>
                </a:cubicBezTo>
                <a:cubicBezTo>
                  <a:pt x="5917000" y="1923202"/>
                  <a:pt x="5817541" y="1884963"/>
                  <a:pt x="5780289" y="1909468"/>
                </a:cubicBezTo>
                <a:cubicBezTo>
                  <a:pt x="5813771" y="1928947"/>
                  <a:pt x="5846086" y="1947888"/>
                  <a:pt x="5878311" y="1966828"/>
                </a:cubicBezTo>
                <a:close/>
                <a:moveTo>
                  <a:pt x="8693592" y="2705768"/>
                </a:moveTo>
                <a:cubicBezTo>
                  <a:pt x="8678063" y="2728389"/>
                  <a:pt x="8664149" y="2749214"/>
                  <a:pt x="8649697" y="2769681"/>
                </a:cubicBezTo>
                <a:cubicBezTo>
                  <a:pt x="8569358" y="2882694"/>
                  <a:pt x="8489468" y="2995977"/>
                  <a:pt x="8408141" y="3108272"/>
                </a:cubicBezTo>
                <a:cubicBezTo>
                  <a:pt x="8360028" y="3174697"/>
                  <a:pt x="8309401" y="3239418"/>
                  <a:pt x="8259761" y="3304856"/>
                </a:cubicBezTo>
                <a:cubicBezTo>
                  <a:pt x="8253477" y="3313114"/>
                  <a:pt x="7920361" y="3603143"/>
                  <a:pt x="7736075" y="3708526"/>
                </a:cubicBezTo>
                <a:cubicBezTo>
                  <a:pt x="7655018" y="3754845"/>
                  <a:pt x="7580155" y="3811935"/>
                  <a:pt x="7502598" y="3864357"/>
                </a:cubicBezTo>
                <a:cubicBezTo>
                  <a:pt x="7477285" y="3881503"/>
                  <a:pt x="7450894" y="3915793"/>
                  <a:pt x="7427555" y="3913638"/>
                </a:cubicBezTo>
                <a:cubicBezTo>
                  <a:pt x="7363104" y="3907893"/>
                  <a:pt x="7321633" y="3942093"/>
                  <a:pt x="7275584" y="3974498"/>
                </a:cubicBezTo>
                <a:cubicBezTo>
                  <a:pt x="7235818" y="4002415"/>
                  <a:pt x="7195424" y="4031050"/>
                  <a:pt x="7151530" y="4050978"/>
                </a:cubicBezTo>
                <a:cubicBezTo>
                  <a:pt x="7132140" y="4059774"/>
                  <a:pt x="7092644" y="4057261"/>
                  <a:pt x="7080706" y="4043707"/>
                </a:cubicBezTo>
                <a:cubicBezTo>
                  <a:pt x="7042825" y="4000530"/>
                  <a:pt x="7014998" y="3991284"/>
                  <a:pt x="6969846" y="4024946"/>
                </a:cubicBezTo>
                <a:cubicBezTo>
                  <a:pt x="6944982" y="4043527"/>
                  <a:pt x="6921643" y="4064173"/>
                  <a:pt x="6897227" y="4083293"/>
                </a:cubicBezTo>
                <a:cubicBezTo>
                  <a:pt x="6869131" y="4105375"/>
                  <a:pt x="6838431" y="4122969"/>
                  <a:pt x="6802885" y="4103041"/>
                </a:cubicBezTo>
                <a:cubicBezTo>
                  <a:pt x="6773262" y="4086435"/>
                  <a:pt x="6724879" y="4080690"/>
                  <a:pt x="6729726" y="4035089"/>
                </a:cubicBezTo>
                <a:cubicBezTo>
                  <a:pt x="6741755" y="3922256"/>
                  <a:pt x="6675868" y="3812384"/>
                  <a:pt x="6719404" y="3699011"/>
                </a:cubicBezTo>
                <a:cubicBezTo>
                  <a:pt x="6721289" y="3694074"/>
                  <a:pt x="6719494" y="3686983"/>
                  <a:pt x="6717788" y="3681328"/>
                </a:cubicBezTo>
                <a:cubicBezTo>
                  <a:pt x="6686191" y="3579266"/>
                  <a:pt x="6685204" y="3475857"/>
                  <a:pt x="6701271" y="3371012"/>
                </a:cubicBezTo>
                <a:cubicBezTo>
                  <a:pt x="6704503" y="3350008"/>
                  <a:pt x="6697232" y="3327387"/>
                  <a:pt x="6694449" y="3302073"/>
                </a:cubicBezTo>
                <a:cubicBezTo>
                  <a:pt x="6629101" y="3336273"/>
                  <a:pt x="6592028" y="3374693"/>
                  <a:pt x="6616534" y="3444440"/>
                </a:cubicBezTo>
                <a:cubicBezTo>
                  <a:pt x="6619406" y="3452518"/>
                  <a:pt x="6618509" y="3462213"/>
                  <a:pt x="6618239" y="3471190"/>
                </a:cubicBezTo>
                <a:cubicBezTo>
                  <a:pt x="6616803" y="3525048"/>
                  <a:pt x="6601902" y="3571187"/>
                  <a:pt x="6546697" y="3593987"/>
                </a:cubicBezTo>
                <a:cubicBezTo>
                  <a:pt x="6517075" y="3606195"/>
                  <a:pt x="6524435" y="3626302"/>
                  <a:pt x="6539247" y="3643447"/>
                </a:cubicBezTo>
                <a:cubicBezTo>
                  <a:pt x="6549659" y="3655476"/>
                  <a:pt x="6564201" y="3665888"/>
                  <a:pt x="6578922" y="3671992"/>
                </a:cubicBezTo>
                <a:cubicBezTo>
                  <a:pt x="6622638" y="3690304"/>
                  <a:pt x="6640411" y="3724325"/>
                  <a:pt x="6648131" y="3768669"/>
                </a:cubicBezTo>
                <a:cubicBezTo>
                  <a:pt x="6654773" y="3806818"/>
                  <a:pt x="6667610" y="3843801"/>
                  <a:pt x="6675509" y="3881682"/>
                </a:cubicBezTo>
                <a:cubicBezTo>
                  <a:pt x="6680356" y="3904751"/>
                  <a:pt x="6687358" y="3930245"/>
                  <a:pt x="6682062" y="3951878"/>
                </a:cubicBezTo>
                <a:cubicBezTo>
                  <a:pt x="6674252" y="3983834"/>
                  <a:pt x="6685383" y="4005377"/>
                  <a:pt x="6701720" y="4029883"/>
                </a:cubicBezTo>
                <a:cubicBezTo>
                  <a:pt x="6744358" y="4094244"/>
                  <a:pt x="6772095" y="4162286"/>
                  <a:pt x="6766620" y="4243433"/>
                </a:cubicBezTo>
                <a:cubicBezTo>
                  <a:pt x="6763747" y="4286699"/>
                  <a:pt x="6773352" y="4332928"/>
                  <a:pt x="6787176" y="4374578"/>
                </a:cubicBezTo>
                <a:cubicBezTo>
                  <a:pt x="6805847" y="4430771"/>
                  <a:pt x="6841124" y="4481757"/>
                  <a:pt x="6856923" y="4538398"/>
                </a:cubicBezTo>
                <a:cubicBezTo>
                  <a:pt x="6961858" y="4914960"/>
                  <a:pt x="7063471" y="5292330"/>
                  <a:pt x="7166430" y="5669430"/>
                </a:cubicBezTo>
                <a:cubicBezTo>
                  <a:pt x="7170380" y="5683882"/>
                  <a:pt x="7176664" y="5697795"/>
                  <a:pt x="7183486" y="5716287"/>
                </a:cubicBezTo>
                <a:cubicBezTo>
                  <a:pt x="7216609" y="5667455"/>
                  <a:pt x="7261491" y="5654798"/>
                  <a:pt x="7306194" y="5635858"/>
                </a:cubicBezTo>
                <a:cubicBezTo>
                  <a:pt x="7429171" y="5583705"/>
                  <a:pt x="7557444" y="5557225"/>
                  <a:pt x="7686525" y="5525986"/>
                </a:cubicBezTo>
                <a:cubicBezTo>
                  <a:pt x="7843523" y="5488016"/>
                  <a:pt x="8004291" y="5498967"/>
                  <a:pt x="8159763" y="5462792"/>
                </a:cubicBezTo>
                <a:cubicBezTo>
                  <a:pt x="8168112" y="5460817"/>
                  <a:pt x="8178434" y="5466203"/>
                  <a:pt x="8186244" y="5463600"/>
                </a:cubicBezTo>
                <a:cubicBezTo>
                  <a:pt x="8203838" y="5457586"/>
                  <a:pt x="8223406" y="5452020"/>
                  <a:pt x="8236781" y="5440171"/>
                </a:cubicBezTo>
                <a:cubicBezTo>
                  <a:pt x="8253208" y="5425720"/>
                  <a:pt x="8265236" y="5405702"/>
                  <a:pt x="8277355" y="5386941"/>
                </a:cubicBezTo>
                <a:cubicBezTo>
                  <a:pt x="8296385" y="5357319"/>
                  <a:pt x="8321608" y="5350946"/>
                  <a:pt x="8354731" y="5358845"/>
                </a:cubicBezTo>
                <a:cubicBezTo>
                  <a:pt x="8413796" y="5372848"/>
                  <a:pt x="8461192" y="5403278"/>
                  <a:pt x="8499611" y="5450135"/>
                </a:cubicBezTo>
                <a:cubicBezTo>
                  <a:pt x="8532016" y="5489632"/>
                  <a:pt x="8567114" y="5526884"/>
                  <a:pt x="8601045" y="5565213"/>
                </a:cubicBezTo>
                <a:cubicBezTo>
                  <a:pt x="8610650" y="5546363"/>
                  <a:pt x="8611188" y="5532090"/>
                  <a:pt x="8610650" y="5517908"/>
                </a:cubicBezTo>
                <a:cubicBezTo>
                  <a:pt x="8607687" y="5440261"/>
                  <a:pt x="8603558" y="5362705"/>
                  <a:pt x="8601493" y="5285148"/>
                </a:cubicBezTo>
                <a:cubicBezTo>
                  <a:pt x="8593864" y="4993414"/>
                  <a:pt x="8601224" y="4702936"/>
                  <a:pt x="8665047" y="4416139"/>
                </a:cubicBezTo>
                <a:cubicBezTo>
                  <a:pt x="8677524" y="4360126"/>
                  <a:pt x="8680486" y="4301061"/>
                  <a:pt x="8680576" y="4243433"/>
                </a:cubicBezTo>
                <a:cubicBezTo>
                  <a:pt x="8680666" y="4168479"/>
                  <a:pt x="8676357" y="4094154"/>
                  <a:pt x="8717738" y="4026651"/>
                </a:cubicBezTo>
                <a:cubicBezTo>
                  <a:pt x="8719264" y="4024228"/>
                  <a:pt x="8715674" y="4018752"/>
                  <a:pt x="8711814" y="4005467"/>
                </a:cubicBezTo>
                <a:cubicBezTo>
                  <a:pt x="8656250" y="4044156"/>
                  <a:pt x="8603917" y="4080600"/>
                  <a:pt x="8551584" y="4117044"/>
                </a:cubicBezTo>
                <a:cubicBezTo>
                  <a:pt x="8548712" y="4104029"/>
                  <a:pt x="8550418" y="4094244"/>
                  <a:pt x="8556252" y="4089935"/>
                </a:cubicBezTo>
                <a:cubicBezTo>
                  <a:pt x="8591799" y="4063096"/>
                  <a:pt x="8626089" y="4033563"/>
                  <a:pt x="8664867" y="4012199"/>
                </a:cubicBezTo>
                <a:cubicBezTo>
                  <a:pt x="8723753" y="3979794"/>
                  <a:pt x="8746912" y="3933476"/>
                  <a:pt x="8761813" y="3867589"/>
                </a:cubicBezTo>
                <a:cubicBezTo>
                  <a:pt x="8815402" y="3630611"/>
                  <a:pt x="8838023" y="3128379"/>
                  <a:pt x="8838920" y="3117967"/>
                </a:cubicBezTo>
                <a:cubicBezTo>
                  <a:pt x="8852834" y="2960250"/>
                  <a:pt x="8782997" y="2832157"/>
                  <a:pt x="8693592" y="2705768"/>
                </a:cubicBezTo>
                <a:close/>
                <a:moveTo>
                  <a:pt x="9429301" y="4620713"/>
                </a:moveTo>
                <a:cubicBezTo>
                  <a:pt x="9386573" y="4618289"/>
                  <a:pt x="9346538" y="4618199"/>
                  <a:pt x="9307042" y="4613172"/>
                </a:cubicBezTo>
                <a:cubicBezTo>
                  <a:pt x="9272213" y="4608774"/>
                  <a:pt x="9263327" y="4622867"/>
                  <a:pt x="9269250" y="4653566"/>
                </a:cubicBezTo>
                <a:cubicBezTo>
                  <a:pt x="9246181" y="4838840"/>
                  <a:pt x="9206057" y="5065405"/>
                  <a:pt x="9165393" y="5206874"/>
                </a:cubicBezTo>
                <a:cubicBezTo>
                  <a:pt x="9129488" y="5350497"/>
                  <a:pt x="9127423" y="5367821"/>
                  <a:pt x="9115484" y="5500583"/>
                </a:cubicBezTo>
                <a:cubicBezTo>
                  <a:pt x="9113420" y="5523922"/>
                  <a:pt x="9121499" y="5532539"/>
                  <a:pt x="9145196" y="5532539"/>
                </a:cubicBezTo>
                <a:cubicBezTo>
                  <a:pt x="9182449" y="5532539"/>
                  <a:pt x="9219701" y="5534963"/>
                  <a:pt x="9256863" y="5537476"/>
                </a:cubicBezTo>
                <a:cubicBezTo>
                  <a:pt x="9307760" y="5540977"/>
                  <a:pt x="9323199" y="5527602"/>
                  <a:pt x="9338639" y="5476526"/>
                </a:cubicBezTo>
                <a:cubicBezTo>
                  <a:pt x="9346179" y="5451662"/>
                  <a:pt x="9356861" y="5416474"/>
                  <a:pt x="9375712" y="5408395"/>
                </a:cubicBezTo>
                <a:cubicBezTo>
                  <a:pt x="9426967" y="5386313"/>
                  <a:pt x="9422748" y="5344393"/>
                  <a:pt x="9424543" y="5304986"/>
                </a:cubicBezTo>
                <a:cubicBezTo>
                  <a:pt x="9426697" y="5255975"/>
                  <a:pt x="9426338" y="5206425"/>
                  <a:pt x="9421402" y="5157593"/>
                </a:cubicBezTo>
                <a:cubicBezTo>
                  <a:pt x="9403808" y="4984168"/>
                  <a:pt x="9398781" y="4838840"/>
                  <a:pt x="9430648" y="4638755"/>
                </a:cubicBezTo>
                <a:cubicBezTo>
                  <a:pt x="9431993" y="4634985"/>
                  <a:pt x="9430109" y="4630228"/>
                  <a:pt x="9429301" y="4620713"/>
                </a:cubicBezTo>
                <a:close/>
                <a:moveTo>
                  <a:pt x="6092399" y="1323935"/>
                </a:moveTo>
                <a:cubicBezTo>
                  <a:pt x="5992222" y="1310740"/>
                  <a:pt x="5965832" y="1322319"/>
                  <a:pt x="5919334" y="1391258"/>
                </a:cubicBezTo>
                <a:cubicBezTo>
                  <a:pt x="5912691" y="1401133"/>
                  <a:pt x="5905061" y="1410648"/>
                  <a:pt x="5899944" y="1421240"/>
                </a:cubicBezTo>
                <a:cubicBezTo>
                  <a:pt x="5880466" y="1461365"/>
                  <a:pt x="5856947" y="1500502"/>
                  <a:pt x="5845458" y="1542871"/>
                </a:cubicBezTo>
                <a:cubicBezTo>
                  <a:pt x="5841149" y="1558759"/>
                  <a:pt x="5865295" y="1582457"/>
                  <a:pt x="5876516" y="1602564"/>
                </a:cubicBezTo>
                <a:cubicBezTo>
                  <a:pt x="5890609" y="1589817"/>
                  <a:pt x="5905959" y="1578148"/>
                  <a:pt x="5918346" y="1563875"/>
                </a:cubicBezTo>
                <a:cubicBezTo>
                  <a:pt x="5926335" y="1554719"/>
                  <a:pt x="5928310" y="1540447"/>
                  <a:pt x="5935761" y="1530573"/>
                </a:cubicBezTo>
                <a:cubicBezTo>
                  <a:pt x="5985670" y="1463788"/>
                  <a:pt x="6036386" y="1397542"/>
                  <a:pt x="6092399" y="1323935"/>
                </a:cubicBezTo>
                <a:close/>
                <a:moveTo>
                  <a:pt x="5507584" y="1912520"/>
                </a:moveTo>
                <a:cubicBezTo>
                  <a:pt x="5503904" y="1984870"/>
                  <a:pt x="5498159" y="2050398"/>
                  <a:pt x="5498967" y="2115837"/>
                </a:cubicBezTo>
                <a:cubicBezTo>
                  <a:pt x="5499147" y="2133879"/>
                  <a:pt x="5520959" y="2167721"/>
                  <a:pt x="5529487" y="2166733"/>
                </a:cubicBezTo>
                <a:cubicBezTo>
                  <a:pt x="5562879" y="2162694"/>
                  <a:pt x="5600580" y="2154525"/>
                  <a:pt x="5625535" y="2134238"/>
                </a:cubicBezTo>
                <a:cubicBezTo>
                  <a:pt x="5642231" y="2120684"/>
                  <a:pt x="5668801" y="2088548"/>
                  <a:pt x="5638910" y="2056502"/>
                </a:cubicBezTo>
                <a:cubicBezTo>
                  <a:pt x="5597977" y="2012338"/>
                  <a:pt x="5557762" y="1967546"/>
                  <a:pt x="5507584" y="1912520"/>
                </a:cubicBezTo>
                <a:close/>
                <a:moveTo>
                  <a:pt x="5296638" y="1718180"/>
                </a:moveTo>
                <a:cubicBezTo>
                  <a:pt x="5303640" y="1724464"/>
                  <a:pt x="5310731" y="1730837"/>
                  <a:pt x="5317733" y="1737121"/>
                </a:cubicBezTo>
                <a:cubicBezTo>
                  <a:pt x="5333441" y="1717732"/>
                  <a:pt x="5349060" y="1698432"/>
                  <a:pt x="5364769" y="1679043"/>
                </a:cubicBezTo>
                <a:cubicBezTo>
                  <a:pt x="5406958" y="1626980"/>
                  <a:pt x="5453726" y="1582726"/>
                  <a:pt x="5525717" y="1577071"/>
                </a:cubicBezTo>
                <a:cubicBezTo>
                  <a:pt x="5534424" y="1576353"/>
                  <a:pt x="5542233" y="1566209"/>
                  <a:pt x="5550671" y="1560823"/>
                </a:cubicBezTo>
                <a:cubicBezTo>
                  <a:pt x="5582897" y="1540267"/>
                  <a:pt x="5613417" y="1515762"/>
                  <a:pt x="5647976" y="1500502"/>
                </a:cubicBezTo>
                <a:cubicBezTo>
                  <a:pt x="5682356" y="1485332"/>
                  <a:pt x="5702104" y="1463339"/>
                  <a:pt x="5714132" y="1422945"/>
                </a:cubicBezTo>
                <a:cubicBezTo>
                  <a:pt x="5702194" y="1426895"/>
                  <a:pt x="5694743" y="1427434"/>
                  <a:pt x="5689806" y="1431204"/>
                </a:cubicBezTo>
                <a:cubicBezTo>
                  <a:pt x="5646719" y="1464327"/>
                  <a:pt x="5597079" y="1474290"/>
                  <a:pt x="5544119" y="1480305"/>
                </a:cubicBezTo>
                <a:cubicBezTo>
                  <a:pt x="5514766" y="1483626"/>
                  <a:pt x="5479129" y="1495206"/>
                  <a:pt x="5460458" y="1515851"/>
                </a:cubicBezTo>
                <a:cubicBezTo>
                  <a:pt x="5402201" y="1580033"/>
                  <a:pt x="5350766" y="1650318"/>
                  <a:pt x="5296638" y="1718180"/>
                </a:cubicBezTo>
                <a:close/>
                <a:moveTo>
                  <a:pt x="7065445" y="1708845"/>
                </a:moveTo>
                <a:cubicBezTo>
                  <a:pt x="7109969" y="1632007"/>
                  <a:pt x="7055302" y="1541883"/>
                  <a:pt x="6947495" y="1502477"/>
                </a:cubicBezTo>
                <a:cubicBezTo>
                  <a:pt x="6956651" y="1590715"/>
                  <a:pt x="7043543" y="1627070"/>
                  <a:pt x="7065445" y="1708845"/>
                </a:cubicBezTo>
                <a:close/>
                <a:moveTo>
                  <a:pt x="5301755" y="1782631"/>
                </a:moveTo>
                <a:cubicBezTo>
                  <a:pt x="5248435" y="1797891"/>
                  <a:pt x="5210464" y="1826257"/>
                  <a:pt x="5197718" y="1879128"/>
                </a:cubicBezTo>
                <a:cubicBezTo>
                  <a:pt x="5195205" y="1889630"/>
                  <a:pt x="5196641" y="1901030"/>
                  <a:pt x="5196282" y="1911982"/>
                </a:cubicBezTo>
                <a:cubicBezTo>
                  <a:pt x="5207233" y="1911623"/>
                  <a:pt x="5218813" y="1913328"/>
                  <a:pt x="5229135" y="1910545"/>
                </a:cubicBezTo>
                <a:cubicBezTo>
                  <a:pt x="5296997" y="1892144"/>
                  <a:pt x="5275094" y="1824013"/>
                  <a:pt x="5301755" y="1782631"/>
                </a:cubicBezTo>
                <a:close/>
                <a:moveTo>
                  <a:pt x="5653721" y="2037921"/>
                </a:moveTo>
                <a:cubicBezTo>
                  <a:pt x="5679394" y="1960544"/>
                  <a:pt x="5637383" y="1909468"/>
                  <a:pt x="5554351" y="1913238"/>
                </a:cubicBezTo>
                <a:cubicBezTo>
                  <a:pt x="5569163" y="1968354"/>
                  <a:pt x="5595105" y="2013056"/>
                  <a:pt x="5653721" y="2037921"/>
                </a:cubicBezTo>
                <a:close/>
                <a:moveTo>
                  <a:pt x="5223031" y="1984601"/>
                </a:moveTo>
                <a:cubicBezTo>
                  <a:pt x="5280301" y="2010453"/>
                  <a:pt x="5322580" y="1996719"/>
                  <a:pt x="5357768" y="1966289"/>
                </a:cubicBezTo>
                <a:cubicBezTo>
                  <a:pt x="5366834" y="1958390"/>
                  <a:pt x="5359114" y="1931102"/>
                  <a:pt x="5359114" y="1901749"/>
                </a:cubicBezTo>
                <a:cubicBezTo>
                  <a:pt x="5308487" y="1932628"/>
                  <a:pt x="5269529" y="1956325"/>
                  <a:pt x="5223031" y="1984601"/>
                </a:cubicBezTo>
                <a:close/>
                <a:moveTo>
                  <a:pt x="6315554" y="1224207"/>
                </a:moveTo>
                <a:cubicBezTo>
                  <a:pt x="6244640" y="1168463"/>
                  <a:pt x="6138808" y="1155986"/>
                  <a:pt x="6107390" y="1197637"/>
                </a:cubicBezTo>
                <a:cubicBezTo>
                  <a:pt x="6175611" y="1206344"/>
                  <a:pt x="6243742" y="1215051"/>
                  <a:pt x="6315554" y="1224207"/>
                </a:cubicBezTo>
                <a:close/>
                <a:moveTo>
                  <a:pt x="5904164" y="1372857"/>
                </a:moveTo>
                <a:cubicBezTo>
                  <a:pt x="5901650" y="1368907"/>
                  <a:pt x="5899047" y="1364957"/>
                  <a:pt x="5896534" y="1361008"/>
                </a:cubicBezTo>
                <a:cubicBezTo>
                  <a:pt x="5880017" y="1365227"/>
                  <a:pt x="5854434" y="1364419"/>
                  <a:pt x="5848779" y="1374562"/>
                </a:cubicBezTo>
                <a:cubicBezTo>
                  <a:pt x="5833160" y="1402569"/>
                  <a:pt x="5825889" y="1435153"/>
                  <a:pt x="5815297" y="1465942"/>
                </a:cubicBezTo>
                <a:cubicBezTo>
                  <a:pt x="5821850" y="1468725"/>
                  <a:pt x="5828313" y="1471598"/>
                  <a:pt x="5834865" y="1474380"/>
                </a:cubicBezTo>
                <a:cubicBezTo>
                  <a:pt x="5857935" y="1440629"/>
                  <a:pt x="5881094" y="1406788"/>
                  <a:pt x="5904164" y="1372857"/>
                </a:cubicBezTo>
                <a:close/>
                <a:moveTo>
                  <a:pt x="8674831" y="2105514"/>
                </a:moveTo>
                <a:cubicBezTo>
                  <a:pt x="8676806" y="2109284"/>
                  <a:pt x="8678691" y="2112964"/>
                  <a:pt x="8680666" y="2116734"/>
                </a:cubicBezTo>
                <a:cubicBezTo>
                  <a:pt x="8774739" y="2118171"/>
                  <a:pt x="8807772" y="2099320"/>
                  <a:pt x="8804720" y="2043487"/>
                </a:cubicBezTo>
                <a:cubicBezTo>
                  <a:pt x="8760556" y="2064581"/>
                  <a:pt x="8717738" y="2085048"/>
                  <a:pt x="8674831" y="2105514"/>
                </a:cubicBezTo>
                <a:close/>
                <a:moveTo>
                  <a:pt x="6239613" y="1151947"/>
                </a:moveTo>
                <a:cubicBezTo>
                  <a:pt x="6297601" y="1168104"/>
                  <a:pt x="6355588" y="1184262"/>
                  <a:pt x="6413576" y="1200419"/>
                </a:cubicBezTo>
                <a:cubicBezTo>
                  <a:pt x="6414564" y="1196111"/>
                  <a:pt x="6415462" y="1191802"/>
                  <a:pt x="6416449" y="1187493"/>
                </a:cubicBezTo>
                <a:cubicBezTo>
                  <a:pt x="6363578" y="1145304"/>
                  <a:pt x="6300832" y="1147458"/>
                  <a:pt x="6239613" y="1151947"/>
                </a:cubicBezTo>
                <a:close/>
                <a:moveTo>
                  <a:pt x="8777162" y="1073582"/>
                </a:moveTo>
                <a:cubicBezTo>
                  <a:pt x="8807952" y="1040369"/>
                  <a:pt x="8837933" y="1008054"/>
                  <a:pt x="8871954" y="971341"/>
                </a:cubicBezTo>
                <a:cubicBezTo>
                  <a:pt x="8789280" y="990012"/>
                  <a:pt x="8757953" y="1024750"/>
                  <a:pt x="8777162" y="1073582"/>
                </a:cubicBezTo>
                <a:close/>
                <a:moveTo>
                  <a:pt x="8748797" y="1067658"/>
                </a:moveTo>
                <a:cubicBezTo>
                  <a:pt x="8744398" y="1067029"/>
                  <a:pt x="8740090" y="1066311"/>
                  <a:pt x="8735691" y="1065683"/>
                </a:cubicBezTo>
                <a:cubicBezTo>
                  <a:pt x="8715315" y="1093600"/>
                  <a:pt x="8710378" y="1123132"/>
                  <a:pt x="8720701" y="1154101"/>
                </a:cubicBezTo>
                <a:cubicBezTo>
                  <a:pt x="8726266" y="1154729"/>
                  <a:pt x="8731742" y="1155358"/>
                  <a:pt x="8737307" y="1155986"/>
                </a:cubicBezTo>
                <a:cubicBezTo>
                  <a:pt x="8741077" y="1126543"/>
                  <a:pt x="8744937" y="1097101"/>
                  <a:pt x="8748797" y="1067658"/>
                </a:cubicBezTo>
                <a:close/>
                <a:moveTo>
                  <a:pt x="5721672" y="1953094"/>
                </a:moveTo>
                <a:cubicBezTo>
                  <a:pt x="5752013" y="1949862"/>
                  <a:pt x="5773108" y="1947618"/>
                  <a:pt x="5802820" y="1944387"/>
                </a:cubicBezTo>
                <a:cubicBezTo>
                  <a:pt x="5755693" y="1907314"/>
                  <a:pt x="5747794" y="1907942"/>
                  <a:pt x="5721672" y="1953094"/>
                </a:cubicBezTo>
                <a:close/>
                <a:moveTo>
                  <a:pt x="5646540" y="1753278"/>
                </a:moveTo>
                <a:cubicBezTo>
                  <a:pt x="5646181" y="1759023"/>
                  <a:pt x="5645821" y="1764678"/>
                  <a:pt x="5645462" y="1770423"/>
                </a:cubicBezTo>
                <a:cubicBezTo>
                  <a:pt x="5682625" y="1775091"/>
                  <a:pt x="5719788" y="1779849"/>
                  <a:pt x="5756950" y="1784516"/>
                </a:cubicBezTo>
                <a:cubicBezTo>
                  <a:pt x="5757578" y="1780387"/>
                  <a:pt x="5758117" y="1776258"/>
                  <a:pt x="5758745" y="1772039"/>
                </a:cubicBezTo>
                <a:cubicBezTo>
                  <a:pt x="5721403" y="1765845"/>
                  <a:pt x="5683971" y="1759562"/>
                  <a:pt x="5646540" y="1753278"/>
                </a:cubicBezTo>
                <a:close/>
              </a:path>
            </a:pathLst>
          </a:custGeom>
          <a:solidFill>
            <a:schemeClr val="accent1"/>
          </a:solidFill>
          <a:ln w="897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E36E4EE3-0977-4271-9B2F-76975A98F490}"/>
              </a:ext>
            </a:extLst>
          </p:cNvPr>
          <p:cNvSpPr txBox="1"/>
          <p:nvPr/>
        </p:nvSpPr>
        <p:spPr>
          <a:xfrm>
            <a:off x="513182" y="3156377"/>
            <a:ext cx="3528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2"/>
                </a:solidFill>
                <a:cs typeface="Arial" pitchFamily="34" charset="0"/>
              </a:rPr>
              <a:t>Simple PowerPoint Presentation</a:t>
            </a:r>
            <a:endParaRPr lang="ko-KR" altLang="en-US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48542B78-1471-4FCE-9DD0-3C5B7FFCF723}"/>
              </a:ext>
            </a:extLst>
          </p:cNvPr>
          <p:cNvSpPr txBox="1"/>
          <p:nvPr/>
        </p:nvSpPr>
        <p:spPr>
          <a:xfrm>
            <a:off x="8168306" y="3680252"/>
            <a:ext cx="3528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solidFill>
                  <a:schemeClr val="accent3"/>
                </a:solidFill>
                <a:cs typeface="Arial" pitchFamily="34" charset="0"/>
              </a:rPr>
              <a:t>Simple PowerPoint Presentation</a:t>
            </a:r>
            <a:endParaRPr lang="ko-KR" altLang="en-US" sz="2400" b="1" dirty="0">
              <a:solidFill>
                <a:schemeClr val="accent3"/>
              </a:solidFill>
              <a:cs typeface="Arial" pitchFamily="34" charset="0"/>
            </a:endParaRPr>
          </a:p>
        </p:txBody>
      </p:sp>
      <p:grpSp>
        <p:nvGrpSpPr>
          <p:cNvPr id="48" name="Group 9">
            <a:extLst>
              <a:ext uri="{FF2B5EF4-FFF2-40B4-BE49-F238E27FC236}">
                <a16:creationId xmlns:a16="http://schemas.microsoft.com/office/drawing/2014/main" xmlns="" id="{61632BCB-31EF-4717-BA99-4398617851A6}"/>
              </a:ext>
            </a:extLst>
          </p:cNvPr>
          <p:cNvGrpSpPr/>
          <p:nvPr/>
        </p:nvGrpSpPr>
        <p:grpSpPr>
          <a:xfrm>
            <a:off x="624420" y="4127184"/>
            <a:ext cx="3417154" cy="983815"/>
            <a:chOff x="617187" y="3622024"/>
            <a:chExt cx="3417154" cy="983815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0AB30341-BA92-48C0-93D4-2810609BBA5F}"/>
                </a:ext>
              </a:extLst>
            </p:cNvPr>
            <p:cNvSpPr txBox="1"/>
            <p:nvPr/>
          </p:nvSpPr>
          <p:spPr>
            <a:xfrm>
              <a:off x="617187" y="3622024"/>
              <a:ext cx="59079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4000" b="1" dirty="0">
                  <a:solidFill>
                    <a:schemeClr val="accent2"/>
                  </a:solidFill>
                  <a:cs typeface="Arial" pitchFamily="34" charset="0"/>
                </a:rPr>
                <a:t>Q</a:t>
              </a:r>
              <a:endParaRPr lang="ko-KR" altLang="en-US" sz="40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  <p:grpSp>
          <p:nvGrpSpPr>
            <p:cNvPr id="50" name="Group 11">
              <a:extLst>
                <a:ext uri="{FF2B5EF4-FFF2-40B4-BE49-F238E27FC236}">
                  <a16:creationId xmlns:a16="http://schemas.microsoft.com/office/drawing/2014/main" xmlns="" id="{A23910EE-BBFD-482A-9ED6-32AE75B152D6}"/>
                </a:ext>
              </a:extLst>
            </p:cNvPr>
            <p:cNvGrpSpPr/>
            <p:nvPr/>
          </p:nvGrpSpPr>
          <p:grpSpPr>
            <a:xfrm>
              <a:off x="1404483" y="3622024"/>
              <a:ext cx="2629858" cy="983815"/>
              <a:chOff x="6372200" y="1632861"/>
              <a:chExt cx="2160240" cy="983815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xmlns="" id="{A7579EBB-47AC-4675-BDC5-588C01BBF6ED}"/>
                  </a:ext>
                </a:extLst>
              </p:cNvPr>
              <p:cNvSpPr txBox="1"/>
              <p:nvPr/>
            </p:nvSpPr>
            <p:spPr>
              <a:xfrm>
                <a:off x="6372201" y="1970345"/>
                <a:ext cx="2160239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You can simply impress your audience and add a unique zing and appeal to your Presentations. </a:t>
                </a:r>
                <a:endParaRPr lang="en-US" altLang="ko-KR" sz="1200" dirty="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xmlns="" id="{DCC14605-1F64-46DD-B503-19812DCDA65B}"/>
                  </a:ext>
                </a:extLst>
              </p:cNvPr>
              <p:cNvSpPr txBox="1"/>
              <p:nvPr/>
            </p:nvSpPr>
            <p:spPr>
              <a:xfrm>
                <a:off x="6372200" y="1632861"/>
                <a:ext cx="2160239" cy="338554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sz="1600" b="1" dirty="0">
                    <a:solidFill>
                      <a:schemeClr val="accent2"/>
                    </a:solidFill>
                  </a:rPr>
                  <a:t>Contents Title</a:t>
                </a:r>
                <a:endParaRPr lang="ko-KR" altLang="en-US" sz="1600" b="1" dirty="0">
                  <a:solidFill>
                    <a:schemeClr val="accent2"/>
                  </a:solidFill>
                </a:endParaRPr>
              </a:p>
            </p:txBody>
          </p:sp>
        </p:grpSp>
      </p:grpSp>
      <p:grpSp>
        <p:nvGrpSpPr>
          <p:cNvPr id="53" name="Group 14">
            <a:extLst>
              <a:ext uri="{FF2B5EF4-FFF2-40B4-BE49-F238E27FC236}">
                <a16:creationId xmlns:a16="http://schemas.microsoft.com/office/drawing/2014/main" xmlns="" id="{DA67B11C-A584-43C6-9D1F-2DE8405E993A}"/>
              </a:ext>
            </a:extLst>
          </p:cNvPr>
          <p:cNvGrpSpPr/>
          <p:nvPr/>
        </p:nvGrpSpPr>
        <p:grpSpPr>
          <a:xfrm flipH="1">
            <a:off x="624420" y="5258478"/>
            <a:ext cx="3417154" cy="983815"/>
            <a:chOff x="617187" y="3622024"/>
            <a:chExt cx="3417154" cy="983815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xmlns="" id="{B175EA7D-2776-4697-A6B4-5676FD1CFF44}"/>
                </a:ext>
              </a:extLst>
            </p:cNvPr>
            <p:cNvSpPr txBox="1"/>
            <p:nvPr/>
          </p:nvSpPr>
          <p:spPr>
            <a:xfrm>
              <a:off x="617187" y="3622024"/>
              <a:ext cx="59079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4000" b="1" dirty="0">
                  <a:solidFill>
                    <a:schemeClr val="accent2"/>
                  </a:solidFill>
                  <a:cs typeface="Arial" pitchFamily="34" charset="0"/>
                </a:rPr>
                <a:t>A</a:t>
              </a:r>
              <a:endParaRPr lang="ko-KR" altLang="en-US" sz="40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  <p:grpSp>
          <p:nvGrpSpPr>
            <p:cNvPr id="55" name="Group 16">
              <a:extLst>
                <a:ext uri="{FF2B5EF4-FFF2-40B4-BE49-F238E27FC236}">
                  <a16:creationId xmlns:a16="http://schemas.microsoft.com/office/drawing/2014/main" xmlns="" id="{90BABB99-59B2-47AE-845F-ADFCE4DA5B1F}"/>
                </a:ext>
              </a:extLst>
            </p:cNvPr>
            <p:cNvGrpSpPr/>
            <p:nvPr/>
          </p:nvGrpSpPr>
          <p:grpSpPr>
            <a:xfrm>
              <a:off x="1404483" y="3622024"/>
              <a:ext cx="2629858" cy="983815"/>
              <a:chOff x="6372200" y="1632861"/>
              <a:chExt cx="2160240" cy="983815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xmlns="" id="{BD6F6756-4ADF-4CC8-8935-43B71638DEEA}"/>
                  </a:ext>
                </a:extLst>
              </p:cNvPr>
              <p:cNvSpPr txBox="1"/>
              <p:nvPr/>
            </p:nvSpPr>
            <p:spPr>
              <a:xfrm>
                <a:off x="6372201" y="1970345"/>
                <a:ext cx="2160239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r"/>
                <a:r>
                  <a:rPr lang="en-US" altLang="ko-KR" sz="1200" dirty="0">
                    <a:cs typeface="Arial" pitchFamily="34" charset="0"/>
                  </a:rPr>
                  <a:t>You can simply impress your audience and add a unique zing and appeal to your Presentations. </a:t>
                </a:r>
                <a:endParaRPr lang="en-US" altLang="ko-KR" sz="1200" dirty="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xmlns="" id="{D55D1474-3FC2-4C95-8C3C-615ABEB6216E}"/>
                  </a:ext>
                </a:extLst>
              </p:cNvPr>
              <p:cNvSpPr txBox="1"/>
              <p:nvPr/>
            </p:nvSpPr>
            <p:spPr>
              <a:xfrm>
                <a:off x="6372200" y="1632861"/>
                <a:ext cx="2160239" cy="338554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r"/>
                <a:r>
                  <a:rPr lang="en-US" altLang="ko-KR" sz="1600" b="1" dirty="0">
                    <a:solidFill>
                      <a:schemeClr val="accent2"/>
                    </a:solidFill>
                  </a:rPr>
                  <a:t>Contents Title</a:t>
                </a:r>
                <a:endParaRPr lang="ko-KR" altLang="en-US" sz="1600" b="1" dirty="0">
                  <a:solidFill>
                    <a:schemeClr val="accent2"/>
                  </a:solidFill>
                </a:endParaRPr>
              </a:p>
            </p:txBody>
          </p:sp>
        </p:grpSp>
      </p:grpSp>
      <p:grpSp>
        <p:nvGrpSpPr>
          <p:cNvPr id="58" name="Group 19">
            <a:extLst>
              <a:ext uri="{FF2B5EF4-FFF2-40B4-BE49-F238E27FC236}">
                <a16:creationId xmlns:a16="http://schemas.microsoft.com/office/drawing/2014/main" xmlns="" id="{2CE0FDD5-D90D-4A41-BA75-DE4C69A52CA7}"/>
              </a:ext>
            </a:extLst>
          </p:cNvPr>
          <p:cNvGrpSpPr/>
          <p:nvPr/>
        </p:nvGrpSpPr>
        <p:grpSpPr>
          <a:xfrm>
            <a:off x="8279544" y="1418237"/>
            <a:ext cx="3417154" cy="983815"/>
            <a:chOff x="617187" y="3622024"/>
            <a:chExt cx="3417154" cy="983815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xmlns="" id="{F7C82CAD-C6A1-459D-B36F-67989F4A90FF}"/>
                </a:ext>
              </a:extLst>
            </p:cNvPr>
            <p:cNvSpPr txBox="1"/>
            <p:nvPr/>
          </p:nvSpPr>
          <p:spPr>
            <a:xfrm>
              <a:off x="617187" y="3622024"/>
              <a:ext cx="59079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4000" b="1" dirty="0">
                  <a:solidFill>
                    <a:schemeClr val="accent3"/>
                  </a:solidFill>
                  <a:cs typeface="Arial" pitchFamily="34" charset="0"/>
                </a:rPr>
                <a:t>Q</a:t>
              </a:r>
              <a:endParaRPr lang="ko-KR" altLang="en-US" sz="40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  <p:grpSp>
          <p:nvGrpSpPr>
            <p:cNvPr id="60" name="Group 21">
              <a:extLst>
                <a:ext uri="{FF2B5EF4-FFF2-40B4-BE49-F238E27FC236}">
                  <a16:creationId xmlns:a16="http://schemas.microsoft.com/office/drawing/2014/main" xmlns="" id="{FE342A82-9084-4B70-BAC9-54A17F17C2B5}"/>
                </a:ext>
              </a:extLst>
            </p:cNvPr>
            <p:cNvGrpSpPr/>
            <p:nvPr/>
          </p:nvGrpSpPr>
          <p:grpSpPr>
            <a:xfrm>
              <a:off x="1404483" y="3622024"/>
              <a:ext cx="2629858" cy="983815"/>
              <a:chOff x="6372200" y="1632861"/>
              <a:chExt cx="2160240" cy="983815"/>
            </a:xfrm>
          </p:grpSpPr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xmlns="" id="{C7577711-81AB-444D-BCA9-C836DCACE98A}"/>
                  </a:ext>
                </a:extLst>
              </p:cNvPr>
              <p:cNvSpPr txBox="1"/>
              <p:nvPr/>
            </p:nvSpPr>
            <p:spPr>
              <a:xfrm>
                <a:off x="6372201" y="1970345"/>
                <a:ext cx="2160239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You can simply impress your audience and add a unique zing and appeal to your Presentations. </a:t>
                </a:r>
                <a:endParaRPr lang="en-US" altLang="ko-KR" sz="1200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xmlns="" id="{0002CFFC-1C94-4F31-B3A7-D59ED12253B4}"/>
                  </a:ext>
                </a:extLst>
              </p:cNvPr>
              <p:cNvSpPr txBox="1"/>
              <p:nvPr/>
            </p:nvSpPr>
            <p:spPr>
              <a:xfrm>
                <a:off x="6372200" y="1632861"/>
                <a:ext cx="2160239" cy="338554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sz="1600" b="1" dirty="0">
                    <a:solidFill>
                      <a:schemeClr val="accent3"/>
                    </a:solidFill>
                  </a:rPr>
                  <a:t>Contents Title</a:t>
                </a:r>
                <a:endParaRPr lang="ko-KR" altLang="en-US" sz="1600" b="1" dirty="0">
                  <a:solidFill>
                    <a:schemeClr val="accent3"/>
                  </a:solidFill>
                </a:endParaRPr>
              </a:p>
            </p:txBody>
          </p:sp>
        </p:grpSp>
      </p:grpSp>
      <p:grpSp>
        <p:nvGrpSpPr>
          <p:cNvPr id="63" name="Group 24">
            <a:extLst>
              <a:ext uri="{FF2B5EF4-FFF2-40B4-BE49-F238E27FC236}">
                <a16:creationId xmlns:a16="http://schemas.microsoft.com/office/drawing/2014/main" xmlns="" id="{9060E453-EB15-492F-A164-814FE403AD82}"/>
              </a:ext>
            </a:extLst>
          </p:cNvPr>
          <p:cNvGrpSpPr/>
          <p:nvPr/>
        </p:nvGrpSpPr>
        <p:grpSpPr>
          <a:xfrm flipH="1">
            <a:off x="8279544" y="2549531"/>
            <a:ext cx="3417154" cy="983815"/>
            <a:chOff x="617187" y="3622024"/>
            <a:chExt cx="3417154" cy="983815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xmlns="" id="{05DB6C84-4434-47B0-A058-9300B16DF97B}"/>
                </a:ext>
              </a:extLst>
            </p:cNvPr>
            <p:cNvSpPr txBox="1"/>
            <p:nvPr/>
          </p:nvSpPr>
          <p:spPr>
            <a:xfrm>
              <a:off x="617187" y="3622024"/>
              <a:ext cx="59079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4000" b="1" dirty="0">
                  <a:solidFill>
                    <a:schemeClr val="accent3"/>
                  </a:solidFill>
                  <a:cs typeface="Arial" pitchFamily="34" charset="0"/>
                </a:rPr>
                <a:t>A</a:t>
              </a:r>
              <a:endParaRPr lang="ko-KR" altLang="en-US" sz="40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  <p:grpSp>
          <p:nvGrpSpPr>
            <p:cNvPr id="65" name="Group 26">
              <a:extLst>
                <a:ext uri="{FF2B5EF4-FFF2-40B4-BE49-F238E27FC236}">
                  <a16:creationId xmlns:a16="http://schemas.microsoft.com/office/drawing/2014/main" xmlns="" id="{D53F54F4-5BA8-4257-B5F0-9CAAF9D6E675}"/>
                </a:ext>
              </a:extLst>
            </p:cNvPr>
            <p:cNvGrpSpPr/>
            <p:nvPr/>
          </p:nvGrpSpPr>
          <p:grpSpPr>
            <a:xfrm>
              <a:off x="1404483" y="3622024"/>
              <a:ext cx="2629858" cy="983815"/>
              <a:chOff x="6372200" y="1632861"/>
              <a:chExt cx="2160240" cy="983815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xmlns="" id="{F0BC24C4-FB30-482A-85A7-9018655E763F}"/>
                  </a:ext>
                </a:extLst>
              </p:cNvPr>
              <p:cNvSpPr txBox="1"/>
              <p:nvPr/>
            </p:nvSpPr>
            <p:spPr>
              <a:xfrm>
                <a:off x="6372201" y="1970345"/>
                <a:ext cx="2160239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r"/>
                <a:r>
                  <a:rPr lang="en-US" altLang="ko-KR" sz="1200" dirty="0">
                    <a:cs typeface="Arial" pitchFamily="34" charset="0"/>
                  </a:rPr>
                  <a:t>You can simply impress your audience and add a unique zing and appeal to your Presentations. </a:t>
                </a:r>
                <a:endParaRPr lang="en-US" altLang="ko-KR" sz="1200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xmlns="" id="{AF62C6CF-6E69-4BC8-9274-2173753B27C1}"/>
                  </a:ext>
                </a:extLst>
              </p:cNvPr>
              <p:cNvSpPr txBox="1"/>
              <p:nvPr/>
            </p:nvSpPr>
            <p:spPr>
              <a:xfrm>
                <a:off x="6372200" y="1632861"/>
                <a:ext cx="2160239" cy="338554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r"/>
                <a:r>
                  <a:rPr lang="en-US" altLang="ko-KR" sz="1600" b="1" dirty="0">
                    <a:solidFill>
                      <a:schemeClr val="accent3"/>
                    </a:solidFill>
                  </a:rPr>
                  <a:t>Contents Title</a:t>
                </a:r>
                <a:endParaRPr lang="ko-KR" altLang="en-US" sz="1600" b="1" dirty="0">
                  <a:solidFill>
                    <a:schemeClr val="accent3"/>
                  </a:solidFill>
                </a:endParaRPr>
              </a:p>
            </p:txBody>
          </p:sp>
        </p:grpSp>
      </p:grpSp>
      <p:grpSp>
        <p:nvGrpSpPr>
          <p:cNvPr id="68" name="Graphic 226">
            <a:extLst>
              <a:ext uri="{FF2B5EF4-FFF2-40B4-BE49-F238E27FC236}">
                <a16:creationId xmlns:a16="http://schemas.microsoft.com/office/drawing/2014/main" xmlns="" id="{37A05F94-59C2-4965-AA33-7C7C89C5FA4A}"/>
              </a:ext>
            </a:extLst>
          </p:cNvPr>
          <p:cNvGrpSpPr/>
          <p:nvPr/>
        </p:nvGrpSpPr>
        <p:grpSpPr>
          <a:xfrm>
            <a:off x="10682009" y="4595271"/>
            <a:ext cx="847781" cy="1000691"/>
            <a:chOff x="3190967" y="4976140"/>
            <a:chExt cx="1594302" cy="1881859"/>
          </a:xfrm>
          <a:solidFill>
            <a:schemeClr val="accent3"/>
          </a:solidFill>
        </p:grpSpPr>
        <p:sp>
          <p:nvSpPr>
            <p:cNvPr id="69" name="Freeform: Shape 308">
              <a:extLst>
                <a:ext uri="{FF2B5EF4-FFF2-40B4-BE49-F238E27FC236}">
                  <a16:creationId xmlns:a16="http://schemas.microsoft.com/office/drawing/2014/main" xmlns="" id="{076E31DF-42AE-4ED0-B0D5-F33CD5C3CE6A}"/>
                </a:ext>
              </a:extLst>
            </p:cNvPr>
            <p:cNvSpPr/>
            <p:nvPr/>
          </p:nvSpPr>
          <p:spPr>
            <a:xfrm>
              <a:off x="3412046" y="5909633"/>
              <a:ext cx="1154075" cy="444412"/>
            </a:xfrm>
            <a:custGeom>
              <a:avLst/>
              <a:gdLst>
                <a:gd name="connsiteX0" fmla="*/ 582806 w 1154075"/>
                <a:gd name="connsiteY0" fmla="*/ 444413 h 444412"/>
                <a:gd name="connsiteX1" fmla="*/ 321275 w 1154075"/>
                <a:gd name="connsiteY1" fmla="*/ 437861 h 444412"/>
                <a:gd name="connsiteX2" fmla="*/ 135091 w 1154075"/>
                <a:gd name="connsiteY2" fmla="*/ 427669 h 444412"/>
                <a:gd name="connsiteX3" fmla="*/ 24618 w 1154075"/>
                <a:gd name="connsiteY3" fmla="*/ 418933 h 444412"/>
                <a:gd name="connsiteX4" fmla="*/ 48 w 1154075"/>
                <a:gd name="connsiteY4" fmla="*/ 391816 h 444412"/>
                <a:gd name="connsiteX5" fmla="*/ 15336 w 1154075"/>
                <a:gd name="connsiteY5" fmla="*/ 305003 h 444412"/>
                <a:gd name="connsiteX6" fmla="*/ 131633 w 1154075"/>
                <a:gd name="connsiteY6" fmla="*/ 106625 h 444412"/>
                <a:gd name="connsiteX7" fmla="*/ 266129 w 1154075"/>
                <a:gd name="connsiteY7" fmla="*/ 13260 h 444412"/>
                <a:gd name="connsiteX8" fmla="*/ 331649 w 1154075"/>
                <a:gd name="connsiteY8" fmla="*/ 3068 h 444412"/>
                <a:gd name="connsiteX9" fmla="*/ 374782 w 1154075"/>
                <a:gd name="connsiteY9" fmla="*/ 33098 h 444412"/>
                <a:gd name="connsiteX10" fmla="*/ 546224 w 1154075"/>
                <a:gd name="connsiteY10" fmla="*/ 364334 h 444412"/>
                <a:gd name="connsiteX11" fmla="*/ 573524 w 1154075"/>
                <a:gd name="connsiteY11" fmla="*/ 391998 h 444412"/>
                <a:gd name="connsiteX12" fmla="*/ 596092 w 1154075"/>
                <a:gd name="connsiteY12" fmla="*/ 384172 h 444412"/>
                <a:gd name="connsiteX13" fmla="*/ 773540 w 1154075"/>
                <a:gd name="connsiteY13" fmla="*/ 43835 h 444412"/>
                <a:gd name="connsiteX14" fmla="*/ 801385 w 1154075"/>
                <a:gd name="connsiteY14" fmla="*/ 9438 h 444412"/>
                <a:gd name="connsiteX15" fmla="*/ 852345 w 1154075"/>
                <a:gd name="connsiteY15" fmla="*/ 1612 h 444412"/>
                <a:gd name="connsiteX16" fmla="*/ 914588 w 1154075"/>
                <a:gd name="connsiteY16" fmla="*/ 26182 h 444412"/>
                <a:gd name="connsiteX17" fmla="*/ 1136444 w 1154075"/>
                <a:gd name="connsiteY17" fmla="*/ 298451 h 444412"/>
                <a:gd name="connsiteX18" fmla="*/ 1153915 w 1154075"/>
                <a:gd name="connsiteY18" fmla="*/ 391270 h 444412"/>
                <a:gd name="connsiteX19" fmla="*/ 1130984 w 1154075"/>
                <a:gd name="connsiteY19" fmla="*/ 418751 h 444412"/>
                <a:gd name="connsiteX20" fmla="*/ 1064736 w 1154075"/>
                <a:gd name="connsiteY20" fmla="*/ 424393 h 444412"/>
                <a:gd name="connsiteX21" fmla="*/ 844701 w 1154075"/>
                <a:gd name="connsiteY21" fmla="*/ 437133 h 444412"/>
                <a:gd name="connsiteX22" fmla="*/ 582806 w 1154075"/>
                <a:gd name="connsiteY22" fmla="*/ 444413 h 444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54075" h="444412">
                  <a:moveTo>
                    <a:pt x="582806" y="444413"/>
                  </a:moveTo>
                  <a:cubicBezTo>
                    <a:pt x="491807" y="442229"/>
                    <a:pt x="406450" y="440955"/>
                    <a:pt x="321275" y="437861"/>
                  </a:cubicBezTo>
                  <a:cubicBezTo>
                    <a:pt x="259213" y="435677"/>
                    <a:pt x="197152" y="431491"/>
                    <a:pt x="135091" y="427669"/>
                  </a:cubicBezTo>
                  <a:cubicBezTo>
                    <a:pt x="98327" y="425303"/>
                    <a:pt x="61382" y="422027"/>
                    <a:pt x="24618" y="418933"/>
                  </a:cubicBezTo>
                  <a:cubicBezTo>
                    <a:pt x="6782" y="417477"/>
                    <a:pt x="-680" y="409651"/>
                    <a:pt x="48" y="391816"/>
                  </a:cubicBezTo>
                  <a:cubicBezTo>
                    <a:pt x="1140" y="362150"/>
                    <a:pt x="6964" y="333394"/>
                    <a:pt x="15336" y="305003"/>
                  </a:cubicBezTo>
                  <a:cubicBezTo>
                    <a:pt x="37358" y="229109"/>
                    <a:pt x="76305" y="162862"/>
                    <a:pt x="131633" y="106625"/>
                  </a:cubicBezTo>
                  <a:cubicBezTo>
                    <a:pt x="170580" y="67131"/>
                    <a:pt x="214806" y="34917"/>
                    <a:pt x="266129" y="13260"/>
                  </a:cubicBezTo>
                  <a:cubicBezTo>
                    <a:pt x="286877" y="4524"/>
                    <a:pt x="308899" y="-26"/>
                    <a:pt x="331649" y="3068"/>
                  </a:cubicBezTo>
                  <a:cubicBezTo>
                    <a:pt x="351122" y="5616"/>
                    <a:pt x="365500" y="15080"/>
                    <a:pt x="374782" y="33098"/>
                  </a:cubicBezTo>
                  <a:cubicBezTo>
                    <a:pt x="431748" y="143570"/>
                    <a:pt x="489077" y="253861"/>
                    <a:pt x="546224" y="364334"/>
                  </a:cubicBezTo>
                  <a:cubicBezTo>
                    <a:pt x="552412" y="376346"/>
                    <a:pt x="560966" y="386174"/>
                    <a:pt x="573524" y="391998"/>
                  </a:cubicBezTo>
                  <a:cubicBezTo>
                    <a:pt x="584262" y="396912"/>
                    <a:pt x="590814" y="394546"/>
                    <a:pt x="596092" y="384172"/>
                  </a:cubicBezTo>
                  <a:cubicBezTo>
                    <a:pt x="655241" y="270787"/>
                    <a:pt x="714390" y="157220"/>
                    <a:pt x="773540" y="43835"/>
                  </a:cubicBezTo>
                  <a:cubicBezTo>
                    <a:pt x="780456" y="30550"/>
                    <a:pt x="788463" y="17810"/>
                    <a:pt x="801385" y="9438"/>
                  </a:cubicBezTo>
                  <a:cubicBezTo>
                    <a:pt x="817219" y="-754"/>
                    <a:pt x="834509" y="-1482"/>
                    <a:pt x="852345" y="1612"/>
                  </a:cubicBezTo>
                  <a:cubicBezTo>
                    <a:pt x="874730" y="5616"/>
                    <a:pt x="894932" y="15262"/>
                    <a:pt x="914588" y="26182"/>
                  </a:cubicBezTo>
                  <a:cubicBezTo>
                    <a:pt x="1025061" y="86969"/>
                    <a:pt x="1098224" y="178696"/>
                    <a:pt x="1136444" y="298451"/>
                  </a:cubicBezTo>
                  <a:cubicBezTo>
                    <a:pt x="1146089" y="328662"/>
                    <a:pt x="1151549" y="359602"/>
                    <a:pt x="1153915" y="391270"/>
                  </a:cubicBezTo>
                  <a:cubicBezTo>
                    <a:pt x="1155189" y="408923"/>
                    <a:pt x="1149001" y="416749"/>
                    <a:pt x="1130984" y="418751"/>
                  </a:cubicBezTo>
                  <a:cubicBezTo>
                    <a:pt x="1108962" y="421117"/>
                    <a:pt x="1086758" y="422937"/>
                    <a:pt x="1064736" y="424393"/>
                  </a:cubicBezTo>
                  <a:cubicBezTo>
                    <a:pt x="991391" y="428943"/>
                    <a:pt x="918046" y="434221"/>
                    <a:pt x="844701" y="437133"/>
                  </a:cubicBezTo>
                  <a:cubicBezTo>
                    <a:pt x="755522" y="440591"/>
                    <a:pt x="666343" y="442229"/>
                    <a:pt x="582806" y="444413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309">
              <a:extLst>
                <a:ext uri="{FF2B5EF4-FFF2-40B4-BE49-F238E27FC236}">
                  <a16:creationId xmlns:a16="http://schemas.microsoft.com/office/drawing/2014/main" xmlns="" id="{39663FE4-1D2F-4541-9B53-3B44AF8787E8}"/>
                </a:ext>
              </a:extLst>
            </p:cNvPr>
            <p:cNvSpPr/>
            <p:nvPr/>
          </p:nvSpPr>
          <p:spPr>
            <a:xfrm>
              <a:off x="3190823" y="6353425"/>
              <a:ext cx="703986" cy="396758"/>
            </a:xfrm>
            <a:custGeom>
              <a:avLst/>
              <a:gdLst>
                <a:gd name="connsiteX0" fmla="*/ 680998 w 703986"/>
                <a:gd name="connsiteY0" fmla="*/ 303284 h 396758"/>
                <a:gd name="connsiteX1" fmla="*/ 679724 w 703986"/>
                <a:gd name="connsiteY1" fmla="*/ 328763 h 396758"/>
                <a:gd name="connsiteX2" fmla="*/ 632222 w 703986"/>
                <a:gd name="connsiteY2" fmla="*/ 367529 h 396758"/>
                <a:gd name="connsiteX3" fmla="*/ 576895 w 703986"/>
                <a:gd name="connsiteY3" fmla="*/ 371351 h 396758"/>
                <a:gd name="connsiteX4" fmla="*/ 417464 w 703986"/>
                <a:gd name="connsiteY4" fmla="*/ 373717 h 396758"/>
                <a:gd name="connsiteX5" fmla="*/ 214173 w 703986"/>
                <a:gd name="connsiteY5" fmla="*/ 393191 h 396758"/>
                <a:gd name="connsiteX6" fmla="*/ 127724 w 703986"/>
                <a:gd name="connsiteY6" fmla="*/ 394283 h 396758"/>
                <a:gd name="connsiteX7" fmla="*/ 17069 w 703986"/>
                <a:gd name="connsiteY7" fmla="*/ 305104 h 396758"/>
                <a:gd name="connsiteX8" fmla="*/ 143 w 703986"/>
                <a:gd name="connsiteY8" fmla="*/ 208463 h 396758"/>
                <a:gd name="connsiteX9" fmla="*/ 14339 w 703986"/>
                <a:gd name="connsiteY9" fmla="*/ 97444 h 396758"/>
                <a:gd name="connsiteX10" fmla="*/ 59293 w 703986"/>
                <a:gd name="connsiteY10" fmla="*/ 26647 h 396758"/>
                <a:gd name="connsiteX11" fmla="*/ 143922 w 703986"/>
                <a:gd name="connsiteY11" fmla="*/ 75 h 396758"/>
                <a:gd name="connsiteX12" fmla="*/ 238924 w 703986"/>
                <a:gd name="connsiteY12" fmla="*/ 5353 h 396758"/>
                <a:gd name="connsiteX13" fmla="*/ 380883 w 703986"/>
                <a:gd name="connsiteY13" fmla="*/ 15181 h 396758"/>
                <a:gd name="connsiteX14" fmla="*/ 618936 w 703986"/>
                <a:gd name="connsiteY14" fmla="*/ 31925 h 396758"/>
                <a:gd name="connsiteX15" fmla="*/ 638410 w 703986"/>
                <a:gd name="connsiteY15" fmla="*/ 33199 h 396758"/>
                <a:gd name="connsiteX16" fmla="*/ 672990 w 703986"/>
                <a:gd name="connsiteY16" fmla="*/ 57768 h 396758"/>
                <a:gd name="connsiteX17" fmla="*/ 693555 w 703986"/>
                <a:gd name="connsiteY17" fmla="*/ 121468 h 396758"/>
                <a:gd name="connsiteX18" fmla="*/ 703201 w 703986"/>
                <a:gd name="connsiteY18" fmla="*/ 231395 h 396758"/>
                <a:gd name="connsiteX19" fmla="*/ 703201 w 703986"/>
                <a:gd name="connsiteY19" fmla="*/ 233032 h 396758"/>
                <a:gd name="connsiteX20" fmla="*/ 668258 w 703986"/>
                <a:gd name="connsiteY20" fmla="*/ 269978 h 396758"/>
                <a:gd name="connsiteX21" fmla="*/ 539221 w 703986"/>
                <a:gd name="connsiteY21" fmla="*/ 282172 h 396758"/>
                <a:gd name="connsiteX22" fmla="*/ 348487 w 703986"/>
                <a:gd name="connsiteY22" fmla="*/ 300190 h 396758"/>
                <a:gd name="connsiteX23" fmla="*/ 183415 w 703986"/>
                <a:gd name="connsiteY23" fmla="*/ 315296 h 396758"/>
                <a:gd name="connsiteX24" fmla="*/ 127542 w 703986"/>
                <a:gd name="connsiteY24" fmla="*/ 308016 h 396758"/>
                <a:gd name="connsiteX25" fmla="*/ 82224 w 703986"/>
                <a:gd name="connsiteY25" fmla="*/ 244680 h 396758"/>
                <a:gd name="connsiteX26" fmla="*/ 84590 w 703986"/>
                <a:gd name="connsiteY26" fmla="*/ 182983 h 396758"/>
                <a:gd name="connsiteX27" fmla="*/ 92780 w 703986"/>
                <a:gd name="connsiteY27" fmla="*/ 140213 h 396758"/>
                <a:gd name="connsiteX28" fmla="*/ 93872 w 703986"/>
                <a:gd name="connsiteY28" fmla="*/ 136574 h 396758"/>
                <a:gd name="connsiteX29" fmla="*/ 114256 w 703986"/>
                <a:gd name="connsiteY29" fmla="*/ 139486 h 396758"/>
                <a:gd name="connsiteX30" fmla="*/ 116804 w 703986"/>
                <a:gd name="connsiteY30" fmla="*/ 144217 h 396758"/>
                <a:gd name="connsiteX31" fmla="*/ 126086 w 703986"/>
                <a:gd name="connsiteY31" fmla="*/ 186077 h 396758"/>
                <a:gd name="connsiteX32" fmla="*/ 136460 w 703986"/>
                <a:gd name="connsiteY32" fmla="*/ 204277 h 396758"/>
                <a:gd name="connsiteX33" fmla="*/ 193425 w 703986"/>
                <a:gd name="connsiteY33" fmla="*/ 207371 h 396758"/>
                <a:gd name="connsiteX34" fmla="*/ 216357 w 703986"/>
                <a:gd name="connsiteY34" fmla="*/ 152043 h 396758"/>
                <a:gd name="connsiteX35" fmla="*/ 192697 w 703986"/>
                <a:gd name="connsiteY35" fmla="*/ 83430 h 396758"/>
                <a:gd name="connsiteX36" fmla="*/ 90778 w 703986"/>
                <a:gd name="connsiteY36" fmla="*/ 75240 h 396758"/>
                <a:gd name="connsiteX37" fmla="*/ 52559 w 703986"/>
                <a:gd name="connsiteY37" fmla="*/ 137484 h 396758"/>
                <a:gd name="connsiteX38" fmla="*/ 49101 w 703986"/>
                <a:gd name="connsiteY38" fmla="*/ 258512 h 396758"/>
                <a:gd name="connsiteX39" fmla="*/ 127360 w 703986"/>
                <a:gd name="connsiteY39" fmla="*/ 344415 h 396758"/>
                <a:gd name="connsiteX40" fmla="*/ 183051 w 703986"/>
                <a:gd name="connsiteY40" fmla="*/ 347327 h 396758"/>
                <a:gd name="connsiteX41" fmla="*/ 266406 w 703986"/>
                <a:gd name="connsiteY41" fmla="*/ 339683 h 396758"/>
                <a:gd name="connsiteX42" fmla="*/ 431478 w 703986"/>
                <a:gd name="connsiteY42" fmla="*/ 324759 h 396758"/>
                <a:gd name="connsiteX43" fmla="*/ 625852 w 703986"/>
                <a:gd name="connsiteY43" fmla="*/ 307288 h 396758"/>
                <a:gd name="connsiteX44" fmla="*/ 670988 w 703986"/>
                <a:gd name="connsiteY44" fmla="*/ 303102 h 396758"/>
                <a:gd name="connsiteX45" fmla="*/ 680998 w 703986"/>
                <a:gd name="connsiteY45" fmla="*/ 303284 h 396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703986" h="396758">
                  <a:moveTo>
                    <a:pt x="680998" y="303284"/>
                  </a:moveTo>
                  <a:cubicBezTo>
                    <a:pt x="683910" y="312202"/>
                    <a:pt x="683000" y="320755"/>
                    <a:pt x="679724" y="328763"/>
                  </a:cubicBezTo>
                  <a:cubicBezTo>
                    <a:pt x="670988" y="350057"/>
                    <a:pt x="653880" y="361887"/>
                    <a:pt x="632222" y="367529"/>
                  </a:cubicBezTo>
                  <a:cubicBezTo>
                    <a:pt x="614022" y="372261"/>
                    <a:pt x="595459" y="371169"/>
                    <a:pt x="576895" y="371351"/>
                  </a:cubicBezTo>
                  <a:cubicBezTo>
                    <a:pt x="523751" y="371897"/>
                    <a:pt x="470608" y="371715"/>
                    <a:pt x="417464" y="373717"/>
                  </a:cubicBezTo>
                  <a:cubicBezTo>
                    <a:pt x="349397" y="376265"/>
                    <a:pt x="281694" y="384455"/>
                    <a:pt x="214173" y="393191"/>
                  </a:cubicBezTo>
                  <a:cubicBezTo>
                    <a:pt x="185417" y="396831"/>
                    <a:pt x="156661" y="398469"/>
                    <a:pt x="127724" y="394283"/>
                  </a:cubicBezTo>
                  <a:cubicBezTo>
                    <a:pt x="73124" y="386457"/>
                    <a:pt x="36907" y="356063"/>
                    <a:pt x="17069" y="305104"/>
                  </a:cubicBezTo>
                  <a:cubicBezTo>
                    <a:pt x="5057" y="273982"/>
                    <a:pt x="871" y="241404"/>
                    <a:pt x="143" y="208463"/>
                  </a:cubicBezTo>
                  <a:cubicBezTo>
                    <a:pt x="-767" y="170789"/>
                    <a:pt x="2509" y="133480"/>
                    <a:pt x="14339" y="97444"/>
                  </a:cubicBezTo>
                  <a:cubicBezTo>
                    <a:pt x="23257" y="70144"/>
                    <a:pt x="36725" y="45393"/>
                    <a:pt x="59293" y="26647"/>
                  </a:cubicBezTo>
                  <a:cubicBezTo>
                    <a:pt x="83862" y="6445"/>
                    <a:pt x="112982" y="-835"/>
                    <a:pt x="143922" y="75"/>
                  </a:cubicBezTo>
                  <a:cubicBezTo>
                    <a:pt x="175589" y="803"/>
                    <a:pt x="207257" y="3351"/>
                    <a:pt x="238924" y="5353"/>
                  </a:cubicBezTo>
                  <a:cubicBezTo>
                    <a:pt x="286244" y="8447"/>
                    <a:pt x="333563" y="11905"/>
                    <a:pt x="380883" y="15181"/>
                  </a:cubicBezTo>
                  <a:cubicBezTo>
                    <a:pt x="460234" y="20823"/>
                    <a:pt x="539585" y="26465"/>
                    <a:pt x="618936" y="31925"/>
                  </a:cubicBezTo>
                  <a:cubicBezTo>
                    <a:pt x="625488" y="32471"/>
                    <a:pt x="631858" y="33017"/>
                    <a:pt x="638410" y="33199"/>
                  </a:cubicBezTo>
                  <a:cubicBezTo>
                    <a:pt x="655336" y="33745"/>
                    <a:pt x="667348" y="41753"/>
                    <a:pt x="672990" y="57768"/>
                  </a:cubicBezTo>
                  <a:cubicBezTo>
                    <a:pt x="680270" y="78880"/>
                    <a:pt x="688095" y="99992"/>
                    <a:pt x="693555" y="121468"/>
                  </a:cubicBezTo>
                  <a:cubicBezTo>
                    <a:pt x="702655" y="157503"/>
                    <a:pt x="705567" y="194267"/>
                    <a:pt x="703201" y="231395"/>
                  </a:cubicBezTo>
                  <a:cubicBezTo>
                    <a:pt x="703201" y="231941"/>
                    <a:pt x="703201" y="232486"/>
                    <a:pt x="703201" y="233032"/>
                  </a:cubicBezTo>
                  <a:cubicBezTo>
                    <a:pt x="701927" y="257602"/>
                    <a:pt x="692645" y="267612"/>
                    <a:pt x="668258" y="269978"/>
                  </a:cubicBezTo>
                  <a:cubicBezTo>
                    <a:pt x="625306" y="274164"/>
                    <a:pt x="582173" y="278168"/>
                    <a:pt x="539221" y="282172"/>
                  </a:cubicBezTo>
                  <a:cubicBezTo>
                    <a:pt x="475704" y="288178"/>
                    <a:pt x="412005" y="294366"/>
                    <a:pt x="348487" y="300190"/>
                  </a:cubicBezTo>
                  <a:cubicBezTo>
                    <a:pt x="293524" y="305286"/>
                    <a:pt x="238378" y="310382"/>
                    <a:pt x="183415" y="315296"/>
                  </a:cubicBezTo>
                  <a:cubicBezTo>
                    <a:pt x="164487" y="316934"/>
                    <a:pt x="145378" y="315660"/>
                    <a:pt x="127542" y="308016"/>
                  </a:cubicBezTo>
                  <a:cubicBezTo>
                    <a:pt x="99696" y="296186"/>
                    <a:pt x="87138" y="273072"/>
                    <a:pt x="82224" y="244680"/>
                  </a:cubicBezTo>
                  <a:cubicBezTo>
                    <a:pt x="78584" y="223933"/>
                    <a:pt x="80950" y="203549"/>
                    <a:pt x="84590" y="182983"/>
                  </a:cubicBezTo>
                  <a:cubicBezTo>
                    <a:pt x="87138" y="168605"/>
                    <a:pt x="90050" y="154409"/>
                    <a:pt x="92780" y="140213"/>
                  </a:cubicBezTo>
                  <a:cubicBezTo>
                    <a:pt x="92962" y="139122"/>
                    <a:pt x="93508" y="138029"/>
                    <a:pt x="93872" y="136574"/>
                  </a:cubicBezTo>
                  <a:cubicBezTo>
                    <a:pt x="100788" y="137484"/>
                    <a:pt x="107522" y="138212"/>
                    <a:pt x="114256" y="139486"/>
                  </a:cubicBezTo>
                  <a:cubicBezTo>
                    <a:pt x="115348" y="139668"/>
                    <a:pt x="116440" y="142397"/>
                    <a:pt x="116804" y="144217"/>
                  </a:cubicBezTo>
                  <a:cubicBezTo>
                    <a:pt x="119898" y="158231"/>
                    <a:pt x="122082" y="172427"/>
                    <a:pt x="126086" y="186077"/>
                  </a:cubicBezTo>
                  <a:cubicBezTo>
                    <a:pt x="127906" y="192629"/>
                    <a:pt x="132092" y="198999"/>
                    <a:pt x="136460" y="204277"/>
                  </a:cubicBezTo>
                  <a:cubicBezTo>
                    <a:pt x="151747" y="223023"/>
                    <a:pt x="176135" y="224297"/>
                    <a:pt x="193425" y="207371"/>
                  </a:cubicBezTo>
                  <a:cubicBezTo>
                    <a:pt x="208895" y="192265"/>
                    <a:pt x="215993" y="173337"/>
                    <a:pt x="216357" y="152043"/>
                  </a:cubicBezTo>
                  <a:cubicBezTo>
                    <a:pt x="216721" y="126564"/>
                    <a:pt x="208895" y="103450"/>
                    <a:pt x="192697" y="83430"/>
                  </a:cubicBezTo>
                  <a:cubicBezTo>
                    <a:pt x="165943" y="50307"/>
                    <a:pt x="122628" y="46849"/>
                    <a:pt x="90778" y="75240"/>
                  </a:cubicBezTo>
                  <a:cubicBezTo>
                    <a:pt x="71850" y="92166"/>
                    <a:pt x="59839" y="113642"/>
                    <a:pt x="52559" y="137484"/>
                  </a:cubicBezTo>
                  <a:cubicBezTo>
                    <a:pt x="40365" y="177341"/>
                    <a:pt x="37271" y="218109"/>
                    <a:pt x="49101" y="258512"/>
                  </a:cubicBezTo>
                  <a:cubicBezTo>
                    <a:pt x="61113" y="299462"/>
                    <a:pt x="85682" y="330037"/>
                    <a:pt x="127360" y="344415"/>
                  </a:cubicBezTo>
                  <a:cubicBezTo>
                    <a:pt x="145560" y="350785"/>
                    <a:pt x="164305" y="348965"/>
                    <a:pt x="183051" y="347327"/>
                  </a:cubicBezTo>
                  <a:cubicBezTo>
                    <a:pt x="210897" y="344961"/>
                    <a:pt x="238743" y="342231"/>
                    <a:pt x="266406" y="339683"/>
                  </a:cubicBezTo>
                  <a:cubicBezTo>
                    <a:pt x="321370" y="334769"/>
                    <a:pt x="376515" y="329673"/>
                    <a:pt x="431478" y="324759"/>
                  </a:cubicBezTo>
                  <a:cubicBezTo>
                    <a:pt x="496270" y="318936"/>
                    <a:pt x="561061" y="313112"/>
                    <a:pt x="625852" y="307288"/>
                  </a:cubicBezTo>
                  <a:cubicBezTo>
                    <a:pt x="640958" y="306014"/>
                    <a:pt x="655882" y="304376"/>
                    <a:pt x="670988" y="303102"/>
                  </a:cubicBezTo>
                  <a:cubicBezTo>
                    <a:pt x="674446" y="303648"/>
                    <a:pt x="677540" y="303466"/>
                    <a:pt x="680998" y="303284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310">
              <a:extLst>
                <a:ext uri="{FF2B5EF4-FFF2-40B4-BE49-F238E27FC236}">
                  <a16:creationId xmlns:a16="http://schemas.microsoft.com/office/drawing/2014/main" xmlns="" id="{EDD40353-6119-45C4-BF7A-B86EA07D16B8}"/>
                </a:ext>
              </a:extLst>
            </p:cNvPr>
            <p:cNvSpPr/>
            <p:nvPr/>
          </p:nvSpPr>
          <p:spPr>
            <a:xfrm>
              <a:off x="3362591" y="4975968"/>
              <a:ext cx="1254875" cy="280289"/>
            </a:xfrm>
            <a:custGeom>
              <a:avLst/>
              <a:gdLst>
                <a:gd name="connsiteX0" fmla="*/ 1254876 w 1254875"/>
                <a:gd name="connsiteY0" fmla="*/ 125751 h 280289"/>
                <a:gd name="connsiteX1" fmla="*/ 1202096 w 1254875"/>
                <a:gd name="connsiteY1" fmla="*/ 139582 h 280289"/>
                <a:gd name="connsiteX2" fmla="*/ 1042666 w 1254875"/>
                <a:gd name="connsiteY2" fmla="*/ 180714 h 280289"/>
                <a:gd name="connsiteX3" fmla="*/ 831003 w 1254875"/>
                <a:gd name="connsiteY3" fmla="*/ 235313 h 280289"/>
                <a:gd name="connsiteX4" fmla="*/ 691046 w 1254875"/>
                <a:gd name="connsiteY4" fmla="*/ 271531 h 280289"/>
                <a:gd name="connsiteX5" fmla="*/ 560736 w 1254875"/>
                <a:gd name="connsiteY5" fmla="*/ 271713 h 280289"/>
                <a:gd name="connsiteX6" fmla="*/ 236051 w 1254875"/>
                <a:gd name="connsiteY6" fmla="*/ 187266 h 280289"/>
                <a:gd name="connsiteX7" fmla="*/ 31850 w 1254875"/>
                <a:gd name="connsiteY7" fmla="*/ 134122 h 280289"/>
                <a:gd name="connsiteX8" fmla="*/ 12012 w 1254875"/>
                <a:gd name="connsiteY8" fmla="*/ 126842 h 280289"/>
                <a:gd name="connsiteX9" fmla="*/ 0 w 1254875"/>
                <a:gd name="connsiteY9" fmla="*/ 117743 h 280289"/>
                <a:gd name="connsiteX10" fmla="*/ 546 w 1254875"/>
                <a:gd name="connsiteY10" fmla="*/ 116105 h 280289"/>
                <a:gd name="connsiteX11" fmla="*/ 23842 w 1254875"/>
                <a:gd name="connsiteY11" fmla="*/ 111555 h 280289"/>
                <a:gd name="connsiteX12" fmla="*/ 331418 w 1254875"/>
                <a:gd name="connsiteY12" fmla="*/ 53315 h 280289"/>
                <a:gd name="connsiteX13" fmla="*/ 516692 w 1254875"/>
                <a:gd name="connsiteY13" fmla="*/ 17280 h 280289"/>
                <a:gd name="connsiteX14" fmla="*/ 596771 w 1254875"/>
                <a:gd name="connsiteY14" fmla="*/ 1992 h 280289"/>
                <a:gd name="connsiteX15" fmla="*/ 677214 w 1254875"/>
                <a:gd name="connsiteY15" fmla="*/ 6178 h 280289"/>
                <a:gd name="connsiteX16" fmla="*/ 893610 w 1254875"/>
                <a:gd name="connsiteY16" fmla="*/ 47491 h 280289"/>
                <a:gd name="connsiteX17" fmla="*/ 1198639 w 1254875"/>
                <a:gd name="connsiteY17" fmla="*/ 106641 h 280289"/>
                <a:gd name="connsiteX18" fmla="*/ 1234674 w 1254875"/>
                <a:gd name="connsiteY18" fmla="*/ 113739 h 280289"/>
                <a:gd name="connsiteX19" fmla="*/ 1254876 w 1254875"/>
                <a:gd name="connsiteY19" fmla="*/ 125751 h 280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54875" h="280289">
                  <a:moveTo>
                    <a:pt x="1254876" y="125751"/>
                  </a:moveTo>
                  <a:cubicBezTo>
                    <a:pt x="1236676" y="130482"/>
                    <a:pt x="1219386" y="135032"/>
                    <a:pt x="1202096" y="139582"/>
                  </a:cubicBezTo>
                  <a:cubicBezTo>
                    <a:pt x="1148953" y="153232"/>
                    <a:pt x="1095810" y="166882"/>
                    <a:pt x="1042666" y="180714"/>
                  </a:cubicBezTo>
                  <a:cubicBezTo>
                    <a:pt x="972051" y="198914"/>
                    <a:pt x="901618" y="217113"/>
                    <a:pt x="831003" y="235313"/>
                  </a:cubicBezTo>
                  <a:cubicBezTo>
                    <a:pt x="784411" y="247325"/>
                    <a:pt x="737638" y="258791"/>
                    <a:pt x="691046" y="271531"/>
                  </a:cubicBezTo>
                  <a:cubicBezTo>
                    <a:pt x="647549" y="283361"/>
                    <a:pt x="604233" y="282997"/>
                    <a:pt x="560736" y="271713"/>
                  </a:cubicBezTo>
                  <a:cubicBezTo>
                    <a:pt x="452629" y="243321"/>
                    <a:pt x="344158" y="215294"/>
                    <a:pt x="236051" y="187266"/>
                  </a:cubicBezTo>
                  <a:cubicBezTo>
                    <a:pt x="167984" y="169612"/>
                    <a:pt x="99917" y="151958"/>
                    <a:pt x="31850" y="134122"/>
                  </a:cubicBezTo>
                  <a:cubicBezTo>
                    <a:pt x="25116" y="132302"/>
                    <a:pt x="18200" y="129936"/>
                    <a:pt x="12012" y="126842"/>
                  </a:cubicBezTo>
                  <a:cubicBezTo>
                    <a:pt x="7644" y="124659"/>
                    <a:pt x="4004" y="120837"/>
                    <a:pt x="0" y="117743"/>
                  </a:cubicBezTo>
                  <a:cubicBezTo>
                    <a:pt x="182" y="117197"/>
                    <a:pt x="364" y="116651"/>
                    <a:pt x="546" y="116105"/>
                  </a:cubicBezTo>
                  <a:cubicBezTo>
                    <a:pt x="8372" y="114649"/>
                    <a:pt x="16016" y="113011"/>
                    <a:pt x="23842" y="111555"/>
                  </a:cubicBezTo>
                  <a:cubicBezTo>
                    <a:pt x="126307" y="92263"/>
                    <a:pt x="228771" y="72971"/>
                    <a:pt x="331418" y="53315"/>
                  </a:cubicBezTo>
                  <a:cubicBezTo>
                    <a:pt x="393298" y="41485"/>
                    <a:pt x="454995" y="29292"/>
                    <a:pt x="516692" y="17280"/>
                  </a:cubicBezTo>
                  <a:cubicBezTo>
                    <a:pt x="543264" y="12184"/>
                    <a:pt x="569836" y="6360"/>
                    <a:pt x="596771" y="1992"/>
                  </a:cubicBezTo>
                  <a:cubicBezTo>
                    <a:pt x="623707" y="-2376"/>
                    <a:pt x="650643" y="1082"/>
                    <a:pt x="677214" y="6178"/>
                  </a:cubicBezTo>
                  <a:cubicBezTo>
                    <a:pt x="749286" y="19828"/>
                    <a:pt x="821539" y="33660"/>
                    <a:pt x="893610" y="47491"/>
                  </a:cubicBezTo>
                  <a:cubicBezTo>
                    <a:pt x="995165" y="67147"/>
                    <a:pt x="1096902" y="86985"/>
                    <a:pt x="1198639" y="106641"/>
                  </a:cubicBezTo>
                  <a:cubicBezTo>
                    <a:pt x="1210650" y="109007"/>
                    <a:pt x="1222662" y="111191"/>
                    <a:pt x="1234674" y="113739"/>
                  </a:cubicBezTo>
                  <a:cubicBezTo>
                    <a:pt x="1242318" y="115559"/>
                    <a:pt x="1249598" y="118653"/>
                    <a:pt x="1254876" y="125751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311">
              <a:extLst>
                <a:ext uri="{FF2B5EF4-FFF2-40B4-BE49-F238E27FC236}">
                  <a16:creationId xmlns:a16="http://schemas.microsoft.com/office/drawing/2014/main" xmlns="" id="{361E22A0-0D89-44FA-8C9E-1BD92053E008}"/>
                </a:ext>
              </a:extLst>
            </p:cNvPr>
            <p:cNvSpPr/>
            <p:nvPr/>
          </p:nvSpPr>
          <p:spPr>
            <a:xfrm>
              <a:off x="4143362" y="6353641"/>
              <a:ext cx="641285" cy="328370"/>
            </a:xfrm>
            <a:custGeom>
              <a:avLst/>
              <a:gdLst>
                <a:gd name="connsiteX0" fmla="*/ 0 w 641285"/>
                <a:gd name="connsiteY0" fmla="*/ 33347 h 328370"/>
                <a:gd name="connsiteX1" fmla="*/ 64791 w 641285"/>
                <a:gd name="connsiteY1" fmla="*/ 28979 h 328370"/>
                <a:gd name="connsiteX2" fmla="*/ 309215 w 641285"/>
                <a:gd name="connsiteY2" fmla="*/ 12235 h 328370"/>
                <a:gd name="connsiteX3" fmla="*/ 455723 w 641285"/>
                <a:gd name="connsiteY3" fmla="*/ 2407 h 328370"/>
                <a:gd name="connsiteX4" fmla="*/ 508502 w 641285"/>
                <a:gd name="connsiteY4" fmla="*/ 41 h 328370"/>
                <a:gd name="connsiteX5" fmla="*/ 618611 w 641285"/>
                <a:gd name="connsiteY5" fmla="*/ 74661 h 328370"/>
                <a:gd name="connsiteX6" fmla="*/ 640451 w 641285"/>
                <a:gd name="connsiteY6" fmla="*/ 175669 h 328370"/>
                <a:gd name="connsiteX7" fmla="*/ 628985 w 641285"/>
                <a:gd name="connsiteY7" fmla="*/ 299064 h 328370"/>
                <a:gd name="connsiteX8" fmla="*/ 624253 w 641285"/>
                <a:gd name="connsiteY8" fmla="*/ 312532 h 328370"/>
                <a:gd name="connsiteX9" fmla="*/ 599137 w 641285"/>
                <a:gd name="connsiteY9" fmla="*/ 328366 h 328370"/>
                <a:gd name="connsiteX10" fmla="*/ 562556 w 641285"/>
                <a:gd name="connsiteY10" fmla="*/ 326000 h 328370"/>
                <a:gd name="connsiteX11" fmla="*/ 457543 w 641285"/>
                <a:gd name="connsiteY11" fmla="*/ 315990 h 328370"/>
                <a:gd name="connsiteX12" fmla="*/ 226223 w 641285"/>
                <a:gd name="connsiteY12" fmla="*/ 293422 h 328370"/>
                <a:gd name="connsiteX13" fmla="*/ 45135 w 641285"/>
                <a:gd name="connsiteY13" fmla="*/ 275950 h 328370"/>
                <a:gd name="connsiteX14" fmla="*/ 36036 w 641285"/>
                <a:gd name="connsiteY14" fmla="*/ 274312 h 328370"/>
                <a:gd name="connsiteX15" fmla="*/ 23842 w 641285"/>
                <a:gd name="connsiteY15" fmla="*/ 257022 h 328370"/>
                <a:gd name="connsiteX16" fmla="*/ 910 w 641285"/>
                <a:gd name="connsiteY16" fmla="*/ 37533 h 328370"/>
                <a:gd name="connsiteX17" fmla="*/ 0 w 641285"/>
                <a:gd name="connsiteY17" fmla="*/ 33347 h 328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41285" h="328370">
                  <a:moveTo>
                    <a:pt x="0" y="33347"/>
                  </a:moveTo>
                  <a:cubicBezTo>
                    <a:pt x="22022" y="31891"/>
                    <a:pt x="43498" y="30435"/>
                    <a:pt x="64791" y="28979"/>
                  </a:cubicBezTo>
                  <a:cubicBezTo>
                    <a:pt x="146326" y="23337"/>
                    <a:pt x="227680" y="17695"/>
                    <a:pt x="309215" y="12235"/>
                  </a:cubicBezTo>
                  <a:cubicBezTo>
                    <a:pt x="357990" y="8959"/>
                    <a:pt x="406947" y="5501"/>
                    <a:pt x="455723" y="2407"/>
                  </a:cubicBezTo>
                  <a:cubicBezTo>
                    <a:pt x="473195" y="1315"/>
                    <a:pt x="490848" y="405"/>
                    <a:pt x="508502" y="41"/>
                  </a:cubicBezTo>
                  <a:cubicBezTo>
                    <a:pt x="562738" y="-1233"/>
                    <a:pt x="597499" y="26977"/>
                    <a:pt x="618611" y="74661"/>
                  </a:cubicBezTo>
                  <a:cubicBezTo>
                    <a:pt x="632807" y="106874"/>
                    <a:pt x="638267" y="140908"/>
                    <a:pt x="640451" y="175669"/>
                  </a:cubicBezTo>
                  <a:cubicBezTo>
                    <a:pt x="643181" y="217347"/>
                    <a:pt x="639177" y="258479"/>
                    <a:pt x="628985" y="299064"/>
                  </a:cubicBezTo>
                  <a:cubicBezTo>
                    <a:pt x="627893" y="303614"/>
                    <a:pt x="626255" y="308164"/>
                    <a:pt x="624253" y="312532"/>
                  </a:cubicBezTo>
                  <a:cubicBezTo>
                    <a:pt x="619339" y="323088"/>
                    <a:pt x="610603" y="328548"/>
                    <a:pt x="599137" y="328366"/>
                  </a:cubicBezTo>
                  <a:cubicBezTo>
                    <a:pt x="586943" y="328184"/>
                    <a:pt x="574750" y="327092"/>
                    <a:pt x="562556" y="326000"/>
                  </a:cubicBezTo>
                  <a:cubicBezTo>
                    <a:pt x="527430" y="322724"/>
                    <a:pt x="492487" y="319448"/>
                    <a:pt x="457543" y="315990"/>
                  </a:cubicBezTo>
                  <a:cubicBezTo>
                    <a:pt x="380376" y="308528"/>
                    <a:pt x="303391" y="300884"/>
                    <a:pt x="226223" y="293422"/>
                  </a:cubicBezTo>
                  <a:cubicBezTo>
                    <a:pt x="165800" y="287598"/>
                    <a:pt x="105559" y="281774"/>
                    <a:pt x="45135" y="275950"/>
                  </a:cubicBezTo>
                  <a:cubicBezTo>
                    <a:pt x="42042" y="275586"/>
                    <a:pt x="39130" y="275222"/>
                    <a:pt x="36036" y="274312"/>
                  </a:cubicBezTo>
                  <a:cubicBezTo>
                    <a:pt x="26026" y="271582"/>
                    <a:pt x="22932" y="267214"/>
                    <a:pt x="23842" y="257022"/>
                  </a:cubicBezTo>
                  <a:cubicBezTo>
                    <a:pt x="30394" y="182403"/>
                    <a:pt x="22932" y="109240"/>
                    <a:pt x="910" y="37533"/>
                  </a:cubicBezTo>
                  <a:cubicBezTo>
                    <a:pt x="546" y="36259"/>
                    <a:pt x="364" y="35167"/>
                    <a:pt x="0" y="33347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312">
              <a:extLst>
                <a:ext uri="{FF2B5EF4-FFF2-40B4-BE49-F238E27FC236}">
                  <a16:creationId xmlns:a16="http://schemas.microsoft.com/office/drawing/2014/main" xmlns="" id="{40469330-7536-4D37-8FDA-475772772CD6}"/>
                </a:ext>
              </a:extLst>
            </p:cNvPr>
            <p:cNvSpPr/>
            <p:nvPr/>
          </p:nvSpPr>
          <p:spPr>
            <a:xfrm>
              <a:off x="3677083" y="5409841"/>
              <a:ext cx="622645" cy="405092"/>
            </a:xfrm>
            <a:custGeom>
              <a:avLst/>
              <a:gdLst>
                <a:gd name="connsiteX0" fmla="*/ 609329 w 622645"/>
                <a:gd name="connsiteY0" fmla="*/ 0 h 405092"/>
                <a:gd name="connsiteX1" fmla="*/ 622615 w 622645"/>
                <a:gd name="connsiteY1" fmla="*/ 82263 h 405092"/>
                <a:gd name="connsiteX2" fmla="*/ 535802 w 622645"/>
                <a:gd name="connsiteY2" fmla="*/ 310671 h 405092"/>
                <a:gd name="connsiteX3" fmla="*/ 366544 w 622645"/>
                <a:gd name="connsiteY3" fmla="*/ 399668 h 405092"/>
                <a:gd name="connsiteX4" fmla="*/ 186730 w 622645"/>
                <a:gd name="connsiteY4" fmla="*/ 380012 h 405092"/>
                <a:gd name="connsiteX5" fmla="*/ 46409 w 622645"/>
                <a:gd name="connsiteY5" fmla="*/ 255707 h 405092"/>
                <a:gd name="connsiteX6" fmla="*/ 0 w 622645"/>
                <a:gd name="connsiteY6" fmla="*/ 97551 h 405092"/>
                <a:gd name="connsiteX7" fmla="*/ 6734 w 622645"/>
                <a:gd name="connsiteY7" fmla="*/ 17654 h 405092"/>
                <a:gd name="connsiteX8" fmla="*/ 27482 w 622645"/>
                <a:gd name="connsiteY8" fmla="*/ 9646 h 405092"/>
                <a:gd name="connsiteX9" fmla="*/ 108107 w 622645"/>
                <a:gd name="connsiteY9" fmla="*/ 56783 h 405092"/>
                <a:gd name="connsiteX10" fmla="*/ 355988 w 622645"/>
                <a:gd name="connsiteY10" fmla="*/ 97915 h 405092"/>
                <a:gd name="connsiteX11" fmla="*/ 556550 w 622645"/>
                <a:gd name="connsiteY11" fmla="*/ 35672 h 405092"/>
                <a:gd name="connsiteX12" fmla="*/ 602959 w 622645"/>
                <a:gd name="connsiteY12" fmla="*/ 4914 h 405092"/>
                <a:gd name="connsiteX13" fmla="*/ 609329 w 622645"/>
                <a:gd name="connsiteY13" fmla="*/ 0 h 405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2645" h="405092">
                  <a:moveTo>
                    <a:pt x="609329" y="0"/>
                  </a:moveTo>
                  <a:cubicBezTo>
                    <a:pt x="617883" y="27482"/>
                    <a:pt x="622251" y="54599"/>
                    <a:pt x="622615" y="82263"/>
                  </a:cubicBezTo>
                  <a:cubicBezTo>
                    <a:pt x="623707" y="169804"/>
                    <a:pt x="595861" y="246607"/>
                    <a:pt x="535802" y="310671"/>
                  </a:cubicBezTo>
                  <a:cubicBezTo>
                    <a:pt x="489756" y="359628"/>
                    <a:pt x="432427" y="387838"/>
                    <a:pt x="366544" y="399668"/>
                  </a:cubicBezTo>
                  <a:cubicBezTo>
                    <a:pt x="304665" y="410769"/>
                    <a:pt x="244423" y="405127"/>
                    <a:pt x="186730" y="380012"/>
                  </a:cubicBezTo>
                  <a:cubicBezTo>
                    <a:pt x="126489" y="353986"/>
                    <a:pt x="80443" y="311217"/>
                    <a:pt x="46409" y="255707"/>
                  </a:cubicBezTo>
                  <a:cubicBezTo>
                    <a:pt x="16744" y="207296"/>
                    <a:pt x="0" y="154516"/>
                    <a:pt x="0" y="97551"/>
                  </a:cubicBezTo>
                  <a:cubicBezTo>
                    <a:pt x="0" y="70979"/>
                    <a:pt x="3640" y="44226"/>
                    <a:pt x="6734" y="17654"/>
                  </a:cubicBezTo>
                  <a:cubicBezTo>
                    <a:pt x="8190" y="4550"/>
                    <a:pt x="16562" y="1638"/>
                    <a:pt x="27482" y="9646"/>
                  </a:cubicBezTo>
                  <a:cubicBezTo>
                    <a:pt x="52779" y="28210"/>
                    <a:pt x="79533" y="44044"/>
                    <a:pt x="108107" y="56783"/>
                  </a:cubicBezTo>
                  <a:cubicBezTo>
                    <a:pt x="187094" y="92273"/>
                    <a:pt x="269903" y="105377"/>
                    <a:pt x="355988" y="97915"/>
                  </a:cubicBezTo>
                  <a:cubicBezTo>
                    <a:pt x="427331" y="91727"/>
                    <a:pt x="494488" y="71707"/>
                    <a:pt x="556550" y="35672"/>
                  </a:cubicBezTo>
                  <a:cubicBezTo>
                    <a:pt x="572566" y="26390"/>
                    <a:pt x="587489" y="15288"/>
                    <a:pt x="602959" y="4914"/>
                  </a:cubicBezTo>
                  <a:cubicBezTo>
                    <a:pt x="604779" y="3640"/>
                    <a:pt x="606781" y="2002"/>
                    <a:pt x="609329" y="0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313">
              <a:extLst>
                <a:ext uri="{FF2B5EF4-FFF2-40B4-BE49-F238E27FC236}">
                  <a16:creationId xmlns:a16="http://schemas.microsoft.com/office/drawing/2014/main" xmlns="" id="{4E0DE10A-4EA2-4422-8EF9-41AC1B203EF4}"/>
                </a:ext>
              </a:extLst>
            </p:cNvPr>
            <p:cNvSpPr/>
            <p:nvPr/>
          </p:nvSpPr>
          <p:spPr>
            <a:xfrm>
              <a:off x="3662159" y="5201089"/>
              <a:ext cx="650824" cy="284358"/>
            </a:xfrm>
            <a:custGeom>
              <a:avLst/>
              <a:gdLst>
                <a:gd name="connsiteX0" fmla="*/ 0 w 650824"/>
                <a:gd name="connsiteY0" fmla="*/ 0 h 284358"/>
                <a:gd name="connsiteX1" fmla="*/ 41860 w 650824"/>
                <a:gd name="connsiteY1" fmla="*/ 11648 h 284358"/>
                <a:gd name="connsiteX2" fmla="*/ 220400 w 650824"/>
                <a:gd name="connsiteY2" fmla="*/ 61333 h 284358"/>
                <a:gd name="connsiteX3" fmla="*/ 291743 w 650824"/>
                <a:gd name="connsiteY3" fmla="*/ 80625 h 284358"/>
                <a:gd name="connsiteX4" fmla="*/ 379648 w 650824"/>
                <a:gd name="connsiteY4" fmla="*/ 76803 h 284358"/>
                <a:gd name="connsiteX5" fmla="*/ 615517 w 650824"/>
                <a:gd name="connsiteY5" fmla="*/ 13286 h 284358"/>
                <a:gd name="connsiteX6" fmla="*/ 644091 w 650824"/>
                <a:gd name="connsiteY6" fmla="*/ 6734 h 284358"/>
                <a:gd name="connsiteX7" fmla="*/ 650825 w 650824"/>
                <a:gd name="connsiteY7" fmla="*/ 5460 h 284358"/>
                <a:gd name="connsiteX8" fmla="*/ 649915 w 650824"/>
                <a:gd name="connsiteY8" fmla="*/ 25480 h 284358"/>
                <a:gd name="connsiteX9" fmla="*/ 643181 w 650824"/>
                <a:gd name="connsiteY9" fmla="*/ 133769 h 284358"/>
                <a:gd name="connsiteX10" fmla="*/ 605871 w 650824"/>
                <a:gd name="connsiteY10" fmla="*/ 197468 h 284358"/>
                <a:gd name="connsiteX11" fmla="*/ 494852 w 650824"/>
                <a:gd name="connsiteY11" fmla="*/ 255161 h 284358"/>
                <a:gd name="connsiteX12" fmla="*/ 301935 w 650824"/>
                <a:gd name="connsiteY12" fmla="*/ 283735 h 284358"/>
                <a:gd name="connsiteX13" fmla="*/ 59877 w 650824"/>
                <a:gd name="connsiteY13" fmla="*/ 206932 h 284358"/>
                <a:gd name="connsiteX14" fmla="*/ 17472 w 650824"/>
                <a:gd name="connsiteY14" fmla="*/ 156700 h 284358"/>
                <a:gd name="connsiteX15" fmla="*/ 11102 w 650824"/>
                <a:gd name="connsiteY15" fmla="*/ 123577 h 284358"/>
                <a:gd name="connsiteX16" fmla="*/ 182 w 650824"/>
                <a:gd name="connsiteY16" fmla="*/ 7098 h 284358"/>
                <a:gd name="connsiteX17" fmla="*/ 0 w 650824"/>
                <a:gd name="connsiteY17" fmla="*/ 0 h 284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50824" h="284358">
                  <a:moveTo>
                    <a:pt x="0" y="0"/>
                  </a:moveTo>
                  <a:cubicBezTo>
                    <a:pt x="14378" y="4004"/>
                    <a:pt x="28210" y="7644"/>
                    <a:pt x="41860" y="11648"/>
                  </a:cubicBezTo>
                  <a:cubicBezTo>
                    <a:pt x="101373" y="28210"/>
                    <a:pt x="160886" y="44771"/>
                    <a:pt x="220400" y="61333"/>
                  </a:cubicBezTo>
                  <a:cubicBezTo>
                    <a:pt x="244241" y="67885"/>
                    <a:pt x="268083" y="74073"/>
                    <a:pt x="291743" y="80625"/>
                  </a:cubicBezTo>
                  <a:cubicBezTo>
                    <a:pt x="321408" y="88633"/>
                    <a:pt x="350164" y="86085"/>
                    <a:pt x="379648" y="76803"/>
                  </a:cubicBezTo>
                  <a:cubicBezTo>
                    <a:pt x="457361" y="52233"/>
                    <a:pt x="536166" y="31850"/>
                    <a:pt x="615517" y="13286"/>
                  </a:cubicBezTo>
                  <a:cubicBezTo>
                    <a:pt x="624981" y="11102"/>
                    <a:pt x="634445" y="8918"/>
                    <a:pt x="644091" y="6734"/>
                  </a:cubicBezTo>
                  <a:cubicBezTo>
                    <a:pt x="646093" y="6188"/>
                    <a:pt x="648095" y="6006"/>
                    <a:pt x="650825" y="5460"/>
                  </a:cubicBezTo>
                  <a:cubicBezTo>
                    <a:pt x="650461" y="12558"/>
                    <a:pt x="650279" y="19110"/>
                    <a:pt x="649915" y="25480"/>
                  </a:cubicBezTo>
                  <a:cubicBezTo>
                    <a:pt x="647731" y="61515"/>
                    <a:pt x="646093" y="97733"/>
                    <a:pt x="643181" y="133769"/>
                  </a:cubicBezTo>
                  <a:cubicBezTo>
                    <a:pt x="640997" y="160704"/>
                    <a:pt x="627893" y="181816"/>
                    <a:pt x="605871" y="197468"/>
                  </a:cubicBezTo>
                  <a:cubicBezTo>
                    <a:pt x="571474" y="221856"/>
                    <a:pt x="534346" y="240965"/>
                    <a:pt x="494852" y="255161"/>
                  </a:cubicBezTo>
                  <a:cubicBezTo>
                    <a:pt x="432427" y="277365"/>
                    <a:pt x="368182" y="287011"/>
                    <a:pt x="301935" y="283735"/>
                  </a:cubicBezTo>
                  <a:cubicBezTo>
                    <a:pt x="214576" y="279367"/>
                    <a:pt x="133405" y="254979"/>
                    <a:pt x="59877" y="206932"/>
                  </a:cubicBezTo>
                  <a:cubicBezTo>
                    <a:pt x="40768" y="194374"/>
                    <a:pt x="24388" y="179086"/>
                    <a:pt x="17472" y="156700"/>
                  </a:cubicBezTo>
                  <a:cubicBezTo>
                    <a:pt x="14196" y="145962"/>
                    <a:pt x="12376" y="134679"/>
                    <a:pt x="11102" y="123577"/>
                  </a:cubicBezTo>
                  <a:cubicBezTo>
                    <a:pt x="7098" y="84811"/>
                    <a:pt x="3822" y="45863"/>
                    <a:pt x="182" y="7098"/>
                  </a:cubicBezTo>
                  <a:cubicBezTo>
                    <a:pt x="182" y="4732"/>
                    <a:pt x="182" y="2548"/>
                    <a:pt x="0" y="0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314">
              <a:extLst>
                <a:ext uri="{FF2B5EF4-FFF2-40B4-BE49-F238E27FC236}">
                  <a16:creationId xmlns:a16="http://schemas.microsoft.com/office/drawing/2014/main" xmlns="" id="{B059EC63-F034-4B95-86A7-31FA8D09A929}"/>
                </a:ext>
              </a:extLst>
            </p:cNvPr>
            <p:cNvSpPr/>
            <p:nvPr/>
          </p:nvSpPr>
          <p:spPr>
            <a:xfrm>
              <a:off x="3881649" y="6385532"/>
              <a:ext cx="265120" cy="327131"/>
            </a:xfrm>
            <a:custGeom>
              <a:avLst/>
              <a:gdLst>
                <a:gd name="connsiteX0" fmla="*/ 5824 w 265120"/>
                <a:gd name="connsiteY0" fmla="*/ 326868 h 327131"/>
                <a:gd name="connsiteX1" fmla="*/ 0 w 265120"/>
                <a:gd name="connsiteY1" fmla="*/ 0 h 327131"/>
                <a:gd name="connsiteX2" fmla="*/ 33306 w 265120"/>
                <a:gd name="connsiteY2" fmla="*/ 0 h 327131"/>
                <a:gd name="connsiteX3" fmla="*/ 209480 w 265120"/>
                <a:gd name="connsiteY3" fmla="*/ 182 h 327131"/>
                <a:gd name="connsiteX4" fmla="*/ 239873 w 265120"/>
                <a:gd name="connsiteY4" fmla="*/ 22022 h 327131"/>
                <a:gd name="connsiteX5" fmla="*/ 258983 w 265120"/>
                <a:gd name="connsiteY5" fmla="*/ 95185 h 327131"/>
                <a:gd name="connsiteX6" fmla="*/ 250429 w 265120"/>
                <a:gd name="connsiteY6" fmla="*/ 282279 h 327131"/>
                <a:gd name="connsiteX7" fmla="*/ 240965 w 265120"/>
                <a:gd name="connsiteY7" fmla="*/ 313037 h 327131"/>
                <a:gd name="connsiteX8" fmla="*/ 220946 w 265120"/>
                <a:gd name="connsiteY8" fmla="*/ 327050 h 327131"/>
                <a:gd name="connsiteX9" fmla="*/ 181270 w 265120"/>
                <a:gd name="connsiteY9" fmla="*/ 327050 h 327131"/>
                <a:gd name="connsiteX10" fmla="*/ 13650 w 265120"/>
                <a:gd name="connsiteY10" fmla="*/ 326686 h 327131"/>
                <a:gd name="connsiteX11" fmla="*/ 5824 w 265120"/>
                <a:gd name="connsiteY11" fmla="*/ 326868 h 327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5120" h="327131">
                  <a:moveTo>
                    <a:pt x="5824" y="326868"/>
                  </a:moveTo>
                  <a:cubicBezTo>
                    <a:pt x="48411" y="217124"/>
                    <a:pt x="46955" y="108835"/>
                    <a:pt x="0" y="0"/>
                  </a:cubicBezTo>
                  <a:cubicBezTo>
                    <a:pt x="11648" y="0"/>
                    <a:pt x="22386" y="0"/>
                    <a:pt x="33306" y="0"/>
                  </a:cubicBezTo>
                  <a:cubicBezTo>
                    <a:pt x="92091" y="0"/>
                    <a:pt x="150694" y="0"/>
                    <a:pt x="209480" y="182"/>
                  </a:cubicBezTo>
                  <a:cubicBezTo>
                    <a:pt x="226223" y="182"/>
                    <a:pt x="233685" y="5642"/>
                    <a:pt x="239873" y="22022"/>
                  </a:cubicBezTo>
                  <a:cubicBezTo>
                    <a:pt x="248791" y="45681"/>
                    <a:pt x="254797" y="70251"/>
                    <a:pt x="258983" y="95185"/>
                  </a:cubicBezTo>
                  <a:cubicBezTo>
                    <a:pt x="269357" y="158156"/>
                    <a:pt x="266627" y="220581"/>
                    <a:pt x="250429" y="282279"/>
                  </a:cubicBezTo>
                  <a:cubicBezTo>
                    <a:pt x="247699" y="292653"/>
                    <a:pt x="244241" y="302845"/>
                    <a:pt x="240965" y="313037"/>
                  </a:cubicBezTo>
                  <a:cubicBezTo>
                    <a:pt x="237871" y="322682"/>
                    <a:pt x="230591" y="327050"/>
                    <a:pt x="220946" y="327050"/>
                  </a:cubicBezTo>
                  <a:cubicBezTo>
                    <a:pt x="207660" y="327232"/>
                    <a:pt x="194556" y="327050"/>
                    <a:pt x="181270" y="327050"/>
                  </a:cubicBezTo>
                  <a:cubicBezTo>
                    <a:pt x="125397" y="326868"/>
                    <a:pt x="69523" y="326868"/>
                    <a:pt x="13650" y="326686"/>
                  </a:cubicBezTo>
                  <a:cubicBezTo>
                    <a:pt x="11284" y="326868"/>
                    <a:pt x="8918" y="326868"/>
                    <a:pt x="5824" y="326868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315">
              <a:extLst>
                <a:ext uri="{FF2B5EF4-FFF2-40B4-BE49-F238E27FC236}">
                  <a16:creationId xmlns:a16="http://schemas.microsoft.com/office/drawing/2014/main" xmlns="" id="{DCB9C095-F429-4CCF-B10F-8A157C7CD220}"/>
                </a:ext>
              </a:extLst>
            </p:cNvPr>
            <p:cNvSpPr/>
            <p:nvPr/>
          </p:nvSpPr>
          <p:spPr>
            <a:xfrm>
              <a:off x="3912543" y="5838078"/>
              <a:ext cx="150444" cy="427712"/>
            </a:xfrm>
            <a:custGeom>
              <a:avLst/>
              <a:gdLst>
                <a:gd name="connsiteX0" fmla="*/ 75575 w 150444"/>
                <a:gd name="connsiteY0" fmla="*/ 368 h 427712"/>
                <a:gd name="connsiteX1" fmla="*/ 103602 w 150444"/>
                <a:gd name="connsiteY1" fmla="*/ 368 h 427712"/>
                <a:gd name="connsiteX2" fmla="*/ 145098 w 150444"/>
                <a:gd name="connsiteY2" fmla="*/ 28760 h 427712"/>
                <a:gd name="connsiteX3" fmla="*/ 117434 w 150444"/>
                <a:gd name="connsiteY3" fmla="*/ 85179 h 427712"/>
                <a:gd name="connsiteX4" fmla="*/ 103056 w 150444"/>
                <a:gd name="connsiteY4" fmla="*/ 103561 h 427712"/>
                <a:gd name="connsiteX5" fmla="*/ 122530 w 150444"/>
                <a:gd name="connsiteY5" fmla="*/ 194196 h 427712"/>
                <a:gd name="connsiteX6" fmla="*/ 139638 w 150444"/>
                <a:gd name="connsiteY6" fmla="*/ 226045 h 427712"/>
                <a:gd name="connsiteX7" fmla="*/ 141822 w 150444"/>
                <a:gd name="connsiteY7" fmla="*/ 307399 h 427712"/>
                <a:gd name="connsiteX8" fmla="*/ 93956 w 150444"/>
                <a:gd name="connsiteY8" fmla="*/ 409681 h 427712"/>
                <a:gd name="connsiteX9" fmla="*/ 77941 w 150444"/>
                <a:gd name="connsiteY9" fmla="*/ 426243 h 427712"/>
                <a:gd name="connsiteX10" fmla="*/ 64291 w 150444"/>
                <a:gd name="connsiteY10" fmla="*/ 421147 h 427712"/>
                <a:gd name="connsiteX11" fmla="*/ 8599 w 150444"/>
                <a:gd name="connsiteY11" fmla="*/ 304123 h 427712"/>
                <a:gd name="connsiteX12" fmla="*/ 8599 w 150444"/>
                <a:gd name="connsiteY12" fmla="*/ 233325 h 427712"/>
                <a:gd name="connsiteX13" fmla="*/ 34261 w 150444"/>
                <a:gd name="connsiteY13" fmla="*/ 182730 h 427712"/>
                <a:gd name="connsiteX14" fmla="*/ 51005 w 150444"/>
                <a:gd name="connsiteY14" fmla="*/ 125219 h 427712"/>
                <a:gd name="connsiteX15" fmla="*/ 49549 w 150444"/>
                <a:gd name="connsiteY15" fmla="*/ 101923 h 427712"/>
                <a:gd name="connsiteX16" fmla="*/ 34079 w 150444"/>
                <a:gd name="connsiteY16" fmla="*/ 85179 h 427712"/>
                <a:gd name="connsiteX17" fmla="*/ 4231 w 150444"/>
                <a:gd name="connsiteY17" fmla="*/ 37677 h 427712"/>
                <a:gd name="connsiteX18" fmla="*/ 44999 w 150444"/>
                <a:gd name="connsiteY18" fmla="*/ 368 h 427712"/>
                <a:gd name="connsiteX19" fmla="*/ 75575 w 150444"/>
                <a:gd name="connsiteY19" fmla="*/ 368 h 427712"/>
                <a:gd name="connsiteX20" fmla="*/ 75575 w 150444"/>
                <a:gd name="connsiteY20" fmla="*/ 368 h 42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0444" h="427712">
                  <a:moveTo>
                    <a:pt x="75575" y="368"/>
                  </a:moveTo>
                  <a:cubicBezTo>
                    <a:pt x="84857" y="368"/>
                    <a:pt x="94320" y="4"/>
                    <a:pt x="103602" y="368"/>
                  </a:cubicBezTo>
                  <a:cubicBezTo>
                    <a:pt x="123076" y="1278"/>
                    <a:pt x="137636" y="10196"/>
                    <a:pt x="145098" y="28760"/>
                  </a:cubicBezTo>
                  <a:cubicBezTo>
                    <a:pt x="154380" y="51691"/>
                    <a:pt x="141458" y="77717"/>
                    <a:pt x="117434" y="85179"/>
                  </a:cubicBezTo>
                  <a:cubicBezTo>
                    <a:pt x="106696" y="88455"/>
                    <a:pt x="103966" y="92095"/>
                    <a:pt x="103056" y="103561"/>
                  </a:cubicBezTo>
                  <a:cubicBezTo>
                    <a:pt x="100690" y="135774"/>
                    <a:pt x="107060" y="165986"/>
                    <a:pt x="122530" y="194196"/>
                  </a:cubicBezTo>
                  <a:cubicBezTo>
                    <a:pt x="128354" y="204752"/>
                    <a:pt x="133996" y="215308"/>
                    <a:pt x="139638" y="226045"/>
                  </a:cubicBezTo>
                  <a:cubicBezTo>
                    <a:pt x="153470" y="252799"/>
                    <a:pt x="153834" y="280281"/>
                    <a:pt x="141822" y="307399"/>
                  </a:cubicBezTo>
                  <a:cubicBezTo>
                    <a:pt x="126534" y="341796"/>
                    <a:pt x="110154" y="375830"/>
                    <a:pt x="93956" y="409681"/>
                  </a:cubicBezTo>
                  <a:cubicBezTo>
                    <a:pt x="90499" y="416779"/>
                    <a:pt x="85585" y="422967"/>
                    <a:pt x="77941" y="426243"/>
                  </a:cubicBezTo>
                  <a:cubicBezTo>
                    <a:pt x="70843" y="429155"/>
                    <a:pt x="67567" y="427881"/>
                    <a:pt x="64291" y="421147"/>
                  </a:cubicBezTo>
                  <a:cubicBezTo>
                    <a:pt x="45727" y="382200"/>
                    <a:pt x="27345" y="343070"/>
                    <a:pt x="8599" y="304123"/>
                  </a:cubicBezTo>
                  <a:cubicBezTo>
                    <a:pt x="-2866" y="280463"/>
                    <a:pt x="-2866" y="256803"/>
                    <a:pt x="8599" y="233325"/>
                  </a:cubicBezTo>
                  <a:cubicBezTo>
                    <a:pt x="16971" y="216400"/>
                    <a:pt x="26071" y="199838"/>
                    <a:pt x="34261" y="182730"/>
                  </a:cubicBezTo>
                  <a:cubicBezTo>
                    <a:pt x="42997" y="164530"/>
                    <a:pt x="48639" y="145238"/>
                    <a:pt x="51005" y="125219"/>
                  </a:cubicBezTo>
                  <a:cubicBezTo>
                    <a:pt x="51915" y="117575"/>
                    <a:pt x="51005" y="109567"/>
                    <a:pt x="49549" y="101923"/>
                  </a:cubicBezTo>
                  <a:cubicBezTo>
                    <a:pt x="47911" y="93551"/>
                    <a:pt x="42451" y="87909"/>
                    <a:pt x="34079" y="85179"/>
                  </a:cubicBezTo>
                  <a:cubicBezTo>
                    <a:pt x="13513" y="78263"/>
                    <a:pt x="1683" y="58789"/>
                    <a:pt x="4231" y="37677"/>
                  </a:cubicBezTo>
                  <a:cubicBezTo>
                    <a:pt x="6779" y="18204"/>
                    <a:pt x="24251" y="1642"/>
                    <a:pt x="44999" y="368"/>
                  </a:cubicBezTo>
                  <a:cubicBezTo>
                    <a:pt x="55191" y="-360"/>
                    <a:pt x="65383" y="186"/>
                    <a:pt x="75575" y="368"/>
                  </a:cubicBezTo>
                  <a:cubicBezTo>
                    <a:pt x="75575" y="368"/>
                    <a:pt x="75575" y="368"/>
                    <a:pt x="75575" y="368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316">
              <a:extLst>
                <a:ext uri="{FF2B5EF4-FFF2-40B4-BE49-F238E27FC236}">
                  <a16:creationId xmlns:a16="http://schemas.microsoft.com/office/drawing/2014/main" xmlns="" id="{D02808B9-5DB3-463F-9565-A391BB5D8303}"/>
                </a:ext>
              </a:extLst>
            </p:cNvPr>
            <p:cNvSpPr/>
            <p:nvPr/>
          </p:nvSpPr>
          <p:spPr>
            <a:xfrm>
              <a:off x="4144618" y="6665749"/>
              <a:ext cx="593149" cy="84324"/>
            </a:xfrm>
            <a:custGeom>
              <a:avLst/>
              <a:gdLst>
                <a:gd name="connsiteX0" fmla="*/ 481403 w 593149"/>
                <a:gd name="connsiteY0" fmla="*/ 84325 h 84324"/>
                <a:gd name="connsiteX1" fmla="*/ 378574 w 593149"/>
                <a:gd name="connsiteY1" fmla="*/ 74497 h 84324"/>
                <a:gd name="connsiteX2" fmla="*/ 229336 w 593149"/>
                <a:gd name="connsiteY2" fmla="*/ 62667 h 84324"/>
                <a:gd name="connsiteX3" fmla="*/ 40604 w 593149"/>
                <a:gd name="connsiteY3" fmla="*/ 56843 h 84324"/>
                <a:gd name="connsiteX4" fmla="*/ 15306 w 593149"/>
                <a:gd name="connsiteY4" fmla="*/ 52839 h 84324"/>
                <a:gd name="connsiteX5" fmla="*/ 2748 w 593149"/>
                <a:gd name="connsiteY5" fmla="*/ 21172 h 84324"/>
                <a:gd name="connsiteX6" fmla="*/ 33142 w 593149"/>
                <a:gd name="connsiteY6" fmla="*/ 606 h 84324"/>
                <a:gd name="connsiteX7" fmla="*/ 72635 w 593149"/>
                <a:gd name="connsiteY7" fmla="*/ 970 h 84324"/>
                <a:gd name="connsiteX8" fmla="*/ 199670 w 593149"/>
                <a:gd name="connsiteY8" fmla="*/ 10980 h 84324"/>
                <a:gd name="connsiteX9" fmla="*/ 415702 w 593149"/>
                <a:gd name="connsiteY9" fmla="*/ 30817 h 84324"/>
                <a:gd name="connsiteX10" fmla="*/ 533272 w 593149"/>
                <a:gd name="connsiteY10" fmla="*/ 42829 h 84324"/>
                <a:gd name="connsiteX11" fmla="*/ 581138 w 593149"/>
                <a:gd name="connsiteY11" fmla="*/ 47925 h 84324"/>
                <a:gd name="connsiteX12" fmla="*/ 585506 w 593149"/>
                <a:gd name="connsiteY12" fmla="*/ 48835 h 84324"/>
                <a:gd name="connsiteX13" fmla="*/ 593150 w 593149"/>
                <a:gd name="connsiteY13" fmla="*/ 55205 h 84324"/>
                <a:gd name="connsiteX14" fmla="*/ 586962 w 593149"/>
                <a:gd name="connsiteY14" fmla="*/ 61029 h 84324"/>
                <a:gd name="connsiteX15" fmla="*/ 494143 w 593149"/>
                <a:gd name="connsiteY15" fmla="*/ 82869 h 84324"/>
                <a:gd name="connsiteX16" fmla="*/ 481585 w 593149"/>
                <a:gd name="connsiteY16" fmla="*/ 82869 h 84324"/>
                <a:gd name="connsiteX17" fmla="*/ 481403 w 593149"/>
                <a:gd name="connsiteY17" fmla="*/ 84325 h 84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93149" h="84324">
                  <a:moveTo>
                    <a:pt x="481403" y="84325"/>
                  </a:moveTo>
                  <a:cubicBezTo>
                    <a:pt x="447187" y="81049"/>
                    <a:pt x="412972" y="77409"/>
                    <a:pt x="378574" y="74497"/>
                  </a:cubicBezTo>
                  <a:cubicBezTo>
                    <a:pt x="328889" y="70129"/>
                    <a:pt x="279203" y="65033"/>
                    <a:pt x="229336" y="62667"/>
                  </a:cubicBezTo>
                  <a:cubicBezTo>
                    <a:pt x="166546" y="59573"/>
                    <a:pt x="103575" y="58845"/>
                    <a:pt x="40604" y="56843"/>
                  </a:cubicBezTo>
                  <a:cubicBezTo>
                    <a:pt x="32050" y="56479"/>
                    <a:pt x="23314" y="55569"/>
                    <a:pt x="15306" y="52839"/>
                  </a:cubicBezTo>
                  <a:cubicBezTo>
                    <a:pt x="1292" y="48107"/>
                    <a:pt x="-3622" y="34639"/>
                    <a:pt x="2748" y="21172"/>
                  </a:cubicBezTo>
                  <a:cubicBezTo>
                    <a:pt x="8936" y="8432"/>
                    <a:pt x="19856" y="1698"/>
                    <a:pt x="33142" y="606"/>
                  </a:cubicBezTo>
                  <a:cubicBezTo>
                    <a:pt x="46246" y="-486"/>
                    <a:pt x="59532" y="60"/>
                    <a:pt x="72635" y="970"/>
                  </a:cubicBezTo>
                  <a:cubicBezTo>
                    <a:pt x="115041" y="4064"/>
                    <a:pt x="157264" y="7340"/>
                    <a:pt x="199670" y="10980"/>
                  </a:cubicBezTo>
                  <a:cubicBezTo>
                    <a:pt x="271741" y="17350"/>
                    <a:pt x="343630" y="24084"/>
                    <a:pt x="415702" y="30817"/>
                  </a:cubicBezTo>
                  <a:cubicBezTo>
                    <a:pt x="455013" y="34457"/>
                    <a:pt x="494143" y="38825"/>
                    <a:pt x="533272" y="42829"/>
                  </a:cubicBezTo>
                  <a:cubicBezTo>
                    <a:pt x="549288" y="44467"/>
                    <a:pt x="565304" y="46287"/>
                    <a:pt x="581138" y="47925"/>
                  </a:cubicBezTo>
                  <a:cubicBezTo>
                    <a:pt x="582594" y="48107"/>
                    <a:pt x="584414" y="48107"/>
                    <a:pt x="585506" y="48835"/>
                  </a:cubicBezTo>
                  <a:cubicBezTo>
                    <a:pt x="588236" y="50655"/>
                    <a:pt x="590602" y="53021"/>
                    <a:pt x="593150" y="55205"/>
                  </a:cubicBezTo>
                  <a:cubicBezTo>
                    <a:pt x="591148" y="57207"/>
                    <a:pt x="589328" y="59755"/>
                    <a:pt x="586962" y="61029"/>
                  </a:cubicBezTo>
                  <a:cubicBezTo>
                    <a:pt x="558024" y="76863"/>
                    <a:pt x="526538" y="81959"/>
                    <a:pt x="494143" y="82869"/>
                  </a:cubicBezTo>
                  <a:cubicBezTo>
                    <a:pt x="489957" y="83051"/>
                    <a:pt x="485771" y="82869"/>
                    <a:pt x="481585" y="82869"/>
                  </a:cubicBezTo>
                  <a:cubicBezTo>
                    <a:pt x="481403" y="83415"/>
                    <a:pt x="481403" y="83779"/>
                    <a:pt x="481403" y="84325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317">
              <a:extLst>
                <a:ext uri="{FF2B5EF4-FFF2-40B4-BE49-F238E27FC236}">
                  <a16:creationId xmlns:a16="http://schemas.microsoft.com/office/drawing/2014/main" xmlns="" id="{79569CB0-79A1-4DE2-A91E-44496583E005}"/>
                </a:ext>
              </a:extLst>
            </p:cNvPr>
            <p:cNvSpPr/>
            <p:nvPr/>
          </p:nvSpPr>
          <p:spPr>
            <a:xfrm>
              <a:off x="4422461" y="5150858"/>
              <a:ext cx="97818" cy="424494"/>
            </a:xfrm>
            <a:custGeom>
              <a:avLst/>
              <a:gdLst>
                <a:gd name="connsiteX0" fmla="*/ 97819 w 97818"/>
                <a:gd name="connsiteY0" fmla="*/ 422963 h 424494"/>
                <a:gd name="connsiteX1" fmla="*/ 49589 w 97818"/>
                <a:gd name="connsiteY1" fmla="*/ 424419 h 424494"/>
                <a:gd name="connsiteX2" fmla="*/ 15191 w 97818"/>
                <a:gd name="connsiteY2" fmla="*/ 424237 h 424494"/>
                <a:gd name="connsiteX3" fmla="*/ 86 w 97818"/>
                <a:gd name="connsiteY3" fmla="*/ 408039 h 424494"/>
                <a:gd name="connsiteX4" fmla="*/ 14281 w 97818"/>
                <a:gd name="connsiteY4" fmla="*/ 341974 h 424494"/>
                <a:gd name="connsiteX5" fmla="*/ 25747 w 97818"/>
                <a:gd name="connsiteY5" fmla="*/ 281915 h 424494"/>
                <a:gd name="connsiteX6" fmla="*/ 19377 w 97818"/>
                <a:gd name="connsiteY6" fmla="*/ 245515 h 424494"/>
                <a:gd name="connsiteX7" fmla="*/ 20105 w 97818"/>
                <a:gd name="connsiteY7" fmla="*/ 222220 h 424494"/>
                <a:gd name="connsiteX8" fmla="*/ 32117 w 97818"/>
                <a:gd name="connsiteY8" fmla="*/ 199470 h 424494"/>
                <a:gd name="connsiteX9" fmla="*/ 36849 w 97818"/>
                <a:gd name="connsiteY9" fmla="*/ 179086 h 424494"/>
                <a:gd name="connsiteX10" fmla="*/ 36303 w 97818"/>
                <a:gd name="connsiteY10" fmla="*/ 36218 h 424494"/>
                <a:gd name="connsiteX11" fmla="*/ 42127 w 97818"/>
                <a:gd name="connsiteY11" fmla="*/ 9100 h 424494"/>
                <a:gd name="connsiteX12" fmla="*/ 56141 w 97818"/>
                <a:gd name="connsiteY12" fmla="*/ 0 h 424494"/>
                <a:gd name="connsiteX13" fmla="*/ 56869 w 97818"/>
                <a:gd name="connsiteY13" fmla="*/ 5824 h 424494"/>
                <a:gd name="connsiteX14" fmla="*/ 58507 w 97818"/>
                <a:gd name="connsiteY14" fmla="*/ 153788 h 424494"/>
                <a:gd name="connsiteX15" fmla="*/ 60509 w 97818"/>
                <a:gd name="connsiteY15" fmla="*/ 189824 h 424494"/>
                <a:gd name="connsiteX16" fmla="*/ 75069 w 97818"/>
                <a:gd name="connsiteY16" fmla="*/ 216396 h 424494"/>
                <a:gd name="connsiteX17" fmla="*/ 79073 w 97818"/>
                <a:gd name="connsiteY17" fmla="*/ 232775 h 424494"/>
                <a:gd name="connsiteX18" fmla="*/ 70337 w 97818"/>
                <a:gd name="connsiteY18" fmla="*/ 256435 h 424494"/>
                <a:gd name="connsiteX19" fmla="*/ 66879 w 97818"/>
                <a:gd name="connsiteY19" fmla="*/ 298841 h 424494"/>
                <a:gd name="connsiteX20" fmla="*/ 96545 w 97818"/>
                <a:gd name="connsiteY20" fmla="*/ 418049 h 424494"/>
                <a:gd name="connsiteX21" fmla="*/ 97819 w 97818"/>
                <a:gd name="connsiteY21" fmla="*/ 422963 h 42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7818" h="424494">
                  <a:moveTo>
                    <a:pt x="97819" y="422963"/>
                  </a:moveTo>
                  <a:cubicBezTo>
                    <a:pt x="81257" y="423509"/>
                    <a:pt x="65423" y="424055"/>
                    <a:pt x="49589" y="424419"/>
                  </a:cubicBezTo>
                  <a:cubicBezTo>
                    <a:pt x="38123" y="424601"/>
                    <a:pt x="26657" y="424419"/>
                    <a:pt x="15191" y="424237"/>
                  </a:cubicBezTo>
                  <a:cubicBezTo>
                    <a:pt x="3180" y="424055"/>
                    <a:pt x="-642" y="420051"/>
                    <a:pt x="86" y="408039"/>
                  </a:cubicBezTo>
                  <a:cubicBezTo>
                    <a:pt x="1724" y="385290"/>
                    <a:pt x="8275" y="363814"/>
                    <a:pt x="14281" y="341974"/>
                  </a:cubicBezTo>
                  <a:cubicBezTo>
                    <a:pt x="19741" y="322318"/>
                    <a:pt x="25383" y="302481"/>
                    <a:pt x="25747" y="281915"/>
                  </a:cubicBezTo>
                  <a:cubicBezTo>
                    <a:pt x="26111" y="269357"/>
                    <a:pt x="24473" y="256981"/>
                    <a:pt x="19377" y="245515"/>
                  </a:cubicBezTo>
                  <a:cubicBezTo>
                    <a:pt x="15919" y="237507"/>
                    <a:pt x="16283" y="229863"/>
                    <a:pt x="20105" y="222220"/>
                  </a:cubicBezTo>
                  <a:cubicBezTo>
                    <a:pt x="23927" y="214576"/>
                    <a:pt x="29023" y="207296"/>
                    <a:pt x="32117" y="199470"/>
                  </a:cubicBezTo>
                  <a:cubicBezTo>
                    <a:pt x="34665" y="193100"/>
                    <a:pt x="36849" y="186002"/>
                    <a:pt x="36849" y="179086"/>
                  </a:cubicBezTo>
                  <a:cubicBezTo>
                    <a:pt x="37031" y="131403"/>
                    <a:pt x="36667" y="83901"/>
                    <a:pt x="36303" y="36218"/>
                  </a:cubicBezTo>
                  <a:cubicBezTo>
                    <a:pt x="36303" y="26754"/>
                    <a:pt x="37395" y="17472"/>
                    <a:pt x="42127" y="9100"/>
                  </a:cubicBezTo>
                  <a:cubicBezTo>
                    <a:pt x="45039" y="3822"/>
                    <a:pt x="49225" y="364"/>
                    <a:pt x="56141" y="0"/>
                  </a:cubicBezTo>
                  <a:cubicBezTo>
                    <a:pt x="56505" y="2184"/>
                    <a:pt x="56869" y="4004"/>
                    <a:pt x="56869" y="5824"/>
                  </a:cubicBezTo>
                  <a:cubicBezTo>
                    <a:pt x="60327" y="55145"/>
                    <a:pt x="61055" y="104467"/>
                    <a:pt x="58507" y="153788"/>
                  </a:cubicBezTo>
                  <a:cubicBezTo>
                    <a:pt x="57961" y="165800"/>
                    <a:pt x="59053" y="177812"/>
                    <a:pt x="60509" y="189824"/>
                  </a:cubicBezTo>
                  <a:cubicBezTo>
                    <a:pt x="61783" y="200380"/>
                    <a:pt x="66879" y="209298"/>
                    <a:pt x="75069" y="216396"/>
                  </a:cubicBezTo>
                  <a:cubicBezTo>
                    <a:pt x="80165" y="220764"/>
                    <a:pt x="80711" y="226951"/>
                    <a:pt x="79073" y="232775"/>
                  </a:cubicBezTo>
                  <a:cubicBezTo>
                    <a:pt x="76889" y="240783"/>
                    <a:pt x="73977" y="248791"/>
                    <a:pt x="70337" y="256435"/>
                  </a:cubicBezTo>
                  <a:cubicBezTo>
                    <a:pt x="63603" y="270267"/>
                    <a:pt x="63057" y="284281"/>
                    <a:pt x="66879" y="298841"/>
                  </a:cubicBezTo>
                  <a:cubicBezTo>
                    <a:pt x="76889" y="338516"/>
                    <a:pt x="86717" y="378192"/>
                    <a:pt x="96545" y="418049"/>
                  </a:cubicBezTo>
                  <a:cubicBezTo>
                    <a:pt x="97272" y="419323"/>
                    <a:pt x="97272" y="420597"/>
                    <a:pt x="97819" y="422963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318">
              <a:extLst>
                <a:ext uri="{FF2B5EF4-FFF2-40B4-BE49-F238E27FC236}">
                  <a16:creationId xmlns:a16="http://schemas.microsoft.com/office/drawing/2014/main" xmlns="" id="{B10EB808-C812-4F3E-A384-C2868364FB78}"/>
                </a:ext>
              </a:extLst>
            </p:cNvPr>
            <p:cNvSpPr/>
            <p:nvPr/>
          </p:nvSpPr>
          <p:spPr>
            <a:xfrm>
              <a:off x="3879283" y="6735769"/>
              <a:ext cx="262077" cy="122957"/>
            </a:xfrm>
            <a:custGeom>
              <a:avLst/>
              <a:gdLst>
                <a:gd name="connsiteX0" fmla="*/ 261349 w 262077"/>
                <a:gd name="connsiteY0" fmla="*/ 95476 h 122957"/>
                <a:gd name="connsiteX1" fmla="*/ 213302 w 262077"/>
                <a:gd name="connsiteY1" fmla="*/ 71088 h 122957"/>
                <a:gd name="connsiteX2" fmla="*/ 162160 w 262077"/>
                <a:gd name="connsiteY2" fmla="*/ 45244 h 122957"/>
                <a:gd name="connsiteX3" fmla="*/ 133040 w 262077"/>
                <a:gd name="connsiteY3" fmla="*/ 53252 h 122957"/>
                <a:gd name="connsiteX4" fmla="*/ 96823 w 262077"/>
                <a:gd name="connsiteY4" fmla="*/ 117862 h 122957"/>
                <a:gd name="connsiteX5" fmla="*/ 93911 w 262077"/>
                <a:gd name="connsiteY5" fmla="*/ 122958 h 122957"/>
                <a:gd name="connsiteX6" fmla="*/ 82991 w 262077"/>
                <a:gd name="connsiteY6" fmla="*/ 104758 h 122957"/>
                <a:gd name="connsiteX7" fmla="*/ 61333 w 262077"/>
                <a:gd name="connsiteY7" fmla="*/ 55618 h 122957"/>
                <a:gd name="connsiteX8" fmla="*/ 2548 w 262077"/>
                <a:gd name="connsiteY8" fmla="*/ 6843 h 122957"/>
                <a:gd name="connsiteX9" fmla="*/ 0 w 262077"/>
                <a:gd name="connsiteY9" fmla="*/ 4113 h 122957"/>
                <a:gd name="connsiteX10" fmla="*/ 36764 w 262077"/>
                <a:gd name="connsiteY10" fmla="*/ 473 h 122957"/>
                <a:gd name="connsiteX11" fmla="*/ 183636 w 262077"/>
                <a:gd name="connsiteY11" fmla="*/ 109 h 122957"/>
                <a:gd name="connsiteX12" fmla="*/ 214030 w 262077"/>
                <a:gd name="connsiteY12" fmla="*/ 1565 h 122957"/>
                <a:gd name="connsiteX13" fmla="*/ 234959 w 262077"/>
                <a:gd name="connsiteY13" fmla="*/ 13395 h 122957"/>
                <a:gd name="connsiteX14" fmla="*/ 262077 w 262077"/>
                <a:gd name="connsiteY14" fmla="*/ 88560 h 122957"/>
                <a:gd name="connsiteX15" fmla="*/ 261895 w 262077"/>
                <a:gd name="connsiteY15" fmla="*/ 93110 h 122957"/>
                <a:gd name="connsiteX16" fmla="*/ 261349 w 262077"/>
                <a:gd name="connsiteY16" fmla="*/ 95476 h 122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2077" h="122957">
                  <a:moveTo>
                    <a:pt x="261349" y="95476"/>
                  </a:moveTo>
                  <a:cubicBezTo>
                    <a:pt x="244969" y="87104"/>
                    <a:pt x="229135" y="79096"/>
                    <a:pt x="213302" y="71088"/>
                  </a:cubicBezTo>
                  <a:cubicBezTo>
                    <a:pt x="196194" y="62352"/>
                    <a:pt x="179268" y="53616"/>
                    <a:pt x="162160" y="45244"/>
                  </a:cubicBezTo>
                  <a:cubicBezTo>
                    <a:pt x="148692" y="38692"/>
                    <a:pt x="140684" y="40330"/>
                    <a:pt x="133040" y="53252"/>
                  </a:cubicBezTo>
                  <a:cubicBezTo>
                    <a:pt x="120483" y="74364"/>
                    <a:pt x="108835" y="96204"/>
                    <a:pt x="96823" y="117862"/>
                  </a:cubicBezTo>
                  <a:cubicBezTo>
                    <a:pt x="95913" y="119500"/>
                    <a:pt x="95003" y="121138"/>
                    <a:pt x="93911" y="122958"/>
                  </a:cubicBezTo>
                  <a:cubicBezTo>
                    <a:pt x="87541" y="118043"/>
                    <a:pt x="84993" y="111492"/>
                    <a:pt x="82991" y="104758"/>
                  </a:cubicBezTo>
                  <a:cubicBezTo>
                    <a:pt x="77895" y="87468"/>
                    <a:pt x="71889" y="70542"/>
                    <a:pt x="61333" y="55618"/>
                  </a:cubicBezTo>
                  <a:cubicBezTo>
                    <a:pt x="46227" y="33960"/>
                    <a:pt x="26754" y="17399"/>
                    <a:pt x="2548" y="6843"/>
                  </a:cubicBezTo>
                  <a:cubicBezTo>
                    <a:pt x="1638" y="6479"/>
                    <a:pt x="910" y="6115"/>
                    <a:pt x="0" y="4113"/>
                  </a:cubicBezTo>
                  <a:cubicBezTo>
                    <a:pt x="12194" y="2839"/>
                    <a:pt x="24570" y="473"/>
                    <a:pt x="36764" y="473"/>
                  </a:cubicBezTo>
                  <a:cubicBezTo>
                    <a:pt x="85721" y="-73"/>
                    <a:pt x="134678" y="-73"/>
                    <a:pt x="183636" y="109"/>
                  </a:cubicBezTo>
                  <a:cubicBezTo>
                    <a:pt x="193828" y="109"/>
                    <a:pt x="203838" y="655"/>
                    <a:pt x="214030" y="1565"/>
                  </a:cubicBezTo>
                  <a:cubicBezTo>
                    <a:pt x="222583" y="2293"/>
                    <a:pt x="230409" y="5933"/>
                    <a:pt x="234959" y="13395"/>
                  </a:cubicBezTo>
                  <a:cubicBezTo>
                    <a:pt x="249337" y="36508"/>
                    <a:pt x="260985" y="60532"/>
                    <a:pt x="262077" y="88560"/>
                  </a:cubicBezTo>
                  <a:cubicBezTo>
                    <a:pt x="262077" y="90016"/>
                    <a:pt x="262077" y="91654"/>
                    <a:pt x="261895" y="93110"/>
                  </a:cubicBezTo>
                  <a:cubicBezTo>
                    <a:pt x="261713" y="93474"/>
                    <a:pt x="261531" y="94020"/>
                    <a:pt x="261349" y="95476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0" name="Graphic 1">
            <a:extLst>
              <a:ext uri="{FF2B5EF4-FFF2-40B4-BE49-F238E27FC236}">
                <a16:creationId xmlns:a16="http://schemas.microsoft.com/office/drawing/2014/main" xmlns="" id="{9943FA68-E737-4D00-9420-BDDF3891191B}"/>
              </a:ext>
            </a:extLst>
          </p:cNvPr>
          <p:cNvSpPr/>
          <p:nvPr/>
        </p:nvSpPr>
        <p:spPr>
          <a:xfrm>
            <a:off x="603715" y="2099465"/>
            <a:ext cx="1091735" cy="1055863"/>
          </a:xfrm>
          <a:custGeom>
            <a:avLst/>
            <a:gdLst>
              <a:gd name="connsiteX0" fmla="*/ 2885485 w 2971219"/>
              <a:gd name="connsiteY0" fmla="*/ 602211 h 2873593"/>
              <a:gd name="connsiteX1" fmla="*/ 2333687 w 2971219"/>
              <a:gd name="connsiteY1" fmla="*/ 267312 h 2873593"/>
              <a:gd name="connsiteX2" fmla="*/ 2077313 w 2971219"/>
              <a:gd name="connsiteY2" fmla="*/ 338621 h 2873593"/>
              <a:gd name="connsiteX3" fmla="*/ 2048026 w 2971219"/>
              <a:gd name="connsiteY3" fmla="*/ 354326 h 2873593"/>
              <a:gd name="connsiteX4" fmla="*/ 2015767 w 2971219"/>
              <a:gd name="connsiteY4" fmla="*/ 384463 h 2873593"/>
              <a:gd name="connsiteX5" fmla="*/ 2042083 w 2971219"/>
              <a:gd name="connsiteY5" fmla="*/ 384463 h 2873593"/>
              <a:gd name="connsiteX6" fmla="*/ 2440651 w 2971219"/>
              <a:gd name="connsiteY6" fmla="*/ 552549 h 2873593"/>
              <a:gd name="connsiteX7" fmla="*/ 2448291 w 2971219"/>
              <a:gd name="connsiteY7" fmla="*/ 628952 h 2873593"/>
              <a:gd name="connsiteX8" fmla="*/ 2342601 w 2971219"/>
              <a:gd name="connsiteY8" fmla="*/ 698139 h 2873593"/>
              <a:gd name="connsiteX9" fmla="*/ 2234788 w 2971219"/>
              <a:gd name="connsiteY9" fmla="*/ 684132 h 2873593"/>
              <a:gd name="connsiteX10" fmla="*/ 1970350 w 2971219"/>
              <a:gd name="connsiteY10" fmla="*/ 539815 h 2873593"/>
              <a:gd name="connsiteX11" fmla="*/ 1708033 w 2971219"/>
              <a:gd name="connsiteY11" fmla="*/ 350082 h 2873593"/>
              <a:gd name="connsiteX12" fmla="*/ 1280178 w 2971219"/>
              <a:gd name="connsiteY12" fmla="*/ 101773 h 2873593"/>
              <a:gd name="connsiteX13" fmla="*/ 844258 w 2971219"/>
              <a:gd name="connsiteY13" fmla="*/ 327 h 2873593"/>
              <a:gd name="connsiteX14" fmla="*/ 489834 w 2971219"/>
              <a:gd name="connsiteY14" fmla="*/ 63996 h 2873593"/>
              <a:gd name="connsiteX15" fmla="*/ 59431 w 2971219"/>
              <a:gd name="connsiteY15" fmla="*/ 514772 h 2873593"/>
              <a:gd name="connsiteX16" fmla="*/ 33539 w 2971219"/>
              <a:gd name="connsiteY16" fmla="*/ 999505 h 2873593"/>
              <a:gd name="connsiteX17" fmla="*/ 528035 w 2971219"/>
              <a:gd name="connsiteY17" fmla="*/ 1489757 h 2873593"/>
              <a:gd name="connsiteX18" fmla="*/ 820912 w 2971219"/>
              <a:gd name="connsiteY18" fmla="*/ 1535598 h 2873593"/>
              <a:gd name="connsiteX19" fmla="*/ 833222 w 2971219"/>
              <a:gd name="connsiteY19" fmla="*/ 1544087 h 2873593"/>
              <a:gd name="connsiteX20" fmla="*/ 828977 w 2971219"/>
              <a:gd name="connsiteY20" fmla="*/ 1720663 h 2873593"/>
              <a:gd name="connsiteX21" fmla="*/ 828977 w 2971219"/>
              <a:gd name="connsiteY21" fmla="*/ 1843332 h 2873593"/>
              <a:gd name="connsiteX22" fmla="*/ 832373 w 2971219"/>
              <a:gd name="connsiteY22" fmla="*/ 1842483 h 2873593"/>
              <a:gd name="connsiteX23" fmla="*/ 1172789 w 2971219"/>
              <a:gd name="connsiteY23" fmla="*/ 1740188 h 2873593"/>
              <a:gd name="connsiteX24" fmla="*/ 1456329 w 2971219"/>
              <a:gd name="connsiteY24" fmla="*/ 1731274 h 2873593"/>
              <a:gd name="connsiteX25" fmla="*/ 1744961 w 2971219"/>
              <a:gd name="connsiteY25" fmla="*/ 1778814 h 2873593"/>
              <a:gd name="connsiteX26" fmla="*/ 2103630 w 2971219"/>
              <a:gd name="connsiteY26" fmla="*/ 1831022 h 2873593"/>
              <a:gd name="connsiteX27" fmla="*/ 2123155 w 2971219"/>
              <a:gd name="connsiteY27" fmla="*/ 1849699 h 2873593"/>
              <a:gd name="connsiteX28" fmla="*/ 2057788 w 2971219"/>
              <a:gd name="connsiteY28" fmla="*/ 2387914 h 2873593"/>
              <a:gd name="connsiteX29" fmla="*/ 2042508 w 2971219"/>
              <a:gd name="connsiteY29" fmla="*/ 2393007 h 2873593"/>
              <a:gd name="connsiteX30" fmla="*/ 1887155 w 2971219"/>
              <a:gd name="connsiteY30" fmla="*/ 2266518 h 2873593"/>
              <a:gd name="connsiteX31" fmla="*/ 1681292 w 2971219"/>
              <a:gd name="connsiteY31" fmla="*/ 2241900 h 2873593"/>
              <a:gd name="connsiteX32" fmla="*/ 1544192 w 2971219"/>
              <a:gd name="connsiteY32" fmla="*/ 2345468 h 2873593"/>
              <a:gd name="connsiteX33" fmla="*/ 1448688 w 2971219"/>
              <a:gd name="connsiteY33" fmla="*/ 2256331 h 2873593"/>
              <a:gd name="connsiteX34" fmla="*/ 1212689 w 2971219"/>
              <a:gd name="connsiteY34" fmla="*/ 2257605 h 2873593"/>
              <a:gd name="connsiteX35" fmla="*/ 1008524 w 2971219"/>
              <a:gd name="connsiteY35" fmla="*/ 2416353 h 2873593"/>
              <a:gd name="connsiteX36" fmla="*/ 987725 w 2971219"/>
              <a:gd name="connsiteY36" fmla="*/ 2431633 h 2873593"/>
              <a:gd name="connsiteX37" fmla="*/ 788229 w 2971219"/>
              <a:gd name="connsiteY37" fmla="*/ 2255058 h 2873593"/>
              <a:gd name="connsiteX38" fmla="*/ 610380 w 2971219"/>
              <a:gd name="connsiteY38" fmla="*/ 2334007 h 2873593"/>
              <a:gd name="connsiteX39" fmla="*/ 492805 w 2971219"/>
              <a:gd name="connsiteY39" fmla="*/ 2486813 h 2873593"/>
              <a:gd name="connsiteX40" fmla="*/ 534402 w 2971219"/>
              <a:gd name="connsiteY40" fmla="*/ 2685885 h 2873593"/>
              <a:gd name="connsiteX41" fmla="*/ 700790 w 2971219"/>
              <a:gd name="connsiteY41" fmla="*/ 2731726 h 2873593"/>
              <a:gd name="connsiteX42" fmla="*/ 851049 w 2971219"/>
              <a:gd name="connsiteY42" fmla="*/ 2678244 h 2873593"/>
              <a:gd name="connsiteX43" fmla="*/ 953344 w 2971219"/>
              <a:gd name="connsiteY43" fmla="*/ 2631978 h 2873593"/>
              <a:gd name="connsiteX44" fmla="*/ 1047574 w 2971219"/>
              <a:gd name="connsiteY44" fmla="*/ 2660417 h 2873593"/>
              <a:gd name="connsiteX45" fmla="*/ 1179156 w 2971219"/>
              <a:gd name="connsiteY45" fmla="*/ 2784359 h 2873593"/>
              <a:gd name="connsiteX46" fmla="*/ 1665163 w 2971219"/>
              <a:gd name="connsiteY46" fmla="*/ 2856093 h 2873593"/>
              <a:gd name="connsiteX47" fmla="*/ 2038688 w 2971219"/>
              <a:gd name="connsiteY47" fmla="*/ 2630280 h 2873593"/>
              <a:gd name="connsiteX48" fmla="*/ 2097688 w 2971219"/>
              <a:gd name="connsiteY48" fmla="*/ 2616698 h 2873593"/>
              <a:gd name="connsiteX49" fmla="*/ 2139285 w 2971219"/>
              <a:gd name="connsiteY49" fmla="*/ 2647259 h 2873593"/>
              <a:gd name="connsiteX50" fmla="*/ 2235637 w 2971219"/>
              <a:gd name="connsiteY50" fmla="*/ 2702439 h 2873593"/>
              <a:gd name="connsiteX51" fmla="*/ 2432586 w 2971219"/>
              <a:gd name="connsiteY51" fmla="*/ 2741489 h 2873593"/>
              <a:gd name="connsiteX52" fmla="*/ 2603219 w 2971219"/>
              <a:gd name="connsiteY52" fmla="*/ 2615424 h 2873593"/>
              <a:gd name="connsiteX53" fmla="*/ 2522148 w 2971219"/>
              <a:gd name="connsiteY53" fmla="*/ 2373907 h 2873593"/>
              <a:gd name="connsiteX54" fmla="*/ 2230544 w 2971219"/>
              <a:gd name="connsiteY54" fmla="*/ 2332734 h 2873593"/>
              <a:gd name="connsiteX55" fmla="*/ 2386320 w 2971219"/>
              <a:gd name="connsiteY55" fmla="*/ 2363720 h 2873593"/>
              <a:gd name="connsiteX56" fmla="*/ 2472486 w 2971219"/>
              <a:gd name="connsiteY56" fmla="*/ 2430360 h 2873593"/>
              <a:gd name="connsiteX57" fmla="*/ 2505593 w 2971219"/>
              <a:gd name="connsiteY57" fmla="*/ 2547935 h 2873593"/>
              <a:gd name="connsiteX58" fmla="*/ 2438529 w 2971219"/>
              <a:gd name="connsiteY58" fmla="*/ 2607784 h 2873593"/>
              <a:gd name="connsiteX59" fmla="*/ 2392263 w 2971219"/>
              <a:gd name="connsiteY59" fmla="*/ 2605662 h 2873593"/>
              <a:gd name="connsiteX60" fmla="*/ 2133342 w 2971219"/>
              <a:gd name="connsiteY60" fmla="*/ 2457525 h 2873593"/>
              <a:gd name="connsiteX61" fmla="*/ 2129947 w 2971219"/>
              <a:gd name="connsiteY61" fmla="*/ 2440122 h 2873593"/>
              <a:gd name="connsiteX62" fmla="*/ 2196587 w 2971219"/>
              <a:gd name="connsiteY62" fmla="*/ 2033065 h 2873593"/>
              <a:gd name="connsiteX63" fmla="*/ 2205500 w 2971219"/>
              <a:gd name="connsiteY63" fmla="*/ 1867950 h 2873593"/>
              <a:gd name="connsiteX64" fmla="*/ 2284450 w 2971219"/>
              <a:gd name="connsiteY64" fmla="*/ 1738490 h 2873593"/>
              <a:gd name="connsiteX65" fmla="*/ 2328169 w 2971219"/>
              <a:gd name="connsiteY65" fmla="*/ 1645109 h 2873593"/>
              <a:gd name="connsiteX66" fmla="*/ 2272141 w 2971219"/>
              <a:gd name="connsiteY66" fmla="*/ 1575073 h 2873593"/>
              <a:gd name="connsiteX67" fmla="*/ 2157536 w 2971219"/>
              <a:gd name="connsiteY67" fmla="*/ 1663361 h 2873593"/>
              <a:gd name="connsiteX68" fmla="*/ 2081983 w 2971219"/>
              <a:gd name="connsiteY68" fmla="*/ 1765656 h 2873593"/>
              <a:gd name="connsiteX69" fmla="*/ 1975019 w 2971219"/>
              <a:gd name="connsiteY69" fmla="*/ 1766504 h 2873593"/>
              <a:gd name="connsiteX70" fmla="*/ 1752177 w 2971219"/>
              <a:gd name="connsiteY70" fmla="*/ 1705382 h 2873593"/>
              <a:gd name="connsiteX71" fmla="*/ 1302250 w 2971219"/>
              <a:gd name="connsiteY71" fmla="*/ 1617519 h 2873593"/>
              <a:gd name="connsiteX72" fmla="*/ 970322 w 2971219"/>
              <a:gd name="connsiteY72" fmla="*/ 1671850 h 2873593"/>
              <a:gd name="connsiteX73" fmla="*/ 950373 w 2971219"/>
              <a:gd name="connsiteY73" fmla="*/ 1664210 h 2873593"/>
              <a:gd name="connsiteX74" fmla="*/ 947826 w 2971219"/>
              <a:gd name="connsiteY74" fmla="*/ 1585685 h 2873593"/>
              <a:gd name="connsiteX75" fmla="*/ 992394 w 2971219"/>
              <a:gd name="connsiteY75" fmla="*/ 1488908 h 2873593"/>
              <a:gd name="connsiteX76" fmla="*/ 1223725 w 2971219"/>
              <a:gd name="connsiteY76" fmla="*/ 1374728 h 2873593"/>
              <a:gd name="connsiteX77" fmla="*/ 1207171 w 2971219"/>
              <a:gd name="connsiteY77" fmla="*/ 1359447 h 2873593"/>
              <a:gd name="connsiteX78" fmla="*/ 980934 w 2971219"/>
              <a:gd name="connsiteY78" fmla="*/ 1439670 h 2873593"/>
              <a:gd name="connsiteX79" fmla="*/ 935941 w 2971219"/>
              <a:gd name="connsiteY79" fmla="*/ 1411656 h 2873593"/>
              <a:gd name="connsiteX80" fmla="*/ 881610 w 2971219"/>
              <a:gd name="connsiteY80" fmla="*/ 1016059 h 2873593"/>
              <a:gd name="connsiteX81" fmla="*/ 889250 w 2971219"/>
              <a:gd name="connsiteY81" fmla="*/ 1004599 h 2873593"/>
              <a:gd name="connsiteX82" fmla="*/ 1030595 w 2971219"/>
              <a:gd name="connsiteY82" fmla="*/ 982103 h 2873593"/>
              <a:gd name="connsiteX83" fmla="*/ 1670681 w 2971219"/>
              <a:gd name="connsiteY83" fmla="*/ 1216829 h 2873593"/>
              <a:gd name="connsiteX84" fmla="*/ 2008127 w 2971219"/>
              <a:gd name="connsiteY84" fmla="*/ 1354778 h 2873593"/>
              <a:gd name="connsiteX85" fmla="*/ 2478004 w 2971219"/>
              <a:gd name="connsiteY85" fmla="*/ 1456649 h 2873593"/>
              <a:gd name="connsiteX86" fmla="*/ 2755600 w 2971219"/>
              <a:gd name="connsiteY86" fmla="*/ 1364541 h 2873593"/>
              <a:gd name="connsiteX87" fmla="*/ 2885485 w 2971219"/>
              <a:gd name="connsiteY87" fmla="*/ 602211 h 2873593"/>
              <a:gd name="connsiteX88" fmla="*/ 899013 w 2971219"/>
              <a:gd name="connsiteY88" fmla="*/ 2515252 h 2873593"/>
              <a:gd name="connsiteX89" fmla="*/ 834071 w 2971219"/>
              <a:gd name="connsiteY89" fmla="*/ 2575950 h 2873593"/>
              <a:gd name="connsiteX90" fmla="*/ 739416 w 2971219"/>
              <a:gd name="connsiteY90" fmla="*/ 2623914 h 2873593"/>
              <a:gd name="connsiteX91" fmla="*/ 655373 w 2971219"/>
              <a:gd name="connsiteY91" fmla="*/ 2643014 h 2873593"/>
              <a:gd name="connsiteX92" fmla="*/ 581092 w 2971219"/>
              <a:gd name="connsiteY92" fmla="*/ 2510583 h 2873593"/>
              <a:gd name="connsiteX93" fmla="*/ 647308 w 2971219"/>
              <a:gd name="connsiteY93" fmla="*/ 2407439 h 2873593"/>
              <a:gd name="connsiteX94" fmla="*/ 780589 w 2971219"/>
              <a:gd name="connsiteY94" fmla="*/ 2339525 h 2873593"/>
              <a:gd name="connsiteX95" fmla="*/ 865905 w 2971219"/>
              <a:gd name="connsiteY95" fmla="*/ 2349712 h 2873593"/>
              <a:gd name="connsiteX96" fmla="*/ 918538 w 2971219"/>
              <a:gd name="connsiteY96" fmla="*/ 2458374 h 2873593"/>
              <a:gd name="connsiteX97" fmla="*/ 899013 w 2971219"/>
              <a:gd name="connsiteY97" fmla="*/ 2515252 h 2873593"/>
              <a:gd name="connsiteX98" fmla="*/ 1958040 w 2971219"/>
              <a:gd name="connsiteY98" fmla="*/ 2570431 h 2873593"/>
              <a:gd name="connsiteX99" fmla="*/ 1940637 w 2971219"/>
              <a:gd name="connsiteY99" fmla="*/ 2600568 h 2873593"/>
              <a:gd name="connsiteX100" fmla="*/ 1627810 w 2971219"/>
              <a:gd name="connsiteY100" fmla="*/ 2761014 h 2873593"/>
              <a:gd name="connsiteX101" fmla="*/ 1154113 w 2971219"/>
              <a:gd name="connsiteY101" fmla="*/ 2652777 h 2873593"/>
              <a:gd name="connsiteX102" fmla="*/ 1092991 w 2971219"/>
              <a:gd name="connsiteY102" fmla="*/ 2598446 h 2873593"/>
              <a:gd name="connsiteX103" fmla="*/ 1090869 w 2971219"/>
              <a:gd name="connsiteY103" fmla="*/ 2564913 h 2873593"/>
              <a:gd name="connsiteX104" fmla="*/ 1115487 w 2971219"/>
              <a:gd name="connsiteY104" fmla="*/ 2544964 h 2873593"/>
              <a:gd name="connsiteX105" fmla="*/ 1460573 w 2971219"/>
              <a:gd name="connsiteY105" fmla="*/ 2416777 h 2873593"/>
              <a:gd name="connsiteX106" fmla="*/ 1501322 w 2971219"/>
              <a:gd name="connsiteY106" fmla="*/ 2414230 h 2873593"/>
              <a:gd name="connsiteX107" fmla="*/ 1542494 w 2971219"/>
              <a:gd name="connsiteY107" fmla="*/ 2414230 h 2873593"/>
              <a:gd name="connsiteX108" fmla="*/ 1942760 w 2971219"/>
              <a:gd name="connsiteY108" fmla="*/ 2533928 h 2873593"/>
              <a:gd name="connsiteX109" fmla="*/ 1958040 w 2971219"/>
              <a:gd name="connsiteY109" fmla="*/ 2570431 h 2873593"/>
              <a:gd name="connsiteX110" fmla="*/ 2487766 w 2971219"/>
              <a:gd name="connsiteY110" fmla="*/ 1322944 h 2873593"/>
              <a:gd name="connsiteX111" fmla="*/ 2202105 w 2971219"/>
              <a:gd name="connsiteY111" fmla="*/ 1286440 h 2873593"/>
              <a:gd name="connsiteX112" fmla="*/ 1796745 w 2971219"/>
              <a:gd name="connsiteY112" fmla="*/ 1154009 h 2873593"/>
              <a:gd name="connsiteX113" fmla="*/ 1114214 w 2971219"/>
              <a:gd name="connsiteY113" fmla="*/ 935412 h 2873593"/>
              <a:gd name="connsiteX114" fmla="*/ 921509 w 2971219"/>
              <a:gd name="connsiteY114" fmla="*/ 919707 h 2873593"/>
              <a:gd name="connsiteX115" fmla="*/ 764884 w 2971219"/>
              <a:gd name="connsiteY115" fmla="*/ 817412 h 2873593"/>
              <a:gd name="connsiteX116" fmla="*/ 669805 w 2971219"/>
              <a:gd name="connsiteY116" fmla="*/ 780060 h 2873593"/>
              <a:gd name="connsiteX117" fmla="*/ 595100 w 2971219"/>
              <a:gd name="connsiteY117" fmla="*/ 842880 h 2873593"/>
              <a:gd name="connsiteX118" fmla="*/ 701215 w 2971219"/>
              <a:gd name="connsiteY118" fmla="*/ 962577 h 2873593"/>
              <a:gd name="connsiteX119" fmla="*/ 766157 w 2971219"/>
              <a:gd name="connsiteY119" fmla="*/ 986772 h 2873593"/>
              <a:gd name="connsiteX120" fmla="*/ 809876 w 2971219"/>
              <a:gd name="connsiteY120" fmla="*/ 1087369 h 2873593"/>
              <a:gd name="connsiteX121" fmla="*/ 833222 w 2971219"/>
              <a:gd name="connsiteY121" fmla="*/ 1455800 h 2873593"/>
              <a:gd name="connsiteX122" fmla="*/ 817092 w 2971219"/>
              <a:gd name="connsiteY122" fmla="*/ 1471929 h 2873593"/>
              <a:gd name="connsiteX123" fmla="*/ 426165 w 2971219"/>
              <a:gd name="connsiteY123" fmla="*/ 1302994 h 2873593"/>
              <a:gd name="connsiteX124" fmla="*/ 195683 w 2971219"/>
              <a:gd name="connsiteY124" fmla="*/ 953239 h 2873593"/>
              <a:gd name="connsiteX125" fmla="*/ 251287 w 2971219"/>
              <a:gd name="connsiteY125" fmla="*/ 521564 h 2873593"/>
              <a:gd name="connsiteX126" fmla="*/ 684236 w 2971219"/>
              <a:gd name="connsiteY126" fmla="*/ 165866 h 2873593"/>
              <a:gd name="connsiteX127" fmla="*/ 983905 w 2971219"/>
              <a:gd name="connsiteY127" fmla="*/ 156953 h 2873593"/>
              <a:gd name="connsiteX128" fmla="*/ 1495379 w 2971219"/>
              <a:gd name="connsiteY128" fmla="*/ 359844 h 2873593"/>
              <a:gd name="connsiteX129" fmla="*/ 1873573 w 2971219"/>
              <a:gd name="connsiteY129" fmla="*/ 582686 h 2873593"/>
              <a:gd name="connsiteX130" fmla="*/ 2137587 w 2971219"/>
              <a:gd name="connsiteY130" fmla="*/ 729973 h 2873593"/>
              <a:gd name="connsiteX131" fmla="*/ 2337083 w 2971219"/>
              <a:gd name="connsiteY131" fmla="*/ 763930 h 2873593"/>
              <a:gd name="connsiteX132" fmla="*/ 2481399 w 2971219"/>
              <a:gd name="connsiteY132" fmla="*/ 700261 h 2873593"/>
              <a:gd name="connsiteX133" fmla="*/ 2479277 w 2971219"/>
              <a:gd name="connsiteY133" fmla="*/ 502887 h 2873593"/>
              <a:gd name="connsiteX134" fmla="*/ 2175788 w 2971219"/>
              <a:gd name="connsiteY134" fmla="*/ 350506 h 2873593"/>
              <a:gd name="connsiteX135" fmla="*/ 2177062 w 2971219"/>
              <a:gd name="connsiteY135" fmla="*/ 342017 h 2873593"/>
              <a:gd name="connsiteX136" fmla="*/ 2655428 w 2971219"/>
              <a:gd name="connsiteY136" fmla="*/ 445585 h 2873593"/>
              <a:gd name="connsiteX137" fmla="*/ 2861291 w 2971219"/>
              <a:gd name="connsiteY137" fmla="*/ 774542 h 2873593"/>
              <a:gd name="connsiteX138" fmla="*/ 2487766 w 2971219"/>
              <a:gd name="connsiteY138" fmla="*/ 1322944 h 2873593"/>
              <a:gd name="connsiteX139" fmla="*/ 758092 w 2971219"/>
              <a:gd name="connsiteY139" fmla="*/ 919283 h 2873593"/>
              <a:gd name="connsiteX140" fmla="*/ 674898 w 2971219"/>
              <a:gd name="connsiteY140" fmla="*/ 891693 h 2873593"/>
              <a:gd name="connsiteX141" fmla="*/ 660042 w 2971219"/>
              <a:gd name="connsiteY141" fmla="*/ 856462 h 2873593"/>
              <a:gd name="connsiteX142" fmla="*/ 682538 w 2971219"/>
              <a:gd name="connsiteY142" fmla="*/ 839060 h 2873593"/>
              <a:gd name="connsiteX143" fmla="*/ 758092 w 2971219"/>
              <a:gd name="connsiteY143" fmla="*/ 919283 h 2873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2971219" h="2873593">
                <a:moveTo>
                  <a:pt x="2885485" y="602211"/>
                </a:moveTo>
                <a:cubicBezTo>
                  <a:pt x="2765363" y="381492"/>
                  <a:pt x="2543795" y="252456"/>
                  <a:pt x="2333687" y="267312"/>
                </a:cubicBezTo>
                <a:cubicBezTo>
                  <a:pt x="2230968" y="274528"/>
                  <a:pt x="2175788" y="291082"/>
                  <a:pt x="2077313" y="338621"/>
                </a:cubicBezTo>
                <a:cubicBezTo>
                  <a:pt x="2067126" y="343290"/>
                  <a:pt x="2056515" y="346686"/>
                  <a:pt x="2048026" y="354326"/>
                </a:cubicBezTo>
                <a:cubicBezTo>
                  <a:pt x="2037414" y="363664"/>
                  <a:pt x="2012371" y="370880"/>
                  <a:pt x="2015767" y="384463"/>
                </a:cubicBezTo>
                <a:cubicBezTo>
                  <a:pt x="2019163" y="398470"/>
                  <a:pt x="2028076" y="386161"/>
                  <a:pt x="2042083" y="384463"/>
                </a:cubicBezTo>
                <a:cubicBezTo>
                  <a:pt x="2294637" y="355175"/>
                  <a:pt x="2417730" y="507556"/>
                  <a:pt x="2440651" y="552549"/>
                </a:cubicBezTo>
                <a:cubicBezTo>
                  <a:pt x="2454658" y="580139"/>
                  <a:pt x="2452112" y="605182"/>
                  <a:pt x="2448291" y="628952"/>
                </a:cubicBezTo>
                <a:cubicBezTo>
                  <a:pt x="2441076" y="671398"/>
                  <a:pt x="2388443" y="691772"/>
                  <a:pt x="2342601" y="698139"/>
                </a:cubicBezTo>
                <a:cubicBezTo>
                  <a:pt x="2305248" y="703657"/>
                  <a:pt x="2269594" y="695592"/>
                  <a:pt x="2234788" y="684132"/>
                </a:cubicBezTo>
                <a:cubicBezTo>
                  <a:pt x="2138011" y="652297"/>
                  <a:pt x="2052270" y="599240"/>
                  <a:pt x="1970350" y="539815"/>
                </a:cubicBezTo>
                <a:cubicBezTo>
                  <a:pt x="1880364" y="474449"/>
                  <a:pt x="1796321" y="417995"/>
                  <a:pt x="1708033" y="350082"/>
                </a:cubicBezTo>
                <a:cubicBezTo>
                  <a:pt x="1573904" y="247362"/>
                  <a:pt x="1434681" y="168837"/>
                  <a:pt x="1280178" y="101773"/>
                </a:cubicBezTo>
                <a:cubicBezTo>
                  <a:pt x="1140955" y="41075"/>
                  <a:pt x="996214" y="4147"/>
                  <a:pt x="844258" y="327"/>
                </a:cubicBezTo>
                <a:cubicBezTo>
                  <a:pt x="722013" y="-2644"/>
                  <a:pt x="602740" y="14334"/>
                  <a:pt x="489834" y="63996"/>
                </a:cubicBezTo>
                <a:cubicBezTo>
                  <a:pt x="293309" y="149737"/>
                  <a:pt x="140928" y="318247"/>
                  <a:pt x="59431" y="514772"/>
                </a:cubicBezTo>
                <a:cubicBezTo>
                  <a:pt x="-6360" y="672671"/>
                  <a:pt x="-21216" y="836088"/>
                  <a:pt x="33539" y="999505"/>
                </a:cubicBezTo>
                <a:cubicBezTo>
                  <a:pt x="112913" y="1236354"/>
                  <a:pt x="295006" y="1407411"/>
                  <a:pt x="528035" y="1489757"/>
                </a:cubicBezTo>
                <a:cubicBezTo>
                  <a:pt x="622690" y="1523289"/>
                  <a:pt x="721164" y="1549605"/>
                  <a:pt x="820912" y="1535598"/>
                </a:cubicBezTo>
                <a:cubicBezTo>
                  <a:pt x="827704" y="1534749"/>
                  <a:pt x="833646" y="1532203"/>
                  <a:pt x="833222" y="1544087"/>
                </a:cubicBezTo>
                <a:cubicBezTo>
                  <a:pt x="831524" y="1608605"/>
                  <a:pt x="829826" y="1656145"/>
                  <a:pt x="828977" y="1720663"/>
                </a:cubicBezTo>
                <a:cubicBezTo>
                  <a:pt x="828553" y="1761411"/>
                  <a:pt x="828977" y="1802159"/>
                  <a:pt x="828977" y="1843332"/>
                </a:cubicBezTo>
                <a:cubicBezTo>
                  <a:pt x="829826" y="1842907"/>
                  <a:pt x="831099" y="1842907"/>
                  <a:pt x="832373" y="1842483"/>
                </a:cubicBezTo>
                <a:cubicBezTo>
                  <a:pt x="941034" y="1791972"/>
                  <a:pt x="1054365" y="1758015"/>
                  <a:pt x="1172789" y="1740188"/>
                </a:cubicBezTo>
                <a:cubicBezTo>
                  <a:pt x="1267020" y="1726181"/>
                  <a:pt x="1361250" y="1722785"/>
                  <a:pt x="1456329" y="1731274"/>
                </a:cubicBezTo>
                <a:cubicBezTo>
                  <a:pt x="1553530" y="1739763"/>
                  <a:pt x="1649458" y="1758864"/>
                  <a:pt x="1744961" y="1778814"/>
                </a:cubicBezTo>
                <a:cubicBezTo>
                  <a:pt x="1863386" y="1803008"/>
                  <a:pt x="1981810" y="1828051"/>
                  <a:pt x="2103630" y="1831022"/>
                </a:cubicBezTo>
                <a:cubicBezTo>
                  <a:pt x="2117637" y="1831447"/>
                  <a:pt x="2122306" y="1835691"/>
                  <a:pt x="2123155" y="1849699"/>
                </a:cubicBezTo>
                <a:cubicBezTo>
                  <a:pt x="2137162" y="2033490"/>
                  <a:pt x="2116364" y="2213036"/>
                  <a:pt x="2057788" y="2387914"/>
                </a:cubicBezTo>
                <a:cubicBezTo>
                  <a:pt x="2053968" y="2398950"/>
                  <a:pt x="2050997" y="2398525"/>
                  <a:pt x="2042508" y="2393007"/>
                </a:cubicBezTo>
                <a:cubicBezTo>
                  <a:pt x="1992421" y="2362022"/>
                  <a:pt x="1941911" y="2289439"/>
                  <a:pt x="1887155" y="2266518"/>
                </a:cubicBezTo>
                <a:cubicBezTo>
                  <a:pt x="1820940" y="2238928"/>
                  <a:pt x="1752602" y="2226619"/>
                  <a:pt x="1681292" y="2241900"/>
                </a:cubicBezTo>
                <a:cubicBezTo>
                  <a:pt x="1625688" y="2254209"/>
                  <a:pt x="1578573" y="2297079"/>
                  <a:pt x="1544192" y="2345468"/>
                </a:cubicBezTo>
                <a:cubicBezTo>
                  <a:pt x="1518300" y="2311936"/>
                  <a:pt x="1486890" y="2271187"/>
                  <a:pt x="1448688" y="2256331"/>
                </a:cubicBezTo>
                <a:cubicBezTo>
                  <a:pt x="1369739" y="2225770"/>
                  <a:pt x="1291214" y="2229166"/>
                  <a:pt x="1212689" y="2257605"/>
                </a:cubicBezTo>
                <a:cubicBezTo>
                  <a:pt x="1137984" y="2284346"/>
                  <a:pt x="1072617" y="2370511"/>
                  <a:pt x="1008524" y="2416353"/>
                </a:cubicBezTo>
                <a:cubicBezTo>
                  <a:pt x="997912" y="2423993"/>
                  <a:pt x="998761" y="2423568"/>
                  <a:pt x="987725" y="2431633"/>
                </a:cubicBezTo>
                <a:cubicBezTo>
                  <a:pt x="947826" y="2264820"/>
                  <a:pt x="883732" y="2246993"/>
                  <a:pt x="788229" y="2255058"/>
                </a:cubicBezTo>
                <a:cubicBezTo>
                  <a:pt x="720315" y="2260576"/>
                  <a:pt x="662589" y="2291986"/>
                  <a:pt x="610380" y="2334007"/>
                </a:cubicBezTo>
                <a:cubicBezTo>
                  <a:pt x="566661" y="2369238"/>
                  <a:pt x="509359" y="2432058"/>
                  <a:pt x="492805" y="2486813"/>
                </a:cubicBezTo>
                <a:cubicBezTo>
                  <a:pt x="470308" y="2560245"/>
                  <a:pt x="477100" y="2629856"/>
                  <a:pt x="534402" y="2685885"/>
                </a:cubicBezTo>
                <a:cubicBezTo>
                  <a:pt x="580668" y="2731302"/>
                  <a:pt x="639243" y="2738518"/>
                  <a:pt x="700790" y="2731726"/>
                </a:cubicBezTo>
                <a:cubicBezTo>
                  <a:pt x="754697" y="2725359"/>
                  <a:pt x="804358" y="2706259"/>
                  <a:pt x="851049" y="2678244"/>
                </a:cubicBezTo>
                <a:cubicBezTo>
                  <a:pt x="883308" y="2659144"/>
                  <a:pt x="916416" y="2641316"/>
                  <a:pt x="953344" y="2631978"/>
                </a:cubicBezTo>
                <a:cubicBezTo>
                  <a:pt x="990272" y="2622640"/>
                  <a:pt x="1022531" y="2627309"/>
                  <a:pt x="1047574" y="2660417"/>
                </a:cubicBezTo>
                <a:cubicBezTo>
                  <a:pt x="1084077" y="2709230"/>
                  <a:pt x="1128646" y="2750403"/>
                  <a:pt x="1179156" y="2784359"/>
                </a:cubicBezTo>
                <a:cubicBezTo>
                  <a:pt x="1327717" y="2884107"/>
                  <a:pt x="1489437" y="2896417"/>
                  <a:pt x="1665163" y="2856093"/>
                </a:cubicBezTo>
                <a:cubicBezTo>
                  <a:pt x="1821364" y="2820438"/>
                  <a:pt x="1946155" y="2761014"/>
                  <a:pt x="2038688" y="2630280"/>
                </a:cubicBezTo>
                <a:cubicBezTo>
                  <a:pt x="2055242" y="2606511"/>
                  <a:pt x="2073069" y="2600568"/>
                  <a:pt x="2097688" y="2616698"/>
                </a:cubicBezTo>
                <a:cubicBezTo>
                  <a:pt x="2110421" y="2625187"/>
                  <a:pt x="2126126" y="2639619"/>
                  <a:pt x="2139285" y="2647259"/>
                </a:cubicBezTo>
                <a:cubicBezTo>
                  <a:pt x="2171119" y="2666360"/>
                  <a:pt x="2202529" y="2685460"/>
                  <a:pt x="2235637" y="2702439"/>
                </a:cubicBezTo>
                <a:cubicBezTo>
                  <a:pt x="2292515" y="2731302"/>
                  <a:pt x="2367220" y="2738942"/>
                  <a:pt x="2432586" y="2741489"/>
                </a:cubicBezTo>
                <a:cubicBezTo>
                  <a:pt x="2513658" y="2744460"/>
                  <a:pt x="2578601" y="2692676"/>
                  <a:pt x="2603219" y="2615424"/>
                </a:cubicBezTo>
                <a:cubicBezTo>
                  <a:pt x="2631658" y="2527137"/>
                  <a:pt x="2594306" y="2434180"/>
                  <a:pt x="2522148" y="2373907"/>
                </a:cubicBezTo>
                <a:cubicBezTo>
                  <a:pt x="2439802" y="2305144"/>
                  <a:pt x="2358730" y="2284770"/>
                  <a:pt x="2230544" y="2332734"/>
                </a:cubicBezTo>
                <a:cubicBezTo>
                  <a:pt x="2319680" y="2329763"/>
                  <a:pt x="2340903" y="2338252"/>
                  <a:pt x="2386320" y="2363720"/>
                </a:cubicBezTo>
                <a:cubicBezTo>
                  <a:pt x="2417730" y="2381547"/>
                  <a:pt x="2447442" y="2403619"/>
                  <a:pt x="2472486" y="2430360"/>
                </a:cubicBezTo>
                <a:cubicBezTo>
                  <a:pt x="2511960" y="2471957"/>
                  <a:pt x="2510263" y="2505489"/>
                  <a:pt x="2505593" y="2547935"/>
                </a:cubicBezTo>
                <a:cubicBezTo>
                  <a:pt x="2501774" y="2584439"/>
                  <a:pt x="2471212" y="2602691"/>
                  <a:pt x="2438529" y="2607784"/>
                </a:cubicBezTo>
                <a:cubicBezTo>
                  <a:pt x="2422824" y="2610331"/>
                  <a:pt x="2407543" y="2609057"/>
                  <a:pt x="2392263" y="2605662"/>
                </a:cubicBezTo>
                <a:cubicBezTo>
                  <a:pt x="2294213" y="2581043"/>
                  <a:pt x="2208472" y="2525014"/>
                  <a:pt x="2133342" y="2457525"/>
                </a:cubicBezTo>
                <a:cubicBezTo>
                  <a:pt x="2126551" y="2451583"/>
                  <a:pt x="2127400" y="2446914"/>
                  <a:pt x="2129947" y="2440122"/>
                </a:cubicBezTo>
                <a:cubicBezTo>
                  <a:pt x="2177486" y="2312784"/>
                  <a:pt x="2199133" y="2168892"/>
                  <a:pt x="2196587" y="2033065"/>
                </a:cubicBezTo>
                <a:cubicBezTo>
                  <a:pt x="2195738" y="1977885"/>
                  <a:pt x="2194889" y="1922706"/>
                  <a:pt x="2205500" y="1867950"/>
                </a:cubicBezTo>
                <a:cubicBezTo>
                  <a:pt x="2216112" y="1815317"/>
                  <a:pt x="2236061" y="1767353"/>
                  <a:pt x="2284450" y="1738490"/>
                </a:cubicBezTo>
                <a:cubicBezTo>
                  <a:pt x="2320529" y="1716843"/>
                  <a:pt x="2331990" y="1684584"/>
                  <a:pt x="2328169" y="1645109"/>
                </a:cubicBezTo>
                <a:cubicBezTo>
                  <a:pt x="2324774" y="1611152"/>
                  <a:pt x="2301428" y="1583138"/>
                  <a:pt x="2272141" y="1575073"/>
                </a:cubicBezTo>
                <a:cubicBezTo>
                  <a:pt x="2217810" y="1560641"/>
                  <a:pt x="2157536" y="1606483"/>
                  <a:pt x="2157536" y="1663361"/>
                </a:cubicBezTo>
                <a:cubicBezTo>
                  <a:pt x="2157536" y="1713871"/>
                  <a:pt x="2130371" y="1750375"/>
                  <a:pt x="2081983" y="1765656"/>
                </a:cubicBezTo>
                <a:cubicBezTo>
                  <a:pt x="2046328" y="1776692"/>
                  <a:pt x="2010673" y="1774994"/>
                  <a:pt x="1975019" y="1766504"/>
                </a:cubicBezTo>
                <a:cubicBezTo>
                  <a:pt x="1899889" y="1749102"/>
                  <a:pt x="1826458" y="1725756"/>
                  <a:pt x="1752177" y="1705382"/>
                </a:cubicBezTo>
                <a:cubicBezTo>
                  <a:pt x="1604465" y="1664634"/>
                  <a:pt x="1456329" y="1625584"/>
                  <a:pt x="1302250" y="1617519"/>
                </a:cubicBezTo>
                <a:cubicBezTo>
                  <a:pt x="1191466" y="1611577"/>
                  <a:pt x="1074315" y="1631526"/>
                  <a:pt x="970322" y="1671850"/>
                </a:cubicBezTo>
                <a:cubicBezTo>
                  <a:pt x="959286" y="1676094"/>
                  <a:pt x="951221" y="1674821"/>
                  <a:pt x="950373" y="1664210"/>
                </a:cubicBezTo>
                <a:cubicBezTo>
                  <a:pt x="948250" y="1634922"/>
                  <a:pt x="950373" y="1616246"/>
                  <a:pt x="947826" y="1585685"/>
                </a:cubicBezTo>
                <a:cubicBezTo>
                  <a:pt x="942308" y="1524562"/>
                  <a:pt x="930423" y="1507584"/>
                  <a:pt x="992394" y="1488908"/>
                </a:cubicBezTo>
                <a:cubicBezTo>
                  <a:pt x="1011919" y="1482965"/>
                  <a:pt x="1218631" y="1400196"/>
                  <a:pt x="1223725" y="1374728"/>
                </a:cubicBezTo>
                <a:cubicBezTo>
                  <a:pt x="1226696" y="1358599"/>
                  <a:pt x="1222451" y="1355627"/>
                  <a:pt x="1207171" y="1359447"/>
                </a:cubicBezTo>
                <a:cubicBezTo>
                  <a:pt x="1148595" y="1374728"/>
                  <a:pt x="1039509" y="1427785"/>
                  <a:pt x="980934" y="1439670"/>
                </a:cubicBezTo>
                <a:cubicBezTo>
                  <a:pt x="932121" y="1449433"/>
                  <a:pt x="941034" y="1438821"/>
                  <a:pt x="935941" y="1411656"/>
                </a:cubicBezTo>
                <a:cubicBezTo>
                  <a:pt x="917689" y="1312332"/>
                  <a:pt x="899862" y="1115383"/>
                  <a:pt x="881610" y="1016059"/>
                </a:cubicBezTo>
                <a:cubicBezTo>
                  <a:pt x="879912" y="1007995"/>
                  <a:pt x="882459" y="1006297"/>
                  <a:pt x="889250" y="1004599"/>
                </a:cubicBezTo>
                <a:cubicBezTo>
                  <a:pt x="935516" y="991865"/>
                  <a:pt x="982631" y="979131"/>
                  <a:pt x="1030595" y="982103"/>
                </a:cubicBezTo>
                <a:cubicBezTo>
                  <a:pt x="1293761" y="998232"/>
                  <a:pt x="1555228" y="1165469"/>
                  <a:pt x="1670681" y="1216829"/>
                </a:cubicBezTo>
                <a:cubicBezTo>
                  <a:pt x="1782314" y="1266491"/>
                  <a:pt x="1893098" y="1312757"/>
                  <a:pt x="2008127" y="1354778"/>
                </a:cubicBezTo>
                <a:cubicBezTo>
                  <a:pt x="2159234" y="1409958"/>
                  <a:pt x="2315860" y="1475749"/>
                  <a:pt x="2478004" y="1456649"/>
                </a:cubicBezTo>
                <a:cubicBezTo>
                  <a:pt x="2580299" y="1444764"/>
                  <a:pt x="2671133" y="1425663"/>
                  <a:pt x="2755600" y="1364541"/>
                </a:cubicBezTo>
                <a:cubicBezTo>
                  <a:pt x="2950852" y="1223196"/>
                  <a:pt x="3058665" y="920131"/>
                  <a:pt x="2885485" y="602211"/>
                </a:cubicBezTo>
                <a:close/>
                <a:moveTo>
                  <a:pt x="899013" y="2515252"/>
                </a:moveTo>
                <a:cubicBezTo>
                  <a:pt x="890099" y="2525014"/>
                  <a:pt x="861236" y="2553453"/>
                  <a:pt x="834071" y="2575950"/>
                </a:cubicBezTo>
                <a:cubicBezTo>
                  <a:pt x="797991" y="2605662"/>
                  <a:pt x="782286" y="2604388"/>
                  <a:pt x="739416" y="2623914"/>
                </a:cubicBezTo>
                <a:cubicBezTo>
                  <a:pt x="719891" y="2632827"/>
                  <a:pt x="677445" y="2643439"/>
                  <a:pt x="655373" y="2643014"/>
                </a:cubicBezTo>
                <a:cubicBezTo>
                  <a:pt x="609107" y="2643014"/>
                  <a:pt x="566661" y="2599295"/>
                  <a:pt x="581092" y="2510583"/>
                </a:cubicBezTo>
                <a:cubicBezTo>
                  <a:pt x="587035" y="2474079"/>
                  <a:pt x="620143" y="2430360"/>
                  <a:pt x="647308" y="2407439"/>
                </a:cubicBezTo>
                <a:cubicBezTo>
                  <a:pt x="681265" y="2379000"/>
                  <a:pt x="740265" y="2356928"/>
                  <a:pt x="780589" y="2339525"/>
                </a:cubicBezTo>
                <a:cubicBezTo>
                  <a:pt x="796294" y="2332734"/>
                  <a:pt x="844258" y="2325943"/>
                  <a:pt x="865905" y="2349712"/>
                </a:cubicBezTo>
                <a:cubicBezTo>
                  <a:pt x="896466" y="2383669"/>
                  <a:pt x="916416" y="2435878"/>
                  <a:pt x="918538" y="2458374"/>
                </a:cubicBezTo>
                <a:cubicBezTo>
                  <a:pt x="921085" y="2476626"/>
                  <a:pt x="913445" y="2499122"/>
                  <a:pt x="899013" y="2515252"/>
                </a:cubicBezTo>
                <a:close/>
                <a:moveTo>
                  <a:pt x="1958040" y="2570431"/>
                </a:moveTo>
                <a:cubicBezTo>
                  <a:pt x="1954645" y="2581892"/>
                  <a:pt x="1947853" y="2591654"/>
                  <a:pt x="1940637" y="2600568"/>
                </a:cubicBezTo>
                <a:cubicBezTo>
                  <a:pt x="1859566" y="2701165"/>
                  <a:pt x="1753875" y="2739367"/>
                  <a:pt x="1627810" y="2761014"/>
                </a:cubicBezTo>
                <a:cubicBezTo>
                  <a:pt x="1450386" y="2791575"/>
                  <a:pt x="1294610" y="2759741"/>
                  <a:pt x="1154113" y="2652777"/>
                </a:cubicBezTo>
                <a:cubicBezTo>
                  <a:pt x="1132466" y="2636223"/>
                  <a:pt x="1112092" y="2617971"/>
                  <a:pt x="1092991" y="2598446"/>
                </a:cubicBezTo>
                <a:cubicBezTo>
                  <a:pt x="1081531" y="2586561"/>
                  <a:pt x="1081106" y="2578072"/>
                  <a:pt x="1090869" y="2564913"/>
                </a:cubicBezTo>
                <a:cubicBezTo>
                  <a:pt x="1097660" y="2556424"/>
                  <a:pt x="1106149" y="2550057"/>
                  <a:pt x="1115487" y="2544964"/>
                </a:cubicBezTo>
                <a:cubicBezTo>
                  <a:pt x="1223300" y="2486813"/>
                  <a:pt x="1338329" y="2426964"/>
                  <a:pt x="1460573" y="2416777"/>
                </a:cubicBezTo>
                <a:cubicBezTo>
                  <a:pt x="1474156" y="2415504"/>
                  <a:pt x="1487739" y="2414655"/>
                  <a:pt x="1501322" y="2414230"/>
                </a:cubicBezTo>
                <a:cubicBezTo>
                  <a:pt x="1514904" y="2413806"/>
                  <a:pt x="1528487" y="2414230"/>
                  <a:pt x="1542494" y="2414230"/>
                </a:cubicBezTo>
                <a:cubicBezTo>
                  <a:pt x="1683415" y="2413806"/>
                  <a:pt x="1817120" y="2469410"/>
                  <a:pt x="1942760" y="2533928"/>
                </a:cubicBezTo>
                <a:cubicBezTo>
                  <a:pt x="1960163" y="2542417"/>
                  <a:pt x="1963983" y="2551331"/>
                  <a:pt x="1958040" y="2570431"/>
                </a:cubicBezTo>
                <a:close/>
                <a:moveTo>
                  <a:pt x="2487766" y="1322944"/>
                </a:moveTo>
                <a:cubicBezTo>
                  <a:pt x="2382925" y="1334829"/>
                  <a:pt x="2303975" y="1309361"/>
                  <a:pt x="2202105" y="1286440"/>
                </a:cubicBezTo>
                <a:cubicBezTo>
                  <a:pt x="2063731" y="1255455"/>
                  <a:pt x="1929601" y="1201548"/>
                  <a:pt x="1796745" y="1154009"/>
                </a:cubicBezTo>
                <a:cubicBezTo>
                  <a:pt x="1681717" y="1112836"/>
                  <a:pt x="1255984" y="947297"/>
                  <a:pt x="1114214" y="935412"/>
                </a:cubicBezTo>
                <a:cubicBezTo>
                  <a:pt x="1056063" y="930743"/>
                  <a:pt x="979660" y="931592"/>
                  <a:pt x="921509" y="919707"/>
                </a:cubicBezTo>
                <a:cubicBezTo>
                  <a:pt x="855718" y="906549"/>
                  <a:pt x="801387" y="876837"/>
                  <a:pt x="764884" y="817412"/>
                </a:cubicBezTo>
                <a:cubicBezTo>
                  <a:pt x="743661" y="782606"/>
                  <a:pt x="708006" y="774542"/>
                  <a:pt x="669805" y="780060"/>
                </a:cubicBezTo>
                <a:cubicBezTo>
                  <a:pt x="632877" y="785578"/>
                  <a:pt x="605287" y="804678"/>
                  <a:pt x="595100" y="842880"/>
                </a:cubicBezTo>
                <a:cubicBezTo>
                  <a:pt x="578970" y="903577"/>
                  <a:pt x="639668" y="972764"/>
                  <a:pt x="701215" y="962577"/>
                </a:cubicBezTo>
                <a:cubicBezTo>
                  <a:pt x="728804" y="957908"/>
                  <a:pt x="749179" y="967246"/>
                  <a:pt x="766157" y="986772"/>
                </a:cubicBezTo>
                <a:cubicBezTo>
                  <a:pt x="791625" y="1015635"/>
                  <a:pt x="802236" y="1050865"/>
                  <a:pt x="809876" y="1087369"/>
                </a:cubicBezTo>
                <a:cubicBezTo>
                  <a:pt x="827704" y="1176930"/>
                  <a:pt x="835344" y="1364541"/>
                  <a:pt x="833222" y="1455800"/>
                </a:cubicBezTo>
                <a:cubicBezTo>
                  <a:pt x="832797" y="1467685"/>
                  <a:pt x="830675" y="1472354"/>
                  <a:pt x="817092" y="1471929"/>
                </a:cubicBezTo>
                <a:cubicBezTo>
                  <a:pt x="668956" y="1467260"/>
                  <a:pt x="539495" y="1397224"/>
                  <a:pt x="426165" y="1302994"/>
                </a:cubicBezTo>
                <a:cubicBezTo>
                  <a:pt x="320050" y="1214707"/>
                  <a:pt x="228791" y="1087793"/>
                  <a:pt x="195683" y="953239"/>
                </a:cubicBezTo>
                <a:cubicBezTo>
                  <a:pt x="158755" y="802556"/>
                  <a:pt x="181251" y="658240"/>
                  <a:pt x="251287" y="521564"/>
                </a:cubicBezTo>
                <a:cubicBezTo>
                  <a:pt x="339999" y="348808"/>
                  <a:pt x="493229" y="212132"/>
                  <a:pt x="684236" y="165866"/>
                </a:cubicBezTo>
                <a:cubicBezTo>
                  <a:pt x="783560" y="142096"/>
                  <a:pt x="883308" y="142096"/>
                  <a:pt x="983905" y="156953"/>
                </a:cubicBezTo>
                <a:cubicBezTo>
                  <a:pt x="1170243" y="184967"/>
                  <a:pt x="1336207" y="263067"/>
                  <a:pt x="1495379" y="359844"/>
                </a:cubicBezTo>
                <a:cubicBezTo>
                  <a:pt x="1625264" y="438794"/>
                  <a:pt x="1747508" y="498643"/>
                  <a:pt x="1873573" y="582686"/>
                </a:cubicBezTo>
                <a:cubicBezTo>
                  <a:pt x="1957191" y="638290"/>
                  <a:pt x="2043781" y="691772"/>
                  <a:pt x="2137587" y="729973"/>
                </a:cubicBezTo>
                <a:cubicBezTo>
                  <a:pt x="2199133" y="755016"/>
                  <a:pt x="2270018" y="766901"/>
                  <a:pt x="2337083" y="763930"/>
                </a:cubicBezTo>
                <a:cubicBezTo>
                  <a:pt x="2387169" y="761383"/>
                  <a:pt x="2446594" y="737614"/>
                  <a:pt x="2481399" y="700261"/>
                </a:cubicBezTo>
                <a:cubicBezTo>
                  <a:pt x="2537428" y="640412"/>
                  <a:pt x="2522148" y="553823"/>
                  <a:pt x="2479277" y="502887"/>
                </a:cubicBezTo>
                <a:cubicBezTo>
                  <a:pt x="2448716" y="466808"/>
                  <a:pt x="2383349" y="364938"/>
                  <a:pt x="2175788" y="350506"/>
                </a:cubicBezTo>
                <a:cubicBezTo>
                  <a:pt x="2171119" y="350082"/>
                  <a:pt x="2172817" y="343715"/>
                  <a:pt x="2177062" y="342017"/>
                </a:cubicBezTo>
                <a:cubicBezTo>
                  <a:pt x="2356184" y="277924"/>
                  <a:pt x="2559924" y="360693"/>
                  <a:pt x="2655428" y="445585"/>
                </a:cubicBezTo>
                <a:cubicBezTo>
                  <a:pt x="2738197" y="519017"/>
                  <a:pt x="2845161" y="663758"/>
                  <a:pt x="2861291" y="774542"/>
                </a:cubicBezTo>
                <a:cubicBezTo>
                  <a:pt x="2897370" y="1023275"/>
                  <a:pt x="2810356" y="1286440"/>
                  <a:pt x="2487766" y="1322944"/>
                </a:cubicBezTo>
                <a:close/>
                <a:moveTo>
                  <a:pt x="758092" y="919283"/>
                </a:moveTo>
                <a:cubicBezTo>
                  <a:pt x="725409" y="922254"/>
                  <a:pt x="697819" y="912916"/>
                  <a:pt x="674898" y="891693"/>
                </a:cubicBezTo>
                <a:cubicBezTo>
                  <a:pt x="664711" y="882354"/>
                  <a:pt x="659193" y="870470"/>
                  <a:pt x="660042" y="856462"/>
                </a:cubicBezTo>
                <a:cubicBezTo>
                  <a:pt x="660466" y="842880"/>
                  <a:pt x="668956" y="836513"/>
                  <a:pt x="682538" y="839060"/>
                </a:cubicBezTo>
                <a:cubicBezTo>
                  <a:pt x="716071" y="845851"/>
                  <a:pt x="751725" y="883628"/>
                  <a:pt x="758092" y="919283"/>
                </a:cubicBezTo>
                <a:close/>
              </a:path>
            </a:pathLst>
          </a:custGeom>
          <a:solidFill>
            <a:schemeClr val="accent2"/>
          </a:solidFill>
          <a:ln w="423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36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0CFA94A-9E7C-442F-9F1D-EA1623E7DC53}"/>
              </a:ext>
            </a:extLst>
          </p:cNvPr>
          <p:cNvSpPr txBox="1"/>
          <p:nvPr/>
        </p:nvSpPr>
        <p:spPr>
          <a:xfrm>
            <a:off x="769806" y="4140210"/>
            <a:ext cx="3035407" cy="307777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Power PowerPoint Presentation 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5" name="직사각형 1">
            <a:extLst>
              <a:ext uri="{FF2B5EF4-FFF2-40B4-BE49-F238E27FC236}">
                <a16:creationId xmlns:a16="http://schemas.microsoft.com/office/drawing/2014/main" xmlns="" id="{28DBBF39-B8A9-4544-9B7C-E669506DBA39}"/>
              </a:ext>
            </a:extLst>
          </p:cNvPr>
          <p:cNvSpPr/>
          <p:nvPr/>
        </p:nvSpPr>
        <p:spPr>
          <a:xfrm>
            <a:off x="769806" y="4531183"/>
            <a:ext cx="306112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Example Text : Get a modern PowerPoint  Presentation that is beautifully designed.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Example Text : Get a modern PowerPoint  Presentation that is beautifully designed.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Example Text : Get a modern PowerPoint  Presentation that is beautifully designed.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53DCB43-40A8-4314-AEF0-A122ADA08B76}"/>
              </a:ext>
            </a:extLst>
          </p:cNvPr>
          <p:cNvSpPr txBox="1"/>
          <p:nvPr/>
        </p:nvSpPr>
        <p:spPr>
          <a:xfrm>
            <a:off x="769806" y="3557322"/>
            <a:ext cx="3061125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1100" dirty="0">
                <a:solidFill>
                  <a:schemeClr val="bg1"/>
                </a:solidFill>
                <a:cs typeface="Arial" pitchFamily="34" charset="0"/>
              </a:rPr>
              <a:t>L</a:t>
            </a:r>
            <a:r>
              <a:rPr lang="en-US" altLang="ko-KR" sz="1100" dirty="0">
                <a:solidFill>
                  <a:schemeClr val="bg1"/>
                </a:solidFill>
                <a:cs typeface="Arial" pitchFamily="34" charset="0"/>
              </a:rPr>
              <a:t>OREM IPSUM DOLOR SIT AMET,</a:t>
            </a:r>
          </a:p>
          <a:p>
            <a:r>
              <a:rPr lang="en-US" altLang="ko-KR" sz="1100" dirty="0">
                <a:solidFill>
                  <a:schemeClr val="bg1"/>
                </a:solidFill>
                <a:cs typeface="Arial" pitchFamily="34" charset="0"/>
              </a:rPr>
              <a:t>CU USU AGAM INTEGRE IMPEDIT.</a:t>
            </a:r>
            <a:endParaRPr lang="ko-KR" altLang="en-US" sz="11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7CBF2DE-2943-401E-AA46-52AF6C0E3F84}"/>
              </a:ext>
            </a:extLst>
          </p:cNvPr>
          <p:cNvSpPr txBox="1"/>
          <p:nvPr/>
        </p:nvSpPr>
        <p:spPr>
          <a:xfrm>
            <a:off x="769806" y="2796500"/>
            <a:ext cx="306112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2400" dirty="0">
                <a:solidFill>
                  <a:schemeClr val="accent3"/>
                </a:solidFill>
                <a:cs typeface="Arial" pitchFamily="34" charset="0"/>
              </a:rPr>
              <a:t>L</a:t>
            </a:r>
            <a:r>
              <a:rPr lang="en-US" altLang="ko-KR" sz="2400" dirty="0">
                <a:solidFill>
                  <a:schemeClr val="accent3"/>
                </a:solidFill>
                <a:cs typeface="Arial" pitchFamily="34" charset="0"/>
              </a:rPr>
              <a:t>OREM IPSUM</a:t>
            </a:r>
          </a:p>
          <a:p>
            <a:r>
              <a:rPr lang="en-US" altLang="ko-KR" sz="2400" dirty="0">
                <a:solidFill>
                  <a:schemeClr val="accent3"/>
                </a:solidFill>
                <a:cs typeface="Arial" pitchFamily="34" charset="0"/>
              </a:rPr>
              <a:t>DOLOR SIT AMET, </a:t>
            </a:r>
            <a:endParaRPr lang="ko-KR" altLang="en-US" sz="2400" dirty="0">
              <a:solidFill>
                <a:schemeClr val="accent3"/>
              </a:solidFill>
              <a:cs typeface="Arial" pitchFamily="34" charset="0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xmlns="" id="{EE78DFCB-D549-4368-8878-A086CD63F260}"/>
              </a:ext>
            </a:extLst>
          </p:cNvPr>
          <p:cNvGrpSpPr/>
          <p:nvPr/>
        </p:nvGrpSpPr>
        <p:grpSpPr>
          <a:xfrm>
            <a:off x="544427" y="323208"/>
            <a:ext cx="5177021" cy="2092881"/>
            <a:chOff x="4352799" y="1645867"/>
            <a:chExt cx="5177021" cy="209288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6B833E1B-BBA3-434C-AD0D-206EF3BC59DB}"/>
                </a:ext>
              </a:extLst>
            </p:cNvPr>
            <p:cNvSpPr txBox="1"/>
            <p:nvPr/>
          </p:nvSpPr>
          <p:spPr>
            <a:xfrm>
              <a:off x="5792960" y="1923770"/>
              <a:ext cx="3736860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en-US" altLang="ko-KR" sz="6000" dirty="0">
                  <a:solidFill>
                    <a:schemeClr val="accent2"/>
                  </a:solidFill>
                  <a:latin typeface="Arial Black" panose="020B0A04020102020204" pitchFamily="34" charset="0"/>
                  <a:cs typeface="Arial" pitchFamily="34" charset="0"/>
                </a:rPr>
                <a:t>REAMS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16D809C6-4B5D-42E3-B49D-8F905D473093}"/>
                </a:ext>
              </a:extLst>
            </p:cNvPr>
            <p:cNvSpPr txBox="1"/>
            <p:nvPr/>
          </p:nvSpPr>
          <p:spPr>
            <a:xfrm>
              <a:off x="5792959" y="2681288"/>
              <a:ext cx="3736861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en-US" altLang="ko-KR" sz="4000" b="1" dirty="0">
                  <a:solidFill>
                    <a:schemeClr val="accent4"/>
                  </a:solidFill>
                  <a:latin typeface="Adobe Song Std L" panose="02020300000000000000" pitchFamily="18" charset="-128"/>
                  <a:ea typeface="Adobe Song Std L" panose="02020300000000000000" pitchFamily="18" charset="-128"/>
                  <a:cs typeface="Arial" pitchFamily="34" charset="0"/>
                </a:rPr>
                <a:t>TEMPLATES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BFB2F913-284C-4F11-A68F-EA5E4C5CFF5C}"/>
                </a:ext>
              </a:extLst>
            </p:cNvPr>
            <p:cNvSpPr txBox="1"/>
            <p:nvPr/>
          </p:nvSpPr>
          <p:spPr>
            <a:xfrm>
              <a:off x="4352799" y="1645867"/>
              <a:ext cx="1428068" cy="209288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3000" b="1" dirty="0">
                  <a:solidFill>
                    <a:schemeClr val="accent2"/>
                  </a:solidFill>
                  <a:latin typeface="Arial Black" panose="020B0A04020102020204" pitchFamily="34" charset="0"/>
                  <a:ea typeface="Adobe Song Std L" panose="02020300000000000000" pitchFamily="18" charset="-128"/>
                  <a:cs typeface="Arial" pitchFamily="34" charset="0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452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Block Arc 17">
            <a:extLst>
              <a:ext uri="{FF2B5EF4-FFF2-40B4-BE49-F238E27FC236}">
                <a16:creationId xmlns:a16="http://schemas.microsoft.com/office/drawing/2014/main" xmlns="" id="{49B57D31-EC6D-43B3-8528-B1CAC2DCF713}"/>
              </a:ext>
            </a:extLst>
          </p:cNvPr>
          <p:cNvSpPr/>
          <p:nvPr/>
        </p:nvSpPr>
        <p:spPr>
          <a:xfrm>
            <a:off x="3884865" y="2145510"/>
            <a:ext cx="4451847" cy="4451846"/>
          </a:xfrm>
          <a:prstGeom prst="blockArc">
            <a:avLst>
              <a:gd name="adj1" fmla="val 10800000"/>
              <a:gd name="adj2" fmla="val 21568928"/>
              <a:gd name="adj3" fmla="val 109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 dirty="0">
              <a:solidFill>
                <a:schemeClr val="tx1"/>
              </a:solidFill>
            </a:endParaRPr>
          </a:p>
        </p:txBody>
      </p:sp>
      <p:sp>
        <p:nvSpPr>
          <p:cNvPr id="4" name="Block Arc 9">
            <a:extLst>
              <a:ext uri="{FF2B5EF4-FFF2-40B4-BE49-F238E27FC236}">
                <a16:creationId xmlns:a16="http://schemas.microsoft.com/office/drawing/2014/main" xmlns="" id="{7072D152-C2D8-481A-BDD4-6C81600B8C42}"/>
              </a:ext>
            </a:extLst>
          </p:cNvPr>
          <p:cNvSpPr/>
          <p:nvPr/>
        </p:nvSpPr>
        <p:spPr>
          <a:xfrm>
            <a:off x="5055249" y="3315894"/>
            <a:ext cx="2111078" cy="2111078"/>
          </a:xfrm>
          <a:prstGeom prst="blockArc">
            <a:avLst>
              <a:gd name="adj1" fmla="val 10800000"/>
              <a:gd name="adj2" fmla="val 21560194"/>
              <a:gd name="adj3" fmla="val 24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5" name="Block Arc 16">
            <a:extLst>
              <a:ext uri="{FF2B5EF4-FFF2-40B4-BE49-F238E27FC236}">
                <a16:creationId xmlns:a16="http://schemas.microsoft.com/office/drawing/2014/main" xmlns="" id="{CF737E6E-1116-44AE-B94C-C9818CEF8521}"/>
              </a:ext>
            </a:extLst>
          </p:cNvPr>
          <p:cNvSpPr/>
          <p:nvPr/>
        </p:nvSpPr>
        <p:spPr>
          <a:xfrm>
            <a:off x="4481166" y="2741811"/>
            <a:ext cx="3259245" cy="3259244"/>
          </a:xfrm>
          <a:prstGeom prst="blockArc">
            <a:avLst>
              <a:gd name="adj1" fmla="val 10800000"/>
              <a:gd name="adj2" fmla="val 21581999"/>
              <a:gd name="adj3" fmla="val 165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6" name="Freeform 18">
            <a:extLst>
              <a:ext uri="{FF2B5EF4-FFF2-40B4-BE49-F238E27FC236}">
                <a16:creationId xmlns:a16="http://schemas.microsoft.com/office/drawing/2014/main" xmlns="" id="{EA9BC432-2D0F-430A-A819-80D6118ED968}"/>
              </a:ext>
            </a:extLst>
          </p:cNvPr>
          <p:cNvSpPr>
            <a:spLocks/>
          </p:cNvSpPr>
          <p:nvPr/>
        </p:nvSpPr>
        <p:spPr bwMode="auto">
          <a:xfrm>
            <a:off x="6491831" y="4357088"/>
            <a:ext cx="2375551" cy="1765444"/>
          </a:xfrm>
          <a:custGeom>
            <a:avLst/>
            <a:gdLst/>
            <a:ahLst/>
            <a:cxnLst/>
            <a:rect l="l" t="t" r="r" b="b"/>
            <a:pathLst>
              <a:path w="2429161" h="1805286">
                <a:moveTo>
                  <a:pt x="284649" y="0"/>
                </a:moveTo>
                <a:lnTo>
                  <a:pt x="2426059" y="0"/>
                </a:lnTo>
                <a:lnTo>
                  <a:pt x="2427509" y="20116"/>
                </a:lnTo>
                <a:lnTo>
                  <a:pt x="2429161" y="101997"/>
                </a:lnTo>
                <a:lnTo>
                  <a:pt x="2424207" y="183024"/>
                </a:lnTo>
                <a:lnTo>
                  <a:pt x="2414298" y="262347"/>
                </a:lnTo>
                <a:lnTo>
                  <a:pt x="2396133" y="339963"/>
                </a:lnTo>
                <a:lnTo>
                  <a:pt x="2372189" y="406490"/>
                </a:lnTo>
                <a:lnTo>
                  <a:pt x="2343290" y="468754"/>
                </a:lnTo>
                <a:lnTo>
                  <a:pt x="2308612" y="525900"/>
                </a:lnTo>
                <a:lnTo>
                  <a:pt x="2273107" y="581340"/>
                </a:lnTo>
                <a:lnTo>
                  <a:pt x="2233474" y="635927"/>
                </a:lnTo>
                <a:lnTo>
                  <a:pt x="2194667" y="687103"/>
                </a:lnTo>
                <a:lnTo>
                  <a:pt x="2155860" y="739984"/>
                </a:lnTo>
                <a:lnTo>
                  <a:pt x="2117878" y="792865"/>
                </a:lnTo>
                <a:lnTo>
                  <a:pt x="2092282" y="835511"/>
                </a:lnTo>
                <a:lnTo>
                  <a:pt x="2071640" y="884128"/>
                </a:lnTo>
                <a:lnTo>
                  <a:pt x="2055126" y="935304"/>
                </a:lnTo>
                <a:lnTo>
                  <a:pt x="2041916" y="990743"/>
                </a:lnTo>
                <a:lnTo>
                  <a:pt x="2040264" y="1017184"/>
                </a:lnTo>
                <a:lnTo>
                  <a:pt x="2041916" y="1048742"/>
                </a:lnTo>
                <a:lnTo>
                  <a:pt x="2046044" y="1087124"/>
                </a:lnTo>
                <a:lnTo>
                  <a:pt x="2051824" y="1127211"/>
                </a:lnTo>
                <a:lnTo>
                  <a:pt x="2060906" y="1170710"/>
                </a:lnTo>
                <a:lnTo>
                  <a:pt x="2071640" y="1214210"/>
                </a:lnTo>
                <a:lnTo>
                  <a:pt x="2082374" y="1256003"/>
                </a:lnTo>
                <a:lnTo>
                  <a:pt x="2093934" y="1296090"/>
                </a:lnTo>
                <a:lnTo>
                  <a:pt x="2104667" y="1331913"/>
                </a:lnTo>
                <a:lnTo>
                  <a:pt x="2115401" y="1363471"/>
                </a:lnTo>
                <a:lnTo>
                  <a:pt x="2124484" y="1386500"/>
                </a:lnTo>
                <a:lnTo>
                  <a:pt x="2137695" y="1420618"/>
                </a:lnTo>
                <a:lnTo>
                  <a:pt x="2150080" y="1462410"/>
                </a:lnTo>
                <a:lnTo>
                  <a:pt x="2163291" y="1509322"/>
                </a:lnTo>
                <a:lnTo>
                  <a:pt x="2176502" y="1557085"/>
                </a:lnTo>
                <a:lnTo>
                  <a:pt x="2191364" y="1600584"/>
                </a:lnTo>
                <a:lnTo>
                  <a:pt x="2207052" y="1638966"/>
                </a:lnTo>
                <a:lnTo>
                  <a:pt x="2065860" y="1685877"/>
                </a:lnTo>
                <a:lnTo>
                  <a:pt x="1928797" y="1725964"/>
                </a:lnTo>
                <a:lnTo>
                  <a:pt x="1798339" y="1758376"/>
                </a:lnTo>
                <a:lnTo>
                  <a:pt x="1671183" y="1782257"/>
                </a:lnTo>
                <a:lnTo>
                  <a:pt x="1547331" y="1799316"/>
                </a:lnTo>
                <a:lnTo>
                  <a:pt x="1427607" y="1805286"/>
                </a:lnTo>
                <a:lnTo>
                  <a:pt x="1310360" y="1803580"/>
                </a:lnTo>
                <a:lnTo>
                  <a:pt x="1196416" y="1792492"/>
                </a:lnTo>
                <a:lnTo>
                  <a:pt x="1084123" y="1772875"/>
                </a:lnTo>
                <a:lnTo>
                  <a:pt x="1079169" y="1744728"/>
                </a:lnTo>
                <a:lnTo>
                  <a:pt x="1073389" y="1712317"/>
                </a:lnTo>
                <a:lnTo>
                  <a:pt x="1065957" y="1673083"/>
                </a:lnTo>
                <a:lnTo>
                  <a:pt x="1060178" y="1631289"/>
                </a:lnTo>
                <a:lnTo>
                  <a:pt x="1051921" y="1586084"/>
                </a:lnTo>
                <a:lnTo>
                  <a:pt x="1043664" y="1540027"/>
                </a:lnTo>
                <a:lnTo>
                  <a:pt x="1034581" y="1494821"/>
                </a:lnTo>
                <a:lnTo>
                  <a:pt x="1023848" y="1451323"/>
                </a:lnTo>
                <a:lnTo>
                  <a:pt x="1013114" y="1409529"/>
                </a:lnTo>
                <a:lnTo>
                  <a:pt x="999903" y="1372854"/>
                </a:lnTo>
                <a:lnTo>
                  <a:pt x="985867" y="1341295"/>
                </a:lnTo>
                <a:lnTo>
                  <a:pt x="971004" y="1316561"/>
                </a:lnTo>
                <a:lnTo>
                  <a:pt x="954491" y="1301208"/>
                </a:lnTo>
                <a:lnTo>
                  <a:pt x="936326" y="1293531"/>
                </a:lnTo>
                <a:lnTo>
                  <a:pt x="915684" y="1290120"/>
                </a:lnTo>
                <a:lnTo>
                  <a:pt x="891738" y="1291826"/>
                </a:lnTo>
                <a:lnTo>
                  <a:pt x="867794" y="1295238"/>
                </a:lnTo>
                <a:lnTo>
                  <a:pt x="845500" y="1301208"/>
                </a:lnTo>
                <a:lnTo>
                  <a:pt x="824032" y="1307178"/>
                </a:lnTo>
                <a:lnTo>
                  <a:pt x="804216" y="1313148"/>
                </a:lnTo>
                <a:lnTo>
                  <a:pt x="789354" y="1318266"/>
                </a:lnTo>
                <a:lnTo>
                  <a:pt x="753849" y="1330207"/>
                </a:lnTo>
                <a:lnTo>
                  <a:pt x="713391" y="1341295"/>
                </a:lnTo>
                <a:lnTo>
                  <a:pt x="667978" y="1350677"/>
                </a:lnTo>
                <a:lnTo>
                  <a:pt x="620089" y="1356648"/>
                </a:lnTo>
                <a:lnTo>
                  <a:pt x="572199" y="1361766"/>
                </a:lnTo>
                <a:lnTo>
                  <a:pt x="523484" y="1363471"/>
                </a:lnTo>
                <a:lnTo>
                  <a:pt x="477246" y="1360060"/>
                </a:lnTo>
                <a:lnTo>
                  <a:pt x="433484" y="1352383"/>
                </a:lnTo>
                <a:lnTo>
                  <a:pt x="409540" y="1346413"/>
                </a:lnTo>
                <a:lnTo>
                  <a:pt x="385595" y="1335325"/>
                </a:lnTo>
                <a:lnTo>
                  <a:pt x="361649" y="1322531"/>
                </a:lnTo>
                <a:lnTo>
                  <a:pt x="341007" y="1307178"/>
                </a:lnTo>
                <a:lnTo>
                  <a:pt x="319540" y="1288414"/>
                </a:lnTo>
                <a:lnTo>
                  <a:pt x="303026" y="1268797"/>
                </a:lnTo>
                <a:lnTo>
                  <a:pt x="291466" y="1244062"/>
                </a:lnTo>
                <a:lnTo>
                  <a:pt x="282384" y="1215915"/>
                </a:lnTo>
                <a:lnTo>
                  <a:pt x="279082" y="1185210"/>
                </a:lnTo>
                <a:lnTo>
                  <a:pt x="282384" y="1151093"/>
                </a:lnTo>
                <a:lnTo>
                  <a:pt x="286512" y="1127211"/>
                </a:lnTo>
                <a:lnTo>
                  <a:pt x="292293" y="1100771"/>
                </a:lnTo>
                <a:lnTo>
                  <a:pt x="298898" y="1073477"/>
                </a:lnTo>
                <a:lnTo>
                  <a:pt x="301375" y="1047036"/>
                </a:lnTo>
                <a:lnTo>
                  <a:pt x="301375" y="1018890"/>
                </a:lnTo>
                <a:lnTo>
                  <a:pt x="293943" y="994156"/>
                </a:lnTo>
                <a:lnTo>
                  <a:pt x="286512" y="980508"/>
                </a:lnTo>
                <a:lnTo>
                  <a:pt x="273301" y="967715"/>
                </a:lnTo>
                <a:lnTo>
                  <a:pt x="259265" y="958332"/>
                </a:lnTo>
                <a:lnTo>
                  <a:pt x="244402" y="950656"/>
                </a:lnTo>
                <a:lnTo>
                  <a:pt x="229540" y="939568"/>
                </a:lnTo>
                <a:lnTo>
                  <a:pt x="217981" y="927627"/>
                </a:lnTo>
                <a:lnTo>
                  <a:pt x="208899" y="912275"/>
                </a:lnTo>
                <a:lnTo>
                  <a:pt x="205595" y="895216"/>
                </a:lnTo>
                <a:lnTo>
                  <a:pt x="207247" y="878157"/>
                </a:lnTo>
                <a:lnTo>
                  <a:pt x="213026" y="861952"/>
                </a:lnTo>
                <a:lnTo>
                  <a:pt x="220458" y="848305"/>
                </a:lnTo>
                <a:lnTo>
                  <a:pt x="225412" y="834658"/>
                </a:lnTo>
                <a:lnTo>
                  <a:pt x="201467" y="817600"/>
                </a:lnTo>
                <a:lnTo>
                  <a:pt x="184953" y="800541"/>
                </a:lnTo>
                <a:lnTo>
                  <a:pt x="175871" y="783483"/>
                </a:lnTo>
                <a:lnTo>
                  <a:pt x="174219" y="764719"/>
                </a:lnTo>
                <a:lnTo>
                  <a:pt x="176696" y="747660"/>
                </a:lnTo>
                <a:lnTo>
                  <a:pt x="183302" y="728896"/>
                </a:lnTo>
                <a:lnTo>
                  <a:pt x="192384" y="710132"/>
                </a:lnTo>
                <a:lnTo>
                  <a:pt x="202293" y="691367"/>
                </a:lnTo>
                <a:lnTo>
                  <a:pt x="211375" y="671750"/>
                </a:lnTo>
                <a:lnTo>
                  <a:pt x="220458" y="652985"/>
                </a:lnTo>
                <a:lnTo>
                  <a:pt x="225412" y="632516"/>
                </a:lnTo>
                <a:lnTo>
                  <a:pt x="208899" y="617163"/>
                </a:lnTo>
                <a:lnTo>
                  <a:pt x="185779" y="605221"/>
                </a:lnTo>
                <a:lnTo>
                  <a:pt x="160183" y="594134"/>
                </a:lnTo>
                <a:lnTo>
                  <a:pt x="133761" y="584752"/>
                </a:lnTo>
                <a:lnTo>
                  <a:pt x="106513" y="575369"/>
                </a:lnTo>
                <a:lnTo>
                  <a:pt x="79266" y="565987"/>
                </a:lnTo>
                <a:lnTo>
                  <a:pt x="53670" y="554899"/>
                </a:lnTo>
                <a:lnTo>
                  <a:pt x="33028" y="542958"/>
                </a:lnTo>
                <a:lnTo>
                  <a:pt x="14863" y="525900"/>
                </a:lnTo>
                <a:lnTo>
                  <a:pt x="4129" y="505429"/>
                </a:lnTo>
                <a:lnTo>
                  <a:pt x="0" y="484106"/>
                </a:lnTo>
                <a:lnTo>
                  <a:pt x="3303" y="463637"/>
                </a:lnTo>
                <a:lnTo>
                  <a:pt x="10734" y="444872"/>
                </a:lnTo>
                <a:lnTo>
                  <a:pt x="22294" y="429519"/>
                </a:lnTo>
                <a:lnTo>
                  <a:pt x="36330" y="414167"/>
                </a:lnTo>
                <a:lnTo>
                  <a:pt x="49541" y="401373"/>
                </a:lnTo>
                <a:lnTo>
                  <a:pt x="60275" y="391138"/>
                </a:lnTo>
                <a:lnTo>
                  <a:pt x="91651" y="353609"/>
                </a:lnTo>
                <a:lnTo>
                  <a:pt x="124678" y="319492"/>
                </a:lnTo>
                <a:lnTo>
                  <a:pt x="157706" y="285375"/>
                </a:lnTo>
                <a:lnTo>
                  <a:pt x="189082" y="247846"/>
                </a:lnTo>
                <a:lnTo>
                  <a:pt x="218806" y="211171"/>
                </a:lnTo>
                <a:lnTo>
                  <a:pt x="246054" y="169378"/>
                </a:lnTo>
                <a:lnTo>
                  <a:pt x="268347" y="124173"/>
                </a:lnTo>
                <a:lnTo>
                  <a:pt x="280732" y="86644"/>
                </a:lnTo>
                <a:lnTo>
                  <a:pt x="284861" y="49968"/>
                </a:lnTo>
                <a:lnTo>
                  <a:pt x="284861" y="1073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1"/>
          </a:p>
        </p:txBody>
      </p:sp>
      <p:sp>
        <p:nvSpPr>
          <p:cNvPr id="7" name="Freeform 18">
            <a:extLst>
              <a:ext uri="{FF2B5EF4-FFF2-40B4-BE49-F238E27FC236}">
                <a16:creationId xmlns:a16="http://schemas.microsoft.com/office/drawing/2014/main" xmlns="" id="{5FEE435D-5990-43C4-BF68-29080E841F98}"/>
              </a:ext>
            </a:extLst>
          </p:cNvPr>
          <p:cNvSpPr>
            <a:spLocks/>
          </p:cNvSpPr>
          <p:nvPr/>
        </p:nvSpPr>
        <p:spPr bwMode="auto">
          <a:xfrm flipH="1">
            <a:off x="3324625" y="4357088"/>
            <a:ext cx="2375551" cy="1765444"/>
          </a:xfrm>
          <a:custGeom>
            <a:avLst/>
            <a:gdLst/>
            <a:ahLst/>
            <a:cxnLst/>
            <a:rect l="l" t="t" r="r" b="b"/>
            <a:pathLst>
              <a:path w="2429161" h="1805286">
                <a:moveTo>
                  <a:pt x="284649" y="0"/>
                </a:moveTo>
                <a:lnTo>
                  <a:pt x="2426059" y="0"/>
                </a:lnTo>
                <a:lnTo>
                  <a:pt x="2427509" y="20116"/>
                </a:lnTo>
                <a:lnTo>
                  <a:pt x="2429161" y="101997"/>
                </a:lnTo>
                <a:lnTo>
                  <a:pt x="2424207" y="183024"/>
                </a:lnTo>
                <a:lnTo>
                  <a:pt x="2414298" y="262347"/>
                </a:lnTo>
                <a:lnTo>
                  <a:pt x="2396133" y="339963"/>
                </a:lnTo>
                <a:lnTo>
                  <a:pt x="2372189" y="406490"/>
                </a:lnTo>
                <a:lnTo>
                  <a:pt x="2343290" y="468754"/>
                </a:lnTo>
                <a:lnTo>
                  <a:pt x="2308612" y="525900"/>
                </a:lnTo>
                <a:lnTo>
                  <a:pt x="2273107" y="581340"/>
                </a:lnTo>
                <a:lnTo>
                  <a:pt x="2233474" y="635927"/>
                </a:lnTo>
                <a:lnTo>
                  <a:pt x="2194667" y="687103"/>
                </a:lnTo>
                <a:lnTo>
                  <a:pt x="2155860" y="739984"/>
                </a:lnTo>
                <a:lnTo>
                  <a:pt x="2117878" y="792865"/>
                </a:lnTo>
                <a:lnTo>
                  <a:pt x="2092282" y="835511"/>
                </a:lnTo>
                <a:lnTo>
                  <a:pt x="2071640" y="884128"/>
                </a:lnTo>
                <a:lnTo>
                  <a:pt x="2055126" y="935304"/>
                </a:lnTo>
                <a:lnTo>
                  <a:pt x="2041916" y="990743"/>
                </a:lnTo>
                <a:lnTo>
                  <a:pt x="2040264" y="1017184"/>
                </a:lnTo>
                <a:lnTo>
                  <a:pt x="2041916" y="1048742"/>
                </a:lnTo>
                <a:lnTo>
                  <a:pt x="2046044" y="1087124"/>
                </a:lnTo>
                <a:lnTo>
                  <a:pt x="2051824" y="1127211"/>
                </a:lnTo>
                <a:lnTo>
                  <a:pt x="2060906" y="1170710"/>
                </a:lnTo>
                <a:lnTo>
                  <a:pt x="2071640" y="1214210"/>
                </a:lnTo>
                <a:lnTo>
                  <a:pt x="2082374" y="1256003"/>
                </a:lnTo>
                <a:lnTo>
                  <a:pt x="2093934" y="1296090"/>
                </a:lnTo>
                <a:lnTo>
                  <a:pt x="2104667" y="1331913"/>
                </a:lnTo>
                <a:lnTo>
                  <a:pt x="2115401" y="1363471"/>
                </a:lnTo>
                <a:lnTo>
                  <a:pt x="2124484" y="1386500"/>
                </a:lnTo>
                <a:lnTo>
                  <a:pt x="2137695" y="1420618"/>
                </a:lnTo>
                <a:lnTo>
                  <a:pt x="2150080" y="1462410"/>
                </a:lnTo>
                <a:lnTo>
                  <a:pt x="2163291" y="1509322"/>
                </a:lnTo>
                <a:lnTo>
                  <a:pt x="2176502" y="1557085"/>
                </a:lnTo>
                <a:lnTo>
                  <a:pt x="2191364" y="1600584"/>
                </a:lnTo>
                <a:lnTo>
                  <a:pt x="2207052" y="1638966"/>
                </a:lnTo>
                <a:lnTo>
                  <a:pt x="2065860" y="1685877"/>
                </a:lnTo>
                <a:lnTo>
                  <a:pt x="1928797" y="1725964"/>
                </a:lnTo>
                <a:lnTo>
                  <a:pt x="1798339" y="1758376"/>
                </a:lnTo>
                <a:lnTo>
                  <a:pt x="1671183" y="1782257"/>
                </a:lnTo>
                <a:lnTo>
                  <a:pt x="1547331" y="1799316"/>
                </a:lnTo>
                <a:lnTo>
                  <a:pt x="1427607" y="1805286"/>
                </a:lnTo>
                <a:lnTo>
                  <a:pt x="1310360" y="1803580"/>
                </a:lnTo>
                <a:lnTo>
                  <a:pt x="1196416" y="1792492"/>
                </a:lnTo>
                <a:lnTo>
                  <a:pt x="1084123" y="1772875"/>
                </a:lnTo>
                <a:lnTo>
                  <a:pt x="1079169" y="1744728"/>
                </a:lnTo>
                <a:lnTo>
                  <a:pt x="1073389" y="1712317"/>
                </a:lnTo>
                <a:lnTo>
                  <a:pt x="1065957" y="1673083"/>
                </a:lnTo>
                <a:lnTo>
                  <a:pt x="1060178" y="1631289"/>
                </a:lnTo>
                <a:lnTo>
                  <a:pt x="1051921" y="1586084"/>
                </a:lnTo>
                <a:lnTo>
                  <a:pt x="1043664" y="1540027"/>
                </a:lnTo>
                <a:lnTo>
                  <a:pt x="1034581" y="1494821"/>
                </a:lnTo>
                <a:lnTo>
                  <a:pt x="1023848" y="1451323"/>
                </a:lnTo>
                <a:lnTo>
                  <a:pt x="1013114" y="1409529"/>
                </a:lnTo>
                <a:lnTo>
                  <a:pt x="999903" y="1372854"/>
                </a:lnTo>
                <a:lnTo>
                  <a:pt x="985867" y="1341295"/>
                </a:lnTo>
                <a:lnTo>
                  <a:pt x="971004" y="1316561"/>
                </a:lnTo>
                <a:lnTo>
                  <a:pt x="954491" y="1301208"/>
                </a:lnTo>
                <a:lnTo>
                  <a:pt x="936326" y="1293531"/>
                </a:lnTo>
                <a:lnTo>
                  <a:pt x="915684" y="1290120"/>
                </a:lnTo>
                <a:lnTo>
                  <a:pt x="891738" y="1291826"/>
                </a:lnTo>
                <a:lnTo>
                  <a:pt x="867794" y="1295238"/>
                </a:lnTo>
                <a:lnTo>
                  <a:pt x="845500" y="1301208"/>
                </a:lnTo>
                <a:lnTo>
                  <a:pt x="824032" y="1307178"/>
                </a:lnTo>
                <a:lnTo>
                  <a:pt x="804216" y="1313148"/>
                </a:lnTo>
                <a:lnTo>
                  <a:pt x="789354" y="1318266"/>
                </a:lnTo>
                <a:lnTo>
                  <a:pt x="753849" y="1330207"/>
                </a:lnTo>
                <a:lnTo>
                  <a:pt x="713391" y="1341295"/>
                </a:lnTo>
                <a:lnTo>
                  <a:pt x="667978" y="1350677"/>
                </a:lnTo>
                <a:lnTo>
                  <a:pt x="620089" y="1356648"/>
                </a:lnTo>
                <a:lnTo>
                  <a:pt x="572199" y="1361766"/>
                </a:lnTo>
                <a:lnTo>
                  <a:pt x="523484" y="1363471"/>
                </a:lnTo>
                <a:lnTo>
                  <a:pt x="477246" y="1360060"/>
                </a:lnTo>
                <a:lnTo>
                  <a:pt x="433484" y="1352383"/>
                </a:lnTo>
                <a:lnTo>
                  <a:pt x="409540" y="1346413"/>
                </a:lnTo>
                <a:lnTo>
                  <a:pt x="385595" y="1335325"/>
                </a:lnTo>
                <a:lnTo>
                  <a:pt x="361649" y="1322531"/>
                </a:lnTo>
                <a:lnTo>
                  <a:pt x="341007" y="1307178"/>
                </a:lnTo>
                <a:lnTo>
                  <a:pt x="319540" y="1288414"/>
                </a:lnTo>
                <a:lnTo>
                  <a:pt x="303026" y="1268797"/>
                </a:lnTo>
                <a:lnTo>
                  <a:pt x="291466" y="1244062"/>
                </a:lnTo>
                <a:lnTo>
                  <a:pt x="282384" y="1215915"/>
                </a:lnTo>
                <a:lnTo>
                  <a:pt x="279082" y="1185210"/>
                </a:lnTo>
                <a:lnTo>
                  <a:pt x="282384" y="1151093"/>
                </a:lnTo>
                <a:lnTo>
                  <a:pt x="286512" y="1127211"/>
                </a:lnTo>
                <a:lnTo>
                  <a:pt x="292293" y="1100771"/>
                </a:lnTo>
                <a:lnTo>
                  <a:pt x="298898" y="1073477"/>
                </a:lnTo>
                <a:lnTo>
                  <a:pt x="301375" y="1047036"/>
                </a:lnTo>
                <a:lnTo>
                  <a:pt x="301375" y="1018890"/>
                </a:lnTo>
                <a:lnTo>
                  <a:pt x="293943" y="994156"/>
                </a:lnTo>
                <a:lnTo>
                  <a:pt x="286512" y="980508"/>
                </a:lnTo>
                <a:lnTo>
                  <a:pt x="273301" y="967715"/>
                </a:lnTo>
                <a:lnTo>
                  <a:pt x="259265" y="958332"/>
                </a:lnTo>
                <a:lnTo>
                  <a:pt x="244402" y="950656"/>
                </a:lnTo>
                <a:lnTo>
                  <a:pt x="229540" y="939568"/>
                </a:lnTo>
                <a:lnTo>
                  <a:pt x="217981" y="927627"/>
                </a:lnTo>
                <a:lnTo>
                  <a:pt x="208899" y="912275"/>
                </a:lnTo>
                <a:lnTo>
                  <a:pt x="205595" y="895216"/>
                </a:lnTo>
                <a:lnTo>
                  <a:pt x="207247" y="878157"/>
                </a:lnTo>
                <a:lnTo>
                  <a:pt x="213026" y="861952"/>
                </a:lnTo>
                <a:lnTo>
                  <a:pt x="220458" y="848305"/>
                </a:lnTo>
                <a:lnTo>
                  <a:pt x="225412" y="834658"/>
                </a:lnTo>
                <a:lnTo>
                  <a:pt x="201467" y="817600"/>
                </a:lnTo>
                <a:lnTo>
                  <a:pt x="184953" y="800541"/>
                </a:lnTo>
                <a:lnTo>
                  <a:pt x="175871" y="783483"/>
                </a:lnTo>
                <a:lnTo>
                  <a:pt x="174219" y="764719"/>
                </a:lnTo>
                <a:lnTo>
                  <a:pt x="176696" y="747660"/>
                </a:lnTo>
                <a:lnTo>
                  <a:pt x="183302" y="728896"/>
                </a:lnTo>
                <a:lnTo>
                  <a:pt x="192384" y="710132"/>
                </a:lnTo>
                <a:lnTo>
                  <a:pt x="202293" y="691367"/>
                </a:lnTo>
                <a:lnTo>
                  <a:pt x="211375" y="671750"/>
                </a:lnTo>
                <a:lnTo>
                  <a:pt x="220458" y="652985"/>
                </a:lnTo>
                <a:lnTo>
                  <a:pt x="225412" y="632516"/>
                </a:lnTo>
                <a:lnTo>
                  <a:pt x="208899" y="617163"/>
                </a:lnTo>
                <a:lnTo>
                  <a:pt x="185779" y="605221"/>
                </a:lnTo>
                <a:lnTo>
                  <a:pt x="160183" y="594134"/>
                </a:lnTo>
                <a:lnTo>
                  <a:pt x="133761" y="584752"/>
                </a:lnTo>
                <a:lnTo>
                  <a:pt x="106513" y="575369"/>
                </a:lnTo>
                <a:lnTo>
                  <a:pt x="79266" y="565987"/>
                </a:lnTo>
                <a:lnTo>
                  <a:pt x="53670" y="554899"/>
                </a:lnTo>
                <a:lnTo>
                  <a:pt x="33028" y="542958"/>
                </a:lnTo>
                <a:lnTo>
                  <a:pt x="14863" y="525900"/>
                </a:lnTo>
                <a:lnTo>
                  <a:pt x="4129" y="505429"/>
                </a:lnTo>
                <a:lnTo>
                  <a:pt x="0" y="484106"/>
                </a:lnTo>
                <a:lnTo>
                  <a:pt x="3303" y="463637"/>
                </a:lnTo>
                <a:lnTo>
                  <a:pt x="10734" y="444872"/>
                </a:lnTo>
                <a:lnTo>
                  <a:pt x="22294" y="429519"/>
                </a:lnTo>
                <a:lnTo>
                  <a:pt x="36330" y="414167"/>
                </a:lnTo>
                <a:lnTo>
                  <a:pt x="49541" y="401373"/>
                </a:lnTo>
                <a:lnTo>
                  <a:pt x="60275" y="391138"/>
                </a:lnTo>
                <a:lnTo>
                  <a:pt x="91651" y="353609"/>
                </a:lnTo>
                <a:lnTo>
                  <a:pt x="124678" y="319492"/>
                </a:lnTo>
                <a:lnTo>
                  <a:pt x="157706" y="285375"/>
                </a:lnTo>
                <a:lnTo>
                  <a:pt x="189082" y="247846"/>
                </a:lnTo>
                <a:lnTo>
                  <a:pt x="218806" y="211171"/>
                </a:lnTo>
                <a:lnTo>
                  <a:pt x="246054" y="169378"/>
                </a:lnTo>
                <a:lnTo>
                  <a:pt x="268347" y="124173"/>
                </a:lnTo>
                <a:lnTo>
                  <a:pt x="280732" y="86644"/>
                </a:lnTo>
                <a:lnTo>
                  <a:pt x="284861" y="49968"/>
                </a:lnTo>
                <a:lnTo>
                  <a:pt x="284861" y="1073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1"/>
          </a:p>
        </p:txBody>
      </p:sp>
      <p:sp>
        <p:nvSpPr>
          <p:cNvPr id="8" name="Oval 13">
            <a:extLst>
              <a:ext uri="{FF2B5EF4-FFF2-40B4-BE49-F238E27FC236}">
                <a16:creationId xmlns:a16="http://schemas.microsoft.com/office/drawing/2014/main" xmlns="" id="{FAD8107C-CB1C-4DBC-8987-007F46693428}"/>
              </a:ext>
            </a:extLst>
          </p:cNvPr>
          <p:cNvSpPr/>
          <p:nvPr/>
        </p:nvSpPr>
        <p:spPr>
          <a:xfrm>
            <a:off x="7023976" y="2978361"/>
            <a:ext cx="439759" cy="439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xmlns="" id="{B562AB8F-1AB4-4DC7-8FFE-2F1B52BFCA30}"/>
              </a:ext>
            </a:extLst>
          </p:cNvPr>
          <p:cNvSpPr/>
          <p:nvPr/>
        </p:nvSpPr>
        <p:spPr>
          <a:xfrm>
            <a:off x="4876663" y="2970853"/>
            <a:ext cx="439759" cy="45651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0" name="Oval 18">
            <a:extLst>
              <a:ext uri="{FF2B5EF4-FFF2-40B4-BE49-F238E27FC236}">
                <a16:creationId xmlns:a16="http://schemas.microsoft.com/office/drawing/2014/main" xmlns="" id="{3FFC1B19-C207-491F-9BC0-83423991967D}"/>
              </a:ext>
            </a:extLst>
          </p:cNvPr>
          <p:cNvSpPr/>
          <p:nvPr/>
        </p:nvSpPr>
        <p:spPr>
          <a:xfrm>
            <a:off x="6840340" y="2157722"/>
            <a:ext cx="439759" cy="45651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1" name="Isosceles Triangle 41">
            <a:extLst>
              <a:ext uri="{FF2B5EF4-FFF2-40B4-BE49-F238E27FC236}">
                <a16:creationId xmlns:a16="http://schemas.microsoft.com/office/drawing/2014/main" xmlns="" id="{51EE90AB-B241-42EF-8C5A-7DE764F507CC}"/>
              </a:ext>
            </a:extLst>
          </p:cNvPr>
          <p:cNvSpPr/>
          <p:nvPr/>
        </p:nvSpPr>
        <p:spPr>
          <a:xfrm>
            <a:off x="6983146" y="2263235"/>
            <a:ext cx="170904" cy="245492"/>
          </a:xfrm>
          <a:custGeom>
            <a:avLst/>
            <a:gdLst>
              <a:gd name="connsiteX0" fmla="*/ 1367278 w 2736000"/>
              <a:gd name="connsiteY0" fmla="*/ 2273826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67278 w 2736000"/>
              <a:gd name="connsiteY5" fmla="*/ 2273826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273826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67278 w 2736000"/>
              <a:gd name="connsiteY5" fmla="*/ 2273826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54231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54231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54231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45026 w 2736000"/>
              <a:gd name="connsiteY1" fmla="*/ 2558281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45026 w 2736000"/>
              <a:gd name="connsiteY1" fmla="*/ 2558281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66505 w 2736000"/>
              <a:gd name="connsiteY1" fmla="*/ 257362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66505 w 2736000"/>
              <a:gd name="connsiteY1" fmla="*/ 257362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63436 w 2736000"/>
              <a:gd name="connsiteY1" fmla="*/ 2564418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54231 w 2736000"/>
              <a:gd name="connsiteY1" fmla="*/ 255214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54231 w 2736000"/>
              <a:gd name="connsiteY1" fmla="*/ 255214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54231 w 2736000"/>
              <a:gd name="connsiteY1" fmla="*/ 255214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54231 w 2736000"/>
              <a:gd name="connsiteY1" fmla="*/ 255214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32752 w 2736000"/>
              <a:gd name="connsiteY1" fmla="*/ 255214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26615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26615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26615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52576 w 2736000"/>
              <a:gd name="connsiteY1" fmla="*/ 2576139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52576 w 2736000"/>
              <a:gd name="connsiteY1" fmla="*/ 2576139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2736000" h="3930092">
                <a:moveTo>
                  <a:pt x="1367278" y="2418044"/>
                </a:moveTo>
                <a:cubicBezTo>
                  <a:pt x="1475622" y="2496498"/>
                  <a:pt x="1442256" y="2523346"/>
                  <a:pt x="1552576" y="2576139"/>
                </a:cubicBezTo>
                <a:cubicBezTo>
                  <a:pt x="1866725" y="2636040"/>
                  <a:pt x="2088000" y="3057033"/>
                  <a:pt x="2088000" y="3520946"/>
                </a:cubicBezTo>
                <a:lnTo>
                  <a:pt x="648080" y="3506285"/>
                </a:lnTo>
                <a:cubicBezTo>
                  <a:pt x="653073" y="3048089"/>
                  <a:pt x="871005" y="2673776"/>
                  <a:pt x="1182763" y="2571640"/>
                </a:cubicBezTo>
                <a:cubicBezTo>
                  <a:pt x="1280064" y="2508169"/>
                  <a:pt x="1254632" y="2499927"/>
                  <a:pt x="1367278" y="2418044"/>
                </a:cubicBezTo>
                <a:close/>
                <a:moveTo>
                  <a:pt x="648003" y="793859"/>
                </a:moveTo>
                <a:lnTo>
                  <a:pt x="2087849" y="808518"/>
                </a:lnTo>
                <a:cubicBezTo>
                  <a:pt x="2081743" y="1099400"/>
                  <a:pt x="1898532" y="1346081"/>
                  <a:pt x="1641214" y="1449982"/>
                </a:cubicBezTo>
                <a:cubicBezTo>
                  <a:pt x="1581100" y="1476031"/>
                  <a:pt x="1454311" y="1749732"/>
                  <a:pt x="1368003" y="1937706"/>
                </a:cubicBezTo>
                <a:cubicBezTo>
                  <a:pt x="1290978" y="1744554"/>
                  <a:pt x="1168712" y="1479962"/>
                  <a:pt x="1094068" y="1448735"/>
                </a:cubicBezTo>
                <a:cubicBezTo>
                  <a:pt x="831917" y="1343398"/>
                  <a:pt x="648003" y="1089607"/>
                  <a:pt x="648003" y="793859"/>
                </a:cubicBezTo>
                <a:close/>
                <a:moveTo>
                  <a:pt x="516625" y="299874"/>
                </a:moveTo>
                <a:lnTo>
                  <a:pt x="516625" y="449580"/>
                </a:lnTo>
                <a:cubicBezTo>
                  <a:pt x="516625" y="947043"/>
                  <a:pt x="728081" y="1374116"/>
                  <a:pt x="1029987" y="1557992"/>
                </a:cubicBezTo>
                <a:cubicBezTo>
                  <a:pt x="1152140" y="1645374"/>
                  <a:pt x="1146996" y="1879118"/>
                  <a:pt x="1146996" y="2057479"/>
                </a:cubicBezTo>
                <a:cubicBezTo>
                  <a:pt x="1146996" y="2199170"/>
                  <a:pt x="1165085" y="2330604"/>
                  <a:pt x="1055065" y="2431585"/>
                </a:cubicBezTo>
                <a:cubicBezTo>
                  <a:pt x="746548" y="2590263"/>
                  <a:pt x="539378" y="3004916"/>
                  <a:pt x="539378" y="3468615"/>
                </a:cubicBezTo>
                <a:lnTo>
                  <a:pt x="539378" y="3604591"/>
                </a:lnTo>
                <a:lnTo>
                  <a:pt x="2196077" y="3604591"/>
                </a:lnTo>
                <a:lnTo>
                  <a:pt x="2196077" y="3468615"/>
                </a:lnTo>
                <a:cubicBezTo>
                  <a:pt x="2196077" y="3023625"/>
                  <a:pt x="1980552" y="2629673"/>
                  <a:pt x="1695313" y="2440912"/>
                </a:cubicBezTo>
                <a:cubicBezTo>
                  <a:pt x="1597256" y="2355530"/>
                  <a:pt x="1621109" y="2199255"/>
                  <a:pt x="1617547" y="2049252"/>
                </a:cubicBezTo>
                <a:cubicBezTo>
                  <a:pt x="1614246" y="1910233"/>
                  <a:pt x="1594005" y="1638458"/>
                  <a:pt x="1719395" y="1540961"/>
                </a:cubicBezTo>
                <a:cubicBezTo>
                  <a:pt x="2008283" y="1349911"/>
                  <a:pt x="2207952" y="932979"/>
                  <a:pt x="2207952" y="449580"/>
                </a:cubicBezTo>
                <a:lnTo>
                  <a:pt x="2207952" y="299874"/>
                </a:lnTo>
                <a:lnTo>
                  <a:pt x="516625" y="299874"/>
                </a:lnTo>
                <a:close/>
                <a:moveTo>
                  <a:pt x="144000" y="0"/>
                </a:moveTo>
                <a:lnTo>
                  <a:pt x="2592000" y="0"/>
                </a:lnTo>
                <a:cubicBezTo>
                  <a:pt x="2671529" y="0"/>
                  <a:pt x="2736000" y="64471"/>
                  <a:pt x="2736000" y="144000"/>
                </a:cubicBezTo>
                <a:cubicBezTo>
                  <a:pt x="2736000" y="223529"/>
                  <a:pt x="2671529" y="288000"/>
                  <a:pt x="2592000" y="288000"/>
                </a:cubicBezTo>
                <a:lnTo>
                  <a:pt x="2396702" y="288000"/>
                </a:lnTo>
                <a:lnTo>
                  <a:pt x="2396702" y="413234"/>
                </a:lnTo>
                <a:cubicBezTo>
                  <a:pt x="2396702" y="964640"/>
                  <a:pt x="2159804" y="1441170"/>
                  <a:pt x="1815389" y="1665324"/>
                </a:cubicBezTo>
                <a:cubicBezTo>
                  <a:pt x="1718143" y="1767020"/>
                  <a:pt x="1749155" y="1822697"/>
                  <a:pt x="1753098" y="1974987"/>
                </a:cubicBezTo>
                <a:cubicBezTo>
                  <a:pt x="1757412" y="2141597"/>
                  <a:pt x="1739638" y="2200230"/>
                  <a:pt x="1825752" y="2312143"/>
                </a:cubicBezTo>
                <a:cubicBezTo>
                  <a:pt x="2164142" y="2539312"/>
                  <a:pt x="2395980" y="3011520"/>
                  <a:pt x="2395980" y="3557007"/>
                </a:cubicBezTo>
                <a:lnTo>
                  <a:pt x="2395980" y="3642092"/>
                </a:lnTo>
                <a:lnTo>
                  <a:pt x="2592000" y="3642092"/>
                </a:lnTo>
                <a:cubicBezTo>
                  <a:pt x="2671529" y="3642092"/>
                  <a:pt x="2736000" y="3706563"/>
                  <a:pt x="2736000" y="3786092"/>
                </a:cubicBezTo>
                <a:cubicBezTo>
                  <a:pt x="2736000" y="3865621"/>
                  <a:pt x="2671529" y="3930092"/>
                  <a:pt x="2592000" y="3930092"/>
                </a:cubicBezTo>
                <a:lnTo>
                  <a:pt x="144000" y="3930092"/>
                </a:lnTo>
                <a:cubicBezTo>
                  <a:pt x="64471" y="3930092"/>
                  <a:pt x="0" y="3865621"/>
                  <a:pt x="0" y="3786092"/>
                </a:cubicBezTo>
                <a:cubicBezTo>
                  <a:pt x="0" y="3706563"/>
                  <a:pt x="64471" y="3642092"/>
                  <a:pt x="144000" y="3642092"/>
                </a:cubicBezTo>
                <a:lnTo>
                  <a:pt x="338578" y="3642092"/>
                </a:lnTo>
                <a:lnTo>
                  <a:pt x="338578" y="3557007"/>
                </a:lnTo>
                <a:cubicBezTo>
                  <a:pt x="338578" y="2988551"/>
                  <a:pt x="590352" y="2499674"/>
                  <a:pt x="951672" y="2284199"/>
                </a:cubicBezTo>
                <a:cubicBezTo>
                  <a:pt x="1026597" y="2195332"/>
                  <a:pt x="1008559" y="2142287"/>
                  <a:pt x="1012216" y="1995181"/>
                </a:cubicBezTo>
                <a:cubicBezTo>
                  <a:pt x="1001243" y="1843296"/>
                  <a:pt x="1013640" y="1774963"/>
                  <a:pt x="943195" y="1693402"/>
                </a:cubicBezTo>
                <a:cubicBezTo>
                  <a:pt x="584785" y="1476413"/>
                  <a:pt x="339300" y="978710"/>
                  <a:pt x="339300" y="413234"/>
                </a:cubicBezTo>
                <a:lnTo>
                  <a:pt x="339300" y="288000"/>
                </a:lnTo>
                <a:lnTo>
                  <a:pt x="144000" y="288000"/>
                </a:lnTo>
                <a:cubicBezTo>
                  <a:pt x="64471" y="288000"/>
                  <a:pt x="0" y="223529"/>
                  <a:pt x="0" y="144000"/>
                </a:cubicBezTo>
                <a:cubicBezTo>
                  <a:pt x="0" y="64471"/>
                  <a:pt x="64471" y="0"/>
                  <a:pt x="144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12" name="Rounded Rectangle 29">
            <a:extLst>
              <a:ext uri="{FF2B5EF4-FFF2-40B4-BE49-F238E27FC236}">
                <a16:creationId xmlns:a16="http://schemas.microsoft.com/office/drawing/2014/main" xmlns="" id="{05346340-4ECD-4190-9D10-617E3AEBF627}"/>
              </a:ext>
            </a:extLst>
          </p:cNvPr>
          <p:cNvSpPr/>
          <p:nvPr/>
        </p:nvSpPr>
        <p:spPr>
          <a:xfrm>
            <a:off x="4976960" y="3082326"/>
            <a:ext cx="255920" cy="233568"/>
          </a:xfrm>
          <a:custGeom>
            <a:avLst/>
            <a:gdLst/>
            <a:ahLst/>
            <a:cxnLst/>
            <a:rect l="l" t="t" r="r" b="b"/>
            <a:pathLst>
              <a:path w="3912285" h="3570584">
                <a:moveTo>
                  <a:pt x="1735286" y="1923802"/>
                </a:moveTo>
                <a:cubicBezTo>
                  <a:pt x="1696807" y="1923802"/>
                  <a:pt x="1665614" y="1954995"/>
                  <a:pt x="1665614" y="1993474"/>
                </a:cubicBezTo>
                <a:lnTo>
                  <a:pt x="1665614" y="2272151"/>
                </a:lnTo>
                <a:cubicBezTo>
                  <a:pt x="1665614" y="2310630"/>
                  <a:pt x="1696807" y="2341823"/>
                  <a:pt x="1735286" y="2341823"/>
                </a:cubicBezTo>
                <a:lnTo>
                  <a:pt x="2120746" y="2341823"/>
                </a:lnTo>
                <a:cubicBezTo>
                  <a:pt x="2159225" y="2341823"/>
                  <a:pt x="2190418" y="2310630"/>
                  <a:pt x="2190418" y="2272151"/>
                </a:cubicBezTo>
                <a:lnTo>
                  <a:pt x="2190418" y="1993474"/>
                </a:lnTo>
                <a:cubicBezTo>
                  <a:pt x="2190418" y="1954995"/>
                  <a:pt x="2159225" y="1923802"/>
                  <a:pt x="2120746" y="1923802"/>
                </a:cubicBezTo>
                <a:close/>
                <a:moveTo>
                  <a:pt x="1562868" y="288032"/>
                </a:moveTo>
                <a:cubicBezTo>
                  <a:pt x="1509767" y="288032"/>
                  <a:pt x="1466720" y="331079"/>
                  <a:pt x="1466720" y="384180"/>
                </a:cubicBezTo>
                <a:lnTo>
                  <a:pt x="1466720" y="665962"/>
                </a:lnTo>
                <a:lnTo>
                  <a:pt x="2398596" y="665962"/>
                </a:lnTo>
                <a:lnTo>
                  <a:pt x="2398596" y="384180"/>
                </a:lnTo>
                <a:cubicBezTo>
                  <a:pt x="2398596" y="331079"/>
                  <a:pt x="2355549" y="288032"/>
                  <a:pt x="2302448" y="288032"/>
                </a:cubicBezTo>
                <a:close/>
                <a:moveTo>
                  <a:pt x="1328618" y="0"/>
                </a:moveTo>
                <a:lnTo>
                  <a:pt x="2528746" y="0"/>
                </a:lnTo>
                <a:cubicBezTo>
                  <a:pt x="2614913" y="0"/>
                  <a:pt x="2684766" y="69853"/>
                  <a:pt x="2684766" y="156020"/>
                </a:cubicBezTo>
                <a:lnTo>
                  <a:pt x="2684766" y="665962"/>
                </a:lnTo>
                <a:lnTo>
                  <a:pt x="3428172" y="665962"/>
                </a:lnTo>
                <a:cubicBezTo>
                  <a:pt x="3695540" y="665962"/>
                  <a:pt x="3912285" y="882707"/>
                  <a:pt x="3912285" y="1150075"/>
                </a:cubicBezTo>
                <a:lnTo>
                  <a:pt x="3912285" y="2061141"/>
                </a:lnTo>
                <a:lnTo>
                  <a:pt x="2398595" y="2061141"/>
                </a:lnTo>
                <a:lnTo>
                  <a:pt x="2398595" y="2204482"/>
                </a:lnTo>
                <a:lnTo>
                  <a:pt x="3912285" y="2204482"/>
                </a:lnTo>
                <a:lnTo>
                  <a:pt x="3912285" y="3086471"/>
                </a:lnTo>
                <a:cubicBezTo>
                  <a:pt x="3912285" y="3353839"/>
                  <a:pt x="3695540" y="3570584"/>
                  <a:pt x="3428172" y="3570584"/>
                </a:cubicBezTo>
                <a:lnTo>
                  <a:pt x="484113" y="3570584"/>
                </a:lnTo>
                <a:cubicBezTo>
                  <a:pt x="216745" y="3570584"/>
                  <a:pt x="0" y="3353839"/>
                  <a:pt x="0" y="3086471"/>
                </a:cubicBezTo>
                <a:lnTo>
                  <a:pt x="0" y="2204482"/>
                </a:lnTo>
                <a:lnTo>
                  <a:pt x="1495037" y="2204482"/>
                </a:lnTo>
                <a:lnTo>
                  <a:pt x="1495037" y="2061141"/>
                </a:lnTo>
                <a:lnTo>
                  <a:pt x="0" y="2061141"/>
                </a:lnTo>
                <a:lnTo>
                  <a:pt x="0" y="1150075"/>
                </a:lnTo>
                <a:cubicBezTo>
                  <a:pt x="0" y="882707"/>
                  <a:pt x="216745" y="665962"/>
                  <a:pt x="484113" y="665962"/>
                </a:cubicBezTo>
                <a:lnTo>
                  <a:pt x="1172598" y="665962"/>
                </a:lnTo>
                <a:lnTo>
                  <a:pt x="1172598" y="156020"/>
                </a:lnTo>
                <a:cubicBezTo>
                  <a:pt x="1172598" y="69853"/>
                  <a:pt x="1242451" y="0"/>
                  <a:pt x="132861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13" name="Rounded Rectangle 24">
            <a:extLst>
              <a:ext uri="{FF2B5EF4-FFF2-40B4-BE49-F238E27FC236}">
                <a16:creationId xmlns:a16="http://schemas.microsoft.com/office/drawing/2014/main" xmlns="" id="{5B851CD9-EE4D-4B3A-846B-C2BD5016E878}"/>
              </a:ext>
            </a:extLst>
          </p:cNvPr>
          <p:cNvSpPr/>
          <p:nvPr/>
        </p:nvSpPr>
        <p:spPr>
          <a:xfrm>
            <a:off x="7128652" y="3102064"/>
            <a:ext cx="247162" cy="191240"/>
          </a:xfrm>
          <a:custGeom>
            <a:avLst/>
            <a:gdLst/>
            <a:ahLst/>
            <a:cxnLst/>
            <a:rect l="l" t="t" r="r" b="b"/>
            <a:pathLst>
              <a:path w="3960000" h="3064028">
                <a:moveTo>
                  <a:pt x="1955333" y="1285185"/>
                </a:moveTo>
                <a:cubicBezTo>
                  <a:pt x="2192176" y="1285185"/>
                  <a:pt x="2384176" y="1477185"/>
                  <a:pt x="2384176" y="1714028"/>
                </a:cubicBezTo>
                <a:cubicBezTo>
                  <a:pt x="2384176" y="1950871"/>
                  <a:pt x="2192176" y="2142871"/>
                  <a:pt x="1955333" y="2142871"/>
                </a:cubicBezTo>
                <a:cubicBezTo>
                  <a:pt x="1718490" y="2142871"/>
                  <a:pt x="1526490" y="1950871"/>
                  <a:pt x="1526490" y="1714028"/>
                </a:cubicBezTo>
                <a:cubicBezTo>
                  <a:pt x="1526490" y="1477185"/>
                  <a:pt x="1718490" y="1285185"/>
                  <a:pt x="1955333" y="1285185"/>
                </a:cubicBezTo>
                <a:close/>
                <a:moveTo>
                  <a:pt x="1955333" y="1074136"/>
                </a:moveTo>
                <a:cubicBezTo>
                  <a:pt x="1601930" y="1074136"/>
                  <a:pt x="1315441" y="1360625"/>
                  <a:pt x="1315441" y="1714028"/>
                </a:cubicBezTo>
                <a:cubicBezTo>
                  <a:pt x="1315441" y="2067431"/>
                  <a:pt x="1601930" y="2353920"/>
                  <a:pt x="1955333" y="2353920"/>
                </a:cubicBezTo>
                <a:cubicBezTo>
                  <a:pt x="2308736" y="2353920"/>
                  <a:pt x="2595225" y="2067431"/>
                  <a:pt x="2595225" y="1714028"/>
                </a:cubicBezTo>
                <a:cubicBezTo>
                  <a:pt x="2595225" y="1360625"/>
                  <a:pt x="2308736" y="1074136"/>
                  <a:pt x="1955333" y="1074136"/>
                </a:cubicBezTo>
                <a:close/>
                <a:moveTo>
                  <a:pt x="1955333" y="849503"/>
                </a:moveTo>
                <a:cubicBezTo>
                  <a:pt x="2432797" y="849503"/>
                  <a:pt x="2819858" y="1236564"/>
                  <a:pt x="2819858" y="1714028"/>
                </a:cubicBezTo>
                <a:cubicBezTo>
                  <a:pt x="2819858" y="2191492"/>
                  <a:pt x="2432797" y="2578553"/>
                  <a:pt x="1955333" y="2578553"/>
                </a:cubicBezTo>
                <a:cubicBezTo>
                  <a:pt x="1477869" y="2578553"/>
                  <a:pt x="1090808" y="2191492"/>
                  <a:pt x="1090808" y="1714028"/>
                </a:cubicBezTo>
                <a:cubicBezTo>
                  <a:pt x="1090808" y="1236564"/>
                  <a:pt x="1477869" y="849503"/>
                  <a:pt x="1955333" y="849503"/>
                </a:cubicBezTo>
                <a:close/>
                <a:moveTo>
                  <a:pt x="3253503" y="756254"/>
                </a:moveTo>
                <a:cubicBezTo>
                  <a:pt x="3162525" y="756254"/>
                  <a:pt x="3088773" y="830006"/>
                  <a:pt x="3088773" y="920984"/>
                </a:cubicBezTo>
                <a:cubicBezTo>
                  <a:pt x="3088773" y="1011962"/>
                  <a:pt x="3162525" y="1085714"/>
                  <a:pt x="3253503" y="1085714"/>
                </a:cubicBezTo>
                <a:cubicBezTo>
                  <a:pt x="3344481" y="1085714"/>
                  <a:pt x="3418233" y="1011962"/>
                  <a:pt x="3418233" y="920984"/>
                </a:cubicBezTo>
                <a:cubicBezTo>
                  <a:pt x="3418233" y="830006"/>
                  <a:pt x="3344481" y="756254"/>
                  <a:pt x="3253503" y="756254"/>
                </a:cubicBezTo>
                <a:close/>
                <a:moveTo>
                  <a:pt x="1955333" y="744677"/>
                </a:moveTo>
                <a:cubicBezTo>
                  <a:pt x="1419975" y="744677"/>
                  <a:pt x="985982" y="1178670"/>
                  <a:pt x="985982" y="1714028"/>
                </a:cubicBezTo>
                <a:cubicBezTo>
                  <a:pt x="985982" y="2249386"/>
                  <a:pt x="1419975" y="2683379"/>
                  <a:pt x="1955333" y="2683379"/>
                </a:cubicBezTo>
                <a:cubicBezTo>
                  <a:pt x="2490691" y="2683379"/>
                  <a:pt x="2924684" y="2249386"/>
                  <a:pt x="2924684" y="1714028"/>
                </a:cubicBezTo>
                <a:cubicBezTo>
                  <a:pt x="2924684" y="1178670"/>
                  <a:pt x="2490691" y="744677"/>
                  <a:pt x="1955333" y="744677"/>
                </a:cubicBezTo>
                <a:close/>
                <a:moveTo>
                  <a:pt x="1333922" y="0"/>
                </a:moveTo>
                <a:lnTo>
                  <a:pt x="2626078" y="0"/>
                </a:lnTo>
                <a:lnTo>
                  <a:pt x="2717085" y="364028"/>
                </a:lnTo>
                <a:lnTo>
                  <a:pt x="3699990" y="364028"/>
                </a:lnTo>
                <a:cubicBezTo>
                  <a:pt x="3843590" y="364028"/>
                  <a:pt x="3960000" y="480438"/>
                  <a:pt x="3960000" y="624038"/>
                </a:cubicBezTo>
                <a:lnTo>
                  <a:pt x="3960000" y="2804018"/>
                </a:lnTo>
                <a:cubicBezTo>
                  <a:pt x="3960000" y="2947618"/>
                  <a:pt x="3843590" y="3064028"/>
                  <a:pt x="3699990" y="3064028"/>
                </a:cubicBezTo>
                <a:lnTo>
                  <a:pt x="260010" y="3064028"/>
                </a:lnTo>
                <a:cubicBezTo>
                  <a:pt x="116410" y="3064028"/>
                  <a:pt x="0" y="2947618"/>
                  <a:pt x="0" y="2804018"/>
                </a:cubicBezTo>
                <a:lnTo>
                  <a:pt x="0" y="624038"/>
                </a:lnTo>
                <a:cubicBezTo>
                  <a:pt x="0" y="480438"/>
                  <a:pt x="116410" y="364028"/>
                  <a:pt x="260010" y="364028"/>
                </a:cubicBezTo>
                <a:lnTo>
                  <a:pt x="443165" y="364028"/>
                </a:lnTo>
                <a:lnTo>
                  <a:pt x="443165" y="237982"/>
                </a:lnTo>
                <a:cubicBezTo>
                  <a:pt x="443165" y="195266"/>
                  <a:pt x="477794" y="160637"/>
                  <a:pt x="520510" y="160637"/>
                </a:cubicBezTo>
                <a:lnTo>
                  <a:pt x="1049896" y="160637"/>
                </a:lnTo>
                <a:cubicBezTo>
                  <a:pt x="1092612" y="160637"/>
                  <a:pt x="1127241" y="195266"/>
                  <a:pt x="1127241" y="237982"/>
                </a:cubicBezTo>
                <a:lnTo>
                  <a:pt x="1127241" y="364028"/>
                </a:lnTo>
                <a:lnTo>
                  <a:pt x="1242915" y="36402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14" name="Oval 26">
            <a:extLst>
              <a:ext uri="{FF2B5EF4-FFF2-40B4-BE49-F238E27FC236}">
                <a16:creationId xmlns:a16="http://schemas.microsoft.com/office/drawing/2014/main" xmlns="" id="{63CD53FD-A754-4353-BB3F-BE7AC0E01FD2}"/>
              </a:ext>
            </a:extLst>
          </p:cNvPr>
          <p:cNvSpPr/>
          <p:nvPr/>
        </p:nvSpPr>
        <p:spPr>
          <a:xfrm>
            <a:off x="5101182" y="2145511"/>
            <a:ext cx="439759" cy="423521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5" name="Oval 27">
            <a:extLst>
              <a:ext uri="{FF2B5EF4-FFF2-40B4-BE49-F238E27FC236}">
                <a16:creationId xmlns:a16="http://schemas.microsoft.com/office/drawing/2014/main" xmlns="" id="{EF337779-2D06-43A0-8EE4-6D0A69C1599E}"/>
              </a:ext>
            </a:extLst>
          </p:cNvPr>
          <p:cNvSpPr/>
          <p:nvPr/>
        </p:nvSpPr>
        <p:spPr>
          <a:xfrm>
            <a:off x="5890907" y="2530051"/>
            <a:ext cx="439759" cy="423521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xmlns="" id="{FB61422B-C54B-4261-9111-DAB7F209F838}"/>
              </a:ext>
            </a:extLst>
          </p:cNvPr>
          <p:cNvSpPr/>
          <p:nvPr/>
        </p:nvSpPr>
        <p:spPr>
          <a:xfrm>
            <a:off x="7433165" y="3734976"/>
            <a:ext cx="439759" cy="423521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7" name="Oval 29">
            <a:extLst>
              <a:ext uri="{FF2B5EF4-FFF2-40B4-BE49-F238E27FC236}">
                <a16:creationId xmlns:a16="http://schemas.microsoft.com/office/drawing/2014/main" xmlns="" id="{CB9C8C1D-77A3-48BF-A7B0-ABC55E13092D}"/>
              </a:ext>
            </a:extLst>
          </p:cNvPr>
          <p:cNvSpPr/>
          <p:nvPr/>
        </p:nvSpPr>
        <p:spPr>
          <a:xfrm>
            <a:off x="4344586" y="3725474"/>
            <a:ext cx="439759" cy="423521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xmlns="" id="{06409046-2922-4690-9735-3FCDBDB7DD4F}"/>
              </a:ext>
            </a:extLst>
          </p:cNvPr>
          <p:cNvSpPr/>
          <p:nvPr/>
        </p:nvSpPr>
        <p:spPr>
          <a:xfrm rot="14270044">
            <a:off x="7533923" y="3830648"/>
            <a:ext cx="222882" cy="232173"/>
          </a:xfrm>
          <a:custGeom>
            <a:avLst/>
            <a:gdLst/>
            <a:ahLst/>
            <a:cxnLst/>
            <a:rect l="l" t="t" r="r" b="b"/>
            <a:pathLst>
              <a:path w="4088964" h="4259405">
                <a:moveTo>
                  <a:pt x="1480605" y="2231940"/>
                </a:moveTo>
                <a:lnTo>
                  <a:pt x="1199818" y="2044620"/>
                </a:lnTo>
                <a:lnTo>
                  <a:pt x="761621" y="2687221"/>
                </a:lnTo>
                <a:cubicBezTo>
                  <a:pt x="501536" y="2652619"/>
                  <a:pt x="265323" y="2467912"/>
                  <a:pt x="39127" y="2272940"/>
                </a:cubicBezTo>
                <a:cubicBezTo>
                  <a:pt x="-80639" y="2070133"/>
                  <a:pt x="269496" y="1743507"/>
                  <a:pt x="374515" y="1494038"/>
                </a:cubicBezTo>
                <a:lnTo>
                  <a:pt x="93728" y="1306717"/>
                </a:lnTo>
                <a:lnTo>
                  <a:pt x="1091841" y="1312633"/>
                </a:lnTo>
                <a:close/>
                <a:moveTo>
                  <a:pt x="2759566" y="226796"/>
                </a:moveTo>
                <a:cubicBezTo>
                  <a:pt x="2331051" y="377379"/>
                  <a:pt x="2150002" y="492309"/>
                  <a:pt x="1991062" y="643648"/>
                </a:cubicBezTo>
                <a:lnTo>
                  <a:pt x="1463599" y="1446568"/>
                </a:lnTo>
                <a:lnTo>
                  <a:pt x="610317" y="909936"/>
                </a:lnTo>
                <a:cubicBezTo>
                  <a:pt x="810411" y="627556"/>
                  <a:pt x="1020899" y="239191"/>
                  <a:pt x="1244930" y="61882"/>
                </a:cubicBezTo>
                <a:cubicBezTo>
                  <a:pt x="1491876" y="-75367"/>
                  <a:pt x="1697752" y="31605"/>
                  <a:pt x="2759566" y="226796"/>
                </a:cubicBezTo>
                <a:close/>
                <a:moveTo>
                  <a:pt x="1722488" y="3820535"/>
                </a:moveTo>
                <a:cubicBezTo>
                  <a:pt x="1376925" y="3801485"/>
                  <a:pt x="936112" y="3830060"/>
                  <a:pt x="666750" y="3734810"/>
                </a:cubicBezTo>
                <a:cubicBezTo>
                  <a:pt x="419100" y="3598835"/>
                  <a:pt x="400050" y="3367610"/>
                  <a:pt x="0" y="2364860"/>
                </a:cubicBezTo>
                <a:cubicBezTo>
                  <a:pt x="355600" y="2647435"/>
                  <a:pt x="549276" y="2739510"/>
                  <a:pt x="762000" y="2793485"/>
                </a:cubicBezTo>
                <a:lnTo>
                  <a:pt x="1722487" y="2812535"/>
                </a:lnTo>
                <a:close/>
                <a:moveTo>
                  <a:pt x="3605396" y="869465"/>
                </a:moveTo>
                <a:lnTo>
                  <a:pt x="3069019" y="1711228"/>
                </a:lnTo>
                <a:lnTo>
                  <a:pt x="2083849" y="1550906"/>
                </a:lnTo>
                <a:lnTo>
                  <a:pt x="2391902" y="1412941"/>
                </a:lnTo>
                <a:lnTo>
                  <a:pt x="2081217" y="699900"/>
                </a:lnTo>
                <a:cubicBezTo>
                  <a:pt x="2248971" y="498156"/>
                  <a:pt x="2531081" y="396532"/>
                  <a:pt x="2816547" y="308854"/>
                </a:cubicBezTo>
                <a:cubicBezTo>
                  <a:pt x="3051986" y="315439"/>
                  <a:pt x="3142075" y="785719"/>
                  <a:pt x="3297344" y="1007430"/>
                </a:cubicBezTo>
                <a:close/>
                <a:moveTo>
                  <a:pt x="3222215" y="3788662"/>
                </a:moveTo>
                <a:cubicBezTo>
                  <a:pt x="3089072" y="3954283"/>
                  <a:pt x="2662122" y="3869088"/>
                  <a:pt x="2413930" y="3921936"/>
                </a:cubicBezTo>
                <a:lnTo>
                  <a:pt x="2420658" y="4259405"/>
                </a:lnTo>
                <a:lnTo>
                  <a:pt x="1855155" y="3436926"/>
                </a:lnTo>
                <a:lnTo>
                  <a:pt x="2387428" y="2592563"/>
                </a:lnTo>
                <a:lnTo>
                  <a:pt x="2394156" y="2930032"/>
                </a:lnTo>
                <a:lnTo>
                  <a:pt x="3171906" y="2922431"/>
                </a:lnTo>
                <a:cubicBezTo>
                  <a:pt x="3292132" y="3155642"/>
                  <a:pt x="3275533" y="3455038"/>
                  <a:pt x="3244786" y="3752078"/>
                </a:cubicBezTo>
                <a:cubicBezTo>
                  <a:pt x="3238662" y="3765464"/>
                  <a:pt x="3231091" y="3777620"/>
                  <a:pt x="3222215" y="3788662"/>
                </a:cubicBezTo>
                <a:close/>
                <a:moveTo>
                  <a:pt x="3948285" y="2834020"/>
                </a:moveTo>
                <a:cubicBezTo>
                  <a:pt x="3833022" y="3018741"/>
                  <a:pt x="3639730" y="3281008"/>
                  <a:pt x="3342579" y="3731662"/>
                </a:cubicBezTo>
                <a:cubicBezTo>
                  <a:pt x="3371271" y="3278367"/>
                  <a:pt x="3336159" y="3066813"/>
                  <a:pt x="3258895" y="2861397"/>
                </a:cubicBezTo>
                <a:lnTo>
                  <a:pt x="2725671" y="2062291"/>
                </a:lnTo>
                <a:lnTo>
                  <a:pt x="3552883" y="1486284"/>
                </a:lnTo>
                <a:cubicBezTo>
                  <a:pt x="3734716" y="1780754"/>
                  <a:pt x="4010062" y="2126176"/>
                  <a:pt x="4085819" y="2401657"/>
                </a:cubicBezTo>
                <a:cubicBezTo>
                  <a:pt x="4100783" y="2542124"/>
                  <a:pt x="4063549" y="2649298"/>
                  <a:pt x="3948285" y="283402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19" name="Isosceles Triangle 22">
            <a:extLst>
              <a:ext uri="{FF2B5EF4-FFF2-40B4-BE49-F238E27FC236}">
                <a16:creationId xmlns:a16="http://schemas.microsoft.com/office/drawing/2014/main" xmlns="" id="{B0D68F57-BB06-40AE-A9CA-BCDCEA466CCB}"/>
              </a:ext>
            </a:extLst>
          </p:cNvPr>
          <p:cNvSpPr/>
          <p:nvPr/>
        </p:nvSpPr>
        <p:spPr>
          <a:xfrm rot="19800000">
            <a:off x="5200909" y="2237136"/>
            <a:ext cx="240308" cy="240267"/>
          </a:xfrm>
          <a:custGeom>
            <a:avLst/>
            <a:gdLst/>
            <a:ahLst/>
            <a:cxnLst/>
            <a:rect l="l" t="t" r="r" b="b"/>
            <a:pathLst>
              <a:path w="3948369" h="3947711">
                <a:moveTo>
                  <a:pt x="1024184" y="1327019"/>
                </a:moveTo>
                <a:cubicBezTo>
                  <a:pt x="953964" y="1286477"/>
                  <a:pt x="864174" y="1310536"/>
                  <a:pt x="823632" y="1380756"/>
                </a:cubicBezTo>
                <a:cubicBezTo>
                  <a:pt x="783091" y="1450976"/>
                  <a:pt x="807150" y="1540767"/>
                  <a:pt x="877370" y="1581308"/>
                </a:cubicBezTo>
                <a:cubicBezTo>
                  <a:pt x="947590" y="1621850"/>
                  <a:pt x="1037380" y="1597790"/>
                  <a:pt x="1077922" y="1527570"/>
                </a:cubicBezTo>
                <a:cubicBezTo>
                  <a:pt x="1118463" y="1457350"/>
                  <a:pt x="1094404" y="1367560"/>
                  <a:pt x="1024184" y="1327019"/>
                </a:cubicBezTo>
                <a:close/>
                <a:moveTo>
                  <a:pt x="3610643" y="2228121"/>
                </a:moveTo>
                <a:cubicBezTo>
                  <a:pt x="3600833" y="2220477"/>
                  <a:pt x="3589363" y="2214630"/>
                  <a:pt x="3576595" y="2211209"/>
                </a:cubicBezTo>
                <a:cubicBezTo>
                  <a:pt x="3525522" y="2197524"/>
                  <a:pt x="3473024" y="2227833"/>
                  <a:pt x="3459339" y="2278906"/>
                </a:cubicBezTo>
                <a:cubicBezTo>
                  <a:pt x="3445654" y="2329979"/>
                  <a:pt x="3475964" y="2382476"/>
                  <a:pt x="3527037" y="2396161"/>
                </a:cubicBezTo>
                <a:cubicBezTo>
                  <a:pt x="3578110" y="2409846"/>
                  <a:pt x="3630607" y="2379537"/>
                  <a:pt x="3644292" y="2328464"/>
                </a:cubicBezTo>
                <a:cubicBezTo>
                  <a:pt x="3654556" y="2290159"/>
                  <a:pt x="3640073" y="2251053"/>
                  <a:pt x="3610643" y="2228121"/>
                </a:cubicBezTo>
                <a:close/>
                <a:moveTo>
                  <a:pt x="3948369" y="2177025"/>
                </a:moveTo>
                <a:lnTo>
                  <a:pt x="3902391" y="2247588"/>
                </a:lnTo>
                <a:cubicBezTo>
                  <a:pt x="3840166" y="2207044"/>
                  <a:pt x="3769677" y="2184131"/>
                  <a:pt x="3697935" y="2180296"/>
                </a:cubicBezTo>
                <a:cubicBezTo>
                  <a:pt x="3737123" y="2226403"/>
                  <a:pt x="3753617" y="2290363"/>
                  <a:pt x="3736768" y="2353243"/>
                </a:cubicBezTo>
                <a:cubicBezTo>
                  <a:pt x="3709398" y="2455390"/>
                  <a:pt x="3604404" y="2516008"/>
                  <a:pt x="3502258" y="2488638"/>
                </a:cubicBezTo>
                <a:cubicBezTo>
                  <a:pt x="3400111" y="2461268"/>
                  <a:pt x="3339493" y="2356274"/>
                  <a:pt x="3366863" y="2254127"/>
                </a:cubicBezTo>
                <a:cubicBezTo>
                  <a:pt x="3381032" y="2201247"/>
                  <a:pt x="3416004" y="2159497"/>
                  <a:pt x="3460818" y="2135698"/>
                </a:cubicBezTo>
                <a:cubicBezTo>
                  <a:pt x="3436032" y="2129730"/>
                  <a:pt x="3409996" y="2129302"/>
                  <a:pt x="3383900" y="2133133"/>
                </a:cubicBezTo>
                <a:cubicBezTo>
                  <a:pt x="3331988" y="2140756"/>
                  <a:pt x="3285146" y="2164460"/>
                  <a:pt x="3249703" y="2200200"/>
                </a:cubicBezTo>
                <a:cubicBezTo>
                  <a:pt x="3299772" y="2410806"/>
                  <a:pt x="3262997" y="2663063"/>
                  <a:pt x="3111944" y="2983361"/>
                </a:cubicBezTo>
                <a:cubicBezTo>
                  <a:pt x="2900481" y="3337269"/>
                  <a:pt x="2604169" y="3479398"/>
                  <a:pt x="2264290" y="3473876"/>
                </a:cubicBezTo>
                <a:lnTo>
                  <a:pt x="1854414" y="3947711"/>
                </a:lnTo>
                <a:lnTo>
                  <a:pt x="1615515" y="3809782"/>
                </a:lnTo>
                <a:lnTo>
                  <a:pt x="1764774" y="3379707"/>
                </a:lnTo>
                <a:cubicBezTo>
                  <a:pt x="1587770" y="3319643"/>
                  <a:pt x="1405350" y="3232972"/>
                  <a:pt x="1221865" y="3127037"/>
                </a:cubicBezTo>
                <a:cubicBezTo>
                  <a:pt x="1120271" y="3068382"/>
                  <a:pt x="1025311" y="3004264"/>
                  <a:pt x="938291" y="2935309"/>
                </a:cubicBezTo>
                <a:lnTo>
                  <a:pt x="509476" y="3157353"/>
                </a:lnTo>
                <a:lnTo>
                  <a:pt x="247593" y="2999226"/>
                </a:lnTo>
                <a:lnTo>
                  <a:pt x="599626" y="2603610"/>
                </a:lnTo>
                <a:cubicBezTo>
                  <a:pt x="384783" y="2338553"/>
                  <a:pt x="289709" y="2193107"/>
                  <a:pt x="174176" y="1843897"/>
                </a:cubicBezTo>
                <a:lnTo>
                  <a:pt x="0" y="1381252"/>
                </a:lnTo>
                <a:lnTo>
                  <a:pt x="107522" y="1111013"/>
                </a:lnTo>
                <a:cubicBezTo>
                  <a:pt x="159316" y="1021302"/>
                  <a:pt x="259400" y="1099908"/>
                  <a:pt x="349113" y="1151702"/>
                </a:cubicBezTo>
                <a:lnTo>
                  <a:pt x="486246" y="1217020"/>
                </a:lnTo>
                <a:cubicBezTo>
                  <a:pt x="628225" y="1148493"/>
                  <a:pt x="768311" y="1094036"/>
                  <a:pt x="908721" y="1057007"/>
                </a:cubicBezTo>
                <a:cubicBezTo>
                  <a:pt x="1011476" y="947354"/>
                  <a:pt x="1021990" y="857768"/>
                  <a:pt x="976491" y="611195"/>
                </a:cubicBezTo>
                <a:cubicBezTo>
                  <a:pt x="1335325" y="817429"/>
                  <a:pt x="1326102" y="899150"/>
                  <a:pt x="1389221" y="1007976"/>
                </a:cubicBezTo>
                <a:cubicBezTo>
                  <a:pt x="1615807" y="1002289"/>
                  <a:pt x="1836555" y="1044211"/>
                  <a:pt x="2066828" y="1133629"/>
                </a:cubicBezTo>
                <a:cubicBezTo>
                  <a:pt x="2047082" y="1203277"/>
                  <a:pt x="2048342" y="1275855"/>
                  <a:pt x="2067080" y="1343672"/>
                </a:cubicBezTo>
                <a:cubicBezTo>
                  <a:pt x="2009772" y="1325329"/>
                  <a:pt x="1950048" y="1312156"/>
                  <a:pt x="1888409" y="1302802"/>
                </a:cubicBezTo>
                <a:lnTo>
                  <a:pt x="1831983" y="1466454"/>
                </a:lnTo>
                <a:cubicBezTo>
                  <a:pt x="2171713" y="1545279"/>
                  <a:pt x="2334158" y="1639067"/>
                  <a:pt x="2533793" y="1871644"/>
                </a:cubicBezTo>
                <a:lnTo>
                  <a:pt x="2655130" y="1752801"/>
                </a:lnTo>
                <a:cubicBezTo>
                  <a:pt x="2623271" y="1710443"/>
                  <a:pt x="2589631" y="1671169"/>
                  <a:pt x="2553401" y="1635762"/>
                </a:cubicBezTo>
                <a:cubicBezTo>
                  <a:pt x="2626342" y="1620812"/>
                  <a:pt x="2694472" y="1585039"/>
                  <a:pt x="2748239" y="1530606"/>
                </a:cubicBezTo>
                <a:cubicBezTo>
                  <a:pt x="2959801" y="1699876"/>
                  <a:pt x="3152007" y="1908367"/>
                  <a:pt x="3223775" y="2111154"/>
                </a:cubicBezTo>
                <a:cubicBezTo>
                  <a:pt x="3265103" y="2076949"/>
                  <a:pt x="3316077" y="2055387"/>
                  <a:pt x="3371292" y="2047279"/>
                </a:cubicBezTo>
                <a:cubicBezTo>
                  <a:pt x="3454199" y="2035105"/>
                  <a:pt x="3536665" y="2054733"/>
                  <a:pt x="3603728" y="2099347"/>
                </a:cubicBezTo>
                <a:cubicBezTo>
                  <a:pt x="3679156" y="2088543"/>
                  <a:pt x="3756158" y="2095770"/>
                  <a:pt x="3828792" y="2119628"/>
                </a:cubicBezTo>
                <a:cubicBezTo>
                  <a:pt x="3870454" y="2133311"/>
                  <a:pt x="3910678" y="2152466"/>
                  <a:pt x="3948369" y="2177025"/>
                </a:cubicBezTo>
                <a:close/>
                <a:moveTo>
                  <a:pt x="2661401" y="883270"/>
                </a:moveTo>
                <a:cubicBezTo>
                  <a:pt x="2838812" y="985699"/>
                  <a:pt x="2899598" y="1212554"/>
                  <a:pt x="2797170" y="1389966"/>
                </a:cubicBezTo>
                <a:cubicBezTo>
                  <a:pt x="2694741" y="1567377"/>
                  <a:pt x="2467885" y="1628163"/>
                  <a:pt x="2290474" y="1525735"/>
                </a:cubicBezTo>
                <a:cubicBezTo>
                  <a:pt x="2113063" y="1423306"/>
                  <a:pt x="2052277" y="1196450"/>
                  <a:pt x="2154705" y="1019039"/>
                </a:cubicBezTo>
                <a:cubicBezTo>
                  <a:pt x="2257134" y="841627"/>
                  <a:pt x="2483990" y="780842"/>
                  <a:pt x="2661401" y="883270"/>
                </a:cubicBezTo>
                <a:close/>
                <a:moveTo>
                  <a:pt x="2494139" y="49756"/>
                </a:moveTo>
                <a:cubicBezTo>
                  <a:pt x="2671551" y="152184"/>
                  <a:pt x="2732337" y="379040"/>
                  <a:pt x="2629908" y="556451"/>
                </a:cubicBezTo>
                <a:cubicBezTo>
                  <a:pt x="2527480" y="733863"/>
                  <a:pt x="2300624" y="794648"/>
                  <a:pt x="2123212" y="692220"/>
                </a:cubicBezTo>
                <a:cubicBezTo>
                  <a:pt x="1945801" y="589791"/>
                  <a:pt x="1885015" y="362936"/>
                  <a:pt x="1987444" y="185524"/>
                </a:cubicBezTo>
                <a:cubicBezTo>
                  <a:pt x="2089872" y="8113"/>
                  <a:pt x="2316728" y="-52673"/>
                  <a:pt x="2494139" y="497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xmlns="" id="{5535A37E-7AEC-4271-AC08-BCA4C947A346}"/>
              </a:ext>
            </a:extLst>
          </p:cNvPr>
          <p:cNvSpPr/>
          <p:nvPr/>
        </p:nvSpPr>
        <p:spPr>
          <a:xfrm>
            <a:off x="6006919" y="2638141"/>
            <a:ext cx="207739" cy="207340"/>
          </a:xfrm>
          <a:custGeom>
            <a:avLst/>
            <a:gdLst/>
            <a:ahLst/>
            <a:cxnLst/>
            <a:rect l="l" t="t" r="r" b="b"/>
            <a:pathLst>
              <a:path w="4020621" h="4012920">
                <a:moveTo>
                  <a:pt x="780213" y="3724888"/>
                </a:moveTo>
                <a:lnTo>
                  <a:pt x="2868445" y="3724888"/>
                </a:lnTo>
                <a:lnTo>
                  <a:pt x="2868445" y="4012920"/>
                </a:lnTo>
                <a:lnTo>
                  <a:pt x="780213" y="4012920"/>
                </a:lnTo>
                <a:close/>
                <a:moveTo>
                  <a:pt x="4020621" y="2152587"/>
                </a:moveTo>
                <a:lnTo>
                  <a:pt x="4020621" y="3448731"/>
                </a:lnTo>
                <a:lnTo>
                  <a:pt x="3903908" y="3386593"/>
                </a:lnTo>
                <a:lnTo>
                  <a:pt x="3903908" y="2214725"/>
                </a:lnTo>
                <a:close/>
                <a:moveTo>
                  <a:pt x="1582587" y="1544569"/>
                </a:moveTo>
                <a:cubicBezTo>
                  <a:pt x="1525677" y="1652847"/>
                  <a:pt x="1434945" y="1739939"/>
                  <a:pt x="1324158" y="1792547"/>
                </a:cubicBezTo>
                <a:lnTo>
                  <a:pt x="1790243" y="1792547"/>
                </a:lnTo>
                <a:cubicBezTo>
                  <a:pt x="1708293" y="1721838"/>
                  <a:pt x="1638004" y="1638154"/>
                  <a:pt x="1582587" y="1544569"/>
                </a:cubicBezTo>
                <a:close/>
                <a:moveTo>
                  <a:pt x="1238323" y="1312673"/>
                </a:moveTo>
                <a:cubicBezTo>
                  <a:pt x="1173622" y="1312673"/>
                  <a:pt x="1121172" y="1365123"/>
                  <a:pt x="1121172" y="1429824"/>
                </a:cubicBezTo>
                <a:cubicBezTo>
                  <a:pt x="1121172" y="1494525"/>
                  <a:pt x="1173622" y="1546975"/>
                  <a:pt x="1238323" y="1546975"/>
                </a:cubicBezTo>
                <a:cubicBezTo>
                  <a:pt x="1303024" y="1546975"/>
                  <a:pt x="1355474" y="1494525"/>
                  <a:pt x="1355474" y="1429824"/>
                </a:cubicBezTo>
                <a:cubicBezTo>
                  <a:pt x="1355474" y="1365123"/>
                  <a:pt x="1303024" y="1312673"/>
                  <a:pt x="1238323" y="1312673"/>
                </a:cubicBezTo>
                <a:close/>
                <a:moveTo>
                  <a:pt x="870057" y="1312673"/>
                </a:moveTo>
                <a:cubicBezTo>
                  <a:pt x="805356" y="1312673"/>
                  <a:pt x="752906" y="1365123"/>
                  <a:pt x="752906" y="1429824"/>
                </a:cubicBezTo>
                <a:cubicBezTo>
                  <a:pt x="752906" y="1494525"/>
                  <a:pt x="805356" y="1546975"/>
                  <a:pt x="870057" y="1546975"/>
                </a:cubicBezTo>
                <a:cubicBezTo>
                  <a:pt x="934758" y="1546975"/>
                  <a:pt x="987208" y="1494525"/>
                  <a:pt x="987208" y="1429824"/>
                </a:cubicBezTo>
                <a:cubicBezTo>
                  <a:pt x="987208" y="1365123"/>
                  <a:pt x="934758" y="1312673"/>
                  <a:pt x="870057" y="1312673"/>
                </a:cubicBezTo>
                <a:close/>
                <a:moveTo>
                  <a:pt x="2775838" y="1127627"/>
                </a:moveTo>
                <a:cubicBezTo>
                  <a:pt x="2666578" y="1127627"/>
                  <a:pt x="2578006" y="1216199"/>
                  <a:pt x="2578006" y="1325459"/>
                </a:cubicBezTo>
                <a:cubicBezTo>
                  <a:pt x="2578006" y="1434719"/>
                  <a:pt x="2666578" y="1523291"/>
                  <a:pt x="2775838" y="1523291"/>
                </a:cubicBezTo>
                <a:cubicBezTo>
                  <a:pt x="2885098" y="1523291"/>
                  <a:pt x="2973670" y="1434719"/>
                  <a:pt x="2973670" y="1325459"/>
                </a:cubicBezTo>
                <a:cubicBezTo>
                  <a:pt x="2973670" y="1216199"/>
                  <a:pt x="2885098" y="1127627"/>
                  <a:pt x="2775838" y="1127627"/>
                </a:cubicBezTo>
                <a:close/>
                <a:moveTo>
                  <a:pt x="2153949" y="1127627"/>
                </a:moveTo>
                <a:cubicBezTo>
                  <a:pt x="2044689" y="1127627"/>
                  <a:pt x="1956117" y="1216199"/>
                  <a:pt x="1956117" y="1325459"/>
                </a:cubicBezTo>
                <a:cubicBezTo>
                  <a:pt x="1956117" y="1434719"/>
                  <a:pt x="2044689" y="1523291"/>
                  <a:pt x="2153949" y="1523291"/>
                </a:cubicBezTo>
                <a:cubicBezTo>
                  <a:pt x="2263209" y="1523291"/>
                  <a:pt x="2351781" y="1434719"/>
                  <a:pt x="2351781" y="1325459"/>
                </a:cubicBezTo>
                <a:cubicBezTo>
                  <a:pt x="2351781" y="1216199"/>
                  <a:pt x="2263209" y="1127627"/>
                  <a:pt x="2153949" y="1127627"/>
                </a:cubicBezTo>
                <a:close/>
                <a:moveTo>
                  <a:pt x="1238323" y="956510"/>
                </a:moveTo>
                <a:cubicBezTo>
                  <a:pt x="1173622" y="956510"/>
                  <a:pt x="1121172" y="1008960"/>
                  <a:pt x="1121172" y="1073661"/>
                </a:cubicBezTo>
                <a:cubicBezTo>
                  <a:pt x="1121172" y="1138362"/>
                  <a:pt x="1173622" y="1190812"/>
                  <a:pt x="1238323" y="1190812"/>
                </a:cubicBezTo>
                <a:cubicBezTo>
                  <a:pt x="1303024" y="1190812"/>
                  <a:pt x="1355474" y="1138362"/>
                  <a:pt x="1355474" y="1073661"/>
                </a:cubicBezTo>
                <a:cubicBezTo>
                  <a:pt x="1355474" y="1008960"/>
                  <a:pt x="1303024" y="956510"/>
                  <a:pt x="1238323" y="956510"/>
                </a:cubicBezTo>
                <a:close/>
                <a:moveTo>
                  <a:pt x="870057" y="956510"/>
                </a:moveTo>
                <a:cubicBezTo>
                  <a:pt x="805356" y="956510"/>
                  <a:pt x="752906" y="1008960"/>
                  <a:pt x="752906" y="1073661"/>
                </a:cubicBezTo>
                <a:cubicBezTo>
                  <a:pt x="752906" y="1138362"/>
                  <a:pt x="805356" y="1190812"/>
                  <a:pt x="870057" y="1190812"/>
                </a:cubicBezTo>
                <a:cubicBezTo>
                  <a:pt x="934758" y="1190812"/>
                  <a:pt x="987208" y="1138362"/>
                  <a:pt x="987208" y="1073661"/>
                </a:cubicBezTo>
                <a:cubicBezTo>
                  <a:pt x="987208" y="1008960"/>
                  <a:pt x="934758" y="956510"/>
                  <a:pt x="870057" y="956510"/>
                </a:cubicBezTo>
                <a:close/>
                <a:moveTo>
                  <a:pt x="2775838" y="526176"/>
                </a:moveTo>
                <a:cubicBezTo>
                  <a:pt x="2666578" y="526176"/>
                  <a:pt x="2578006" y="614748"/>
                  <a:pt x="2578006" y="724008"/>
                </a:cubicBezTo>
                <a:cubicBezTo>
                  <a:pt x="2578006" y="833268"/>
                  <a:pt x="2666578" y="921840"/>
                  <a:pt x="2775838" y="921840"/>
                </a:cubicBezTo>
                <a:cubicBezTo>
                  <a:pt x="2885098" y="921840"/>
                  <a:pt x="2973670" y="833268"/>
                  <a:pt x="2973670" y="724008"/>
                </a:cubicBezTo>
                <a:cubicBezTo>
                  <a:pt x="2973670" y="614748"/>
                  <a:pt x="2885098" y="526176"/>
                  <a:pt x="2775838" y="526176"/>
                </a:cubicBezTo>
                <a:close/>
                <a:moveTo>
                  <a:pt x="2153949" y="526176"/>
                </a:moveTo>
                <a:cubicBezTo>
                  <a:pt x="2044689" y="526176"/>
                  <a:pt x="1956117" y="614748"/>
                  <a:pt x="1956117" y="724008"/>
                </a:cubicBezTo>
                <a:cubicBezTo>
                  <a:pt x="1956117" y="833268"/>
                  <a:pt x="2044689" y="921840"/>
                  <a:pt x="2153949" y="921840"/>
                </a:cubicBezTo>
                <a:cubicBezTo>
                  <a:pt x="2263209" y="921840"/>
                  <a:pt x="2351781" y="833268"/>
                  <a:pt x="2351781" y="724008"/>
                </a:cubicBezTo>
                <a:cubicBezTo>
                  <a:pt x="2351781" y="614748"/>
                  <a:pt x="2263209" y="526176"/>
                  <a:pt x="2153949" y="526176"/>
                </a:cubicBezTo>
                <a:close/>
                <a:moveTo>
                  <a:pt x="2464893" y="0"/>
                </a:moveTo>
                <a:cubicBezTo>
                  <a:pt x="3030837" y="0"/>
                  <a:pt x="3489626" y="458789"/>
                  <a:pt x="3489626" y="1024733"/>
                </a:cubicBezTo>
                <a:cubicBezTo>
                  <a:pt x="3489626" y="1442455"/>
                  <a:pt x="3239684" y="1801800"/>
                  <a:pt x="2880320" y="1959209"/>
                </a:cubicBezTo>
                <a:lnTo>
                  <a:pt x="2880320" y="2008571"/>
                </a:lnTo>
                <a:lnTo>
                  <a:pt x="3250857" y="2008571"/>
                </a:lnTo>
                <a:lnTo>
                  <a:pt x="3250857" y="2359970"/>
                </a:lnTo>
                <a:lnTo>
                  <a:pt x="3437294" y="2359970"/>
                </a:lnTo>
                <a:lnTo>
                  <a:pt x="3437294" y="2360694"/>
                </a:lnTo>
                <a:lnTo>
                  <a:pt x="3852060" y="2233461"/>
                </a:lnTo>
                <a:lnTo>
                  <a:pt x="3852060" y="3367858"/>
                </a:lnTo>
                <a:lnTo>
                  <a:pt x="3437294" y="3240624"/>
                </a:lnTo>
                <a:lnTo>
                  <a:pt x="3437294" y="3241349"/>
                </a:lnTo>
                <a:lnTo>
                  <a:pt x="3250857" y="3241349"/>
                </a:lnTo>
                <a:lnTo>
                  <a:pt x="3250857" y="3633063"/>
                </a:lnTo>
                <a:lnTo>
                  <a:pt x="298529" y="3633063"/>
                </a:lnTo>
                <a:lnTo>
                  <a:pt x="298529" y="2431730"/>
                </a:lnTo>
                <a:lnTo>
                  <a:pt x="0" y="2008571"/>
                </a:lnTo>
                <a:lnTo>
                  <a:pt x="298529" y="2008571"/>
                </a:lnTo>
                <a:lnTo>
                  <a:pt x="792088" y="2008571"/>
                </a:lnTo>
                <a:lnTo>
                  <a:pt x="792088" y="1796817"/>
                </a:lnTo>
                <a:cubicBezTo>
                  <a:pt x="587745" y="1700755"/>
                  <a:pt x="447370" y="1492642"/>
                  <a:pt x="447370" y="1251742"/>
                </a:cubicBezTo>
                <a:cubicBezTo>
                  <a:pt x="447370" y="916605"/>
                  <a:pt x="719053" y="644923"/>
                  <a:pt x="1054190" y="644923"/>
                </a:cubicBezTo>
                <a:cubicBezTo>
                  <a:pt x="1212753" y="644923"/>
                  <a:pt x="1357112" y="705740"/>
                  <a:pt x="1463939" y="806702"/>
                </a:cubicBezTo>
                <a:cubicBezTo>
                  <a:pt x="1563407" y="345444"/>
                  <a:pt x="1973809" y="0"/>
                  <a:pt x="246489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1" name="Rounded Rectangle 24">
            <a:extLst>
              <a:ext uri="{FF2B5EF4-FFF2-40B4-BE49-F238E27FC236}">
                <a16:creationId xmlns:a16="http://schemas.microsoft.com/office/drawing/2014/main" xmlns="" id="{3D42DF62-1F4A-4EE6-B92B-876E7ABF20AA}"/>
              </a:ext>
            </a:extLst>
          </p:cNvPr>
          <p:cNvSpPr>
            <a:spLocks noChangeAspect="1"/>
          </p:cNvSpPr>
          <p:nvPr/>
        </p:nvSpPr>
        <p:spPr>
          <a:xfrm>
            <a:off x="4465300" y="3863092"/>
            <a:ext cx="216204" cy="167287"/>
          </a:xfrm>
          <a:custGeom>
            <a:avLst/>
            <a:gdLst/>
            <a:ahLst/>
            <a:cxnLst/>
            <a:rect l="l" t="t" r="r" b="b"/>
            <a:pathLst>
              <a:path w="3960000" h="3064028">
                <a:moveTo>
                  <a:pt x="1955333" y="1285185"/>
                </a:moveTo>
                <a:cubicBezTo>
                  <a:pt x="2192176" y="1285185"/>
                  <a:pt x="2384176" y="1477185"/>
                  <a:pt x="2384176" y="1714028"/>
                </a:cubicBezTo>
                <a:cubicBezTo>
                  <a:pt x="2384176" y="1950871"/>
                  <a:pt x="2192176" y="2142871"/>
                  <a:pt x="1955333" y="2142871"/>
                </a:cubicBezTo>
                <a:cubicBezTo>
                  <a:pt x="1718490" y="2142871"/>
                  <a:pt x="1526490" y="1950871"/>
                  <a:pt x="1526490" y="1714028"/>
                </a:cubicBezTo>
                <a:cubicBezTo>
                  <a:pt x="1526490" y="1477185"/>
                  <a:pt x="1718490" y="1285185"/>
                  <a:pt x="1955333" y="1285185"/>
                </a:cubicBezTo>
                <a:close/>
                <a:moveTo>
                  <a:pt x="1955333" y="1074136"/>
                </a:moveTo>
                <a:cubicBezTo>
                  <a:pt x="1601930" y="1074136"/>
                  <a:pt x="1315441" y="1360625"/>
                  <a:pt x="1315441" y="1714028"/>
                </a:cubicBezTo>
                <a:cubicBezTo>
                  <a:pt x="1315441" y="2067431"/>
                  <a:pt x="1601930" y="2353920"/>
                  <a:pt x="1955333" y="2353920"/>
                </a:cubicBezTo>
                <a:cubicBezTo>
                  <a:pt x="2308736" y="2353920"/>
                  <a:pt x="2595225" y="2067431"/>
                  <a:pt x="2595225" y="1714028"/>
                </a:cubicBezTo>
                <a:cubicBezTo>
                  <a:pt x="2595225" y="1360625"/>
                  <a:pt x="2308736" y="1074136"/>
                  <a:pt x="1955333" y="1074136"/>
                </a:cubicBezTo>
                <a:close/>
                <a:moveTo>
                  <a:pt x="1955333" y="849503"/>
                </a:moveTo>
                <a:cubicBezTo>
                  <a:pt x="2432797" y="849503"/>
                  <a:pt x="2819858" y="1236564"/>
                  <a:pt x="2819858" y="1714028"/>
                </a:cubicBezTo>
                <a:cubicBezTo>
                  <a:pt x="2819858" y="2191492"/>
                  <a:pt x="2432797" y="2578553"/>
                  <a:pt x="1955333" y="2578553"/>
                </a:cubicBezTo>
                <a:cubicBezTo>
                  <a:pt x="1477869" y="2578553"/>
                  <a:pt x="1090808" y="2191492"/>
                  <a:pt x="1090808" y="1714028"/>
                </a:cubicBezTo>
                <a:cubicBezTo>
                  <a:pt x="1090808" y="1236564"/>
                  <a:pt x="1477869" y="849503"/>
                  <a:pt x="1955333" y="849503"/>
                </a:cubicBezTo>
                <a:close/>
                <a:moveTo>
                  <a:pt x="3253503" y="756254"/>
                </a:moveTo>
                <a:cubicBezTo>
                  <a:pt x="3162525" y="756254"/>
                  <a:pt x="3088773" y="830006"/>
                  <a:pt x="3088773" y="920984"/>
                </a:cubicBezTo>
                <a:cubicBezTo>
                  <a:pt x="3088773" y="1011962"/>
                  <a:pt x="3162525" y="1085714"/>
                  <a:pt x="3253503" y="1085714"/>
                </a:cubicBezTo>
                <a:cubicBezTo>
                  <a:pt x="3344481" y="1085714"/>
                  <a:pt x="3418233" y="1011962"/>
                  <a:pt x="3418233" y="920984"/>
                </a:cubicBezTo>
                <a:cubicBezTo>
                  <a:pt x="3418233" y="830006"/>
                  <a:pt x="3344481" y="756254"/>
                  <a:pt x="3253503" y="756254"/>
                </a:cubicBezTo>
                <a:close/>
                <a:moveTo>
                  <a:pt x="1955333" y="744677"/>
                </a:moveTo>
                <a:cubicBezTo>
                  <a:pt x="1419975" y="744677"/>
                  <a:pt x="985982" y="1178670"/>
                  <a:pt x="985982" y="1714028"/>
                </a:cubicBezTo>
                <a:cubicBezTo>
                  <a:pt x="985982" y="2249386"/>
                  <a:pt x="1419975" y="2683379"/>
                  <a:pt x="1955333" y="2683379"/>
                </a:cubicBezTo>
                <a:cubicBezTo>
                  <a:pt x="2490691" y="2683379"/>
                  <a:pt x="2924684" y="2249386"/>
                  <a:pt x="2924684" y="1714028"/>
                </a:cubicBezTo>
                <a:cubicBezTo>
                  <a:pt x="2924684" y="1178670"/>
                  <a:pt x="2490691" y="744677"/>
                  <a:pt x="1955333" y="744677"/>
                </a:cubicBezTo>
                <a:close/>
                <a:moveTo>
                  <a:pt x="1333922" y="0"/>
                </a:moveTo>
                <a:lnTo>
                  <a:pt x="2626078" y="0"/>
                </a:lnTo>
                <a:lnTo>
                  <a:pt x="2717085" y="364028"/>
                </a:lnTo>
                <a:lnTo>
                  <a:pt x="3699990" y="364028"/>
                </a:lnTo>
                <a:cubicBezTo>
                  <a:pt x="3843590" y="364028"/>
                  <a:pt x="3960000" y="480438"/>
                  <a:pt x="3960000" y="624038"/>
                </a:cubicBezTo>
                <a:lnTo>
                  <a:pt x="3960000" y="2804018"/>
                </a:lnTo>
                <a:cubicBezTo>
                  <a:pt x="3960000" y="2947618"/>
                  <a:pt x="3843590" y="3064028"/>
                  <a:pt x="3699990" y="3064028"/>
                </a:cubicBezTo>
                <a:lnTo>
                  <a:pt x="260010" y="3064028"/>
                </a:lnTo>
                <a:cubicBezTo>
                  <a:pt x="116410" y="3064028"/>
                  <a:pt x="0" y="2947618"/>
                  <a:pt x="0" y="2804018"/>
                </a:cubicBezTo>
                <a:lnTo>
                  <a:pt x="0" y="624038"/>
                </a:lnTo>
                <a:cubicBezTo>
                  <a:pt x="0" y="480438"/>
                  <a:pt x="116410" y="364028"/>
                  <a:pt x="260010" y="364028"/>
                </a:cubicBezTo>
                <a:lnTo>
                  <a:pt x="443165" y="364028"/>
                </a:lnTo>
                <a:lnTo>
                  <a:pt x="443165" y="237982"/>
                </a:lnTo>
                <a:cubicBezTo>
                  <a:pt x="443165" y="195266"/>
                  <a:pt x="477794" y="160637"/>
                  <a:pt x="520510" y="160637"/>
                </a:cubicBezTo>
                <a:lnTo>
                  <a:pt x="1049896" y="160637"/>
                </a:lnTo>
                <a:cubicBezTo>
                  <a:pt x="1092612" y="160637"/>
                  <a:pt x="1127241" y="195266"/>
                  <a:pt x="1127241" y="237982"/>
                </a:cubicBezTo>
                <a:lnTo>
                  <a:pt x="1127241" y="364028"/>
                </a:lnTo>
                <a:lnTo>
                  <a:pt x="1242915" y="36402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22" name="Oval 40">
            <a:extLst>
              <a:ext uri="{FF2B5EF4-FFF2-40B4-BE49-F238E27FC236}">
                <a16:creationId xmlns:a16="http://schemas.microsoft.com/office/drawing/2014/main" xmlns="" id="{698404E7-E3D8-41C4-8713-6D23C9674FFD}"/>
              </a:ext>
            </a:extLst>
          </p:cNvPr>
          <p:cNvSpPr/>
          <p:nvPr/>
        </p:nvSpPr>
        <p:spPr>
          <a:xfrm>
            <a:off x="7802961" y="3087637"/>
            <a:ext cx="439759" cy="45651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3" name="Oval 41">
            <a:extLst>
              <a:ext uri="{FF2B5EF4-FFF2-40B4-BE49-F238E27FC236}">
                <a16:creationId xmlns:a16="http://schemas.microsoft.com/office/drawing/2014/main" xmlns="" id="{1A3C2696-CF06-4045-8B81-EFC36829FD3F}"/>
              </a:ext>
            </a:extLst>
          </p:cNvPr>
          <p:cNvSpPr/>
          <p:nvPr/>
        </p:nvSpPr>
        <p:spPr>
          <a:xfrm>
            <a:off x="3919187" y="3120106"/>
            <a:ext cx="439759" cy="423521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xmlns="" id="{AC514622-C9DB-4473-825D-201070B723DE}"/>
              </a:ext>
            </a:extLst>
          </p:cNvPr>
          <p:cNvSpPr>
            <a:spLocks/>
          </p:cNvSpPr>
          <p:nvPr/>
        </p:nvSpPr>
        <p:spPr>
          <a:xfrm>
            <a:off x="4019723" y="3227081"/>
            <a:ext cx="238688" cy="238688"/>
          </a:xfrm>
          <a:custGeom>
            <a:avLst/>
            <a:gdLst/>
            <a:ahLst/>
            <a:cxnLst/>
            <a:rect l="l" t="t" r="r" b="b"/>
            <a:pathLst>
              <a:path w="3960440" h="3960000">
                <a:moveTo>
                  <a:pt x="1588743" y="1414211"/>
                </a:moveTo>
                <a:cubicBezTo>
                  <a:pt x="1540407" y="1411706"/>
                  <a:pt x="1506842" y="1440258"/>
                  <a:pt x="1506842" y="1478573"/>
                </a:cubicBezTo>
                <a:lnTo>
                  <a:pt x="1506842" y="2462752"/>
                </a:lnTo>
                <a:cubicBezTo>
                  <a:pt x="1506842" y="2484086"/>
                  <a:pt x="1516471" y="2503171"/>
                  <a:pt x="1532201" y="2515206"/>
                </a:cubicBezTo>
                <a:cubicBezTo>
                  <a:pt x="1552351" y="2541621"/>
                  <a:pt x="1589483" y="2548946"/>
                  <a:pt x="1619199" y="2531790"/>
                </a:cubicBezTo>
                <a:lnTo>
                  <a:pt x="2471524" y="2039700"/>
                </a:lnTo>
                <a:cubicBezTo>
                  <a:pt x="2509339" y="2017643"/>
                  <a:pt x="2509577" y="1945490"/>
                  <a:pt x="2464719" y="1913406"/>
                </a:cubicBezTo>
                <a:cubicBezTo>
                  <a:pt x="2315501" y="1808322"/>
                  <a:pt x="1748389" y="1486683"/>
                  <a:pt x="1588743" y="1414211"/>
                </a:cubicBezTo>
                <a:close/>
                <a:moveTo>
                  <a:pt x="1982320" y="904379"/>
                </a:moveTo>
                <a:cubicBezTo>
                  <a:pt x="2575020" y="904379"/>
                  <a:pt x="3055498" y="1384857"/>
                  <a:pt x="3055498" y="1977557"/>
                </a:cubicBezTo>
                <a:cubicBezTo>
                  <a:pt x="3055498" y="2570257"/>
                  <a:pt x="2575020" y="3050735"/>
                  <a:pt x="1982320" y="3050735"/>
                </a:cubicBezTo>
                <a:cubicBezTo>
                  <a:pt x="1389620" y="3050735"/>
                  <a:pt x="909142" y="2570257"/>
                  <a:pt x="909142" y="1977557"/>
                </a:cubicBezTo>
                <a:cubicBezTo>
                  <a:pt x="909142" y="1384857"/>
                  <a:pt x="1389620" y="904379"/>
                  <a:pt x="1982320" y="904379"/>
                </a:cubicBezTo>
                <a:close/>
                <a:moveTo>
                  <a:pt x="1982320" y="537397"/>
                </a:moveTo>
                <a:cubicBezTo>
                  <a:pt x="1186942" y="537397"/>
                  <a:pt x="542160" y="1182179"/>
                  <a:pt x="542160" y="1977557"/>
                </a:cubicBezTo>
                <a:cubicBezTo>
                  <a:pt x="542160" y="2772935"/>
                  <a:pt x="1186942" y="3417717"/>
                  <a:pt x="1982320" y="3417717"/>
                </a:cubicBezTo>
                <a:cubicBezTo>
                  <a:pt x="2777698" y="3417717"/>
                  <a:pt x="3422480" y="2772935"/>
                  <a:pt x="3422480" y="1977557"/>
                </a:cubicBezTo>
                <a:cubicBezTo>
                  <a:pt x="3422480" y="1182179"/>
                  <a:pt x="2777698" y="537397"/>
                  <a:pt x="1982320" y="537397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25" name="Freeform 39">
            <a:extLst>
              <a:ext uri="{FF2B5EF4-FFF2-40B4-BE49-F238E27FC236}">
                <a16:creationId xmlns:a16="http://schemas.microsoft.com/office/drawing/2014/main" xmlns="" id="{91C5DB62-8995-4A38-A7D8-C15CC1658AB6}"/>
              </a:ext>
            </a:extLst>
          </p:cNvPr>
          <p:cNvSpPr>
            <a:spLocks noChangeAspect="1"/>
          </p:cNvSpPr>
          <p:nvPr/>
        </p:nvSpPr>
        <p:spPr>
          <a:xfrm rot="8580000">
            <a:off x="7903179" y="3193705"/>
            <a:ext cx="239324" cy="238687"/>
          </a:xfrm>
          <a:custGeom>
            <a:avLst/>
            <a:gdLst/>
            <a:ahLst/>
            <a:cxnLst/>
            <a:rect l="l" t="t" r="r" b="b"/>
            <a:pathLst>
              <a:path w="3872365" h="3862045">
                <a:moveTo>
                  <a:pt x="1786489" y="808318"/>
                </a:moveTo>
                <a:cubicBezTo>
                  <a:pt x="1525809" y="610106"/>
                  <a:pt x="1257124" y="397966"/>
                  <a:pt x="1040385" y="230829"/>
                </a:cubicBezTo>
                <a:cubicBezTo>
                  <a:pt x="1905215" y="-194386"/>
                  <a:pt x="2650439" y="24572"/>
                  <a:pt x="3162062" y="429660"/>
                </a:cubicBezTo>
                <a:cubicBezTo>
                  <a:pt x="3007351" y="875340"/>
                  <a:pt x="2905932" y="1443216"/>
                  <a:pt x="2745609" y="1410478"/>
                </a:cubicBezTo>
                <a:cubicBezTo>
                  <a:pt x="2633182" y="1430335"/>
                  <a:pt x="2220955" y="1138671"/>
                  <a:pt x="1786489" y="808318"/>
                </a:cubicBezTo>
                <a:close/>
                <a:moveTo>
                  <a:pt x="2701004" y="2590217"/>
                </a:moveTo>
                <a:cubicBezTo>
                  <a:pt x="2682933" y="2576481"/>
                  <a:pt x="2672282" y="2559744"/>
                  <a:pt x="2670336" y="2539383"/>
                </a:cubicBezTo>
                <a:cubicBezTo>
                  <a:pt x="2587360" y="2376647"/>
                  <a:pt x="3042640" y="1246798"/>
                  <a:pt x="3299881" y="563773"/>
                </a:cubicBezTo>
                <a:cubicBezTo>
                  <a:pt x="3959368" y="1266493"/>
                  <a:pt x="3967860" y="2043171"/>
                  <a:pt x="3730056" y="2650875"/>
                </a:cubicBezTo>
                <a:cubicBezTo>
                  <a:pt x="3317547" y="2635434"/>
                  <a:pt x="2827499" y="2686366"/>
                  <a:pt x="2701004" y="2590217"/>
                </a:cubicBezTo>
                <a:close/>
                <a:moveTo>
                  <a:pt x="19691" y="2248546"/>
                </a:moveTo>
                <a:cubicBezTo>
                  <a:pt x="-100797" y="1292396"/>
                  <a:pt x="348853" y="659059"/>
                  <a:pt x="898439" y="307194"/>
                </a:cubicBezTo>
                <a:cubicBezTo>
                  <a:pt x="1269469" y="598575"/>
                  <a:pt x="1773388" y="879352"/>
                  <a:pt x="1690237" y="1020281"/>
                </a:cubicBezTo>
                <a:cubicBezTo>
                  <a:pt x="1661713" y="1200709"/>
                  <a:pt x="629275" y="1847170"/>
                  <a:pt x="19691" y="2248546"/>
                </a:cubicBezTo>
                <a:close/>
                <a:moveTo>
                  <a:pt x="1805382" y="3858278"/>
                </a:moveTo>
                <a:cubicBezTo>
                  <a:pt x="1676483" y="3404460"/>
                  <a:pt x="1433840" y="2881111"/>
                  <a:pt x="1583946" y="2815971"/>
                </a:cubicBezTo>
                <a:cubicBezTo>
                  <a:pt x="1713076" y="2686769"/>
                  <a:pt x="2928316" y="2770622"/>
                  <a:pt x="3657403" y="2804207"/>
                </a:cubicBezTo>
                <a:cubicBezTo>
                  <a:pt x="3192869" y="3648569"/>
                  <a:pt x="2456828" y="3896652"/>
                  <a:pt x="1805382" y="3858278"/>
                </a:cubicBezTo>
                <a:close/>
                <a:moveTo>
                  <a:pt x="762284" y="3480575"/>
                </a:moveTo>
                <a:cubicBezTo>
                  <a:pt x="380940" y="3198297"/>
                  <a:pt x="161300" y="2806810"/>
                  <a:pt x="58293" y="2412172"/>
                </a:cubicBezTo>
                <a:cubicBezTo>
                  <a:pt x="450067" y="2149344"/>
                  <a:pt x="872820" y="1756853"/>
                  <a:pt x="981158" y="1879484"/>
                </a:cubicBezTo>
                <a:cubicBezTo>
                  <a:pt x="1143940" y="1962367"/>
                  <a:pt x="1439720" y="3144041"/>
                  <a:pt x="1633080" y="3847823"/>
                </a:cubicBezTo>
                <a:cubicBezTo>
                  <a:pt x="1278110" y="3779994"/>
                  <a:pt x="991090" y="3649942"/>
                  <a:pt x="762284" y="348057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26" name="Oval 42">
            <a:extLst>
              <a:ext uri="{FF2B5EF4-FFF2-40B4-BE49-F238E27FC236}">
                <a16:creationId xmlns:a16="http://schemas.microsoft.com/office/drawing/2014/main" xmlns="" id="{380601EA-3E5C-467C-8736-424233C8F019}"/>
              </a:ext>
            </a:extLst>
          </p:cNvPr>
          <p:cNvSpPr/>
          <p:nvPr/>
        </p:nvSpPr>
        <p:spPr>
          <a:xfrm>
            <a:off x="5890908" y="3189863"/>
            <a:ext cx="439759" cy="45651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7" name="Oval 43">
            <a:extLst>
              <a:ext uri="{FF2B5EF4-FFF2-40B4-BE49-F238E27FC236}">
                <a16:creationId xmlns:a16="http://schemas.microsoft.com/office/drawing/2014/main" xmlns="" id="{510A45FC-5210-44C6-9906-836AFEB6F0A0}"/>
              </a:ext>
            </a:extLst>
          </p:cNvPr>
          <p:cNvSpPr/>
          <p:nvPr/>
        </p:nvSpPr>
        <p:spPr>
          <a:xfrm>
            <a:off x="5067467" y="3590362"/>
            <a:ext cx="439759" cy="423521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8" name="Oval 44">
            <a:extLst>
              <a:ext uri="{FF2B5EF4-FFF2-40B4-BE49-F238E27FC236}">
                <a16:creationId xmlns:a16="http://schemas.microsoft.com/office/drawing/2014/main" xmlns="" id="{05EE87F1-2857-4D01-9C27-C57D0C9D65E8}"/>
              </a:ext>
            </a:extLst>
          </p:cNvPr>
          <p:cNvSpPr/>
          <p:nvPr/>
        </p:nvSpPr>
        <p:spPr>
          <a:xfrm>
            <a:off x="6741981" y="3573865"/>
            <a:ext cx="439759" cy="45651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9" name="Rounded Rectangle 7">
            <a:extLst>
              <a:ext uri="{FF2B5EF4-FFF2-40B4-BE49-F238E27FC236}">
                <a16:creationId xmlns:a16="http://schemas.microsoft.com/office/drawing/2014/main" xmlns="" id="{91D7DFA8-ED17-4441-9739-69220C018F3D}"/>
              </a:ext>
            </a:extLst>
          </p:cNvPr>
          <p:cNvSpPr>
            <a:spLocks noChangeAspect="1"/>
          </p:cNvSpPr>
          <p:nvPr/>
        </p:nvSpPr>
        <p:spPr>
          <a:xfrm>
            <a:off x="5167990" y="3682779"/>
            <a:ext cx="238715" cy="238688"/>
          </a:xfrm>
          <a:custGeom>
            <a:avLst/>
            <a:gdLst/>
            <a:ahLst/>
            <a:cxnLst/>
            <a:rect l="l" t="t" r="r" b="b"/>
            <a:pathLst>
              <a:path w="3960440" h="3960000">
                <a:moveTo>
                  <a:pt x="2764687" y="782779"/>
                </a:moveTo>
                <a:cubicBezTo>
                  <a:pt x="2512183" y="782779"/>
                  <a:pt x="2307488" y="987475"/>
                  <a:pt x="2307487" y="1239980"/>
                </a:cubicBezTo>
                <a:cubicBezTo>
                  <a:pt x="2307487" y="1241985"/>
                  <a:pt x="2307500" y="1243987"/>
                  <a:pt x="2308092" y="1245978"/>
                </a:cubicBezTo>
                <a:lnTo>
                  <a:pt x="1570677" y="1632536"/>
                </a:lnTo>
                <a:cubicBezTo>
                  <a:pt x="1488749" y="1552118"/>
                  <a:pt x="1376387" y="1502860"/>
                  <a:pt x="1252520" y="1502859"/>
                </a:cubicBezTo>
                <a:cubicBezTo>
                  <a:pt x="1000014" y="1502859"/>
                  <a:pt x="795319" y="1707555"/>
                  <a:pt x="795319" y="1960060"/>
                </a:cubicBezTo>
                <a:cubicBezTo>
                  <a:pt x="795319" y="2212565"/>
                  <a:pt x="1000014" y="2417260"/>
                  <a:pt x="1252520" y="2417260"/>
                </a:cubicBezTo>
                <a:cubicBezTo>
                  <a:pt x="1361432" y="2417260"/>
                  <a:pt x="1461449" y="2379178"/>
                  <a:pt x="1538674" y="2313987"/>
                </a:cubicBezTo>
                <a:lnTo>
                  <a:pt x="2308734" y="2717656"/>
                </a:lnTo>
                <a:cubicBezTo>
                  <a:pt x="2314220" y="2964461"/>
                  <a:pt x="2516327" y="3162492"/>
                  <a:pt x="2764688" y="3162492"/>
                </a:cubicBezTo>
                <a:cubicBezTo>
                  <a:pt x="3017192" y="3162492"/>
                  <a:pt x="3221888" y="2957797"/>
                  <a:pt x="3221887" y="2705292"/>
                </a:cubicBezTo>
                <a:cubicBezTo>
                  <a:pt x="3221887" y="2452786"/>
                  <a:pt x="3017192" y="2248092"/>
                  <a:pt x="2764688" y="2248092"/>
                </a:cubicBezTo>
                <a:cubicBezTo>
                  <a:pt x="2638870" y="2248092"/>
                  <a:pt x="2524924" y="2298913"/>
                  <a:pt x="2442337" y="2381228"/>
                </a:cubicBezTo>
                <a:lnTo>
                  <a:pt x="1706164" y="1995322"/>
                </a:lnTo>
                <a:lnTo>
                  <a:pt x="1709074" y="1966451"/>
                </a:lnTo>
                <a:lnTo>
                  <a:pt x="2455698" y="1575067"/>
                </a:lnTo>
                <a:cubicBezTo>
                  <a:pt x="2536225" y="1651261"/>
                  <a:pt x="2645094" y="1697180"/>
                  <a:pt x="2764687" y="1697179"/>
                </a:cubicBezTo>
                <a:cubicBezTo>
                  <a:pt x="3017193" y="1697180"/>
                  <a:pt x="3221887" y="1492485"/>
                  <a:pt x="3221888" y="1239980"/>
                </a:cubicBezTo>
                <a:cubicBezTo>
                  <a:pt x="3221887" y="987475"/>
                  <a:pt x="3017193" y="782779"/>
                  <a:pt x="2764687" y="782779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30" name="Donut 6">
            <a:extLst>
              <a:ext uri="{FF2B5EF4-FFF2-40B4-BE49-F238E27FC236}">
                <a16:creationId xmlns:a16="http://schemas.microsoft.com/office/drawing/2014/main" xmlns="" id="{74E97114-1E28-46E3-810F-CAB23E031C0A}"/>
              </a:ext>
            </a:extLst>
          </p:cNvPr>
          <p:cNvSpPr>
            <a:spLocks noChangeAspect="1"/>
          </p:cNvSpPr>
          <p:nvPr/>
        </p:nvSpPr>
        <p:spPr>
          <a:xfrm>
            <a:off x="6856564" y="3682779"/>
            <a:ext cx="238688" cy="238688"/>
          </a:xfrm>
          <a:custGeom>
            <a:avLst/>
            <a:gdLst/>
            <a:ahLst/>
            <a:cxnLst/>
            <a:rect l="l" t="t" r="r" b="b"/>
            <a:pathLst>
              <a:path w="3960000" h="3960000">
                <a:moveTo>
                  <a:pt x="1980000" y="1260000"/>
                </a:moveTo>
                <a:cubicBezTo>
                  <a:pt x="2377645" y="1260000"/>
                  <a:pt x="2700000" y="1582355"/>
                  <a:pt x="2700000" y="1980000"/>
                </a:cubicBezTo>
                <a:cubicBezTo>
                  <a:pt x="2700000" y="2377645"/>
                  <a:pt x="2377645" y="2700000"/>
                  <a:pt x="1980000" y="2700000"/>
                </a:cubicBezTo>
                <a:cubicBezTo>
                  <a:pt x="1582355" y="2700000"/>
                  <a:pt x="1260000" y="2377645"/>
                  <a:pt x="1260000" y="1980000"/>
                </a:cubicBezTo>
                <a:cubicBezTo>
                  <a:pt x="1260000" y="1582355"/>
                  <a:pt x="1582355" y="1260000"/>
                  <a:pt x="1980000" y="1260000"/>
                </a:cubicBezTo>
                <a:close/>
                <a:moveTo>
                  <a:pt x="2490424" y="1258488"/>
                </a:moveTo>
                <a:lnTo>
                  <a:pt x="3822407" y="1258488"/>
                </a:lnTo>
                <a:cubicBezTo>
                  <a:pt x="3911854" y="1481555"/>
                  <a:pt x="3960000" y="1725155"/>
                  <a:pt x="3960000" y="1980000"/>
                </a:cubicBezTo>
                <a:cubicBezTo>
                  <a:pt x="3960000" y="3073524"/>
                  <a:pt x="3073524" y="3960000"/>
                  <a:pt x="1980000" y="3960000"/>
                </a:cubicBezTo>
                <a:lnTo>
                  <a:pt x="1852759" y="3953575"/>
                </a:lnTo>
                <a:lnTo>
                  <a:pt x="2729076" y="2455486"/>
                </a:lnTo>
                <a:lnTo>
                  <a:pt x="2726868" y="2454194"/>
                </a:lnTo>
                <a:cubicBezTo>
                  <a:pt x="2814857" y="2317465"/>
                  <a:pt x="2865416" y="2154637"/>
                  <a:pt x="2865416" y="1980000"/>
                </a:cubicBezTo>
                <a:cubicBezTo>
                  <a:pt x="2865416" y="1681504"/>
                  <a:pt x="2717708" y="1417508"/>
                  <a:pt x="2490424" y="1258488"/>
                </a:cubicBezTo>
                <a:close/>
                <a:moveTo>
                  <a:pt x="334727" y="878603"/>
                </a:moveTo>
                <a:lnTo>
                  <a:pt x="1154753" y="2298930"/>
                </a:lnTo>
                <a:cubicBezTo>
                  <a:pt x="1281989" y="2630497"/>
                  <a:pt x="1603560" y="2865416"/>
                  <a:pt x="1980000" y="2865416"/>
                </a:cubicBezTo>
                <a:cubicBezTo>
                  <a:pt x="2123408" y="2865416"/>
                  <a:pt x="2258854" y="2831322"/>
                  <a:pt x="2378271" y="2770003"/>
                </a:cubicBezTo>
                <a:lnTo>
                  <a:pt x="1695481" y="3937251"/>
                </a:lnTo>
                <a:cubicBezTo>
                  <a:pt x="736579" y="3801546"/>
                  <a:pt x="0" y="2976792"/>
                  <a:pt x="0" y="1980000"/>
                </a:cubicBezTo>
                <a:cubicBezTo>
                  <a:pt x="0" y="1572291"/>
                  <a:pt x="123228" y="1193364"/>
                  <a:pt x="334727" y="878603"/>
                </a:cubicBezTo>
                <a:close/>
                <a:moveTo>
                  <a:pt x="1980000" y="0"/>
                </a:moveTo>
                <a:cubicBezTo>
                  <a:pt x="2762762" y="0"/>
                  <a:pt x="3439434" y="454224"/>
                  <a:pt x="3758731" y="1114488"/>
                </a:cubicBezTo>
                <a:lnTo>
                  <a:pt x="2165892" y="1114488"/>
                </a:lnTo>
                <a:cubicBezTo>
                  <a:pt x="2106002" y="1101330"/>
                  <a:pt x="2043789" y="1094584"/>
                  <a:pt x="1980000" y="1094584"/>
                </a:cubicBezTo>
                <a:cubicBezTo>
                  <a:pt x="1916211" y="1094584"/>
                  <a:pt x="1853998" y="1101330"/>
                  <a:pt x="1794108" y="1114488"/>
                </a:cubicBezTo>
                <a:lnTo>
                  <a:pt x="1774506" y="1114488"/>
                </a:lnTo>
                <a:lnTo>
                  <a:pt x="1774506" y="1119528"/>
                </a:lnTo>
                <a:cubicBezTo>
                  <a:pt x="1405645" y="1206316"/>
                  <a:pt x="1126346" y="1524537"/>
                  <a:pt x="1097987" y="1912608"/>
                </a:cubicBezTo>
                <a:lnTo>
                  <a:pt x="428214" y="752526"/>
                </a:lnTo>
                <a:cubicBezTo>
                  <a:pt x="789694" y="293724"/>
                  <a:pt x="1350545" y="0"/>
                  <a:pt x="198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31" name="Rounded Rectangle 9">
            <a:extLst>
              <a:ext uri="{FF2B5EF4-FFF2-40B4-BE49-F238E27FC236}">
                <a16:creationId xmlns:a16="http://schemas.microsoft.com/office/drawing/2014/main" xmlns="" id="{638966BF-8ECC-4AFA-9DC0-9ABAF669A501}"/>
              </a:ext>
            </a:extLst>
          </p:cNvPr>
          <p:cNvSpPr>
            <a:spLocks/>
          </p:cNvSpPr>
          <p:nvPr/>
        </p:nvSpPr>
        <p:spPr>
          <a:xfrm>
            <a:off x="5991443" y="3303949"/>
            <a:ext cx="238688" cy="238688"/>
          </a:xfrm>
          <a:custGeom>
            <a:avLst/>
            <a:gdLst/>
            <a:ahLst/>
            <a:cxnLst/>
            <a:rect l="l" t="t" r="r" b="b"/>
            <a:pathLst>
              <a:path w="3960440" h="3960000">
                <a:moveTo>
                  <a:pt x="1588743" y="1414211"/>
                </a:moveTo>
                <a:cubicBezTo>
                  <a:pt x="1540407" y="1411706"/>
                  <a:pt x="1506842" y="1440258"/>
                  <a:pt x="1506842" y="1478573"/>
                </a:cubicBezTo>
                <a:lnTo>
                  <a:pt x="1506842" y="2462752"/>
                </a:lnTo>
                <a:cubicBezTo>
                  <a:pt x="1506842" y="2484086"/>
                  <a:pt x="1516471" y="2503171"/>
                  <a:pt x="1532201" y="2515206"/>
                </a:cubicBezTo>
                <a:cubicBezTo>
                  <a:pt x="1552351" y="2541621"/>
                  <a:pt x="1589483" y="2548946"/>
                  <a:pt x="1619199" y="2531790"/>
                </a:cubicBezTo>
                <a:lnTo>
                  <a:pt x="2471524" y="2039700"/>
                </a:lnTo>
                <a:cubicBezTo>
                  <a:pt x="2509339" y="2017643"/>
                  <a:pt x="2509577" y="1945490"/>
                  <a:pt x="2464719" y="1913406"/>
                </a:cubicBezTo>
                <a:cubicBezTo>
                  <a:pt x="2315501" y="1808322"/>
                  <a:pt x="1748389" y="1486683"/>
                  <a:pt x="1588743" y="1414211"/>
                </a:cubicBezTo>
                <a:close/>
                <a:moveTo>
                  <a:pt x="1982320" y="904379"/>
                </a:moveTo>
                <a:cubicBezTo>
                  <a:pt x="2575020" y="904379"/>
                  <a:pt x="3055498" y="1384857"/>
                  <a:pt x="3055498" y="1977557"/>
                </a:cubicBezTo>
                <a:cubicBezTo>
                  <a:pt x="3055498" y="2570257"/>
                  <a:pt x="2575020" y="3050735"/>
                  <a:pt x="1982320" y="3050735"/>
                </a:cubicBezTo>
                <a:cubicBezTo>
                  <a:pt x="1389620" y="3050735"/>
                  <a:pt x="909142" y="2570257"/>
                  <a:pt x="909142" y="1977557"/>
                </a:cubicBezTo>
                <a:cubicBezTo>
                  <a:pt x="909142" y="1384857"/>
                  <a:pt x="1389620" y="904379"/>
                  <a:pt x="1982320" y="904379"/>
                </a:cubicBezTo>
                <a:close/>
                <a:moveTo>
                  <a:pt x="1982320" y="537397"/>
                </a:moveTo>
                <a:cubicBezTo>
                  <a:pt x="1186942" y="537397"/>
                  <a:pt x="542160" y="1182179"/>
                  <a:pt x="542160" y="1977557"/>
                </a:cubicBezTo>
                <a:cubicBezTo>
                  <a:pt x="542160" y="2772935"/>
                  <a:pt x="1186942" y="3417717"/>
                  <a:pt x="1982320" y="3417717"/>
                </a:cubicBezTo>
                <a:cubicBezTo>
                  <a:pt x="2777698" y="3417717"/>
                  <a:pt x="3422480" y="2772935"/>
                  <a:pt x="3422480" y="1977557"/>
                </a:cubicBezTo>
                <a:cubicBezTo>
                  <a:pt x="3422480" y="1182179"/>
                  <a:pt x="2777698" y="537397"/>
                  <a:pt x="1982320" y="537397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grpSp>
        <p:nvGrpSpPr>
          <p:cNvPr id="32" name="Group 47">
            <a:extLst>
              <a:ext uri="{FF2B5EF4-FFF2-40B4-BE49-F238E27FC236}">
                <a16:creationId xmlns:a16="http://schemas.microsoft.com/office/drawing/2014/main" xmlns="" id="{8355F89C-9DCF-4469-9269-A4607A0ACB73}"/>
              </a:ext>
            </a:extLst>
          </p:cNvPr>
          <p:cNvGrpSpPr/>
          <p:nvPr/>
        </p:nvGrpSpPr>
        <p:grpSpPr>
          <a:xfrm>
            <a:off x="8099015" y="1752057"/>
            <a:ext cx="2375551" cy="1107996"/>
            <a:chOff x="3017859" y="4283314"/>
            <a:chExt cx="1890849" cy="110799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9D7FE5FC-DDC2-47EA-AF7F-8D965D1EB689}"/>
                </a:ext>
              </a:extLst>
            </p:cNvPr>
            <p:cNvSpPr txBox="1"/>
            <p:nvPr/>
          </p:nvSpPr>
          <p:spPr>
            <a:xfrm>
              <a:off x="3021856" y="4560313"/>
              <a:ext cx="18868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1A5E6F25-7145-4216-8E70-C3841D4A36A0}"/>
                </a:ext>
              </a:extLst>
            </p:cNvPr>
            <p:cNvSpPr txBox="1"/>
            <p:nvPr/>
          </p:nvSpPr>
          <p:spPr>
            <a:xfrm>
              <a:off x="3017859" y="4283314"/>
              <a:ext cx="18708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5" name="Group 50">
            <a:extLst>
              <a:ext uri="{FF2B5EF4-FFF2-40B4-BE49-F238E27FC236}">
                <a16:creationId xmlns:a16="http://schemas.microsoft.com/office/drawing/2014/main" xmlns="" id="{F14692AC-7CBC-48ED-945E-260D84F3F279}"/>
              </a:ext>
            </a:extLst>
          </p:cNvPr>
          <p:cNvGrpSpPr/>
          <p:nvPr/>
        </p:nvGrpSpPr>
        <p:grpSpPr>
          <a:xfrm>
            <a:off x="9030771" y="3490955"/>
            <a:ext cx="2375551" cy="1107996"/>
            <a:chOff x="3017859" y="4283314"/>
            <a:chExt cx="1890849" cy="1107996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4ED102DF-FCFA-4325-8926-AF208E05C377}"/>
                </a:ext>
              </a:extLst>
            </p:cNvPr>
            <p:cNvSpPr txBox="1"/>
            <p:nvPr/>
          </p:nvSpPr>
          <p:spPr>
            <a:xfrm>
              <a:off x="3021856" y="4560313"/>
              <a:ext cx="18868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37D0E362-8B2F-4B27-924B-D39FD5037C99}"/>
                </a:ext>
              </a:extLst>
            </p:cNvPr>
            <p:cNvSpPr txBox="1"/>
            <p:nvPr/>
          </p:nvSpPr>
          <p:spPr>
            <a:xfrm>
              <a:off x="3017859" y="4283314"/>
              <a:ext cx="18708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8" name="Group 53">
            <a:extLst>
              <a:ext uri="{FF2B5EF4-FFF2-40B4-BE49-F238E27FC236}">
                <a16:creationId xmlns:a16="http://schemas.microsoft.com/office/drawing/2014/main" xmlns="" id="{4F37AD20-B05F-4197-8BE7-C662DDCF3314}"/>
              </a:ext>
            </a:extLst>
          </p:cNvPr>
          <p:cNvGrpSpPr/>
          <p:nvPr/>
        </p:nvGrpSpPr>
        <p:grpSpPr>
          <a:xfrm>
            <a:off x="805724" y="3490955"/>
            <a:ext cx="2375551" cy="1107996"/>
            <a:chOff x="3017859" y="4283314"/>
            <a:chExt cx="1890849" cy="110799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B00D97E4-9E9E-49DE-886D-714FF92CF444}"/>
                </a:ext>
              </a:extLst>
            </p:cNvPr>
            <p:cNvSpPr txBox="1"/>
            <p:nvPr/>
          </p:nvSpPr>
          <p:spPr>
            <a:xfrm>
              <a:off x="3021856" y="4560313"/>
              <a:ext cx="18868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BD26A47F-34DC-4B60-9F1D-303B314634EC}"/>
                </a:ext>
              </a:extLst>
            </p:cNvPr>
            <p:cNvSpPr txBox="1"/>
            <p:nvPr/>
          </p:nvSpPr>
          <p:spPr>
            <a:xfrm>
              <a:off x="3017859" y="4283314"/>
              <a:ext cx="18708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1" name="Group 56">
            <a:extLst>
              <a:ext uri="{FF2B5EF4-FFF2-40B4-BE49-F238E27FC236}">
                <a16:creationId xmlns:a16="http://schemas.microsoft.com/office/drawing/2014/main" xmlns="" id="{0B1E8E3F-855E-44FE-973E-4D15086F7810}"/>
              </a:ext>
            </a:extLst>
          </p:cNvPr>
          <p:cNvGrpSpPr/>
          <p:nvPr/>
        </p:nvGrpSpPr>
        <p:grpSpPr>
          <a:xfrm>
            <a:off x="1669820" y="1752057"/>
            <a:ext cx="2375551" cy="1107996"/>
            <a:chOff x="3017859" y="4283314"/>
            <a:chExt cx="1890849" cy="110799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A681A2AD-4A70-4853-9774-E61C56A02E07}"/>
                </a:ext>
              </a:extLst>
            </p:cNvPr>
            <p:cNvSpPr txBox="1"/>
            <p:nvPr/>
          </p:nvSpPr>
          <p:spPr>
            <a:xfrm>
              <a:off x="3021856" y="4560313"/>
              <a:ext cx="18868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B9CEBF6C-9101-4CCF-BB74-787A3E498045}"/>
                </a:ext>
              </a:extLst>
            </p:cNvPr>
            <p:cNvSpPr txBox="1"/>
            <p:nvPr/>
          </p:nvSpPr>
          <p:spPr>
            <a:xfrm>
              <a:off x="3017859" y="4283314"/>
              <a:ext cx="18708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3403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301">
            <a:extLst>
              <a:ext uri="{FF2B5EF4-FFF2-40B4-BE49-F238E27FC236}">
                <a16:creationId xmlns:a16="http://schemas.microsoft.com/office/drawing/2014/main" xmlns="" id="{3A4AF27B-B913-4DD7-A6EB-003E9BB60C7B}"/>
              </a:ext>
            </a:extLst>
          </p:cNvPr>
          <p:cNvGrpSpPr/>
          <p:nvPr/>
        </p:nvGrpSpPr>
        <p:grpSpPr>
          <a:xfrm>
            <a:off x="3111322" y="1664023"/>
            <a:ext cx="6045917" cy="3548161"/>
            <a:chOff x="2687161" y="3731096"/>
            <a:chExt cx="5158677" cy="3027467"/>
          </a:xfrm>
        </p:grpSpPr>
        <p:sp>
          <p:nvSpPr>
            <p:cNvPr id="4" name="Freeform: Shape 302">
              <a:extLst>
                <a:ext uri="{FF2B5EF4-FFF2-40B4-BE49-F238E27FC236}">
                  <a16:creationId xmlns:a16="http://schemas.microsoft.com/office/drawing/2014/main" xmlns="" id="{C742E3C1-33FA-47B1-AE42-BBF6BB0210CE}"/>
                </a:ext>
              </a:extLst>
            </p:cNvPr>
            <p:cNvSpPr/>
            <p:nvPr/>
          </p:nvSpPr>
          <p:spPr>
            <a:xfrm>
              <a:off x="2725967" y="4290519"/>
              <a:ext cx="1906137" cy="2468044"/>
            </a:xfrm>
            <a:custGeom>
              <a:avLst/>
              <a:gdLst>
                <a:gd name="connsiteX0" fmla="*/ 1901480 w 1906136"/>
                <a:gd name="connsiteY0" fmla="*/ 1594450 h 2468044"/>
                <a:gd name="connsiteX1" fmla="*/ 1898376 w 1906136"/>
                <a:gd name="connsiteY1" fmla="*/ 1588241 h 2468044"/>
                <a:gd name="connsiteX2" fmla="*/ 1892167 w 1906136"/>
                <a:gd name="connsiteY2" fmla="*/ 1582963 h 2468044"/>
                <a:gd name="connsiteX3" fmla="*/ 1886889 w 1906136"/>
                <a:gd name="connsiteY3" fmla="*/ 1575513 h 2468044"/>
                <a:gd name="connsiteX4" fmla="*/ 1879749 w 1906136"/>
                <a:gd name="connsiteY4" fmla="*/ 1577686 h 2468044"/>
                <a:gd name="connsiteX5" fmla="*/ 1870436 w 1906136"/>
                <a:gd name="connsiteY5" fmla="*/ 1577686 h 2468044"/>
                <a:gd name="connsiteX6" fmla="*/ 1862054 w 1906136"/>
                <a:gd name="connsiteY6" fmla="*/ 1575513 h 2468044"/>
                <a:gd name="connsiteX7" fmla="*/ 1855845 w 1906136"/>
                <a:gd name="connsiteY7" fmla="*/ 1568062 h 2468044"/>
                <a:gd name="connsiteX8" fmla="*/ 1854913 w 1906136"/>
                <a:gd name="connsiteY8" fmla="*/ 1558748 h 2468044"/>
                <a:gd name="connsiteX9" fmla="*/ 1850878 w 1906136"/>
                <a:gd name="connsiteY9" fmla="*/ 1548193 h 2468044"/>
                <a:gd name="connsiteX10" fmla="*/ 1845600 w 1906136"/>
                <a:gd name="connsiteY10" fmla="*/ 1542916 h 2468044"/>
                <a:gd name="connsiteX11" fmla="*/ 1789410 w 1906136"/>
                <a:gd name="connsiteY11" fmla="*/ 1538569 h 2468044"/>
                <a:gd name="connsiteX12" fmla="*/ 1785374 w 1906136"/>
                <a:gd name="connsiteY12" fmla="*/ 1537638 h 2468044"/>
                <a:gd name="connsiteX13" fmla="*/ 1782269 w 1906136"/>
                <a:gd name="connsiteY13" fmla="*/ 1535465 h 2468044"/>
                <a:gd name="connsiteX14" fmla="*/ 1778233 w 1906136"/>
                <a:gd name="connsiteY14" fmla="*/ 1533292 h 2468044"/>
                <a:gd name="connsiteX15" fmla="*/ 1777302 w 1906136"/>
                <a:gd name="connsiteY15" fmla="*/ 1533292 h 2468044"/>
                <a:gd name="connsiteX16" fmla="*/ 1771093 w 1906136"/>
                <a:gd name="connsiteY16" fmla="*/ 1531119 h 2468044"/>
                <a:gd name="connsiteX17" fmla="*/ 1767989 w 1906136"/>
                <a:gd name="connsiteY17" fmla="*/ 1533292 h 2468044"/>
                <a:gd name="connsiteX18" fmla="*/ 1762711 w 1906136"/>
                <a:gd name="connsiteY18" fmla="*/ 1535465 h 2468044"/>
                <a:gd name="connsiteX19" fmla="*/ 1758675 w 1906136"/>
                <a:gd name="connsiteY19" fmla="*/ 1522737 h 2468044"/>
                <a:gd name="connsiteX20" fmla="*/ 1736944 w 1906136"/>
                <a:gd name="connsiteY20" fmla="*/ 1515286 h 2468044"/>
                <a:gd name="connsiteX21" fmla="*/ 1713971 w 1906136"/>
                <a:gd name="connsiteY21" fmla="*/ 1515286 h 2468044"/>
                <a:gd name="connsiteX22" fmla="*/ 1717075 w 1906136"/>
                <a:gd name="connsiteY22" fmla="*/ 1509077 h 2468044"/>
                <a:gd name="connsiteX23" fmla="*/ 1721111 w 1906136"/>
                <a:gd name="connsiteY23" fmla="*/ 1505973 h 2468044"/>
                <a:gd name="connsiteX24" fmla="*/ 1724216 w 1906136"/>
                <a:gd name="connsiteY24" fmla="*/ 1500695 h 2468044"/>
                <a:gd name="connsiteX25" fmla="*/ 1728252 w 1906136"/>
                <a:gd name="connsiteY25" fmla="*/ 1496349 h 2468044"/>
                <a:gd name="connsiteX26" fmla="*/ 1729183 w 1906136"/>
                <a:gd name="connsiteY26" fmla="*/ 1488898 h 2468044"/>
                <a:gd name="connsiteX27" fmla="*/ 1704037 w 1906136"/>
                <a:gd name="connsiteY27" fmla="*/ 1476170 h 2468044"/>
                <a:gd name="connsiteX28" fmla="*/ 1682306 w 1906136"/>
                <a:gd name="connsiteY28" fmla="*/ 1459406 h 2468044"/>
                <a:gd name="connsiteX29" fmla="*/ 1662437 w 1906136"/>
                <a:gd name="connsiteY29" fmla="*/ 1439537 h 2468044"/>
                <a:gd name="connsiteX30" fmla="*/ 1645673 w 1906136"/>
                <a:gd name="connsiteY30" fmla="*/ 1417496 h 2468044"/>
                <a:gd name="connsiteX31" fmla="*/ 1621769 w 1906136"/>
                <a:gd name="connsiteY31" fmla="*/ 1415322 h 2468044"/>
                <a:gd name="connsiteX32" fmla="*/ 1604073 w 1906136"/>
                <a:gd name="connsiteY32" fmla="*/ 1414391 h 2468044"/>
                <a:gd name="connsiteX33" fmla="*/ 1582342 w 1906136"/>
                <a:gd name="connsiteY33" fmla="*/ 1412218 h 2468044"/>
                <a:gd name="connsiteX34" fmla="*/ 1578306 w 1906136"/>
                <a:gd name="connsiteY34" fmla="*/ 1400732 h 2468044"/>
                <a:gd name="connsiteX35" fmla="*/ 1571166 w 1906136"/>
                <a:gd name="connsiteY35" fmla="*/ 1393281 h 2468044"/>
                <a:gd name="connsiteX36" fmla="*/ 1562784 w 1906136"/>
                <a:gd name="connsiteY36" fmla="*/ 1392350 h 2468044"/>
                <a:gd name="connsiteX37" fmla="*/ 1549124 w 1906136"/>
                <a:gd name="connsiteY37" fmla="*/ 1388003 h 2468044"/>
                <a:gd name="connsiteX38" fmla="*/ 1549124 w 1906136"/>
                <a:gd name="connsiteY38" fmla="*/ 1377448 h 2468044"/>
                <a:gd name="connsiteX39" fmla="*/ 1536707 w 1906136"/>
                <a:gd name="connsiteY39" fmla="*/ 1371239 h 2468044"/>
                <a:gd name="connsiteX40" fmla="*/ 1529566 w 1906136"/>
                <a:gd name="connsiteY40" fmla="*/ 1365962 h 2468044"/>
                <a:gd name="connsiteX41" fmla="*/ 1522426 w 1906136"/>
                <a:gd name="connsiteY41" fmla="*/ 1360684 h 2468044"/>
                <a:gd name="connsiteX42" fmla="*/ 1510008 w 1906136"/>
                <a:gd name="connsiteY42" fmla="*/ 1356338 h 2468044"/>
                <a:gd name="connsiteX43" fmla="*/ 1512181 w 1906136"/>
                <a:gd name="connsiteY43" fmla="*/ 1353233 h 2468044"/>
                <a:gd name="connsiteX44" fmla="*/ 1512181 w 1906136"/>
                <a:gd name="connsiteY44" fmla="*/ 1351060 h 2468044"/>
                <a:gd name="connsiteX45" fmla="*/ 1514354 w 1906136"/>
                <a:gd name="connsiteY45" fmla="*/ 1350129 h 2468044"/>
                <a:gd name="connsiteX46" fmla="*/ 1514354 w 1906136"/>
                <a:gd name="connsiteY46" fmla="*/ 1347956 h 2468044"/>
                <a:gd name="connsiteX47" fmla="*/ 1514354 w 1906136"/>
                <a:gd name="connsiteY47" fmla="*/ 1343609 h 2468044"/>
                <a:gd name="connsiteX48" fmla="*/ 1488277 w 1906136"/>
                <a:gd name="connsiteY48" fmla="*/ 1345783 h 2468044"/>
                <a:gd name="connsiteX49" fmla="*/ 1463131 w 1906136"/>
                <a:gd name="connsiteY49" fmla="*/ 1347956 h 2468044"/>
                <a:gd name="connsiteX50" fmla="*/ 1441400 w 1906136"/>
                <a:gd name="connsiteY50" fmla="*/ 1345783 h 2468044"/>
                <a:gd name="connsiteX51" fmla="*/ 1419668 w 1906136"/>
                <a:gd name="connsiteY51" fmla="*/ 1338332 h 2468044"/>
                <a:gd name="connsiteX52" fmla="*/ 1402904 w 1906136"/>
                <a:gd name="connsiteY52" fmla="*/ 1323741 h 2468044"/>
                <a:gd name="connsiteX53" fmla="*/ 1399800 w 1906136"/>
                <a:gd name="connsiteY53" fmla="*/ 1325914 h 2468044"/>
                <a:gd name="connsiteX54" fmla="*/ 1395764 w 1906136"/>
                <a:gd name="connsiteY54" fmla="*/ 1328087 h 2468044"/>
                <a:gd name="connsiteX55" fmla="*/ 1393591 w 1906136"/>
                <a:gd name="connsiteY55" fmla="*/ 1329019 h 2468044"/>
                <a:gd name="connsiteX56" fmla="*/ 1392660 w 1906136"/>
                <a:gd name="connsiteY56" fmla="*/ 1331192 h 2468044"/>
                <a:gd name="connsiteX57" fmla="*/ 1390487 w 1906136"/>
                <a:gd name="connsiteY57" fmla="*/ 1333365 h 2468044"/>
                <a:gd name="connsiteX58" fmla="*/ 1386451 w 1906136"/>
                <a:gd name="connsiteY58" fmla="*/ 1336469 h 2468044"/>
                <a:gd name="connsiteX59" fmla="*/ 1386451 w 1906136"/>
                <a:gd name="connsiteY59" fmla="*/ 1340815 h 2468044"/>
                <a:gd name="connsiteX60" fmla="*/ 1383346 w 1906136"/>
                <a:gd name="connsiteY60" fmla="*/ 1338642 h 2468044"/>
                <a:gd name="connsiteX61" fmla="*/ 1381173 w 1906136"/>
                <a:gd name="connsiteY61" fmla="*/ 1336469 h 2468044"/>
                <a:gd name="connsiteX62" fmla="*/ 1379000 w 1906136"/>
                <a:gd name="connsiteY62" fmla="*/ 1336469 h 2468044"/>
                <a:gd name="connsiteX63" fmla="*/ 1379000 w 1906136"/>
                <a:gd name="connsiteY63" fmla="*/ 1335538 h 2468044"/>
                <a:gd name="connsiteX64" fmla="*/ 1381173 w 1906136"/>
                <a:gd name="connsiteY64" fmla="*/ 1335538 h 2468044"/>
                <a:gd name="connsiteX65" fmla="*/ 1381173 w 1906136"/>
                <a:gd name="connsiteY65" fmla="*/ 1331192 h 2468044"/>
                <a:gd name="connsiteX66" fmla="*/ 1383346 w 1906136"/>
                <a:gd name="connsiteY66" fmla="*/ 1328087 h 2468044"/>
                <a:gd name="connsiteX67" fmla="*/ 1378069 w 1906136"/>
                <a:gd name="connsiteY67" fmla="*/ 1328087 h 2468044"/>
                <a:gd name="connsiteX68" fmla="*/ 1374033 w 1906136"/>
                <a:gd name="connsiteY68" fmla="*/ 1325914 h 2468044"/>
                <a:gd name="connsiteX69" fmla="*/ 1371860 w 1906136"/>
                <a:gd name="connsiteY69" fmla="*/ 1325914 h 2468044"/>
                <a:gd name="connsiteX70" fmla="*/ 1368755 w 1906136"/>
                <a:gd name="connsiteY70" fmla="*/ 1325914 h 2468044"/>
                <a:gd name="connsiteX71" fmla="*/ 1366582 w 1906136"/>
                <a:gd name="connsiteY71" fmla="*/ 1325914 h 2468044"/>
                <a:gd name="connsiteX72" fmla="*/ 1363478 w 1906136"/>
                <a:gd name="connsiteY72" fmla="*/ 1328087 h 2468044"/>
                <a:gd name="connsiteX73" fmla="*/ 1343609 w 1906136"/>
                <a:gd name="connsiteY73" fmla="*/ 1331192 h 2468044"/>
                <a:gd name="connsiteX74" fmla="*/ 1329950 w 1906136"/>
                <a:gd name="connsiteY74" fmla="*/ 1338642 h 2468044"/>
                <a:gd name="connsiteX75" fmla="*/ 1319395 w 1906136"/>
                <a:gd name="connsiteY75" fmla="*/ 1347956 h 2468044"/>
                <a:gd name="connsiteX76" fmla="*/ 1310081 w 1906136"/>
                <a:gd name="connsiteY76" fmla="*/ 1358511 h 2468044"/>
                <a:gd name="connsiteX77" fmla="*/ 1302941 w 1906136"/>
                <a:gd name="connsiteY77" fmla="*/ 1373102 h 2468044"/>
                <a:gd name="connsiteX78" fmla="*/ 1296111 w 1906136"/>
                <a:gd name="connsiteY78" fmla="*/ 1371550 h 2468044"/>
                <a:gd name="connsiteX79" fmla="*/ 1290833 w 1906136"/>
                <a:gd name="connsiteY79" fmla="*/ 1370618 h 2468044"/>
                <a:gd name="connsiteX80" fmla="*/ 1288660 w 1906136"/>
                <a:gd name="connsiteY80" fmla="*/ 1370618 h 2468044"/>
                <a:gd name="connsiteX81" fmla="*/ 1286798 w 1906136"/>
                <a:gd name="connsiteY81" fmla="*/ 1368445 h 2468044"/>
                <a:gd name="connsiteX82" fmla="*/ 1283693 w 1906136"/>
                <a:gd name="connsiteY82" fmla="*/ 1364099 h 2468044"/>
                <a:gd name="connsiteX83" fmla="*/ 1281520 w 1906136"/>
                <a:gd name="connsiteY83" fmla="*/ 1360994 h 2468044"/>
                <a:gd name="connsiteX84" fmla="*/ 1264756 w 1906136"/>
                <a:gd name="connsiteY84" fmla="*/ 1360994 h 2468044"/>
                <a:gd name="connsiteX85" fmla="*/ 1255443 w 1906136"/>
                <a:gd name="connsiteY85" fmla="*/ 1364099 h 2468044"/>
                <a:gd name="connsiteX86" fmla="*/ 1248302 w 1906136"/>
                <a:gd name="connsiteY86" fmla="*/ 1373412 h 2468044"/>
                <a:gd name="connsiteX87" fmla="*/ 1234643 w 1906136"/>
                <a:gd name="connsiteY87" fmla="*/ 1370308 h 2468044"/>
                <a:gd name="connsiteX88" fmla="*/ 1223156 w 1906136"/>
                <a:gd name="connsiteY88" fmla="*/ 1364099 h 2468044"/>
                <a:gd name="connsiteX89" fmla="*/ 1216016 w 1906136"/>
                <a:gd name="connsiteY89" fmla="*/ 1356648 h 2468044"/>
                <a:gd name="connsiteX90" fmla="*/ 1210739 w 1906136"/>
                <a:gd name="connsiteY90" fmla="*/ 1350439 h 2468044"/>
                <a:gd name="connsiteX91" fmla="*/ 1201425 w 1906136"/>
                <a:gd name="connsiteY91" fmla="*/ 1341126 h 2468044"/>
                <a:gd name="connsiteX92" fmla="*/ 1201425 w 1906136"/>
                <a:gd name="connsiteY92" fmla="*/ 1326535 h 2468044"/>
                <a:gd name="connsiteX93" fmla="*/ 1205461 w 1906136"/>
                <a:gd name="connsiteY93" fmla="*/ 1311944 h 2468044"/>
                <a:gd name="connsiteX94" fmla="*/ 1208565 w 1906136"/>
                <a:gd name="connsiteY94" fmla="*/ 1300457 h 2468044"/>
                <a:gd name="connsiteX95" fmla="*/ 1206392 w 1906136"/>
                <a:gd name="connsiteY95" fmla="*/ 1284625 h 2468044"/>
                <a:gd name="connsiteX96" fmla="*/ 1199252 w 1906136"/>
                <a:gd name="connsiteY96" fmla="*/ 1273138 h 2468044"/>
                <a:gd name="connsiteX97" fmla="*/ 1190870 w 1906136"/>
                <a:gd name="connsiteY97" fmla="*/ 1267861 h 2468044"/>
                <a:gd name="connsiteX98" fmla="*/ 1177210 w 1906136"/>
                <a:gd name="connsiteY98" fmla="*/ 1265688 h 2468044"/>
                <a:gd name="connsiteX99" fmla="*/ 1162619 w 1906136"/>
                <a:gd name="connsiteY99" fmla="*/ 1265688 h 2468044"/>
                <a:gd name="connsiteX100" fmla="*/ 1147097 w 1906136"/>
                <a:gd name="connsiteY100" fmla="*/ 1267861 h 2468044"/>
                <a:gd name="connsiteX101" fmla="*/ 1128470 w 1906136"/>
                <a:gd name="connsiteY101" fmla="*/ 1267861 h 2468044"/>
                <a:gd name="connsiteX102" fmla="*/ 1134679 w 1906136"/>
                <a:gd name="connsiteY102" fmla="*/ 1255132 h 2468044"/>
                <a:gd name="connsiteX103" fmla="*/ 1139957 w 1906136"/>
                <a:gd name="connsiteY103" fmla="*/ 1238368 h 2468044"/>
                <a:gd name="connsiteX104" fmla="*/ 1145234 w 1906136"/>
                <a:gd name="connsiteY104" fmla="*/ 1220362 h 2468044"/>
                <a:gd name="connsiteX105" fmla="*/ 1150512 w 1906136"/>
                <a:gd name="connsiteY105" fmla="*/ 1206703 h 2468044"/>
                <a:gd name="connsiteX106" fmla="*/ 1157652 w 1906136"/>
                <a:gd name="connsiteY106" fmla="*/ 1199252 h 2468044"/>
                <a:gd name="connsiteX107" fmla="*/ 1157652 w 1906136"/>
                <a:gd name="connsiteY107" fmla="*/ 1183420 h 2468044"/>
                <a:gd name="connsiteX108" fmla="*/ 1152375 w 1906136"/>
                <a:gd name="connsiteY108" fmla="*/ 1184351 h 2468044"/>
                <a:gd name="connsiteX109" fmla="*/ 1148339 w 1906136"/>
                <a:gd name="connsiteY109" fmla="*/ 1184351 h 2468044"/>
                <a:gd name="connsiteX110" fmla="*/ 1147097 w 1906136"/>
                <a:gd name="connsiteY110" fmla="*/ 1184351 h 2468044"/>
                <a:gd name="connsiteX111" fmla="*/ 1147097 w 1906136"/>
                <a:gd name="connsiteY111" fmla="*/ 1186524 h 2468044"/>
                <a:gd name="connsiteX112" fmla="*/ 1144924 w 1906136"/>
                <a:gd name="connsiteY112" fmla="*/ 1186524 h 2468044"/>
                <a:gd name="connsiteX113" fmla="*/ 1144924 w 1906136"/>
                <a:gd name="connsiteY113" fmla="*/ 1184351 h 2468044"/>
                <a:gd name="connsiteX114" fmla="*/ 1142751 w 1906136"/>
                <a:gd name="connsiteY114" fmla="*/ 1183420 h 2468044"/>
                <a:gd name="connsiteX115" fmla="*/ 1141820 w 1906136"/>
                <a:gd name="connsiteY115" fmla="*/ 1179073 h 2468044"/>
                <a:gd name="connsiteX116" fmla="*/ 1125055 w 1906136"/>
                <a:gd name="connsiteY116" fmla="*/ 1181246 h 2468044"/>
                <a:gd name="connsiteX117" fmla="*/ 1113569 w 1906136"/>
                <a:gd name="connsiteY117" fmla="*/ 1186524 h 2468044"/>
                <a:gd name="connsiteX118" fmla="*/ 1105187 w 1906136"/>
                <a:gd name="connsiteY118" fmla="*/ 1195837 h 2468044"/>
                <a:gd name="connsiteX119" fmla="*/ 1103014 w 1906136"/>
                <a:gd name="connsiteY119" fmla="*/ 1198942 h 2468044"/>
                <a:gd name="connsiteX120" fmla="*/ 1100841 w 1906136"/>
                <a:gd name="connsiteY120" fmla="*/ 1205151 h 2468044"/>
                <a:gd name="connsiteX121" fmla="*/ 1098668 w 1906136"/>
                <a:gd name="connsiteY121" fmla="*/ 1210428 h 2468044"/>
                <a:gd name="connsiteX122" fmla="*/ 1097736 w 1906136"/>
                <a:gd name="connsiteY122" fmla="*/ 1215706 h 2468044"/>
                <a:gd name="connsiteX123" fmla="*/ 1093700 w 1906136"/>
                <a:gd name="connsiteY123" fmla="*/ 1220052 h 2468044"/>
                <a:gd name="connsiteX124" fmla="*/ 1093700 w 1906136"/>
                <a:gd name="connsiteY124" fmla="*/ 1220983 h 2468044"/>
                <a:gd name="connsiteX125" fmla="*/ 1091527 w 1906136"/>
                <a:gd name="connsiteY125" fmla="*/ 1220983 h 2468044"/>
                <a:gd name="connsiteX126" fmla="*/ 1090596 w 1906136"/>
                <a:gd name="connsiteY126" fmla="*/ 1220983 h 2468044"/>
                <a:gd name="connsiteX127" fmla="*/ 1086560 w 1906136"/>
                <a:gd name="connsiteY127" fmla="*/ 1220983 h 2468044"/>
                <a:gd name="connsiteX128" fmla="*/ 1084387 w 1906136"/>
                <a:gd name="connsiteY128" fmla="*/ 1220983 h 2468044"/>
                <a:gd name="connsiteX129" fmla="*/ 1081283 w 1906136"/>
                <a:gd name="connsiteY129" fmla="*/ 1223157 h 2468044"/>
                <a:gd name="connsiteX130" fmla="*/ 1066692 w 1906136"/>
                <a:gd name="connsiteY130" fmla="*/ 1230607 h 2468044"/>
                <a:gd name="connsiteX131" fmla="*/ 1057378 w 1906136"/>
                <a:gd name="connsiteY131" fmla="*/ 1234953 h 2468044"/>
                <a:gd name="connsiteX132" fmla="*/ 1052101 w 1906136"/>
                <a:gd name="connsiteY132" fmla="*/ 1232780 h 2468044"/>
                <a:gd name="connsiteX133" fmla="*/ 1048065 w 1906136"/>
                <a:gd name="connsiteY133" fmla="*/ 1230607 h 2468044"/>
                <a:gd name="connsiteX134" fmla="*/ 1044960 w 1906136"/>
                <a:gd name="connsiteY134" fmla="*/ 1227503 h 2468044"/>
                <a:gd name="connsiteX135" fmla="*/ 1037820 w 1906136"/>
                <a:gd name="connsiteY135" fmla="*/ 1225330 h 2468044"/>
                <a:gd name="connsiteX136" fmla="*/ 1025402 w 1906136"/>
                <a:gd name="connsiteY136" fmla="*/ 1223157 h 2468044"/>
                <a:gd name="connsiteX137" fmla="*/ 1013916 w 1906136"/>
                <a:gd name="connsiteY137" fmla="*/ 1201115 h 2468044"/>
                <a:gd name="connsiteX138" fmla="*/ 1006776 w 1906136"/>
                <a:gd name="connsiteY138" fmla="*/ 1183109 h 2468044"/>
                <a:gd name="connsiteX139" fmla="*/ 1005844 w 1906136"/>
                <a:gd name="connsiteY139" fmla="*/ 1164172 h 2468044"/>
                <a:gd name="connsiteX140" fmla="*/ 1005844 w 1906136"/>
                <a:gd name="connsiteY140" fmla="*/ 1146166 h 2468044"/>
                <a:gd name="connsiteX141" fmla="*/ 1012985 w 1906136"/>
                <a:gd name="connsiteY141" fmla="*/ 1121951 h 2468044"/>
                <a:gd name="connsiteX142" fmla="*/ 1016089 w 1906136"/>
                <a:gd name="connsiteY142" fmla="*/ 1111396 h 2468044"/>
                <a:gd name="connsiteX143" fmla="*/ 1016089 w 1906136"/>
                <a:gd name="connsiteY143" fmla="*/ 1102083 h 2468044"/>
                <a:gd name="connsiteX144" fmla="*/ 1013916 w 1906136"/>
                <a:gd name="connsiteY144" fmla="*/ 1094632 h 2468044"/>
                <a:gd name="connsiteX145" fmla="*/ 1017952 w 1906136"/>
                <a:gd name="connsiteY145" fmla="*/ 1085319 h 2468044"/>
                <a:gd name="connsiteX146" fmla="*/ 1025092 w 1906136"/>
                <a:gd name="connsiteY146" fmla="*/ 1074764 h 2468044"/>
                <a:gd name="connsiteX147" fmla="*/ 1035647 w 1906136"/>
                <a:gd name="connsiteY147" fmla="*/ 1067313 h 2468044"/>
                <a:gd name="connsiteX148" fmla="*/ 1048065 w 1906136"/>
                <a:gd name="connsiteY148" fmla="*/ 1061104 h 2468044"/>
                <a:gd name="connsiteX149" fmla="*/ 1059551 w 1906136"/>
                <a:gd name="connsiteY149" fmla="*/ 1057999 h 2468044"/>
                <a:gd name="connsiteX150" fmla="*/ 1076316 w 1906136"/>
                <a:gd name="connsiteY150" fmla="*/ 1055826 h 2468044"/>
                <a:gd name="connsiteX151" fmla="*/ 1091838 w 1906136"/>
                <a:gd name="connsiteY151" fmla="*/ 1055826 h 2468044"/>
                <a:gd name="connsiteX152" fmla="*/ 1108602 w 1906136"/>
                <a:gd name="connsiteY152" fmla="*/ 1060173 h 2468044"/>
                <a:gd name="connsiteX153" fmla="*/ 1121020 w 1906136"/>
                <a:gd name="connsiteY153" fmla="*/ 1065450 h 2468044"/>
                <a:gd name="connsiteX154" fmla="*/ 1137784 w 1906136"/>
                <a:gd name="connsiteY154" fmla="*/ 1065450 h 2468044"/>
                <a:gd name="connsiteX155" fmla="*/ 1134679 w 1906136"/>
                <a:gd name="connsiteY155" fmla="*/ 1060173 h 2468044"/>
                <a:gd name="connsiteX156" fmla="*/ 1132506 w 1906136"/>
                <a:gd name="connsiteY156" fmla="*/ 1055826 h 2468044"/>
                <a:gd name="connsiteX157" fmla="*/ 1130333 w 1906136"/>
                <a:gd name="connsiteY157" fmla="*/ 1052722 h 2468044"/>
                <a:gd name="connsiteX158" fmla="*/ 1127229 w 1906136"/>
                <a:gd name="connsiteY158" fmla="*/ 1047444 h 2468044"/>
                <a:gd name="connsiteX159" fmla="*/ 1125055 w 1906136"/>
                <a:gd name="connsiteY159" fmla="*/ 1041235 h 2468044"/>
                <a:gd name="connsiteX160" fmla="*/ 1128160 w 1906136"/>
                <a:gd name="connsiteY160" fmla="*/ 1041235 h 2468044"/>
                <a:gd name="connsiteX161" fmla="*/ 1128160 w 1906136"/>
                <a:gd name="connsiteY161" fmla="*/ 1038131 h 2468044"/>
                <a:gd name="connsiteX162" fmla="*/ 1149891 w 1906136"/>
                <a:gd name="connsiteY162" fmla="*/ 1041235 h 2468044"/>
                <a:gd name="connsiteX163" fmla="*/ 1168518 w 1906136"/>
                <a:gd name="connsiteY163" fmla="*/ 1048686 h 2468044"/>
                <a:gd name="connsiteX164" fmla="*/ 1184040 w 1906136"/>
                <a:gd name="connsiteY164" fmla="*/ 1056137 h 2468044"/>
                <a:gd name="connsiteX165" fmla="*/ 1197700 w 1906136"/>
                <a:gd name="connsiteY165" fmla="*/ 1058310 h 2468044"/>
                <a:gd name="connsiteX166" fmla="*/ 1208255 w 1906136"/>
                <a:gd name="connsiteY166" fmla="*/ 1067623 h 2468044"/>
                <a:gd name="connsiteX167" fmla="*/ 1219741 w 1906136"/>
                <a:gd name="connsiteY167" fmla="*/ 1083456 h 2468044"/>
                <a:gd name="connsiteX168" fmla="*/ 1230297 w 1906136"/>
                <a:gd name="connsiteY168" fmla="*/ 1105498 h 2468044"/>
                <a:gd name="connsiteX169" fmla="*/ 1239610 w 1906136"/>
                <a:gd name="connsiteY169" fmla="*/ 1126608 h 2468044"/>
                <a:gd name="connsiteX170" fmla="*/ 1244888 w 1906136"/>
                <a:gd name="connsiteY170" fmla="*/ 1142441 h 2468044"/>
                <a:gd name="connsiteX171" fmla="*/ 1257305 w 1906136"/>
                <a:gd name="connsiteY171" fmla="*/ 1146787 h 2468044"/>
                <a:gd name="connsiteX172" fmla="*/ 1257305 w 1906136"/>
                <a:gd name="connsiteY172" fmla="*/ 1142441 h 2468044"/>
                <a:gd name="connsiteX173" fmla="*/ 1261341 w 1906136"/>
                <a:gd name="connsiteY173" fmla="*/ 1142441 h 2468044"/>
                <a:gd name="connsiteX174" fmla="*/ 1257305 w 1906136"/>
                <a:gd name="connsiteY174" fmla="*/ 1124435 h 2468044"/>
                <a:gd name="connsiteX175" fmla="*/ 1250165 w 1906136"/>
                <a:gd name="connsiteY175" fmla="*/ 1104566 h 2468044"/>
                <a:gd name="connsiteX176" fmla="*/ 1243025 w 1906136"/>
                <a:gd name="connsiteY176" fmla="*/ 1083456 h 2468044"/>
                <a:gd name="connsiteX177" fmla="*/ 1237747 w 1906136"/>
                <a:gd name="connsiteY177" fmla="*/ 1063587 h 2468044"/>
                <a:gd name="connsiteX178" fmla="*/ 1235574 w 1906136"/>
                <a:gd name="connsiteY178" fmla="*/ 1045581 h 2468044"/>
                <a:gd name="connsiteX179" fmla="*/ 1241783 w 1906136"/>
                <a:gd name="connsiteY179" fmla="*/ 1030991 h 2468044"/>
                <a:gd name="connsiteX180" fmla="*/ 1247061 w 1906136"/>
                <a:gd name="connsiteY180" fmla="*/ 1012053 h 2468044"/>
                <a:gd name="connsiteX181" fmla="*/ 1257616 w 1906136"/>
                <a:gd name="connsiteY181" fmla="*/ 997462 h 2468044"/>
                <a:gd name="connsiteX182" fmla="*/ 1274380 w 1906136"/>
                <a:gd name="connsiteY182" fmla="*/ 986907 h 2468044"/>
                <a:gd name="connsiteX183" fmla="*/ 1291144 w 1906136"/>
                <a:gd name="connsiteY183" fmla="*/ 975421 h 2468044"/>
                <a:gd name="connsiteX184" fmla="*/ 1306666 w 1906136"/>
                <a:gd name="connsiteY184" fmla="*/ 967039 h 2468044"/>
                <a:gd name="connsiteX185" fmla="*/ 1321257 w 1906136"/>
                <a:gd name="connsiteY185" fmla="*/ 957725 h 2468044"/>
                <a:gd name="connsiteX186" fmla="*/ 1321257 w 1906136"/>
                <a:gd name="connsiteY186" fmla="*/ 952448 h 2468044"/>
                <a:gd name="connsiteX187" fmla="*/ 1318153 w 1906136"/>
                <a:gd name="connsiteY187" fmla="*/ 940961 h 2468044"/>
                <a:gd name="connsiteX188" fmla="*/ 1314117 w 1906136"/>
                <a:gd name="connsiteY188" fmla="*/ 928233 h 2468044"/>
                <a:gd name="connsiteX189" fmla="*/ 1311012 w 1906136"/>
                <a:gd name="connsiteY189" fmla="*/ 917678 h 2468044"/>
                <a:gd name="connsiteX190" fmla="*/ 1308839 w 1906136"/>
                <a:gd name="connsiteY190" fmla="*/ 913332 h 2468044"/>
                <a:gd name="connsiteX191" fmla="*/ 1308839 w 1906136"/>
                <a:gd name="connsiteY191" fmla="*/ 904018 h 2468044"/>
                <a:gd name="connsiteX192" fmla="*/ 1314117 w 1906136"/>
                <a:gd name="connsiteY192" fmla="*/ 908364 h 2468044"/>
                <a:gd name="connsiteX193" fmla="*/ 1316290 w 1906136"/>
                <a:gd name="connsiteY193" fmla="*/ 910538 h 2468044"/>
                <a:gd name="connsiteX194" fmla="*/ 1320326 w 1906136"/>
                <a:gd name="connsiteY194" fmla="*/ 911469 h 2468044"/>
                <a:gd name="connsiteX195" fmla="*/ 1321257 w 1906136"/>
                <a:gd name="connsiteY195" fmla="*/ 913642 h 2468044"/>
                <a:gd name="connsiteX196" fmla="*/ 1325293 w 1906136"/>
                <a:gd name="connsiteY196" fmla="*/ 917988 h 2468044"/>
                <a:gd name="connsiteX197" fmla="*/ 1337711 w 1906136"/>
                <a:gd name="connsiteY197" fmla="*/ 886633 h 2468044"/>
                <a:gd name="connsiteX198" fmla="*/ 1348266 w 1906136"/>
                <a:gd name="connsiteY198" fmla="*/ 857141 h 2468044"/>
                <a:gd name="connsiteX199" fmla="*/ 1362857 w 1906136"/>
                <a:gd name="connsiteY199" fmla="*/ 854968 h 2468044"/>
                <a:gd name="connsiteX200" fmla="*/ 1376517 w 1906136"/>
                <a:gd name="connsiteY200" fmla="*/ 852795 h 2468044"/>
                <a:gd name="connsiteX201" fmla="*/ 1391108 w 1906136"/>
                <a:gd name="connsiteY201" fmla="*/ 849690 h 2468044"/>
                <a:gd name="connsiteX202" fmla="*/ 1401663 w 1906136"/>
                <a:gd name="connsiteY202" fmla="*/ 840377 h 2468044"/>
                <a:gd name="connsiteX203" fmla="*/ 1408803 w 1906136"/>
                <a:gd name="connsiteY203" fmla="*/ 840377 h 2468044"/>
                <a:gd name="connsiteX204" fmla="*/ 1405698 w 1906136"/>
                <a:gd name="connsiteY204" fmla="*/ 837272 h 2468044"/>
                <a:gd name="connsiteX205" fmla="*/ 1398558 w 1906136"/>
                <a:gd name="connsiteY205" fmla="*/ 835099 h 2468044"/>
                <a:gd name="connsiteX206" fmla="*/ 1392349 w 1906136"/>
                <a:gd name="connsiteY206" fmla="*/ 832926 h 2468044"/>
                <a:gd name="connsiteX207" fmla="*/ 1398558 w 1906136"/>
                <a:gd name="connsiteY207" fmla="*/ 814920 h 2468044"/>
                <a:gd name="connsiteX208" fmla="*/ 1406940 w 1906136"/>
                <a:gd name="connsiteY208" fmla="*/ 802192 h 2468044"/>
                <a:gd name="connsiteX209" fmla="*/ 1420600 w 1906136"/>
                <a:gd name="connsiteY209" fmla="*/ 792879 h 2468044"/>
                <a:gd name="connsiteX210" fmla="*/ 1435191 w 1906136"/>
                <a:gd name="connsiteY210" fmla="*/ 785428 h 2468044"/>
                <a:gd name="connsiteX211" fmla="*/ 1448850 w 1906136"/>
                <a:gd name="connsiteY211" fmla="*/ 780150 h 2468044"/>
                <a:gd name="connsiteX212" fmla="*/ 1465615 w 1906136"/>
                <a:gd name="connsiteY212" fmla="*/ 772700 h 2468044"/>
                <a:gd name="connsiteX213" fmla="*/ 1478032 w 1906136"/>
                <a:gd name="connsiteY213" fmla="*/ 763386 h 2468044"/>
                <a:gd name="connsiteX214" fmla="*/ 1478032 w 1906136"/>
                <a:gd name="connsiteY214" fmla="*/ 761213 h 2468044"/>
                <a:gd name="connsiteX215" fmla="*/ 1478032 w 1906136"/>
                <a:gd name="connsiteY215" fmla="*/ 759040 h 2468044"/>
                <a:gd name="connsiteX216" fmla="*/ 1480205 w 1906136"/>
                <a:gd name="connsiteY216" fmla="*/ 759040 h 2468044"/>
                <a:gd name="connsiteX217" fmla="*/ 1482379 w 1906136"/>
                <a:gd name="connsiteY217" fmla="*/ 759040 h 2468044"/>
                <a:gd name="connsiteX218" fmla="*/ 1482379 w 1906136"/>
                <a:gd name="connsiteY218" fmla="*/ 763386 h 2468044"/>
                <a:gd name="connsiteX219" fmla="*/ 1489519 w 1906136"/>
                <a:gd name="connsiteY219" fmla="*/ 766491 h 2468044"/>
                <a:gd name="connsiteX220" fmla="*/ 1482379 w 1906136"/>
                <a:gd name="connsiteY220" fmla="*/ 775804 h 2468044"/>
                <a:gd name="connsiteX221" fmla="*/ 1475238 w 1906136"/>
                <a:gd name="connsiteY221" fmla="*/ 781082 h 2468044"/>
                <a:gd name="connsiteX222" fmla="*/ 1465925 w 1906136"/>
                <a:gd name="connsiteY222" fmla="*/ 787291 h 2468044"/>
                <a:gd name="connsiteX223" fmla="*/ 1465925 w 1906136"/>
                <a:gd name="connsiteY223" fmla="*/ 803123 h 2468044"/>
                <a:gd name="connsiteX224" fmla="*/ 1484552 w 1906136"/>
                <a:gd name="connsiteY224" fmla="*/ 795673 h 2468044"/>
                <a:gd name="connsiteX225" fmla="*/ 1499143 w 1906136"/>
                <a:gd name="connsiteY225" fmla="*/ 785117 h 2468044"/>
                <a:gd name="connsiteX226" fmla="*/ 1509698 w 1906136"/>
                <a:gd name="connsiteY226" fmla="*/ 772389 h 2468044"/>
                <a:gd name="connsiteX227" fmla="*/ 1511871 w 1906136"/>
                <a:gd name="connsiteY227" fmla="*/ 770216 h 2468044"/>
                <a:gd name="connsiteX228" fmla="*/ 1511871 w 1906136"/>
                <a:gd name="connsiteY228" fmla="*/ 768043 h 2468044"/>
                <a:gd name="connsiteX229" fmla="*/ 1514044 w 1906136"/>
                <a:gd name="connsiteY229" fmla="*/ 768043 h 2468044"/>
                <a:gd name="connsiteX230" fmla="*/ 1514044 w 1906136"/>
                <a:gd name="connsiteY230" fmla="*/ 765870 h 2468044"/>
                <a:gd name="connsiteX231" fmla="*/ 1514044 w 1906136"/>
                <a:gd name="connsiteY231" fmla="*/ 762765 h 2468044"/>
                <a:gd name="connsiteX232" fmla="*/ 1504731 w 1906136"/>
                <a:gd name="connsiteY232" fmla="*/ 751279 h 2468044"/>
                <a:gd name="connsiteX233" fmla="*/ 1497590 w 1906136"/>
                <a:gd name="connsiteY233" fmla="*/ 740724 h 2468044"/>
                <a:gd name="connsiteX234" fmla="*/ 1488277 w 1906136"/>
                <a:gd name="connsiteY234" fmla="*/ 730169 h 2468044"/>
                <a:gd name="connsiteX235" fmla="*/ 1473686 w 1906136"/>
                <a:gd name="connsiteY235" fmla="*/ 722718 h 2468044"/>
                <a:gd name="connsiteX236" fmla="*/ 1475859 w 1906136"/>
                <a:gd name="connsiteY236" fmla="*/ 711231 h 2468044"/>
                <a:gd name="connsiteX237" fmla="*/ 1478032 w 1906136"/>
                <a:gd name="connsiteY237" fmla="*/ 703781 h 2468044"/>
                <a:gd name="connsiteX238" fmla="*/ 1481137 w 1906136"/>
                <a:gd name="connsiteY238" fmla="*/ 696330 h 2468044"/>
                <a:gd name="connsiteX239" fmla="*/ 1486414 w 1906136"/>
                <a:gd name="connsiteY239" fmla="*/ 687017 h 2468044"/>
                <a:gd name="connsiteX240" fmla="*/ 1483310 w 1906136"/>
                <a:gd name="connsiteY240" fmla="*/ 683912 h 2468044"/>
                <a:gd name="connsiteX241" fmla="*/ 1479274 w 1906136"/>
                <a:gd name="connsiteY241" fmla="*/ 681739 h 2468044"/>
                <a:gd name="connsiteX242" fmla="*/ 1476170 w 1906136"/>
                <a:gd name="connsiteY242" fmla="*/ 679566 h 2468044"/>
                <a:gd name="connsiteX243" fmla="*/ 1473996 w 1906136"/>
                <a:gd name="connsiteY243" fmla="*/ 678635 h 2468044"/>
                <a:gd name="connsiteX244" fmla="*/ 1471823 w 1906136"/>
                <a:gd name="connsiteY244" fmla="*/ 674288 h 2468044"/>
                <a:gd name="connsiteX245" fmla="*/ 1470892 w 1906136"/>
                <a:gd name="connsiteY245" fmla="*/ 671184 h 2468044"/>
                <a:gd name="connsiteX246" fmla="*/ 1446988 w 1906136"/>
                <a:gd name="connsiteY246" fmla="*/ 676461 h 2468044"/>
                <a:gd name="connsiteX247" fmla="*/ 1425257 w 1906136"/>
                <a:gd name="connsiteY247" fmla="*/ 685775 h 2468044"/>
                <a:gd name="connsiteX248" fmla="*/ 1407561 w 1906136"/>
                <a:gd name="connsiteY248" fmla="*/ 698503 h 2468044"/>
                <a:gd name="connsiteX249" fmla="*/ 1403525 w 1906136"/>
                <a:gd name="connsiteY249" fmla="*/ 698503 h 2468044"/>
                <a:gd name="connsiteX250" fmla="*/ 1418116 w 1906136"/>
                <a:gd name="connsiteY250" fmla="*/ 681739 h 2468044"/>
                <a:gd name="connsiteX251" fmla="*/ 1437985 w 1906136"/>
                <a:gd name="connsiteY251" fmla="*/ 672426 h 2468044"/>
                <a:gd name="connsiteX252" fmla="*/ 1459716 w 1906136"/>
                <a:gd name="connsiteY252" fmla="*/ 664975 h 2468044"/>
                <a:gd name="connsiteX253" fmla="*/ 1485793 w 1906136"/>
                <a:gd name="connsiteY253" fmla="*/ 661870 h 2468044"/>
                <a:gd name="connsiteX254" fmla="*/ 1510940 w 1906136"/>
                <a:gd name="connsiteY254" fmla="*/ 657524 h 2468044"/>
                <a:gd name="connsiteX255" fmla="*/ 1537017 w 1906136"/>
                <a:gd name="connsiteY255" fmla="*/ 654420 h 2468044"/>
                <a:gd name="connsiteX256" fmla="*/ 1562163 w 1906136"/>
                <a:gd name="connsiteY256" fmla="*/ 649142 h 2468044"/>
                <a:gd name="connsiteX257" fmla="*/ 1583894 w 1906136"/>
                <a:gd name="connsiteY257" fmla="*/ 639829 h 2468044"/>
                <a:gd name="connsiteX258" fmla="*/ 1603763 w 1906136"/>
                <a:gd name="connsiteY258" fmla="*/ 625238 h 2468044"/>
                <a:gd name="connsiteX259" fmla="*/ 1603763 w 1906136"/>
                <a:gd name="connsiteY259" fmla="*/ 622133 h 2468044"/>
                <a:gd name="connsiteX260" fmla="*/ 1603763 w 1906136"/>
                <a:gd name="connsiteY260" fmla="*/ 619960 h 2468044"/>
                <a:gd name="connsiteX261" fmla="*/ 1603763 w 1906136"/>
                <a:gd name="connsiteY261" fmla="*/ 615614 h 2468044"/>
                <a:gd name="connsiteX262" fmla="*/ 1601590 w 1906136"/>
                <a:gd name="connsiteY262" fmla="*/ 614683 h 2468044"/>
                <a:gd name="connsiteX263" fmla="*/ 1601590 w 1906136"/>
                <a:gd name="connsiteY263" fmla="*/ 610336 h 2468044"/>
                <a:gd name="connsiteX264" fmla="*/ 1601590 w 1906136"/>
                <a:gd name="connsiteY264" fmla="*/ 607232 h 2468044"/>
                <a:gd name="connsiteX265" fmla="*/ 1603763 w 1906136"/>
                <a:gd name="connsiteY265" fmla="*/ 601023 h 2468044"/>
                <a:gd name="connsiteX266" fmla="*/ 1601590 w 1906136"/>
                <a:gd name="connsiteY266" fmla="*/ 595746 h 2468044"/>
                <a:gd name="connsiteX267" fmla="*/ 1601590 w 1906136"/>
                <a:gd name="connsiteY267" fmla="*/ 590468 h 2468044"/>
                <a:gd name="connsiteX268" fmla="*/ 1600658 w 1906136"/>
                <a:gd name="connsiteY268" fmla="*/ 586122 h 2468044"/>
                <a:gd name="connsiteX269" fmla="*/ 1600658 w 1906136"/>
                <a:gd name="connsiteY269" fmla="*/ 580844 h 2468044"/>
                <a:gd name="connsiteX270" fmla="*/ 1581721 w 1906136"/>
                <a:gd name="connsiteY270" fmla="*/ 580844 h 2468044"/>
                <a:gd name="connsiteX271" fmla="*/ 1579548 w 1906136"/>
                <a:gd name="connsiteY271" fmla="*/ 566253 h 2468044"/>
                <a:gd name="connsiteX272" fmla="*/ 1572408 w 1906136"/>
                <a:gd name="connsiteY272" fmla="*/ 556940 h 2468044"/>
                <a:gd name="connsiteX273" fmla="*/ 1565268 w 1906136"/>
                <a:gd name="connsiteY273" fmla="*/ 549489 h 2468044"/>
                <a:gd name="connsiteX274" fmla="*/ 1552850 w 1906136"/>
                <a:gd name="connsiteY274" fmla="*/ 546385 h 2468044"/>
                <a:gd name="connsiteX275" fmla="*/ 1543536 w 1906136"/>
                <a:gd name="connsiteY275" fmla="*/ 556940 h 2468044"/>
                <a:gd name="connsiteX276" fmla="*/ 1532981 w 1906136"/>
                <a:gd name="connsiteY276" fmla="*/ 566253 h 2468044"/>
                <a:gd name="connsiteX277" fmla="*/ 1521495 w 1906136"/>
                <a:gd name="connsiteY277" fmla="*/ 577740 h 2468044"/>
                <a:gd name="connsiteX278" fmla="*/ 1518390 w 1906136"/>
                <a:gd name="connsiteY278" fmla="*/ 577740 h 2468044"/>
                <a:gd name="connsiteX279" fmla="*/ 1530808 w 1906136"/>
                <a:gd name="connsiteY279" fmla="*/ 558803 h 2468044"/>
                <a:gd name="connsiteX280" fmla="*/ 1542295 w 1906136"/>
                <a:gd name="connsiteY280" fmla="*/ 536761 h 2468044"/>
                <a:gd name="connsiteX281" fmla="*/ 1528635 w 1906136"/>
                <a:gd name="connsiteY281" fmla="*/ 526206 h 2468044"/>
                <a:gd name="connsiteX282" fmla="*/ 1525531 w 1906136"/>
                <a:gd name="connsiteY282" fmla="*/ 516892 h 2468044"/>
                <a:gd name="connsiteX283" fmla="*/ 1527704 w 1906136"/>
                <a:gd name="connsiteY283" fmla="*/ 506337 h 2468044"/>
                <a:gd name="connsiteX284" fmla="*/ 1527704 w 1906136"/>
                <a:gd name="connsiteY284" fmla="*/ 494851 h 2468044"/>
                <a:gd name="connsiteX285" fmla="*/ 1521495 w 1906136"/>
                <a:gd name="connsiteY285" fmla="*/ 480260 h 2468044"/>
                <a:gd name="connsiteX286" fmla="*/ 1520563 w 1906136"/>
                <a:gd name="connsiteY286" fmla="*/ 478087 h 2468044"/>
                <a:gd name="connsiteX287" fmla="*/ 1516528 w 1906136"/>
                <a:gd name="connsiteY287" fmla="*/ 478087 h 2468044"/>
                <a:gd name="connsiteX288" fmla="*/ 1514354 w 1906136"/>
                <a:gd name="connsiteY288" fmla="*/ 478087 h 2468044"/>
                <a:gd name="connsiteX289" fmla="*/ 1511250 w 1906136"/>
                <a:gd name="connsiteY289" fmla="*/ 478087 h 2468044"/>
                <a:gd name="connsiteX290" fmla="*/ 1507214 w 1906136"/>
                <a:gd name="connsiteY290" fmla="*/ 478087 h 2468044"/>
                <a:gd name="connsiteX291" fmla="*/ 1506283 w 1906136"/>
                <a:gd name="connsiteY291" fmla="*/ 477155 h 2468044"/>
                <a:gd name="connsiteX292" fmla="*/ 1504110 w 1906136"/>
                <a:gd name="connsiteY292" fmla="*/ 472809 h 2468044"/>
                <a:gd name="connsiteX293" fmla="*/ 1501937 w 1906136"/>
                <a:gd name="connsiteY293" fmla="*/ 469705 h 2468044"/>
                <a:gd name="connsiteX294" fmla="*/ 1504110 w 1906136"/>
                <a:gd name="connsiteY294" fmla="*/ 465358 h 2468044"/>
                <a:gd name="connsiteX295" fmla="*/ 1504110 w 1906136"/>
                <a:gd name="connsiteY295" fmla="*/ 462254 h 2468044"/>
                <a:gd name="connsiteX296" fmla="*/ 1506283 w 1906136"/>
                <a:gd name="connsiteY296" fmla="*/ 460081 h 2468044"/>
                <a:gd name="connsiteX297" fmla="*/ 1506283 w 1906136"/>
                <a:gd name="connsiteY297" fmla="*/ 455734 h 2468044"/>
                <a:gd name="connsiteX298" fmla="*/ 1506283 w 1906136"/>
                <a:gd name="connsiteY298" fmla="*/ 452630 h 2468044"/>
                <a:gd name="connsiteX299" fmla="*/ 1500074 w 1906136"/>
                <a:gd name="connsiteY299" fmla="*/ 443317 h 2468044"/>
                <a:gd name="connsiteX300" fmla="*/ 1492934 w 1906136"/>
                <a:gd name="connsiteY300" fmla="*/ 435866 h 2468044"/>
                <a:gd name="connsiteX301" fmla="*/ 1485793 w 1906136"/>
                <a:gd name="connsiteY301" fmla="*/ 428415 h 2468044"/>
                <a:gd name="connsiteX302" fmla="*/ 1480516 w 1906136"/>
                <a:gd name="connsiteY302" fmla="*/ 420964 h 2468044"/>
                <a:gd name="connsiteX303" fmla="*/ 1478343 w 1906136"/>
                <a:gd name="connsiteY303" fmla="*/ 408236 h 2468044"/>
                <a:gd name="connsiteX304" fmla="*/ 1463752 w 1906136"/>
                <a:gd name="connsiteY304" fmla="*/ 419723 h 2468044"/>
                <a:gd name="connsiteX305" fmla="*/ 1455370 w 1906136"/>
                <a:gd name="connsiteY305" fmla="*/ 434314 h 2468044"/>
                <a:gd name="connsiteX306" fmla="*/ 1443883 w 1906136"/>
                <a:gd name="connsiteY306" fmla="*/ 447973 h 2468044"/>
                <a:gd name="connsiteX307" fmla="*/ 1429292 w 1906136"/>
                <a:gd name="connsiteY307" fmla="*/ 459460 h 2468044"/>
                <a:gd name="connsiteX308" fmla="*/ 1428361 w 1906136"/>
                <a:gd name="connsiteY308" fmla="*/ 455114 h 2468044"/>
                <a:gd name="connsiteX309" fmla="*/ 1422152 w 1906136"/>
                <a:gd name="connsiteY309" fmla="*/ 454182 h 2468044"/>
                <a:gd name="connsiteX310" fmla="*/ 1419048 w 1906136"/>
                <a:gd name="connsiteY310" fmla="*/ 449836 h 2468044"/>
                <a:gd name="connsiteX311" fmla="*/ 1415012 w 1906136"/>
                <a:gd name="connsiteY311" fmla="*/ 447663 h 2468044"/>
                <a:gd name="connsiteX312" fmla="*/ 1411907 w 1906136"/>
                <a:gd name="connsiteY312" fmla="*/ 444558 h 2468044"/>
                <a:gd name="connsiteX313" fmla="*/ 1409734 w 1906136"/>
                <a:gd name="connsiteY313" fmla="*/ 442385 h 2468044"/>
                <a:gd name="connsiteX314" fmla="*/ 1406630 w 1906136"/>
                <a:gd name="connsiteY314" fmla="*/ 431830 h 2468044"/>
                <a:gd name="connsiteX315" fmla="*/ 1404457 w 1906136"/>
                <a:gd name="connsiteY315" fmla="*/ 417239 h 2468044"/>
                <a:gd name="connsiteX316" fmla="*/ 1400421 w 1906136"/>
                <a:gd name="connsiteY316" fmla="*/ 400475 h 2468044"/>
                <a:gd name="connsiteX317" fmla="*/ 1399490 w 1906136"/>
                <a:gd name="connsiteY317" fmla="*/ 391162 h 2468044"/>
                <a:gd name="connsiteX318" fmla="*/ 1395454 w 1906136"/>
                <a:gd name="connsiteY318" fmla="*/ 388057 h 2468044"/>
                <a:gd name="connsiteX319" fmla="*/ 1390176 w 1906136"/>
                <a:gd name="connsiteY319" fmla="*/ 385884 h 2468044"/>
                <a:gd name="connsiteX320" fmla="*/ 1384899 w 1906136"/>
                <a:gd name="connsiteY320" fmla="*/ 383711 h 2468044"/>
                <a:gd name="connsiteX321" fmla="*/ 1378690 w 1906136"/>
                <a:gd name="connsiteY321" fmla="*/ 383711 h 2468044"/>
                <a:gd name="connsiteX322" fmla="*/ 1375585 w 1906136"/>
                <a:gd name="connsiteY322" fmla="*/ 382780 h 2468044"/>
                <a:gd name="connsiteX323" fmla="*/ 1370308 w 1906136"/>
                <a:gd name="connsiteY323" fmla="*/ 378433 h 2468044"/>
                <a:gd name="connsiteX324" fmla="*/ 1364099 w 1906136"/>
                <a:gd name="connsiteY324" fmla="*/ 369120 h 2468044"/>
                <a:gd name="connsiteX325" fmla="*/ 1358821 w 1906136"/>
                <a:gd name="connsiteY325" fmla="*/ 356392 h 2468044"/>
                <a:gd name="connsiteX326" fmla="*/ 1353544 w 1906136"/>
                <a:gd name="connsiteY326" fmla="*/ 347078 h 2468044"/>
                <a:gd name="connsiteX327" fmla="*/ 1329639 w 1906136"/>
                <a:gd name="connsiteY327" fmla="*/ 351425 h 2468044"/>
                <a:gd name="connsiteX328" fmla="*/ 1307908 w 1906136"/>
                <a:gd name="connsiteY328" fmla="*/ 351425 h 2468044"/>
                <a:gd name="connsiteX329" fmla="*/ 1282762 w 1906136"/>
                <a:gd name="connsiteY329" fmla="*/ 347078 h 2468044"/>
                <a:gd name="connsiteX330" fmla="*/ 1282762 w 1906136"/>
                <a:gd name="connsiteY330" fmla="*/ 351425 h 2468044"/>
                <a:gd name="connsiteX331" fmla="*/ 1278726 w 1906136"/>
                <a:gd name="connsiteY331" fmla="*/ 351425 h 2468044"/>
                <a:gd name="connsiteX332" fmla="*/ 1280899 w 1906136"/>
                <a:gd name="connsiteY332" fmla="*/ 369431 h 2468044"/>
                <a:gd name="connsiteX333" fmla="*/ 1286177 w 1906136"/>
                <a:gd name="connsiteY333" fmla="*/ 388368 h 2468044"/>
                <a:gd name="connsiteX334" fmla="*/ 1290213 w 1906136"/>
                <a:gd name="connsiteY334" fmla="*/ 405132 h 2468044"/>
                <a:gd name="connsiteX335" fmla="*/ 1293317 w 1906136"/>
                <a:gd name="connsiteY335" fmla="*/ 420964 h 2468044"/>
                <a:gd name="connsiteX336" fmla="*/ 1290213 w 1906136"/>
                <a:gd name="connsiteY336" fmla="*/ 435555 h 2468044"/>
                <a:gd name="connsiteX337" fmla="*/ 1283072 w 1906136"/>
                <a:gd name="connsiteY337" fmla="*/ 448284 h 2468044"/>
                <a:gd name="connsiteX338" fmla="*/ 1285246 w 1906136"/>
                <a:gd name="connsiteY338" fmla="*/ 454493 h 2468044"/>
                <a:gd name="connsiteX339" fmla="*/ 1288350 w 1906136"/>
                <a:gd name="connsiteY339" fmla="*/ 457597 h 2468044"/>
                <a:gd name="connsiteX340" fmla="*/ 1292386 w 1906136"/>
                <a:gd name="connsiteY340" fmla="*/ 459770 h 2468044"/>
                <a:gd name="connsiteX341" fmla="*/ 1295490 w 1906136"/>
                <a:gd name="connsiteY341" fmla="*/ 461943 h 2468044"/>
                <a:gd name="connsiteX342" fmla="*/ 1302630 w 1906136"/>
                <a:gd name="connsiteY342" fmla="*/ 465048 h 2468044"/>
                <a:gd name="connsiteX343" fmla="*/ 1302630 w 1906136"/>
                <a:gd name="connsiteY343" fmla="*/ 481812 h 2468044"/>
                <a:gd name="connsiteX344" fmla="*/ 1304804 w 1906136"/>
                <a:gd name="connsiteY344" fmla="*/ 498576 h 2468044"/>
                <a:gd name="connsiteX345" fmla="*/ 1302630 w 1906136"/>
                <a:gd name="connsiteY345" fmla="*/ 509131 h 2468044"/>
                <a:gd name="connsiteX346" fmla="*/ 1297353 w 1906136"/>
                <a:gd name="connsiteY346" fmla="*/ 528068 h 2468044"/>
                <a:gd name="connsiteX347" fmla="*/ 1288040 w 1906136"/>
                <a:gd name="connsiteY347" fmla="*/ 542659 h 2468044"/>
                <a:gd name="connsiteX348" fmla="*/ 1273449 w 1906136"/>
                <a:gd name="connsiteY348" fmla="*/ 553214 h 2468044"/>
                <a:gd name="connsiteX349" fmla="*/ 1258858 w 1906136"/>
                <a:gd name="connsiteY349" fmla="*/ 560665 h 2468044"/>
                <a:gd name="connsiteX350" fmla="*/ 1264135 w 1906136"/>
                <a:gd name="connsiteY350" fmla="*/ 577429 h 2468044"/>
                <a:gd name="connsiteX351" fmla="*/ 1268171 w 1906136"/>
                <a:gd name="connsiteY351" fmla="*/ 595435 h 2468044"/>
                <a:gd name="connsiteX352" fmla="*/ 1270344 w 1906136"/>
                <a:gd name="connsiteY352" fmla="*/ 610026 h 2468044"/>
                <a:gd name="connsiteX353" fmla="*/ 1270344 w 1906136"/>
                <a:gd name="connsiteY353" fmla="*/ 621513 h 2468044"/>
                <a:gd name="connsiteX354" fmla="*/ 1268171 w 1906136"/>
                <a:gd name="connsiteY354" fmla="*/ 624617 h 2468044"/>
                <a:gd name="connsiteX355" fmla="*/ 1268171 w 1906136"/>
                <a:gd name="connsiteY355" fmla="*/ 626790 h 2468044"/>
                <a:gd name="connsiteX356" fmla="*/ 1268171 w 1906136"/>
                <a:gd name="connsiteY356" fmla="*/ 628963 h 2468044"/>
                <a:gd name="connsiteX357" fmla="*/ 1265998 w 1906136"/>
                <a:gd name="connsiteY357" fmla="*/ 628963 h 2468044"/>
                <a:gd name="connsiteX358" fmla="*/ 1262893 w 1906136"/>
                <a:gd name="connsiteY358" fmla="*/ 629895 h 2468044"/>
                <a:gd name="connsiteX359" fmla="*/ 1260720 w 1906136"/>
                <a:gd name="connsiteY359" fmla="*/ 629895 h 2468044"/>
                <a:gd name="connsiteX360" fmla="*/ 1258547 w 1906136"/>
                <a:gd name="connsiteY360" fmla="*/ 632068 h 2468044"/>
                <a:gd name="connsiteX361" fmla="*/ 1256374 w 1906136"/>
                <a:gd name="connsiteY361" fmla="*/ 632068 h 2468044"/>
                <a:gd name="connsiteX362" fmla="*/ 1253270 w 1906136"/>
                <a:gd name="connsiteY362" fmla="*/ 634241 h 2468044"/>
                <a:gd name="connsiteX363" fmla="*/ 1242714 w 1906136"/>
                <a:gd name="connsiteY363" fmla="*/ 617477 h 2468044"/>
                <a:gd name="connsiteX364" fmla="*/ 1233401 w 1906136"/>
                <a:gd name="connsiteY364" fmla="*/ 604748 h 2468044"/>
                <a:gd name="connsiteX365" fmla="*/ 1229365 w 1906136"/>
                <a:gd name="connsiteY365" fmla="*/ 593262 h 2468044"/>
                <a:gd name="connsiteX366" fmla="*/ 1228434 w 1906136"/>
                <a:gd name="connsiteY366" fmla="*/ 582707 h 2468044"/>
                <a:gd name="connsiteX367" fmla="*/ 1226261 w 1906136"/>
                <a:gd name="connsiteY367" fmla="*/ 571220 h 2468044"/>
                <a:gd name="connsiteX368" fmla="*/ 1222225 w 1906136"/>
                <a:gd name="connsiteY368" fmla="*/ 556629 h 2468044"/>
                <a:gd name="connsiteX369" fmla="*/ 1219121 w 1906136"/>
                <a:gd name="connsiteY369" fmla="*/ 536761 h 2468044"/>
                <a:gd name="connsiteX370" fmla="*/ 1189939 w 1906136"/>
                <a:gd name="connsiteY370" fmla="*/ 529310 h 2468044"/>
                <a:gd name="connsiteX371" fmla="*/ 1185903 w 1906136"/>
                <a:gd name="connsiteY371" fmla="*/ 529310 h 2468044"/>
                <a:gd name="connsiteX372" fmla="*/ 1184972 w 1906136"/>
                <a:gd name="connsiteY372" fmla="*/ 531483 h 2468044"/>
                <a:gd name="connsiteX373" fmla="*/ 1180936 w 1906136"/>
                <a:gd name="connsiteY373" fmla="*/ 533656 h 2468044"/>
                <a:gd name="connsiteX374" fmla="*/ 1178763 w 1906136"/>
                <a:gd name="connsiteY374" fmla="*/ 535829 h 2468044"/>
                <a:gd name="connsiteX375" fmla="*/ 1175658 w 1906136"/>
                <a:gd name="connsiteY375" fmla="*/ 535829 h 2468044"/>
                <a:gd name="connsiteX376" fmla="*/ 1171622 w 1906136"/>
                <a:gd name="connsiteY376" fmla="*/ 536761 h 2468044"/>
                <a:gd name="connsiteX377" fmla="*/ 1168518 w 1906136"/>
                <a:gd name="connsiteY377" fmla="*/ 535829 h 2468044"/>
                <a:gd name="connsiteX378" fmla="*/ 1163240 w 1906136"/>
                <a:gd name="connsiteY378" fmla="*/ 533656 h 2468044"/>
                <a:gd name="connsiteX379" fmla="*/ 1150202 w 1906136"/>
                <a:gd name="connsiteY379" fmla="*/ 527137 h 2468044"/>
                <a:gd name="connsiteX380" fmla="*/ 1139646 w 1906136"/>
                <a:gd name="connsiteY380" fmla="*/ 515650 h 2468044"/>
                <a:gd name="connsiteX381" fmla="*/ 1127229 w 1906136"/>
                <a:gd name="connsiteY381" fmla="*/ 502922 h 2468044"/>
                <a:gd name="connsiteX382" fmla="*/ 1113569 w 1906136"/>
                <a:gd name="connsiteY382" fmla="*/ 493609 h 2468044"/>
                <a:gd name="connsiteX383" fmla="*/ 1101151 w 1906136"/>
                <a:gd name="connsiteY383" fmla="*/ 488331 h 2468044"/>
                <a:gd name="connsiteX384" fmla="*/ 1088733 w 1906136"/>
                <a:gd name="connsiteY384" fmla="*/ 490504 h 2468044"/>
                <a:gd name="connsiteX385" fmla="*/ 1083456 w 1906136"/>
                <a:gd name="connsiteY385" fmla="*/ 488331 h 2468044"/>
                <a:gd name="connsiteX386" fmla="*/ 1077247 w 1906136"/>
                <a:gd name="connsiteY386" fmla="*/ 488331 h 2468044"/>
                <a:gd name="connsiteX387" fmla="*/ 1076316 w 1906136"/>
                <a:gd name="connsiteY387" fmla="*/ 486158 h 2468044"/>
                <a:gd name="connsiteX388" fmla="*/ 1076316 w 1906136"/>
                <a:gd name="connsiteY388" fmla="*/ 485227 h 2468044"/>
                <a:gd name="connsiteX389" fmla="*/ 1076316 w 1906136"/>
                <a:gd name="connsiteY389" fmla="*/ 483054 h 2468044"/>
                <a:gd name="connsiteX390" fmla="*/ 1076316 w 1906136"/>
                <a:gd name="connsiteY390" fmla="*/ 480881 h 2468044"/>
                <a:gd name="connsiteX391" fmla="*/ 1076316 w 1906136"/>
                <a:gd name="connsiteY391" fmla="*/ 477776 h 2468044"/>
                <a:gd name="connsiteX392" fmla="*/ 1076316 w 1906136"/>
                <a:gd name="connsiteY392" fmla="*/ 473430 h 2468044"/>
                <a:gd name="connsiteX393" fmla="*/ 1072280 w 1906136"/>
                <a:gd name="connsiteY393" fmla="*/ 470325 h 2468044"/>
                <a:gd name="connsiteX394" fmla="*/ 1072280 w 1906136"/>
                <a:gd name="connsiteY394" fmla="*/ 461012 h 2468044"/>
                <a:gd name="connsiteX395" fmla="*/ 1052411 w 1906136"/>
                <a:gd name="connsiteY395" fmla="*/ 461012 h 2468044"/>
                <a:gd name="connsiteX396" fmla="*/ 1052411 w 1906136"/>
                <a:gd name="connsiteY396" fmla="*/ 441143 h 2468044"/>
                <a:gd name="connsiteX397" fmla="*/ 1048375 w 1906136"/>
                <a:gd name="connsiteY397" fmla="*/ 421275 h 2468044"/>
                <a:gd name="connsiteX398" fmla="*/ 1042166 w 1906136"/>
                <a:gd name="connsiteY398" fmla="*/ 406684 h 2468044"/>
                <a:gd name="connsiteX399" fmla="*/ 1042166 w 1906136"/>
                <a:gd name="connsiteY399" fmla="*/ 382469 h 2468044"/>
                <a:gd name="connsiteX400" fmla="*/ 1048375 w 1906136"/>
                <a:gd name="connsiteY400" fmla="*/ 365705 h 2468044"/>
                <a:gd name="connsiteX401" fmla="*/ 1057689 w 1906136"/>
                <a:gd name="connsiteY401" fmla="*/ 355150 h 2468044"/>
                <a:gd name="connsiteX402" fmla="*/ 1072280 w 1906136"/>
                <a:gd name="connsiteY402" fmla="*/ 345837 h 2468044"/>
                <a:gd name="connsiteX403" fmla="*/ 1089044 w 1906136"/>
                <a:gd name="connsiteY403" fmla="*/ 340559 h 2468044"/>
                <a:gd name="connsiteX404" fmla="*/ 1089044 w 1906136"/>
                <a:gd name="connsiteY404" fmla="*/ 335282 h 2468044"/>
                <a:gd name="connsiteX405" fmla="*/ 1086871 w 1906136"/>
                <a:gd name="connsiteY405" fmla="*/ 329073 h 2468044"/>
                <a:gd name="connsiteX406" fmla="*/ 1086871 w 1906136"/>
                <a:gd name="connsiteY406" fmla="*/ 325968 h 2468044"/>
                <a:gd name="connsiteX407" fmla="*/ 1084698 w 1906136"/>
                <a:gd name="connsiteY407" fmla="*/ 323795 h 2468044"/>
                <a:gd name="connsiteX408" fmla="*/ 1083766 w 1906136"/>
                <a:gd name="connsiteY408" fmla="*/ 320691 h 2468044"/>
                <a:gd name="connsiteX409" fmla="*/ 1081593 w 1906136"/>
                <a:gd name="connsiteY409" fmla="*/ 316344 h 2468044"/>
                <a:gd name="connsiteX410" fmla="*/ 1072280 w 1906136"/>
                <a:gd name="connsiteY410" fmla="*/ 316344 h 2468044"/>
                <a:gd name="connsiteX411" fmla="*/ 1072280 w 1906136"/>
                <a:gd name="connsiteY411" fmla="*/ 313240 h 2468044"/>
                <a:gd name="connsiteX412" fmla="*/ 1079420 w 1906136"/>
                <a:gd name="connsiteY412" fmla="*/ 314171 h 2468044"/>
                <a:gd name="connsiteX413" fmla="*/ 1083456 w 1906136"/>
                <a:gd name="connsiteY413" fmla="*/ 316344 h 2468044"/>
                <a:gd name="connsiteX414" fmla="*/ 1088733 w 1906136"/>
                <a:gd name="connsiteY414" fmla="*/ 318517 h 2468044"/>
                <a:gd name="connsiteX415" fmla="*/ 1094011 w 1906136"/>
                <a:gd name="connsiteY415" fmla="*/ 320691 h 2468044"/>
                <a:gd name="connsiteX416" fmla="*/ 1101151 w 1906136"/>
                <a:gd name="connsiteY416" fmla="*/ 320691 h 2468044"/>
                <a:gd name="connsiteX417" fmla="*/ 1105187 w 1906136"/>
                <a:gd name="connsiteY417" fmla="*/ 307031 h 2468044"/>
                <a:gd name="connsiteX418" fmla="*/ 1108291 w 1906136"/>
                <a:gd name="connsiteY418" fmla="*/ 298649 h 2468044"/>
                <a:gd name="connsiteX419" fmla="*/ 1115432 w 1906136"/>
                <a:gd name="connsiteY419" fmla="*/ 291198 h 2468044"/>
                <a:gd name="connsiteX420" fmla="*/ 1124745 w 1906136"/>
                <a:gd name="connsiteY420" fmla="*/ 283748 h 2468044"/>
                <a:gd name="connsiteX421" fmla="*/ 1126918 w 1906136"/>
                <a:gd name="connsiteY421" fmla="*/ 279401 h 2468044"/>
                <a:gd name="connsiteX422" fmla="*/ 1130023 w 1906136"/>
                <a:gd name="connsiteY422" fmla="*/ 276297 h 2468044"/>
                <a:gd name="connsiteX423" fmla="*/ 1132196 w 1906136"/>
                <a:gd name="connsiteY423" fmla="*/ 271951 h 2468044"/>
                <a:gd name="connsiteX424" fmla="*/ 1132196 w 1906136"/>
                <a:gd name="connsiteY424" fmla="*/ 266673 h 2468044"/>
                <a:gd name="connsiteX425" fmla="*/ 1130023 w 1906136"/>
                <a:gd name="connsiteY425" fmla="*/ 261395 h 2468044"/>
                <a:gd name="connsiteX426" fmla="*/ 1127849 w 1906136"/>
                <a:gd name="connsiteY426" fmla="*/ 259222 h 2468044"/>
                <a:gd name="connsiteX427" fmla="*/ 1126918 w 1906136"/>
                <a:gd name="connsiteY427" fmla="*/ 257049 h 2468044"/>
                <a:gd name="connsiteX428" fmla="*/ 1124745 w 1906136"/>
                <a:gd name="connsiteY428" fmla="*/ 254876 h 2468044"/>
                <a:gd name="connsiteX429" fmla="*/ 1120709 w 1906136"/>
                <a:gd name="connsiteY429" fmla="*/ 251772 h 2468044"/>
                <a:gd name="connsiteX430" fmla="*/ 1117605 w 1906136"/>
                <a:gd name="connsiteY430" fmla="*/ 251772 h 2468044"/>
                <a:gd name="connsiteX431" fmla="*/ 1117605 w 1906136"/>
                <a:gd name="connsiteY431" fmla="*/ 247736 h 2468044"/>
                <a:gd name="connsiteX432" fmla="*/ 1135300 w 1906136"/>
                <a:gd name="connsiteY432" fmla="*/ 252082 h 2468044"/>
                <a:gd name="connsiteX433" fmla="*/ 1147718 w 1906136"/>
                <a:gd name="connsiteY433" fmla="*/ 259533 h 2468044"/>
                <a:gd name="connsiteX434" fmla="*/ 1157031 w 1906136"/>
                <a:gd name="connsiteY434" fmla="*/ 259533 h 2468044"/>
                <a:gd name="connsiteX435" fmla="*/ 1159205 w 1906136"/>
                <a:gd name="connsiteY435" fmla="*/ 241527 h 2468044"/>
                <a:gd name="connsiteX436" fmla="*/ 1161378 w 1906136"/>
                <a:gd name="connsiteY436" fmla="*/ 230040 h 2468044"/>
                <a:gd name="connsiteX437" fmla="*/ 1157342 w 1906136"/>
                <a:gd name="connsiteY437" fmla="*/ 219485 h 2468044"/>
                <a:gd name="connsiteX438" fmla="*/ 1157342 w 1906136"/>
                <a:gd name="connsiteY438" fmla="*/ 215139 h 2468044"/>
                <a:gd name="connsiteX439" fmla="*/ 1208255 w 1906136"/>
                <a:gd name="connsiteY439" fmla="*/ 212034 h 2468044"/>
                <a:gd name="connsiteX440" fmla="*/ 1208255 w 1906136"/>
                <a:gd name="connsiteY440" fmla="*/ 205826 h 2468044"/>
                <a:gd name="connsiteX441" fmla="*/ 1206082 w 1906136"/>
                <a:gd name="connsiteY441" fmla="*/ 202721 h 2468044"/>
                <a:gd name="connsiteX442" fmla="*/ 1206082 w 1906136"/>
                <a:gd name="connsiteY442" fmla="*/ 200548 h 2468044"/>
                <a:gd name="connsiteX443" fmla="*/ 1205151 w 1906136"/>
                <a:gd name="connsiteY443" fmla="*/ 198375 h 2468044"/>
                <a:gd name="connsiteX444" fmla="*/ 1202977 w 1906136"/>
                <a:gd name="connsiteY444" fmla="*/ 197444 h 2468044"/>
                <a:gd name="connsiteX445" fmla="*/ 1200804 w 1906136"/>
                <a:gd name="connsiteY445" fmla="*/ 195270 h 2468044"/>
                <a:gd name="connsiteX446" fmla="*/ 1200804 w 1906136"/>
                <a:gd name="connsiteY446" fmla="*/ 190924 h 2468044"/>
                <a:gd name="connsiteX447" fmla="*/ 1206082 w 1906136"/>
                <a:gd name="connsiteY447" fmla="*/ 193097 h 2468044"/>
                <a:gd name="connsiteX448" fmla="*/ 1210118 w 1906136"/>
                <a:gd name="connsiteY448" fmla="*/ 195270 h 2468044"/>
                <a:gd name="connsiteX449" fmla="*/ 1213222 w 1906136"/>
                <a:gd name="connsiteY449" fmla="*/ 197444 h 2468044"/>
                <a:gd name="connsiteX450" fmla="*/ 1217258 w 1906136"/>
                <a:gd name="connsiteY450" fmla="*/ 198375 h 2468044"/>
                <a:gd name="connsiteX451" fmla="*/ 1224398 w 1906136"/>
                <a:gd name="connsiteY451" fmla="*/ 198375 h 2468044"/>
                <a:gd name="connsiteX452" fmla="*/ 1226571 w 1906136"/>
                <a:gd name="connsiteY452" fmla="*/ 187820 h 2468044"/>
                <a:gd name="connsiteX453" fmla="*/ 1229676 w 1906136"/>
                <a:gd name="connsiteY453" fmla="*/ 173229 h 2468044"/>
                <a:gd name="connsiteX454" fmla="*/ 1233711 w 1906136"/>
                <a:gd name="connsiteY454" fmla="*/ 154292 h 2468044"/>
                <a:gd name="connsiteX455" fmla="*/ 1234643 w 1906136"/>
                <a:gd name="connsiteY455" fmla="*/ 138459 h 2468044"/>
                <a:gd name="connsiteX456" fmla="*/ 1236816 w 1906136"/>
                <a:gd name="connsiteY456" fmla="*/ 125731 h 2468044"/>
                <a:gd name="connsiteX457" fmla="*/ 1236816 w 1906136"/>
                <a:gd name="connsiteY457" fmla="*/ 118280 h 2468044"/>
                <a:gd name="connsiteX458" fmla="*/ 1236816 w 1906136"/>
                <a:gd name="connsiteY458" fmla="*/ 103689 h 2468044"/>
                <a:gd name="connsiteX459" fmla="*/ 1229676 w 1906136"/>
                <a:gd name="connsiteY459" fmla="*/ 97480 h 2468044"/>
                <a:gd name="connsiteX460" fmla="*/ 1220362 w 1906136"/>
                <a:gd name="connsiteY460" fmla="*/ 99653 h 2468044"/>
                <a:gd name="connsiteX461" fmla="*/ 1211980 w 1906136"/>
                <a:gd name="connsiteY461" fmla="*/ 103999 h 2468044"/>
                <a:gd name="connsiteX462" fmla="*/ 1204840 w 1906136"/>
                <a:gd name="connsiteY462" fmla="*/ 103999 h 2468044"/>
                <a:gd name="connsiteX463" fmla="*/ 1202667 w 1906136"/>
                <a:gd name="connsiteY463" fmla="*/ 99653 h 2468044"/>
                <a:gd name="connsiteX464" fmla="*/ 1198631 w 1906136"/>
                <a:gd name="connsiteY464" fmla="*/ 97480 h 2468044"/>
                <a:gd name="connsiteX465" fmla="*/ 1197700 w 1906136"/>
                <a:gd name="connsiteY465" fmla="*/ 94376 h 2468044"/>
                <a:gd name="connsiteX466" fmla="*/ 1193664 w 1906136"/>
                <a:gd name="connsiteY466" fmla="*/ 90029 h 2468044"/>
                <a:gd name="connsiteX467" fmla="*/ 1191491 w 1906136"/>
                <a:gd name="connsiteY467" fmla="*/ 86925 h 2468044"/>
                <a:gd name="connsiteX468" fmla="*/ 1188386 w 1906136"/>
                <a:gd name="connsiteY468" fmla="*/ 84752 h 2468044"/>
                <a:gd name="connsiteX469" fmla="*/ 1184351 w 1906136"/>
                <a:gd name="connsiteY469" fmla="*/ 82579 h 2468044"/>
                <a:gd name="connsiteX470" fmla="*/ 1181246 w 1906136"/>
                <a:gd name="connsiteY470" fmla="*/ 82579 h 2468044"/>
                <a:gd name="connsiteX471" fmla="*/ 1177210 w 1906136"/>
                <a:gd name="connsiteY471" fmla="*/ 86925 h 2468044"/>
                <a:gd name="connsiteX472" fmla="*/ 1166655 w 1906136"/>
                <a:gd name="connsiteY472" fmla="*/ 96238 h 2468044"/>
                <a:gd name="connsiteX473" fmla="*/ 1162619 w 1906136"/>
                <a:gd name="connsiteY473" fmla="*/ 108966 h 2468044"/>
                <a:gd name="connsiteX474" fmla="*/ 1162619 w 1906136"/>
                <a:gd name="connsiteY474" fmla="*/ 121695 h 2468044"/>
                <a:gd name="connsiteX475" fmla="*/ 1164793 w 1906136"/>
                <a:gd name="connsiteY475" fmla="*/ 134423 h 2468044"/>
                <a:gd name="connsiteX476" fmla="*/ 1164793 w 1906136"/>
                <a:gd name="connsiteY476" fmla="*/ 147151 h 2468044"/>
                <a:gd name="connsiteX477" fmla="*/ 1157652 w 1906136"/>
                <a:gd name="connsiteY477" fmla="*/ 163915 h 2468044"/>
                <a:gd name="connsiteX478" fmla="*/ 1148339 w 1906136"/>
                <a:gd name="connsiteY478" fmla="*/ 178506 h 2468044"/>
                <a:gd name="connsiteX479" fmla="*/ 1143061 w 1906136"/>
                <a:gd name="connsiteY479" fmla="*/ 176333 h 2468044"/>
                <a:gd name="connsiteX480" fmla="*/ 1139957 w 1906136"/>
                <a:gd name="connsiteY480" fmla="*/ 175402 h 2468044"/>
                <a:gd name="connsiteX481" fmla="*/ 1137784 w 1906136"/>
                <a:gd name="connsiteY481" fmla="*/ 173229 h 2468044"/>
                <a:gd name="connsiteX482" fmla="*/ 1135611 w 1906136"/>
                <a:gd name="connsiteY482" fmla="*/ 171056 h 2468044"/>
                <a:gd name="connsiteX483" fmla="*/ 1132506 w 1906136"/>
                <a:gd name="connsiteY483" fmla="*/ 167951 h 2468044"/>
                <a:gd name="connsiteX484" fmla="*/ 1134679 w 1906136"/>
                <a:gd name="connsiteY484" fmla="*/ 161742 h 2468044"/>
                <a:gd name="connsiteX485" fmla="*/ 1134679 w 1906136"/>
                <a:gd name="connsiteY485" fmla="*/ 153360 h 2468044"/>
                <a:gd name="connsiteX486" fmla="*/ 1135611 w 1906136"/>
                <a:gd name="connsiteY486" fmla="*/ 140632 h 2468044"/>
                <a:gd name="connsiteX487" fmla="*/ 1137784 w 1906136"/>
                <a:gd name="connsiteY487" fmla="*/ 126041 h 2468044"/>
                <a:gd name="connsiteX488" fmla="*/ 1137784 w 1906136"/>
                <a:gd name="connsiteY488" fmla="*/ 114244 h 2468044"/>
                <a:gd name="connsiteX489" fmla="*/ 1128470 w 1906136"/>
                <a:gd name="connsiteY489" fmla="*/ 118590 h 2468044"/>
                <a:gd name="connsiteX490" fmla="*/ 1123193 w 1906136"/>
                <a:gd name="connsiteY490" fmla="*/ 123868 h 2468044"/>
                <a:gd name="connsiteX491" fmla="*/ 1117915 w 1906136"/>
                <a:gd name="connsiteY491" fmla="*/ 129145 h 2468044"/>
                <a:gd name="connsiteX492" fmla="*/ 1112638 w 1906136"/>
                <a:gd name="connsiteY492" fmla="*/ 134423 h 2468044"/>
                <a:gd name="connsiteX493" fmla="*/ 1101151 w 1906136"/>
                <a:gd name="connsiteY493" fmla="*/ 134423 h 2468044"/>
                <a:gd name="connsiteX494" fmla="*/ 1098047 w 1906136"/>
                <a:gd name="connsiteY494" fmla="*/ 119832 h 2468044"/>
                <a:gd name="connsiteX495" fmla="*/ 1098047 w 1906136"/>
                <a:gd name="connsiteY495" fmla="*/ 103999 h 2468044"/>
                <a:gd name="connsiteX496" fmla="*/ 1071969 w 1906136"/>
                <a:gd name="connsiteY496" fmla="*/ 103999 h 2468044"/>
                <a:gd name="connsiteX497" fmla="*/ 1076005 w 1906136"/>
                <a:gd name="connsiteY497" fmla="*/ 96549 h 2468044"/>
                <a:gd name="connsiteX498" fmla="*/ 1076936 w 1906136"/>
                <a:gd name="connsiteY498" fmla="*/ 90340 h 2468044"/>
                <a:gd name="connsiteX499" fmla="*/ 1079110 w 1906136"/>
                <a:gd name="connsiteY499" fmla="*/ 85062 h 2468044"/>
                <a:gd name="connsiteX500" fmla="*/ 1083145 w 1906136"/>
                <a:gd name="connsiteY500" fmla="*/ 81958 h 2468044"/>
                <a:gd name="connsiteX501" fmla="*/ 1088423 w 1906136"/>
                <a:gd name="connsiteY501" fmla="*/ 77611 h 2468044"/>
                <a:gd name="connsiteX502" fmla="*/ 1088423 w 1906136"/>
                <a:gd name="connsiteY502" fmla="*/ 70161 h 2468044"/>
                <a:gd name="connsiteX503" fmla="*/ 1088423 w 1906136"/>
                <a:gd name="connsiteY503" fmla="*/ 62710 h 2468044"/>
                <a:gd name="connsiteX504" fmla="*/ 1086250 w 1906136"/>
                <a:gd name="connsiteY504" fmla="*/ 59606 h 2468044"/>
                <a:gd name="connsiteX505" fmla="*/ 1083145 w 1906136"/>
                <a:gd name="connsiteY505" fmla="*/ 55259 h 2468044"/>
                <a:gd name="connsiteX506" fmla="*/ 1079110 w 1906136"/>
                <a:gd name="connsiteY506" fmla="*/ 52155 h 2468044"/>
                <a:gd name="connsiteX507" fmla="*/ 1071969 w 1906136"/>
                <a:gd name="connsiteY507" fmla="*/ 49982 h 2468044"/>
                <a:gd name="connsiteX508" fmla="*/ 1074142 w 1906136"/>
                <a:gd name="connsiteY508" fmla="*/ 42531 h 2468044"/>
                <a:gd name="connsiteX509" fmla="*/ 1076316 w 1906136"/>
                <a:gd name="connsiteY509" fmla="*/ 39427 h 2468044"/>
                <a:gd name="connsiteX510" fmla="*/ 1077247 w 1906136"/>
                <a:gd name="connsiteY510" fmla="*/ 35080 h 2468044"/>
                <a:gd name="connsiteX511" fmla="*/ 1079420 w 1906136"/>
                <a:gd name="connsiteY511" fmla="*/ 29803 h 2468044"/>
                <a:gd name="connsiteX512" fmla="*/ 1081593 w 1906136"/>
                <a:gd name="connsiteY512" fmla="*/ 25457 h 2468044"/>
                <a:gd name="connsiteX513" fmla="*/ 1079420 w 1906136"/>
                <a:gd name="connsiteY513" fmla="*/ 22352 h 2468044"/>
                <a:gd name="connsiteX514" fmla="*/ 1076316 w 1906136"/>
                <a:gd name="connsiteY514" fmla="*/ 18006 h 2468044"/>
                <a:gd name="connsiteX515" fmla="*/ 1074142 w 1906136"/>
                <a:gd name="connsiteY515" fmla="*/ 17075 h 2468044"/>
                <a:gd name="connsiteX516" fmla="*/ 1071969 w 1906136"/>
                <a:gd name="connsiteY516" fmla="*/ 14901 h 2468044"/>
                <a:gd name="connsiteX517" fmla="*/ 1069796 w 1906136"/>
                <a:gd name="connsiteY517" fmla="*/ 12728 h 2468044"/>
                <a:gd name="connsiteX518" fmla="*/ 1069796 w 1906136"/>
                <a:gd name="connsiteY518" fmla="*/ 7451 h 2468044"/>
                <a:gd name="connsiteX519" fmla="*/ 1068865 w 1906136"/>
                <a:gd name="connsiteY519" fmla="*/ 0 h 2468044"/>
                <a:gd name="connsiteX520" fmla="*/ 1057378 w 1906136"/>
                <a:gd name="connsiteY520" fmla="*/ 2173 h 2468044"/>
                <a:gd name="connsiteX521" fmla="*/ 1046823 w 1906136"/>
                <a:gd name="connsiteY521" fmla="*/ 5278 h 2468044"/>
                <a:gd name="connsiteX522" fmla="*/ 1037510 w 1906136"/>
                <a:gd name="connsiteY522" fmla="*/ 9624 h 2468044"/>
                <a:gd name="connsiteX523" fmla="*/ 1025092 w 1906136"/>
                <a:gd name="connsiteY523" fmla="*/ 29492 h 2468044"/>
                <a:gd name="connsiteX524" fmla="*/ 1021056 w 1906136"/>
                <a:gd name="connsiteY524" fmla="*/ 47498 h 2468044"/>
                <a:gd name="connsiteX525" fmla="*/ 1023229 w 1906136"/>
                <a:gd name="connsiteY525" fmla="*/ 66435 h 2468044"/>
                <a:gd name="connsiteX526" fmla="*/ 1032543 w 1906136"/>
                <a:gd name="connsiteY526" fmla="*/ 82268 h 2468044"/>
                <a:gd name="connsiteX527" fmla="*/ 1044960 w 1906136"/>
                <a:gd name="connsiteY527" fmla="*/ 96859 h 2468044"/>
                <a:gd name="connsiteX528" fmla="*/ 1047134 w 1906136"/>
                <a:gd name="connsiteY528" fmla="*/ 104310 h 2468044"/>
                <a:gd name="connsiteX529" fmla="*/ 1044960 w 1906136"/>
                <a:gd name="connsiteY529" fmla="*/ 118901 h 2468044"/>
                <a:gd name="connsiteX530" fmla="*/ 1044960 w 1906136"/>
                <a:gd name="connsiteY530" fmla="*/ 135665 h 2468044"/>
                <a:gd name="connsiteX531" fmla="*/ 1044960 w 1906136"/>
                <a:gd name="connsiteY531" fmla="*/ 150256 h 2468044"/>
                <a:gd name="connsiteX532" fmla="*/ 1032543 w 1906136"/>
                <a:gd name="connsiteY532" fmla="*/ 150256 h 2468044"/>
                <a:gd name="connsiteX533" fmla="*/ 1032543 w 1906136"/>
                <a:gd name="connsiteY533" fmla="*/ 153360 h 2468044"/>
                <a:gd name="connsiteX534" fmla="*/ 1030369 w 1906136"/>
                <a:gd name="connsiteY534" fmla="*/ 159569 h 2468044"/>
                <a:gd name="connsiteX535" fmla="*/ 1030369 w 1906136"/>
                <a:gd name="connsiteY535" fmla="*/ 162674 h 2468044"/>
                <a:gd name="connsiteX536" fmla="*/ 1028196 w 1906136"/>
                <a:gd name="connsiteY536" fmla="*/ 170124 h 2468044"/>
                <a:gd name="connsiteX537" fmla="*/ 1019814 w 1906136"/>
                <a:gd name="connsiteY537" fmla="*/ 153360 h 2468044"/>
                <a:gd name="connsiteX538" fmla="*/ 1012674 w 1906136"/>
                <a:gd name="connsiteY538" fmla="*/ 137528 h 2468044"/>
                <a:gd name="connsiteX539" fmla="*/ 988770 w 1906136"/>
                <a:gd name="connsiteY539" fmla="*/ 137528 h 2468044"/>
                <a:gd name="connsiteX540" fmla="*/ 988770 w 1906136"/>
                <a:gd name="connsiteY540" fmla="*/ 150256 h 2468044"/>
                <a:gd name="connsiteX541" fmla="*/ 986597 w 1906136"/>
                <a:gd name="connsiteY541" fmla="*/ 152429 h 2468044"/>
                <a:gd name="connsiteX542" fmla="*/ 984424 w 1906136"/>
                <a:gd name="connsiteY542" fmla="*/ 153360 h 2468044"/>
                <a:gd name="connsiteX543" fmla="*/ 983492 w 1906136"/>
                <a:gd name="connsiteY543" fmla="*/ 155533 h 2468044"/>
                <a:gd name="connsiteX544" fmla="*/ 981319 w 1906136"/>
                <a:gd name="connsiteY544" fmla="*/ 157706 h 2468044"/>
                <a:gd name="connsiteX545" fmla="*/ 962692 w 1906136"/>
                <a:gd name="connsiteY545" fmla="*/ 157706 h 2468044"/>
                <a:gd name="connsiteX546" fmla="*/ 950275 w 1906136"/>
                <a:gd name="connsiteY546" fmla="*/ 155533 h 2468044"/>
                <a:gd name="connsiteX547" fmla="*/ 937857 w 1906136"/>
                <a:gd name="connsiteY547" fmla="*/ 153360 h 2468044"/>
                <a:gd name="connsiteX548" fmla="*/ 925439 w 1906136"/>
                <a:gd name="connsiteY548" fmla="*/ 150256 h 2468044"/>
                <a:gd name="connsiteX549" fmla="*/ 905570 w 1906136"/>
                <a:gd name="connsiteY549" fmla="*/ 150256 h 2468044"/>
                <a:gd name="connsiteX550" fmla="*/ 901535 w 1906136"/>
                <a:gd name="connsiteY550" fmla="*/ 142805 h 2468044"/>
                <a:gd name="connsiteX551" fmla="*/ 898430 w 1906136"/>
                <a:gd name="connsiteY551" fmla="*/ 139701 h 2468044"/>
                <a:gd name="connsiteX552" fmla="*/ 894394 w 1906136"/>
                <a:gd name="connsiteY552" fmla="*/ 133492 h 2468044"/>
                <a:gd name="connsiteX553" fmla="*/ 889117 w 1906136"/>
                <a:gd name="connsiteY553" fmla="*/ 130387 h 2468044"/>
                <a:gd name="connsiteX554" fmla="*/ 889117 w 1906136"/>
                <a:gd name="connsiteY554" fmla="*/ 117659 h 2468044"/>
                <a:gd name="connsiteX555" fmla="*/ 842239 w 1906136"/>
                <a:gd name="connsiteY555" fmla="*/ 122937 h 2468044"/>
                <a:gd name="connsiteX556" fmla="*/ 842239 w 1906136"/>
                <a:gd name="connsiteY556" fmla="*/ 126041 h 2468044"/>
                <a:gd name="connsiteX557" fmla="*/ 838204 w 1906136"/>
                <a:gd name="connsiteY557" fmla="*/ 126041 h 2468044"/>
                <a:gd name="connsiteX558" fmla="*/ 838204 w 1906136"/>
                <a:gd name="connsiteY558" fmla="*/ 132250 h 2468044"/>
                <a:gd name="connsiteX559" fmla="*/ 840377 w 1906136"/>
                <a:gd name="connsiteY559" fmla="*/ 135354 h 2468044"/>
                <a:gd name="connsiteX560" fmla="*/ 842550 w 1906136"/>
                <a:gd name="connsiteY560" fmla="*/ 139701 h 2468044"/>
                <a:gd name="connsiteX561" fmla="*/ 843481 w 1906136"/>
                <a:gd name="connsiteY561" fmla="*/ 140632 h 2468044"/>
                <a:gd name="connsiteX562" fmla="*/ 845654 w 1906136"/>
                <a:gd name="connsiteY562" fmla="*/ 145910 h 2468044"/>
                <a:gd name="connsiteX563" fmla="*/ 877941 w 1906136"/>
                <a:gd name="connsiteY563" fmla="*/ 145910 h 2468044"/>
                <a:gd name="connsiteX564" fmla="*/ 877941 w 1906136"/>
                <a:gd name="connsiteY564" fmla="*/ 150256 h 2468044"/>
                <a:gd name="connsiteX565" fmla="*/ 870800 w 1906136"/>
                <a:gd name="connsiteY565" fmla="*/ 152429 h 2468044"/>
                <a:gd name="connsiteX566" fmla="*/ 865523 w 1906136"/>
                <a:gd name="connsiteY566" fmla="*/ 153360 h 2468044"/>
                <a:gd name="connsiteX567" fmla="*/ 858383 w 1906136"/>
                <a:gd name="connsiteY567" fmla="*/ 153360 h 2468044"/>
                <a:gd name="connsiteX568" fmla="*/ 849069 w 1906136"/>
                <a:gd name="connsiteY568" fmla="*/ 153360 h 2468044"/>
                <a:gd name="connsiteX569" fmla="*/ 849069 w 1906136"/>
                <a:gd name="connsiteY569" fmla="*/ 189993 h 2468044"/>
                <a:gd name="connsiteX570" fmla="*/ 840687 w 1906136"/>
                <a:gd name="connsiteY570" fmla="*/ 179438 h 2468044"/>
                <a:gd name="connsiteX571" fmla="*/ 831374 w 1906136"/>
                <a:gd name="connsiteY571" fmla="*/ 167951 h 2468044"/>
                <a:gd name="connsiteX572" fmla="*/ 822060 w 1906136"/>
                <a:gd name="connsiteY572" fmla="*/ 157396 h 2468044"/>
                <a:gd name="connsiteX573" fmla="*/ 813678 w 1906136"/>
                <a:gd name="connsiteY573" fmla="*/ 155223 h 2468044"/>
                <a:gd name="connsiteX574" fmla="*/ 799087 w 1906136"/>
                <a:gd name="connsiteY574" fmla="*/ 155223 h 2468044"/>
                <a:gd name="connsiteX575" fmla="*/ 782323 w 1906136"/>
                <a:gd name="connsiteY575" fmla="*/ 155223 h 2468044"/>
                <a:gd name="connsiteX576" fmla="*/ 765559 w 1906136"/>
                <a:gd name="connsiteY576" fmla="*/ 153050 h 2468044"/>
                <a:gd name="connsiteX577" fmla="*/ 753141 w 1906136"/>
                <a:gd name="connsiteY577" fmla="*/ 153050 h 2468044"/>
                <a:gd name="connsiteX578" fmla="*/ 755315 w 1906136"/>
                <a:gd name="connsiteY578" fmla="*/ 149945 h 2468044"/>
                <a:gd name="connsiteX579" fmla="*/ 756246 w 1906136"/>
                <a:gd name="connsiteY579" fmla="*/ 147772 h 2468044"/>
                <a:gd name="connsiteX580" fmla="*/ 756246 w 1906136"/>
                <a:gd name="connsiteY580" fmla="*/ 145599 h 2468044"/>
                <a:gd name="connsiteX581" fmla="*/ 758419 w 1906136"/>
                <a:gd name="connsiteY581" fmla="*/ 144668 h 2468044"/>
                <a:gd name="connsiteX582" fmla="*/ 762455 w 1906136"/>
                <a:gd name="connsiteY582" fmla="*/ 142495 h 2468044"/>
                <a:gd name="connsiteX583" fmla="*/ 765559 w 1906136"/>
                <a:gd name="connsiteY583" fmla="*/ 140321 h 2468044"/>
                <a:gd name="connsiteX584" fmla="*/ 763386 w 1906136"/>
                <a:gd name="connsiteY584" fmla="*/ 137217 h 2468044"/>
                <a:gd name="connsiteX585" fmla="*/ 760282 w 1906136"/>
                <a:gd name="connsiteY585" fmla="*/ 129766 h 2468044"/>
                <a:gd name="connsiteX586" fmla="*/ 756246 w 1906136"/>
                <a:gd name="connsiteY586" fmla="*/ 124489 h 2468044"/>
                <a:gd name="connsiteX587" fmla="*/ 753141 w 1906136"/>
                <a:gd name="connsiteY587" fmla="*/ 120143 h 2468044"/>
                <a:gd name="connsiteX588" fmla="*/ 749106 w 1906136"/>
                <a:gd name="connsiteY588" fmla="*/ 117038 h 2468044"/>
                <a:gd name="connsiteX589" fmla="*/ 746001 w 1906136"/>
                <a:gd name="connsiteY589" fmla="*/ 117038 h 2468044"/>
                <a:gd name="connsiteX590" fmla="*/ 742897 w 1906136"/>
                <a:gd name="connsiteY590" fmla="*/ 117969 h 2468044"/>
                <a:gd name="connsiteX591" fmla="*/ 736688 w 1906136"/>
                <a:gd name="connsiteY591" fmla="*/ 120143 h 2468044"/>
                <a:gd name="connsiteX592" fmla="*/ 733583 w 1906136"/>
                <a:gd name="connsiteY592" fmla="*/ 122316 h 2468044"/>
                <a:gd name="connsiteX593" fmla="*/ 728306 w 1906136"/>
                <a:gd name="connsiteY593" fmla="*/ 122316 h 2468044"/>
                <a:gd name="connsiteX594" fmla="*/ 722097 w 1906136"/>
                <a:gd name="connsiteY594" fmla="*/ 122316 h 2468044"/>
                <a:gd name="connsiteX595" fmla="*/ 706575 w 1906136"/>
                <a:gd name="connsiteY595" fmla="*/ 110829 h 2468044"/>
                <a:gd name="connsiteX596" fmla="*/ 689811 w 1906136"/>
                <a:gd name="connsiteY596" fmla="*/ 98101 h 2468044"/>
                <a:gd name="connsiteX597" fmla="*/ 673046 w 1906136"/>
                <a:gd name="connsiteY597" fmla="*/ 85373 h 2468044"/>
                <a:gd name="connsiteX598" fmla="*/ 653178 w 1906136"/>
                <a:gd name="connsiteY598" fmla="*/ 80095 h 2468044"/>
                <a:gd name="connsiteX599" fmla="*/ 649142 w 1906136"/>
                <a:gd name="connsiteY599" fmla="*/ 81026 h 2468044"/>
                <a:gd name="connsiteX600" fmla="*/ 643865 w 1906136"/>
                <a:gd name="connsiteY600" fmla="*/ 83199 h 2468044"/>
                <a:gd name="connsiteX601" fmla="*/ 640760 w 1906136"/>
                <a:gd name="connsiteY601" fmla="*/ 87546 h 2468044"/>
                <a:gd name="connsiteX602" fmla="*/ 635482 w 1906136"/>
                <a:gd name="connsiteY602" fmla="*/ 90650 h 2468044"/>
                <a:gd name="connsiteX603" fmla="*/ 629274 w 1906136"/>
                <a:gd name="connsiteY603" fmla="*/ 92823 h 2468044"/>
                <a:gd name="connsiteX604" fmla="*/ 628342 w 1906136"/>
                <a:gd name="connsiteY604" fmla="*/ 88477 h 2468044"/>
                <a:gd name="connsiteX605" fmla="*/ 626169 w 1906136"/>
                <a:gd name="connsiteY605" fmla="*/ 85373 h 2468044"/>
                <a:gd name="connsiteX606" fmla="*/ 622133 w 1906136"/>
                <a:gd name="connsiteY606" fmla="*/ 80095 h 2468044"/>
                <a:gd name="connsiteX607" fmla="*/ 621202 w 1906136"/>
                <a:gd name="connsiteY607" fmla="*/ 80095 h 2468044"/>
                <a:gd name="connsiteX608" fmla="*/ 617166 w 1906136"/>
                <a:gd name="connsiteY608" fmla="*/ 80095 h 2468044"/>
                <a:gd name="connsiteX609" fmla="*/ 614993 w 1906136"/>
                <a:gd name="connsiteY609" fmla="*/ 81026 h 2468044"/>
                <a:gd name="connsiteX610" fmla="*/ 611889 w 1906136"/>
                <a:gd name="connsiteY610" fmla="*/ 83199 h 2468044"/>
                <a:gd name="connsiteX611" fmla="*/ 609715 w 1906136"/>
                <a:gd name="connsiteY611" fmla="*/ 85373 h 2468044"/>
                <a:gd name="connsiteX612" fmla="*/ 606611 w 1906136"/>
                <a:gd name="connsiteY612" fmla="*/ 88477 h 2468044"/>
                <a:gd name="connsiteX613" fmla="*/ 592951 w 1906136"/>
                <a:gd name="connsiteY613" fmla="*/ 85373 h 2468044"/>
                <a:gd name="connsiteX614" fmla="*/ 584569 w 1906136"/>
                <a:gd name="connsiteY614" fmla="*/ 77922 h 2468044"/>
                <a:gd name="connsiteX615" fmla="*/ 578360 w 1906136"/>
                <a:gd name="connsiteY615" fmla="*/ 68609 h 2468044"/>
                <a:gd name="connsiteX616" fmla="*/ 573083 w 1906136"/>
                <a:gd name="connsiteY616" fmla="*/ 55880 h 2468044"/>
                <a:gd name="connsiteX617" fmla="*/ 569978 w 1906136"/>
                <a:gd name="connsiteY617" fmla="*/ 58985 h 2468044"/>
                <a:gd name="connsiteX618" fmla="*/ 565943 w 1906136"/>
                <a:gd name="connsiteY618" fmla="*/ 65194 h 2468044"/>
                <a:gd name="connsiteX619" fmla="*/ 563770 w 1906136"/>
                <a:gd name="connsiteY619" fmla="*/ 70471 h 2468044"/>
                <a:gd name="connsiteX620" fmla="*/ 562838 w 1906136"/>
                <a:gd name="connsiteY620" fmla="*/ 75749 h 2468044"/>
                <a:gd name="connsiteX621" fmla="*/ 546074 w 1906136"/>
                <a:gd name="connsiteY621" fmla="*/ 77922 h 2468044"/>
                <a:gd name="connsiteX622" fmla="*/ 533656 w 1906136"/>
                <a:gd name="connsiteY622" fmla="*/ 77922 h 2468044"/>
                <a:gd name="connsiteX623" fmla="*/ 521238 w 1906136"/>
                <a:gd name="connsiteY623" fmla="*/ 80095 h 2468044"/>
                <a:gd name="connsiteX624" fmla="*/ 511925 w 1906136"/>
                <a:gd name="connsiteY624" fmla="*/ 85373 h 2468044"/>
                <a:gd name="connsiteX625" fmla="*/ 502612 w 1906136"/>
                <a:gd name="connsiteY625" fmla="*/ 95928 h 2468044"/>
                <a:gd name="connsiteX626" fmla="*/ 482743 w 1906136"/>
                <a:gd name="connsiteY626" fmla="*/ 92823 h 2468044"/>
                <a:gd name="connsiteX627" fmla="*/ 482743 w 1906136"/>
                <a:gd name="connsiteY627" fmla="*/ 85373 h 2468044"/>
                <a:gd name="connsiteX628" fmla="*/ 504474 w 1906136"/>
                <a:gd name="connsiteY628" fmla="*/ 76059 h 2468044"/>
                <a:gd name="connsiteX629" fmla="*/ 524343 w 1906136"/>
                <a:gd name="connsiteY629" fmla="*/ 63331 h 2468044"/>
                <a:gd name="connsiteX630" fmla="*/ 542970 w 1906136"/>
                <a:gd name="connsiteY630" fmla="*/ 48740 h 2468044"/>
                <a:gd name="connsiteX631" fmla="*/ 549179 w 1906136"/>
                <a:gd name="connsiteY631" fmla="*/ 48740 h 2468044"/>
                <a:gd name="connsiteX632" fmla="*/ 546074 w 1906136"/>
                <a:gd name="connsiteY632" fmla="*/ 46567 h 2468044"/>
                <a:gd name="connsiteX633" fmla="*/ 542970 w 1906136"/>
                <a:gd name="connsiteY633" fmla="*/ 44394 h 2468044"/>
                <a:gd name="connsiteX634" fmla="*/ 536761 w 1906136"/>
                <a:gd name="connsiteY634" fmla="*/ 43462 h 2468044"/>
                <a:gd name="connsiteX635" fmla="*/ 533656 w 1906136"/>
                <a:gd name="connsiteY635" fmla="*/ 41289 h 2468044"/>
                <a:gd name="connsiteX636" fmla="*/ 516892 w 1906136"/>
                <a:gd name="connsiteY636" fmla="*/ 44394 h 2468044"/>
                <a:gd name="connsiteX637" fmla="*/ 504474 w 1906136"/>
                <a:gd name="connsiteY637" fmla="*/ 50603 h 2468044"/>
                <a:gd name="connsiteX638" fmla="*/ 492988 w 1906136"/>
                <a:gd name="connsiteY638" fmla="*/ 58985 h 2468044"/>
                <a:gd name="connsiteX639" fmla="*/ 482433 w 1906136"/>
                <a:gd name="connsiteY639" fmla="*/ 66435 h 2468044"/>
                <a:gd name="connsiteX640" fmla="*/ 470015 w 1906136"/>
                <a:gd name="connsiteY640" fmla="*/ 73886 h 2468044"/>
                <a:gd name="connsiteX641" fmla="*/ 455424 w 1906136"/>
                <a:gd name="connsiteY641" fmla="*/ 78232 h 2468044"/>
                <a:gd name="connsiteX642" fmla="*/ 433693 w 1906136"/>
                <a:gd name="connsiteY642" fmla="*/ 80405 h 2468044"/>
                <a:gd name="connsiteX643" fmla="*/ 436797 w 1906136"/>
                <a:gd name="connsiteY643" fmla="*/ 88788 h 2468044"/>
                <a:gd name="connsiteX644" fmla="*/ 443006 w 1906136"/>
                <a:gd name="connsiteY644" fmla="*/ 96238 h 2468044"/>
                <a:gd name="connsiteX645" fmla="*/ 448284 w 1906136"/>
                <a:gd name="connsiteY645" fmla="*/ 103689 h 2468044"/>
                <a:gd name="connsiteX646" fmla="*/ 453561 w 1906136"/>
                <a:gd name="connsiteY646" fmla="*/ 109898 h 2468044"/>
                <a:gd name="connsiteX647" fmla="*/ 453561 w 1906136"/>
                <a:gd name="connsiteY647" fmla="*/ 117349 h 2468044"/>
                <a:gd name="connsiteX648" fmla="*/ 429657 w 1906136"/>
                <a:gd name="connsiteY648" fmla="*/ 113002 h 2468044"/>
                <a:gd name="connsiteX649" fmla="*/ 409788 w 1906136"/>
                <a:gd name="connsiteY649" fmla="*/ 102447 h 2468044"/>
                <a:gd name="connsiteX650" fmla="*/ 392093 w 1906136"/>
                <a:gd name="connsiteY650" fmla="*/ 90961 h 2468044"/>
                <a:gd name="connsiteX651" fmla="*/ 373466 w 1906136"/>
                <a:gd name="connsiteY651" fmla="*/ 78232 h 2468044"/>
                <a:gd name="connsiteX652" fmla="*/ 353598 w 1906136"/>
                <a:gd name="connsiteY652" fmla="*/ 68919 h 2468044"/>
                <a:gd name="connsiteX653" fmla="*/ 322243 w 1906136"/>
                <a:gd name="connsiteY653" fmla="*/ 73265 h 2468044"/>
                <a:gd name="connsiteX654" fmla="*/ 307652 w 1906136"/>
                <a:gd name="connsiteY654" fmla="*/ 68919 h 2468044"/>
                <a:gd name="connsiteX655" fmla="*/ 293061 w 1906136"/>
                <a:gd name="connsiteY655" fmla="*/ 61468 h 2468044"/>
                <a:gd name="connsiteX656" fmla="*/ 277539 w 1906136"/>
                <a:gd name="connsiteY656" fmla="*/ 56191 h 2468044"/>
                <a:gd name="connsiteX657" fmla="*/ 266052 w 1906136"/>
                <a:gd name="connsiteY657" fmla="*/ 51844 h 2468044"/>
                <a:gd name="connsiteX658" fmla="*/ 262948 w 1906136"/>
                <a:gd name="connsiteY658" fmla="*/ 51844 h 2468044"/>
                <a:gd name="connsiteX659" fmla="*/ 256739 w 1906136"/>
                <a:gd name="connsiteY659" fmla="*/ 54018 h 2468044"/>
                <a:gd name="connsiteX660" fmla="*/ 253634 w 1906136"/>
                <a:gd name="connsiteY660" fmla="*/ 56191 h 2468044"/>
                <a:gd name="connsiteX661" fmla="*/ 249598 w 1906136"/>
                <a:gd name="connsiteY661" fmla="*/ 56191 h 2468044"/>
                <a:gd name="connsiteX662" fmla="*/ 244321 w 1906136"/>
                <a:gd name="connsiteY662" fmla="*/ 58364 h 2468044"/>
                <a:gd name="connsiteX663" fmla="*/ 239043 w 1906136"/>
                <a:gd name="connsiteY663" fmla="*/ 56191 h 2468044"/>
                <a:gd name="connsiteX664" fmla="*/ 233766 w 1906136"/>
                <a:gd name="connsiteY664" fmla="*/ 54018 h 2468044"/>
                <a:gd name="connsiteX665" fmla="*/ 229730 w 1906136"/>
                <a:gd name="connsiteY665" fmla="*/ 50913 h 2468044"/>
                <a:gd name="connsiteX666" fmla="*/ 226625 w 1906136"/>
                <a:gd name="connsiteY666" fmla="*/ 46567 h 2468044"/>
                <a:gd name="connsiteX667" fmla="*/ 221348 w 1906136"/>
                <a:gd name="connsiteY667" fmla="*/ 41289 h 2468044"/>
                <a:gd name="connsiteX668" fmla="*/ 217312 w 1906136"/>
                <a:gd name="connsiteY668" fmla="*/ 38185 h 2468044"/>
                <a:gd name="connsiteX669" fmla="*/ 214208 w 1906136"/>
                <a:gd name="connsiteY669" fmla="*/ 36012 h 2468044"/>
                <a:gd name="connsiteX670" fmla="*/ 210172 w 1906136"/>
                <a:gd name="connsiteY670" fmla="*/ 36012 h 2468044"/>
                <a:gd name="connsiteX671" fmla="*/ 207067 w 1906136"/>
                <a:gd name="connsiteY671" fmla="*/ 36012 h 2468044"/>
                <a:gd name="connsiteX672" fmla="*/ 203032 w 1906136"/>
                <a:gd name="connsiteY672" fmla="*/ 38185 h 2468044"/>
                <a:gd name="connsiteX673" fmla="*/ 199927 w 1906136"/>
                <a:gd name="connsiteY673" fmla="*/ 39116 h 2468044"/>
                <a:gd name="connsiteX674" fmla="*/ 195891 w 1906136"/>
                <a:gd name="connsiteY674" fmla="*/ 39116 h 2468044"/>
                <a:gd name="connsiteX675" fmla="*/ 190614 w 1906136"/>
                <a:gd name="connsiteY675" fmla="*/ 39116 h 2468044"/>
                <a:gd name="connsiteX676" fmla="*/ 186578 w 1906136"/>
                <a:gd name="connsiteY676" fmla="*/ 36012 h 2468044"/>
                <a:gd name="connsiteX677" fmla="*/ 183473 w 1906136"/>
                <a:gd name="connsiteY677" fmla="*/ 31665 h 2468044"/>
                <a:gd name="connsiteX678" fmla="*/ 181300 w 1906136"/>
                <a:gd name="connsiteY678" fmla="*/ 30734 h 2468044"/>
                <a:gd name="connsiteX679" fmla="*/ 181300 w 1906136"/>
                <a:gd name="connsiteY679" fmla="*/ 26388 h 2468044"/>
                <a:gd name="connsiteX680" fmla="*/ 179127 w 1906136"/>
                <a:gd name="connsiteY680" fmla="*/ 24215 h 2468044"/>
                <a:gd name="connsiteX681" fmla="*/ 179127 w 1906136"/>
                <a:gd name="connsiteY681" fmla="*/ 21110 h 2468044"/>
                <a:gd name="connsiteX682" fmla="*/ 176023 w 1906136"/>
                <a:gd name="connsiteY682" fmla="*/ 18937 h 2468044"/>
                <a:gd name="connsiteX683" fmla="*/ 170745 w 1906136"/>
                <a:gd name="connsiteY683" fmla="*/ 15833 h 2468044"/>
                <a:gd name="connsiteX684" fmla="*/ 153981 w 1906136"/>
                <a:gd name="connsiteY684" fmla="*/ 26388 h 2468044"/>
                <a:gd name="connsiteX685" fmla="*/ 137217 w 1906136"/>
                <a:gd name="connsiteY685" fmla="*/ 33839 h 2468044"/>
                <a:gd name="connsiteX686" fmla="*/ 117348 w 1906136"/>
                <a:gd name="connsiteY686" fmla="*/ 39116 h 2468044"/>
                <a:gd name="connsiteX687" fmla="*/ 99653 w 1906136"/>
                <a:gd name="connsiteY687" fmla="*/ 48430 h 2468044"/>
                <a:gd name="connsiteX688" fmla="*/ 85993 w 1906136"/>
                <a:gd name="connsiteY688" fmla="*/ 58985 h 2468044"/>
                <a:gd name="connsiteX689" fmla="*/ 82889 w 1906136"/>
                <a:gd name="connsiteY689" fmla="*/ 70471 h 2468044"/>
                <a:gd name="connsiteX690" fmla="*/ 78853 w 1906136"/>
                <a:gd name="connsiteY690" fmla="*/ 83199 h 2468044"/>
                <a:gd name="connsiteX691" fmla="*/ 73576 w 1906136"/>
                <a:gd name="connsiteY691" fmla="*/ 95928 h 2468044"/>
                <a:gd name="connsiteX692" fmla="*/ 56812 w 1906136"/>
                <a:gd name="connsiteY692" fmla="*/ 105241 h 2468044"/>
                <a:gd name="connsiteX693" fmla="*/ 36012 w 1906136"/>
                <a:gd name="connsiteY693" fmla="*/ 107414 h 2468044"/>
                <a:gd name="connsiteX694" fmla="*/ 14281 w 1906136"/>
                <a:gd name="connsiteY694" fmla="*/ 105241 h 2468044"/>
                <a:gd name="connsiteX695" fmla="*/ 12107 w 1906136"/>
                <a:gd name="connsiteY695" fmla="*/ 110519 h 2468044"/>
                <a:gd name="connsiteX696" fmla="*/ 9934 w 1906136"/>
                <a:gd name="connsiteY696" fmla="*/ 116728 h 2468044"/>
                <a:gd name="connsiteX697" fmla="*/ 6830 w 1906136"/>
                <a:gd name="connsiteY697" fmla="*/ 122005 h 2468044"/>
                <a:gd name="connsiteX698" fmla="*/ 15212 w 1906136"/>
                <a:gd name="connsiteY698" fmla="*/ 138769 h 2468044"/>
                <a:gd name="connsiteX699" fmla="*/ 29803 w 1906136"/>
                <a:gd name="connsiteY699" fmla="*/ 149324 h 2468044"/>
                <a:gd name="connsiteX700" fmla="*/ 46567 w 1906136"/>
                <a:gd name="connsiteY700" fmla="*/ 159880 h 2468044"/>
                <a:gd name="connsiteX701" fmla="*/ 61158 w 1906136"/>
                <a:gd name="connsiteY701" fmla="*/ 171366 h 2468044"/>
                <a:gd name="connsiteX702" fmla="*/ 73576 w 1906136"/>
                <a:gd name="connsiteY702" fmla="*/ 185957 h 2468044"/>
                <a:gd name="connsiteX703" fmla="*/ 77611 w 1906136"/>
                <a:gd name="connsiteY703" fmla="*/ 191235 h 2468044"/>
                <a:gd name="connsiteX704" fmla="*/ 78543 w 1906136"/>
                <a:gd name="connsiteY704" fmla="*/ 196512 h 2468044"/>
                <a:gd name="connsiteX705" fmla="*/ 80716 w 1906136"/>
                <a:gd name="connsiteY705" fmla="*/ 202721 h 2468044"/>
                <a:gd name="connsiteX706" fmla="*/ 82889 w 1906136"/>
                <a:gd name="connsiteY706" fmla="*/ 207999 h 2468044"/>
                <a:gd name="connsiteX707" fmla="*/ 85993 w 1906136"/>
                <a:gd name="connsiteY707" fmla="*/ 213276 h 2468044"/>
                <a:gd name="connsiteX708" fmla="*/ 85993 w 1906136"/>
                <a:gd name="connsiteY708" fmla="*/ 220727 h 2468044"/>
                <a:gd name="connsiteX709" fmla="*/ 73576 w 1906136"/>
                <a:gd name="connsiteY709" fmla="*/ 226005 h 2468044"/>
                <a:gd name="connsiteX710" fmla="*/ 70471 w 1906136"/>
                <a:gd name="connsiteY710" fmla="*/ 220727 h 2468044"/>
                <a:gd name="connsiteX711" fmla="*/ 64262 w 1906136"/>
                <a:gd name="connsiteY711" fmla="*/ 215449 h 2468044"/>
                <a:gd name="connsiteX712" fmla="*/ 58985 w 1906136"/>
                <a:gd name="connsiteY712" fmla="*/ 211103 h 2468044"/>
                <a:gd name="connsiteX713" fmla="*/ 53707 w 1906136"/>
                <a:gd name="connsiteY713" fmla="*/ 205826 h 2468044"/>
                <a:gd name="connsiteX714" fmla="*/ 49671 w 1906136"/>
                <a:gd name="connsiteY714" fmla="*/ 205826 h 2468044"/>
                <a:gd name="connsiteX715" fmla="*/ 48740 w 1906136"/>
                <a:gd name="connsiteY715" fmla="*/ 205826 h 2468044"/>
                <a:gd name="connsiteX716" fmla="*/ 46567 w 1906136"/>
                <a:gd name="connsiteY716" fmla="*/ 207999 h 2468044"/>
                <a:gd name="connsiteX717" fmla="*/ 44394 w 1906136"/>
                <a:gd name="connsiteY717" fmla="*/ 207999 h 2468044"/>
                <a:gd name="connsiteX718" fmla="*/ 43462 w 1906136"/>
                <a:gd name="connsiteY718" fmla="*/ 210172 h 2468044"/>
                <a:gd name="connsiteX719" fmla="*/ 26698 w 1906136"/>
                <a:gd name="connsiteY719" fmla="*/ 210172 h 2468044"/>
                <a:gd name="connsiteX720" fmla="*/ 28871 w 1906136"/>
                <a:gd name="connsiteY720" fmla="*/ 213276 h 2468044"/>
                <a:gd name="connsiteX721" fmla="*/ 28871 w 1906136"/>
                <a:gd name="connsiteY721" fmla="*/ 215449 h 2468044"/>
                <a:gd name="connsiteX722" fmla="*/ 29803 w 1906136"/>
                <a:gd name="connsiteY722" fmla="*/ 217623 h 2468044"/>
                <a:gd name="connsiteX723" fmla="*/ 26698 w 1906136"/>
                <a:gd name="connsiteY723" fmla="*/ 220727 h 2468044"/>
                <a:gd name="connsiteX724" fmla="*/ 22663 w 1906136"/>
                <a:gd name="connsiteY724" fmla="*/ 225073 h 2468044"/>
                <a:gd name="connsiteX725" fmla="*/ 19558 w 1906136"/>
                <a:gd name="connsiteY725" fmla="*/ 225073 h 2468044"/>
                <a:gd name="connsiteX726" fmla="*/ 15522 w 1906136"/>
                <a:gd name="connsiteY726" fmla="*/ 226005 h 2468044"/>
                <a:gd name="connsiteX727" fmla="*/ 10245 w 1906136"/>
                <a:gd name="connsiteY727" fmla="*/ 228178 h 2468044"/>
                <a:gd name="connsiteX728" fmla="*/ 7140 w 1906136"/>
                <a:gd name="connsiteY728" fmla="*/ 230351 h 2468044"/>
                <a:gd name="connsiteX729" fmla="*/ 0 w 1906136"/>
                <a:gd name="connsiteY729" fmla="*/ 230351 h 2468044"/>
                <a:gd name="connsiteX730" fmla="*/ 3104 w 1906136"/>
                <a:gd name="connsiteY730" fmla="*/ 257670 h 2468044"/>
                <a:gd name="connsiteX731" fmla="*/ 17695 w 1906136"/>
                <a:gd name="connsiteY731" fmla="*/ 265121 h 2468044"/>
                <a:gd name="connsiteX732" fmla="*/ 36322 w 1906136"/>
                <a:gd name="connsiteY732" fmla="*/ 268225 h 2468044"/>
                <a:gd name="connsiteX733" fmla="*/ 51844 w 1906136"/>
                <a:gd name="connsiteY733" fmla="*/ 274434 h 2468044"/>
                <a:gd name="connsiteX734" fmla="*/ 63331 w 1906136"/>
                <a:gd name="connsiteY734" fmla="*/ 277539 h 2468044"/>
                <a:gd name="connsiteX735" fmla="*/ 68609 w 1906136"/>
                <a:gd name="connsiteY735" fmla="*/ 277539 h 2468044"/>
                <a:gd name="connsiteX736" fmla="*/ 71713 w 1906136"/>
                <a:gd name="connsiteY736" fmla="*/ 275365 h 2468044"/>
                <a:gd name="connsiteX737" fmla="*/ 75749 w 1906136"/>
                <a:gd name="connsiteY737" fmla="*/ 274434 h 2468044"/>
                <a:gd name="connsiteX738" fmla="*/ 77922 w 1906136"/>
                <a:gd name="connsiteY738" fmla="*/ 272261 h 2468044"/>
                <a:gd name="connsiteX739" fmla="*/ 78853 w 1906136"/>
                <a:gd name="connsiteY739" fmla="*/ 270088 h 2468044"/>
                <a:gd name="connsiteX740" fmla="*/ 82889 w 1906136"/>
                <a:gd name="connsiteY740" fmla="*/ 266983 h 2468044"/>
                <a:gd name="connsiteX741" fmla="*/ 97790 w 1906136"/>
                <a:gd name="connsiteY741" fmla="*/ 266983 h 2468044"/>
                <a:gd name="connsiteX742" fmla="*/ 95617 w 1906136"/>
                <a:gd name="connsiteY742" fmla="*/ 267915 h 2468044"/>
                <a:gd name="connsiteX743" fmla="*/ 95617 w 1906136"/>
                <a:gd name="connsiteY743" fmla="*/ 270088 h 2468044"/>
                <a:gd name="connsiteX744" fmla="*/ 95617 w 1906136"/>
                <a:gd name="connsiteY744" fmla="*/ 272261 h 2468044"/>
                <a:gd name="connsiteX745" fmla="*/ 93444 w 1906136"/>
                <a:gd name="connsiteY745" fmla="*/ 272261 h 2468044"/>
                <a:gd name="connsiteX746" fmla="*/ 91271 w 1906136"/>
                <a:gd name="connsiteY746" fmla="*/ 274434 h 2468044"/>
                <a:gd name="connsiteX747" fmla="*/ 91271 w 1906136"/>
                <a:gd name="connsiteY747" fmla="*/ 292440 h 2468044"/>
                <a:gd name="connsiteX748" fmla="*/ 85993 w 1906136"/>
                <a:gd name="connsiteY748" fmla="*/ 303926 h 2468044"/>
                <a:gd name="connsiteX749" fmla="*/ 78853 w 1906136"/>
                <a:gd name="connsiteY749" fmla="*/ 311377 h 2468044"/>
                <a:gd name="connsiteX750" fmla="*/ 68298 w 1906136"/>
                <a:gd name="connsiteY750" fmla="*/ 316655 h 2468044"/>
                <a:gd name="connsiteX751" fmla="*/ 56812 w 1906136"/>
                <a:gd name="connsiteY751" fmla="*/ 319759 h 2468044"/>
                <a:gd name="connsiteX752" fmla="*/ 44394 w 1906136"/>
                <a:gd name="connsiteY752" fmla="*/ 327210 h 2468044"/>
                <a:gd name="connsiteX753" fmla="*/ 37253 w 1906136"/>
                <a:gd name="connsiteY753" fmla="*/ 336523 h 2468044"/>
                <a:gd name="connsiteX754" fmla="*/ 31976 w 1906136"/>
                <a:gd name="connsiteY754" fmla="*/ 347078 h 2468044"/>
                <a:gd name="connsiteX755" fmla="*/ 26698 w 1906136"/>
                <a:gd name="connsiteY755" fmla="*/ 360738 h 2468044"/>
                <a:gd name="connsiteX756" fmla="*/ 20489 w 1906136"/>
                <a:gd name="connsiteY756" fmla="*/ 371293 h 2468044"/>
                <a:gd name="connsiteX757" fmla="*/ 31976 w 1906136"/>
                <a:gd name="connsiteY757" fmla="*/ 391162 h 2468044"/>
                <a:gd name="connsiteX758" fmla="*/ 46567 w 1906136"/>
                <a:gd name="connsiteY758" fmla="*/ 410099 h 2468044"/>
                <a:gd name="connsiteX759" fmla="*/ 64262 w 1906136"/>
                <a:gd name="connsiteY759" fmla="*/ 422827 h 2468044"/>
                <a:gd name="connsiteX760" fmla="*/ 66435 w 1906136"/>
                <a:gd name="connsiteY760" fmla="*/ 425000 h 2468044"/>
                <a:gd name="connsiteX761" fmla="*/ 69540 w 1906136"/>
                <a:gd name="connsiteY761" fmla="*/ 425000 h 2468044"/>
                <a:gd name="connsiteX762" fmla="*/ 71713 w 1906136"/>
                <a:gd name="connsiteY762" fmla="*/ 425000 h 2468044"/>
                <a:gd name="connsiteX763" fmla="*/ 73886 w 1906136"/>
                <a:gd name="connsiteY763" fmla="*/ 422827 h 2468044"/>
                <a:gd name="connsiteX764" fmla="*/ 76991 w 1906136"/>
                <a:gd name="connsiteY764" fmla="*/ 419723 h 2468044"/>
                <a:gd name="connsiteX765" fmla="*/ 81026 w 1906136"/>
                <a:gd name="connsiteY765" fmla="*/ 430278 h 2468044"/>
                <a:gd name="connsiteX766" fmla="*/ 86304 w 1906136"/>
                <a:gd name="connsiteY766" fmla="*/ 444869 h 2468044"/>
                <a:gd name="connsiteX767" fmla="*/ 88477 w 1906136"/>
                <a:gd name="connsiteY767" fmla="*/ 455424 h 2468044"/>
                <a:gd name="connsiteX768" fmla="*/ 93755 w 1906136"/>
                <a:gd name="connsiteY768" fmla="*/ 455424 h 2468044"/>
                <a:gd name="connsiteX769" fmla="*/ 97790 w 1906136"/>
                <a:gd name="connsiteY769" fmla="*/ 455734 h 2468044"/>
                <a:gd name="connsiteX770" fmla="*/ 98722 w 1906136"/>
                <a:gd name="connsiteY770" fmla="*/ 455734 h 2468044"/>
                <a:gd name="connsiteX771" fmla="*/ 100895 w 1906136"/>
                <a:gd name="connsiteY771" fmla="*/ 453561 h 2468044"/>
                <a:gd name="connsiteX772" fmla="*/ 103068 w 1906136"/>
                <a:gd name="connsiteY772" fmla="*/ 451388 h 2468044"/>
                <a:gd name="connsiteX773" fmla="*/ 105241 w 1906136"/>
                <a:gd name="connsiteY773" fmla="*/ 449215 h 2468044"/>
                <a:gd name="connsiteX774" fmla="*/ 108346 w 1906136"/>
                <a:gd name="connsiteY774" fmla="*/ 451388 h 2468044"/>
                <a:gd name="connsiteX775" fmla="*/ 110208 w 1906136"/>
                <a:gd name="connsiteY775" fmla="*/ 451388 h 2468044"/>
                <a:gd name="connsiteX776" fmla="*/ 112381 w 1906136"/>
                <a:gd name="connsiteY776" fmla="*/ 453561 h 2468044"/>
                <a:gd name="connsiteX777" fmla="*/ 112381 w 1906136"/>
                <a:gd name="connsiteY777" fmla="*/ 456666 h 2468044"/>
                <a:gd name="connsiteX778" fmla="*/ 112381 w 1906136"/>
                <a:gd name="connsiteY778" fmla="*/ 461012 h 2468044"/>
                <a:gd name="connsiteX779" fmla="*/ 124799 w 1906136"/>
                <a:gd name="connsiteY779" fmla="*/ 456666 h 2468044"/>
                <a:gd name="connsiteX780" fmla="*/ 134113 w 1906136"/>
                <a:gd name="connsiteY780" fmla="*/ 453561 h 2468044"/>
                <a:gd name="connsiteX781" fmla="*/ 147772 w 1906136"/>
                <a:gd name="connsiteY781" fmla="*/ 449215 h 2468044"/>
                <a:gd name="connsiteX782" fmla="*/ 144668 w 1906136"/>
                <a:gd name="connsiteY782" fmla="*/ 471257 h 2468044"/>
                <a:gd name="connsiteX783" fmla="*/ 135354 w 1906136"/>
                <a:gd name="connsiteY783" fmla="*/ 488021 h 2468044"/>
                <a:gd name="connsiteX784" fmla="*/ 122937 w 1906136"/>
                <a:gd name="connsiteY784" fmla="*/ 502612 h 2468044"/>
                <a:gd name="connsiteX785" fmla="*/ 106172 w 1906136"/>
                <a:gd name="connsiteY785" fmla="*/ 515340 h 2468044"/>
                <a:gd name="connsiteX786" fmla="*/ 88477 w 1906136"/>
                <a:gd name="connsiteY786" fmla="*/ 527137 h 2468044"/>
                <a:gd name="connsiteX787" fmla="*/ 69850 w 1906136"/>
                <a:gd name="connsiteY787" fmla="*/ 537692 h 2468044"/>
                <a:gd name="connsiteX788" fmla="*/ 54328 w 1906136"/>
                <a:gd name="connsiteY788" fmla="*/ 549179 h 2468044"/>
                <a:gd name="connsiteX789" fmla="*/ 41910 w 1906136"/>
                <a:gd name="connsiteY789" fmla="*/ 561907 h 2468044"/>
                <a:gd name="connsiteX790" fmla="*/ 37874 w 1906136"/>
                <a:gd name="connsiteY790" fmla="*/ 561907 h 2468044"/>
                <a:gd name="connsiteX791" fmla="*/ 37874 w 1906136"/>
                <a:gd name="connsiteY791" fmla="*/ 565011 h 2468044"/>
                <a:gd name="connsiteX792" fmla="*/ 48430 w 1906136"/>
                <a:gd name="connsiteY792" fmla="*/ 561907 h 2468044"/>
                <a:gd name="connsiteX793" fmla="*/ 65194 w 1906136"/>
                <a:gd name="connsiteY793" fmla="*/ 554456 h 2468044"/>
                <a:gd name="connsiteX794" fmla="*/ 86925 w 1906136"/>
                <a:gd name="connsiteY794" fmla="*/ 543901 h 2468044"/>
                <a:gd name="connsiteX795" fmla="*/ 108656 w 1906136"/>
                <a:gd name="connsiteY795" fmla="*/ 530241 h 2468044"/>
                <a:gd name="connsiteX796" fmla="*/ 130387 w 1906136"/>
                <a:gd name="connsiteY796" fmla="*/ 515650 h 2468044"/>
                <a:gd name="connsiteX797" fmla="*/ 152118 w 1906136"/>
                <a:gd name="connsiteY797" fmla="*/ 502922 h 2468044"/>
                <a:gd name="connsiteX798" fmla="*/ 169814 w 1906136"/>
                <a:gd name="connsiteY798" fmla="*/ 492367 h 2468044"/>
                <a:gd name="connsiteX799" fmla="*/ 184405 w 1906136"/>
                <a:gd name="connsiteY799" fmla="*/ 480881 h 2468044"/>
                <a:gd name="connsiteX800" fmla="*/ 191545 w 1906136"/>
                <a:gd name="connsiteY800" fmla="*/ 473430 h 2468044"/>
                <a:gd name="connsiteX801" fmla="*/ 203032 w 1906136"/>
                <a:gd name="connsiteY801" fmla="*/ 456666 h 2468044"/>
                <a:gd name="connsiteX802" fmla="*/ 210172 w 1906136"/>
                <a:gd name="connsiteY802" fmla="*/ 438660 h 2468044"/>
                <a:gd name="connsiteX803" fmla="*/ 215449 w 1906136"/>
                <a:gd name="connsiteY803" fmla="*/ 421896 h 2468044"/>
                <a:gd name="connsiteX804" fmla="*/ 222590 w 1906136"/>
                <a:gd name="connsiteY804" fmla="*/ 406063 h 2468044"/>
                <a:gd name="connsiteX805" fmla="*/ 234076 w 1906136"/>
                <a:gd name="connsiteY805" fmla="*/ 391472 h 2468044"/>
                <a:gd name="connsiteX806" fmla="*/ 247736 w 1906136"/>
                <a:gd name="connsiteY806" fmla="*/ 379986 h 2468044"/>
                <a:gd name="connsiteX807" fmla="*/ 247736 w 1906136"/>
                <a:gd name="connsiteY807" fmla="*/ 376881 h 2468044"/>
                <a:gd name="connsiteX808" fmla="*/ 257049 w 1906136"/>
                <a:gd name="connsiteY808" fmla="*/ 376881 h 2468044"/>
                <a:gd name="connsiteX809" fmla="*/ 247736 w 1906136"/>
                <a:gd name="connsiteY809" fmla="*/ 392714 h 2468044"/>
                <a:gd name="connsiteX810" fmla="*/ 237181 w 1906136"/>
                <a:gd name="connsiteY810" fmla="*/ 407305 h 2468044"/>
                <a:gd name="connsiteX811" fmla="*/ 230040 w 1906136"/>
                <a:gd name="connsiteY811" fmla="*/ 424069 h 2468044"/>
                <a:gd name="connsiteX812" fmla="*/ 224763 w 1906136"/>
                <a:gd name="connsiteY812" fmla="*/ 440833 h 2468044"/>
                <a:gd name="connsiteX813" fmla="*/ 246494 w 1906136"/>
                <a:gd name="connsiteY813" fmla="*/ 435555 h 2468044"/>
                <a:gd name="connsiteX814" fmla="*/ 262016 w 1906136"/>
                <a:gd name="connsiteY814" fmla="*/ 426242 h 2468044"/>
                <a:gd name="connsiteX815" fmla="*/ 280643 w 1906136"/>
                <a:gd name="connsiteY815" fmla="*/ 416929 h 2468044"/>
                <a:gd name="connsiteX816" fmla="*/ 280643 w 1906136"/>
                <a:gd name="connsiteY816" fmla="*/ 392714 h 2468044"/>
                <a:gd name="connsiteX817" fmla="*/ 297407 w 1906136"/>
                <a:gd name="connsiteY817" fmla="*/ 394887 h 2468044"/>
                <a:gd name="connsiteX818" fmla="*/ 307962 w 1906136"/>
                <a:gd name="connsiteY818" fmla="*/ 400165 h 2468044"/>
                <a:gd name="connsiteX819" fmla="*/ 317276 w 1906136"/>
                <a:gd name="connsiteY819" fmla="*/ 407615 h 2468044"/>
                <a:gd name="connsiteX820" fmla="*/ 327831 w 1906136"/>
                <a:gd name="connsiteY820" fmla="*/ 413824 h 2468044"/>
                <a:gd name="connsiteX821" fmla="*/ 361048 w 1906136"/>
                <a:gd name="connsiteY821" fmla="*/ 413824 h 2468044"/>
                <a:gd name="connsiteX822" fmla="*/ 376571 w 1906136"/>
                <a:gd name="connsiteY822" fmla="*/ 422206 h 2468044"/>
                <a:gd name="connsiteX823" fmla="*/ 393335 w 1906136"/>
                <a:gd name="connsiteY823" fmla="*/ 436797 h 2468044"/>
                <a:gd name="connsiteX824" fmla="*/ 407926 w 1906136"/>
                <a:gd name="connsiteY824" fmla="*/ 449526 h 2468044"/>
                <a:gd name="connsiteX825" fmla="*/ 427794 w 1906136"/>
                <a:gd name="connsiteY825" fmla="*/ 458839 h 2468044"/>
                <a:gd name="connsiteX826" fmla="*/ 451699 w 1906136"/>
                <a:gd name="connsiteY826" fmla="*/ 464117 h 2468044"/>
                <a:gd name="connsiteX827" fmla="*/ 471567 w 1906136"/>
                <a:gd name="connsiteY827" fmla="*/ 473430 h 2468044"/>
                <a:gd name="connsiteX828" fmla="*/ 486158 w 1906136"/>
                <a:gd name="connsiteY828" fmla="*/ 486158 h 2468044"/>
                <a:gd name="connsiteX829" fmla="*/ 498576 w 1906136"/>
                <a:gd name="connsiteY829" fmla="*/ 502922 h 2468044"/>
                <a:gd name="connsiteX830" fmla="*/ 507889 w 1906136"/>
                <a:gd name="connsiteY830" fmla="*/ 519686 h 2468044"/>
                <a:gd name="connsiteX831" fmla="*/ 519376 w 1906136"/>
                <a:gd name="connsiteY831" fmla="*/ 536450 h 2468044"/>
                <a:gd name="connsiteX832" fmla="*/ 531794 w 1906136"/>
                <a:gd name="connsiteY832" fmla="*/ 550110 h 2468044"/>
                <a:gd name="connsiteX833" fmla="*/ 527758 w 1906136"/>
                <a:gd name="connsiteY833" fmla="*/ 574325 h 2468044"/>
                <a:gd name="connsiteX834" fmla="*/ 539244 w 1906136"/>
                <a:gd name="connsiteY834" fmla="*/ 579602 h 2468044"/>
                <a:gd name="connsiteX835" fmla="*/ 546385 w 1906136"/>
                <a:gd name="connsiteY835" fmla="*/ 588916 h 2468044"/>
                <a:gd name="connsiteX836" fmla="*/ 551662 w 1906136"/>
                <a:gd name="connsiteY836" fmla="*/ 600402 h 2468044"/>
                <a:gd name="connsiteX837" fmla="*/ 554767 w 1906136"/>
                <a:gd name="connsiteY837" fmla="*/ 613131 h 2468044"/>
                <a:gd name="connsiteX838" fmla="*/ 560976 w 1906136"/>
                <a:gd name="connsiteY838" fmla="*/ 625859 h 2468044"/>
                <a:gd name="connsiteX839" fmla="*/ 568116 w 1906136"/>
                <a:gd name="connsiteY839" fmla="*/ 637345 h 2468044"/>
                <a:gd name="connsiteX840" fmla="*/ 576498 w 1906136"/>
                <a:gd name="connsiteY840" fmla="*/ 645727 h 2468044"/>
                <a:gd name="connsiteX841" fmla="*/ 591089 w 1906136"/>
                <a:gd name="connsiteY841" fmla="*/ 651005 h 2468044"/>
                <a:gd name="connsiteX842" fmla="*/ 587984 w 1906136"/>
                <a:gd name="connsiteY842" fmla="*/ 653178 h 2468044"/>
                <a:gd name="connsiteX843" fmla="*/ 583949 w 1906136"/>
                <a:gd name="connsiteY843" fmla="*/ 653178 h 2468044"/>
                <a:gd name="connsiteX844" fmla="*/ 580844 w 1906136"/>
                <a:gd name="connsiteY844" fmla="*/ 653178 h 2468044"/>
                <a:gd name="connsiteX845" fmla="*/ 576808 w 1906136"/>
                <a:gd name="connsiteY845" fmla="*/ 651005 h 2468044"/>
                <a:gd name="connsiteX846" fmla="*/ 568426 w 1906136"/>
                <a:gd name="connsiteY846" fmla="*/ 651005 h 2468044"/>
                <a:gd name="connsiteX847" fmla="*/ 576808 w 1906136"/>
                <a:gd name="connsiteY847" fmla="*/ 669942 h 2468044"/>
                <a:gd name="connsiteX848" fmla="*/ 588295 w 1906136"/>
                <a:gd name="connsiteY848" fmla="*/ 686706 h 2468044"/>
                <a:gd name="connsiteX849" fmla="*/ 600713 w 1906136"/>
                <a:gd name="connsiteY849" fmla="*/ 702539 h 2468044"/>
                <a:gd name="connsiteX850" fmla="*/ 604748 w 1906136"/>
                <a:gd name="connsiteY850" fmla="*/ 704712 h 2468044"/>
                <a:gd name="connsiteX851" fmla="*/ 605680 w 1906136"/>
                <a:gd name="connsiteY851" fmla="*/ 704712 h 2468044"/>
                <a:gd name="connsiteX852" fmla="*/ 605680 w 1906136"/>
                <a:gd name="connsiteY852" fmla="*/ 706885 h 2468044"/>
                <a:gd name="connsiteX853" fmla="*/ 607853 w 1906136"/>
                <a:gd name="connsiteY853" fmla="*/ 706885 h 2468044"/>
                <a:gd name="connsiteX854" fmla="*/ 613130 w 1906136"/>
                <a:gd name="connsiteY854" fmla="*/ 706885 h 2468044"/>
                <a:gd name="connsiteX855" fmla="*/ 619339 w 1906136"/>
                <a:gd name="connsiteY855" fmla="*/ 706885 h 2468044"/>
                <a:gd name="connsiteX856" fmla="*/ 620271 w 1906136"/>
                <a:gd name="connsiteY856" fmla="*/ 704712 h 2468044"/>
                <a:gd name="connsiteX857" fmla="*/ 624306 w 1906136"/>
                <a:gd name="connsiteY857" fmla="*/ 702539 h 2468044"/>
                <a:gd name="connsiteX858" fmla="*/ 626480 w 1906136"/>
                <a:gd name="connsiteY858" fmla="*/ 701608 h 2468044"/>
                <a:gd name="connsiteX859" fmla="*/ 626480 w 1906136"/>
                <a:gd name="connsiteY859" fmla="*/ 699434 h 2468044"/>
                <a:gd name="connsiteX860" fmla="*/ 627411 w 1906136"/>
                <a:gd name="connsiteY860" fmla="*/ 699434 h 2468044"/>
                <a:gd name="connsiteX861" fmla="*/ 627411 w 1906136"/>
                <a:gd name="connsiteY861" fmla="*/ 695088 h 2468044"/>
                <a:gd name="connsiteX862" fmla="*/ 622133 w 1906136"/>
                <a:gd name="connsiteY862" fmla="*/ 687638 h 2468044"/>
                <a:gd name="connsiteX863" fmla="*/ 614993 w 1906136"/>
                <a:gd name="connsiteY863" fmla="*/ 682360 h 2468044"/>
                <a:gd name="connsiteX864" fmla="*/ 607853 w 1906136"/>
                <a:gd name="connsiteY864" fmla="*/ 677082 h 2468044"/>
                <a:gd name="connsiteX865" fmla="*/ 600713 w 1906136"/>
                <a:gd name="connsiteY865" fmla="*/ 671805 h 2468044"/>
                <a:gd name="connsiteX866" fmla="*/ 600713 w 1906136"/>
                <a:gd name="connsiteY866" fmla="*/ 662491 h 2468044"/>
                <a:gd name="connsiteX867" fmla="*/ 617477 w 1906136"/>
                <a:gd name="connsiteY867" fmla="*/ 673047 h 2468044"/>
                <a:gd name="connsiteX868" fmla="*/ 632068 w 1906136"/>
                <a:gd name="connsiteY868" fmla="*/ 687638 h 2468044"/>
                <a:gd name="connsiteX869" fmla="*/ 644485 w 1906136"/>
                <a:gd name="connsiteY869" fmla="*/ 702228 h 2468044"/>
                <a:gd name="connsiteX870" fmla="*/ 644485 w 1906136"/>
                <a:gd name="connsiteY870" fmla="*/ 723339 h 2468044"/>
                <a:gd name="connsiteX871" fmla="*/ 642312 w 1906136"/>
                <a:gd name="connsiteY871" fmla="*/ 718992 h 2468044"/>
                <a:gd name="connsiteX872" fmla="*/ 639208 w 1906136"/>
                <a:gd name="connsiteY872" fmla="*/ 715888 h 2468044"/>
                <a:gd name="connsiteX873" fmla="*/ 637035 w 1906136"/>
                <a:gd name="connsiteY873" fmla="*/ 711542 h 2468044"/>
                <a:gd name="connsiteX874" fmla="*/ 633930 w 1906136"/>
                <a:gd name="connsiteY874" fmla="*/ 709369 h 2468044"/>
                <a:gd name="connsiteX875" fmla="*/ 629894 w 1906136"/>
                <a:gd name="connsiteY875" fmla="*/ 709369 h 2468044"/>
                <a:gd name="connsiteX876" fmla="*/ 626790 w 1906136"/>
                <a:gd name="connsiteY876" fmla="*/ 709369 h 2468044"/>
                <a:gd name="connsiteX877" fmla="*/ 622754 w 1906136"/>
                <a:gd name="connsiteY877" fmla="*/ 709369 h 2468044"/>
                <a:gd name="connsiteX878" fmla="*/ 617477 w 1906136"/>
                <a:gd name="connsiteY878" fmla="*/ 711542 h 2468044"/>
                <a:gd name="connsiteX879" fmla="*/ 615304 w 1906136"/>
                <a:gd name="connsiteY879" fmla="*/ 723028 h 2468044"/>
                <a:gd name="connsiteX880" fmla="*/ 613130 w 1906136"/>
                <a:gd name="connsiteY880" fmla="*/ 741034 h 2468044"/>
                <a:gd name="connsiteX881" fmla="*/ 613130 w 1906136"/>
                <a:gd name="connsiteY881" fmla="*/ 763076 h 2468044"/>
                <a:gd name="connsiteX882" fmla="*/ 613130 w 1906136"/>
                <a:gd name="connsiteY882" fmla="*/ 787291 h 2468044"/>
                <a:gd name="connsiteX883" fmla="*/ 613130 w 1906136"/>
                <a:gd name="connsiteY883" fmla="*/ 807159 h 2468044"/>
                <a:gd name="connsiteX884" fmla="*/ 612199 w 1906136"/>
                <a:gd name="connsiteY884" fmla="*/ 821750 h 2468044"/>
                <a:gd name="connsiteX885" fmla="*/ 612199 w 1906136"/>
                <a:gd name="connsiteY885" fmla="*/ 829201 h 2468044"/>
                <a:gd name="connsiteX886" fmla="*/ 613130 w 1906136"/>
                <a:gd name="connsiteY886" fmla="*/ 859624 h 2468044"/>
                <a:gd name="connsiteX887" fmla="*/ 617166 w 1906136"/>
                <a:gd name="connsiteY887" fmla="*/ 881666 h 2468044"/>
                <a:gd name="connsiteX888" fmla="*/ 622444 w 1906136"/>
                <a:gd name="connsiteY888" fmla="*/ 898430 h 2468044"/>
                <a:gd name="connsiteX889" fmla="*/ 629584 w 1906136"/>
                <a:gd name="connsiteY889" fmla="*/ 911158 h 2468044"/>
                <a:gd name="connsiteX890" fmla="*/ 641071 w 1906136"/>
                <a:gd name="connsiteY890" fmla="*/ 922645 h 2468044"/>
                <a:gd name="connsiteX891" fmla="*/ 651626 w 1906136"/>
                <a:gd name="connsiteY891" fmla="*/ 935373 h 2468044"/>
                <a:gd name="connsiteX892" fmla="*/ 664043 w 1906136"/>
                <a:gd name="connsiteY892" fmla="*/ 953379 h 2468044"/>
                <a:gd name="connsiteX893" fmla="*/ 669321 w 1906136"/>
                <a:gd name="connsiteY893" fmla="*/ 964866 h 2468044"/>
                <a:gd name="connsiteX894" fmla="*/ 673357 w 1906136"/>
                <a:gd name="connsiteY894" fmla="*/ 975421 h 2468044"/>
                <a:gd name="connsiteX895" fmla="*/ 680497 w 1906136"/>
                <a:gd name="connsiteY895" fmla="*/ 984734 h 2468044"/>
                <a:gd name="connsiteX896" fmla="*/ 691052 w 1906136"/>
                <a:gd name="connsiteY896" fmla="*/ 992185 h 2468044"/>
                <a:gd name="connsiteX897" fmla="*/ 704712 w 1906136"/>
                <a:gd name="connsiteY897" fmla="*/ 997462 h 2468044"/>
                <a:gd name="connsiteX898" fmla="*/ 715267 w 1906136"/>
                <a:gd name="connsiteY898" fmla="*/ 1003671 h 2468044"/>
                <a:gd name="connsiteX899" fmla="*/ 724580 w 1906136"/>
                <a:gd name="connsiteY899" fmla="*/ 1014226 h 2468044"/>
                <a:gd name="connsiteX900" fmla="*/ 731721 w 1906136"/>
                <a:gd name="connsiteY900" fmla="*/ 1026955 h 2468044"/>
                <a:gd name="connsiteX901" fmla="*/ 734825 w 1906136"/>
                <a:gd name="connsiteY901" fmla="*/ 1041546 h 2468044"/>
                <a:gd name="connsiteX902" fmla="*/ 741034 w 1906136"/>
                <a:gd name="connsiteY902" fmla="*/ 1054274 h 2468044"/>
                <a:gd name="connsiteX903" fmla="*/ 747243 w 1906136"/>
                <a:gd name="connsiteY903" fmla="*/ 1065761 h 2468044"/>
                <a:gd name="connsiteX904" fmla="*/ 760903 w 1906136"/>
                <a:gd name="connsiteY904" fmla="*/ 1075074 h 2468044"/>
                <a:gd name="connsiteX905" fmla="*/ 758729 w 1906136"/>
                <a:gd name="connsiteY905" fmla="*/ 1076005 h 2468044"/>
                <a:gd name="connsiteX906" fmla="*/ 758729 w 1906136"/>
                <a:gd name="connsiteY906" fmla="*/ 1078178 h 2468044"/>
                <a:gd name="connsiteX907" fmla="*/ 758729 w 1906136"/>
                <a:gd name="connsiteY907" fmla="*/ 1080351 h 2468044"/>
                <a:gd name="connsiteX908" fmla="*/ 756556 w 1906136"/>
                <a:gd name="connsiteY908" fmla="*/ 1080351 h 2468044"/>
                <a:gd name="connsiteX909" fmla="*/ 754383 w 1906136"/>
                <a:gd name="connsiteY909" fmla="*/ 1080351 h 2468044"/>
                <a:gd name="connsiteX910" fmla="*/ 751279 w 1906136"/>
                <a:gd name="connsiteY910" fmla="*/ 1082525 h 2468044"/>
                <a:gd name="connsiteX911" fmla="*/ 760592 w 1906136"/>
                <a:gd name="connsiteY911" fmla="*/ 1095253 h 2468044"/>
                <a:gd name="connsiteX912" fmla="*/ 771147 w 1906136"/>
                <a:gd name="connsiteY912" fmla="*/ 1102704 h 2468044"/>
                <a:gd name="connsiteX913" fmla="*/ 782634 w 1906136"/>
                <a:gd name="connsiteY913" fmla="*/ 1110154 h 2468044"/>
                <a:gd name="connsiteX914" fmla="*/ 791016 w 1906136"/>
                <a:gd name="connsiteY914" fmla="*/ 1119468 h 2468044"/>
                <a:gd name="connsiteX915" fmla="*/ 797225 w 1906136"/>
                <a:gd name="connsiteY915" fmla="*/ 1130023 h 2468044"/>
                <a:gd name="connsiteX916" fmla="*/ 800329 w 1906136"/>
                <a:gd name="connsiteY916" fmla="*/ 1142751 h 2468044"/>
                <a:gd name="connsiteX917" fmla="*/ 804365 w 1906136"/>
                <a:gd name="connsiteY917" fmla="*/ 1155479 h 2468044"/>
                <a:gd name="connsiteX918" fmla="*/ 809643 w 1906136"/>
                <a:gd name="connsiteY918" fmla="*/ 1155479 h 2468044"/>
                <a:gd name="connsiteX919" fmla="*/ 811816 w 1906136"/>
                <a:gd name="connsiteY919" fmla="*/ 1155479 h 2468044"/>
                <a:gd name="connsiteX920" fmla="*/ 812747 w 1906136"/>
                <a:gd name="connsiteY920" fmla="*/ 1155479 h 2468044"/>
                <a:gd name="connsiteX921" fmla="*/ 814920 w 1906136"/>
                <a:gd name="connsiteY921" fmla="*/ 1155479 h 2468044"/>
                <a:gd name="connsiteX922" fmla="*/ 817093 w 1906136"/>
                <a:gd name="connsiteY922" fmla="*/ 1155479 h 2468044"/>
                <a:gd name="connsiteX923" fmla="*/ 820198 w 1906136"/>
                <a:gd name="connsiteY923" fmla="*/ 1155479 h 2468044"/>
                <a:gd name="connsiteX924" fmla="*/ 822371 w 1906136"/>
                <a:gd name="connsiteY924" fmla="*/ 1159826 h 2468044"/>
                <a:gd name="connsiteX925" fmla="*/ 822371 w 1906136"/>
                <a:gd name="connsiteY925" fmla="*/ 1162930 h 2468044"/>
                <a:gd name="connsiteX926" fmla="*/ 824544 w 1906136"/>
                <a:gd name="connsiteY926" fmla="*/ 1169139 h 2468044"/>
                <a:gd name="connsiteX927" fmla="*/ 824544 w 1906136"/>
                <a:gd name="connsiteY927" fmla="*/ 1176590 h 2468044"/>
                <a:gd name="connsiteX928" fmla="*/ 827648 w 1906136"/>
                <a:gd name="connsiteY928" fmla="*/ 1174417 h 2468044"/>
                <a:gd name="connsiteX929" fmla="*/ 827648 w 1906136"/>
                <a:gd name="connsiteY929" fmla="*/ 1172243 h 2468044"/>
                <a:gd name="connsiteX930" fmla="*/ 829822 w 1906136"/>
                <a:gd name="connsiteY930" fmla="*/ 1170070 h 2468044"/>
                <a:gd name="connsiteX931" fmla="*/ 831995 w 1906136"/>
                <a:gd name="connsiteY931" fmla="*/ 1166966 h 2468044"/>
                <a:gd name="connsiteX932" fmla="*/ 831995 w 1906136"/>
                <a:gd name="connsiteY932" fmla="*/ 1159515 h 2468044"/>
                <a:gd name="connsiteX933" fmla="*/ 827959 w 1906136"/>
                <a:gd name="connsiteY933" fmla="*/ 1148960 h 2468044"/>
                <a:gd name="connsiteX934" fmla="*/ 819577 w 1906136"/>
                <a:gd name="connsiteY934" fmla="*/ 1132196 h 2468044"/>
                <a:gd name="connsiteX935" fmla="*/ 808090 w 1906136"/>
                <a:gd name="connsiteY935" fmla="*/ 1113259 h 2468044"/>
                <a:gd name="connsiteX936" fmla="*/ 797535 w 1906136"/>
                <a:gd name="connsiteY936" fmla="*/ 1095253 h 2468044"/>
                <a:gd name="connsiteX937" fmla="*/ 783876 w 1906136"/>
                <a:gd name="connsiteY937" fmla="*/ 1076316 h 2468044"/>
                <a:gd name="connsiteX938" fmla="*/ 773320 w 1906136"/>
                <a:gd name="connsiteY938" fmla="*/ 1061725 h 2468044"/>
                <a:gd name="connsiteX939" fmla="*/ 761834 w 1906136"/>
                <a:gd name="connsiteY939" fmla="*/ 1048996 h 2468044"/>
                <a:gd name="connsiteX940" fmla="*/ 756556 w 1906136"/>
                <a:gd name="connsiteY940" fmla="*/ 1041546 h 2468044"/>
                <a:gd name="connsiteX941" fmla="*/ 756556 w 1906136"/>
                <a:gd name="connsiteY941" fmla="*/ 1021677 h 2468044"/>
                <a:gd name="connsiteX942" fmla="*/ 760592 w 1906136"/>
                <a:gd name="connsiteY942" fmla="*/ 1023850 h 2468044"/>
                <a:gd name="connsiteX943" fmla="*/ 763697 w 1906136"/>
                <a:gd name="connsiteY943" fmla="*/ 1026955 h 2468044"/>
                <a:gd name="connsiteX944" fmla="*/ 767732 w 1906136"/>
                <a:gd name="connsiteY944" fmla="*/ 1031301 h 2468044"/>
                <a:gd name="connsiteX945" fmla="*/ 776114 w 1906136"/>
                <a:gd name="connsiteY945" fmla="*/ 1036578 h 2468044"/>
                <a:gd name="connsiteX946" fmla="*/ 782323 w 1906136"/>
                <a:gd name="connsiteY946" fmla="*/ 1048065 h 2468044"/>
                <a:gd name="connsiteX947" fmla="*/ 785428 w 1906136"/>
                <a:gd name="connsiteY947" fmla="*/ 1058620 h 2468044"/>
                <a:gd name="connsiteX948" fmla="*/ 789464 w 1906136"/>
                <a:gd name="connsiteY948" fmla="*/ 1069175 h 2468044"/>
                <a:gd name="connsiteX949" fmla="*/ 796604 w 1906136"/>
                <a:gd name="connsiteY949" fmla="*/ 1078489 h 2468044"/>
                <a:gd name="connsiteX950" fmla="*/ 797535 w 1906136"/>
                <a:gd name="connsiteY950" fmla="*/ 1080662 h 2468044"/>
                <a:gd name="connsiteX951" fmla="*/ 803744 w 1906136"/>
                <a:gd name="connsiteY951" fmla="*/ 1082835 h 2468044"/>
                <a:gd name="connsiteX952" fmla="*/ 806849 w 1906136"/>
                <a:gd name="connsiteY952" fmla="*/ 1082835 h 2468044"/>
                <a:gd name="connsiteX953" fmla="*/ 812126 w 1906136"/>
                <a:gd name="connsiteY953" fmla="*/ 1083766 h 2468044"/>
                <a:gd name="connsiteX954" fmla="*/ 816162 w 1906136"/>
                <a:gd name="connsiteY954" fmla="*/ 1085939 h 2468044"/>
                <a:gd name="connsiteX955" fmla="*/ 833857 w 1906136"/>
                <a:gd name="connsiteY955" fmla="*/ 1112327 h 2468044"/>
                <a:gd name="connsiteX956" fmla="*/ 852484 w 1906136"/>
                <a:gd name="connsiteY956" fmla="*/ 1137473 h 2468044"/>
                <a:gd name="connsiteX957" fmla="*/ 870179 w 1906136"/>
                <a:gd name="connsiteY957" fmla="*/ 1161688 h 2468044"/>
                <a:gd name="connsiteX958" fmla="*/ 890048 w 1906136"/>
                <a:gd name="connsiteY958" fmla="*/ 1183730 h 2468044"/>
                <a:gd name="connsiteX959" fmla="*/ 882908 w 1906136"/>
                <a:gd name="connsiteY959" fmla="*/ 1206703 h 2468044"/>
                <a:gd name="connsiteX960" fmla="*/ 886944 w 1906136"/>
                <a:gd name="connsiteY960" fmla="*/ 1211049 h 2468044"/>
                <a:gd name="connsiteX961" fmla="*/ 894084 w 1906136"/>
                <a:gd name="connsiteY961" fmla="*/ 1218500 h 2468044"/>
                <a:gd name="connsiteX962" fmla="*/ 901224 w 1906136"/>
                <a:gd name="connsiteY962" fmla="*/ 1227813 h 2468044"/>
                <a:gd name="connsiteX963" fmla="*/ 910537 w 1906136"/>
                <a:gd name="connsiteY963" fmla="*/ 1235264 h 2468044"/>
                <a:gd name="connsiteX964" fmla="*/ 915815 w 1906136"/>
                <a:gd name="connsiteY964" fmla="*/ 1242715 h 2468044"/>
                <a:gd name="connsiteX965" fmla="*/ 918919 w 1906136"/>
                <a:gd name="connsiteY965" fmla="*/ 1243646 h 2468044"/>
                <a:gd name="connsiteX966" fmla="*/ 939719 w 1906136"/>
                <a:gd name="connsiteY966" fmla="*/ 1240541 h 2468044"/>
                <a:gd name="connsiteX967" fmla="*/ 940651 w 1906136"/>
                <a:gd name="connsiteY967" fmla="*/ 1242715 h 2468044"/>
                <a:gd name="connsiteX968" fmla="*/ 944686 w 1906136"/>
                <a:gd name="connsiteY968" fmla="*/ 1245819 h 2468044"/>
                <a:gd name="connsiteX969" fmla="*/ 947791 w 1906136"/>
                <a:gd name="connsiteY969" fmla="*/ 1250165 h 2468044"/>
                <a:gd name="connsiteX970" fmla="*/ 951827 w 1906136"/>
                <a:gd name="connsiteY970" fmla="*/ 1253270 h 2468044"/>
                <a:gd name="connsiteX971" fmla="*/ 954931 w 1906136"/>
                <a:gd name="connsiteY971" fmla="*/ 1256374 h 2468044"/>
                <a:gd name="connsiteX972" fmla="*/ 978835 w 1906136"/>
                <a:gd name="connsiteY972" fmla="*/ 1260720 h 2468044"/>
                <a:gd name="connsiteX973" fmla="*/ 981940 w 1906136"/>
                <a:gd name="connsiteY973" fmla="*/ 1262894 h 2468044"/>
                <a:gd name="connsiteX974" fmla="*/ 985976 w 1906136"/>
                <a:gd name="connsiteY974" fmla="*/ 1265998 h 2468044"/>
                <a:gd name="connsiteX975" fmla="*/ 991253 w 1906136"/>
                <a:gd name="connsiteY975" fmla="*/ 1271276 h 2468044"/>
                <a:gd name="connsiteX976" fmla="*/ 995289 w 1906136"/>
                <a:gd name="connsiteY976" fmla="*/ 1275622 h 2468044"/>
                <a:gd name="connsiteX977" fmla="*/ 998394 w 1906136"/>
                <a:gd name="connsiteY977" fmla="*/ 1278726 h 2468044"/>
                <a:gd name="connsiteX978" fmla="*/ 1002429 w 1906136"/>
                <a:gd name="connsiteY978" fmla="*/ 1280899 h 2468044"/>
                <a:gd name="connsiteX979" fmla="*/ 1010811 w 1906136"/>
                <a:gd name="connsiteY979" fmla="*/ 1283073 h 2468044"/>
                <a:gd name="connsiteX980" fmla="*/ 1017952 w 1906136"/>
                <a:gd name="connsiteY980" fmla="*/ 1278726 h 2468044"/>
                <a:gd name="connsiteX981" fmla="*/ 1024161 w 1906136"/>
                <a:gd name="connsiteY981" fmla="*/ 1275622 h 2468044"/>
                <a:gd name="connsiteX982" fmla="*/ 1031301 w 1906136"/>
                <a:gd name="connsiteY982" fmla="*/ 1271276 h 2468044"/>
                <a:gd name="connsiteX983" fmla="*/ 1041856 w 1906136"/>
                <a:gd name="connsiteY983" fmla="*/ 1271276 h 2468044"/>
                <a:gd name="connsiteX984" fmla="*/ 1058620 w 1906136"/>
                <a:gd name="connsiteY984" fmla="*/ 1278726 h 2468044"/>
                <a:gd name="connsiteX985" fmla="*/ 1069175 w 1906136"/>
                <a:gd name="connsiteY985" fmla="*/ 1288040 h 2468044"/>
                <a:gd name="connsiteX986" fmla="*/ 1081593 w 1906136"/>
                <a:gd name="connsiteY986" fmla="*/ 1297353 h 2468044"/>
                <a:gd name="connsiteX987" fmla="*/ 1102393 w 1906136"/>
                <a:gd name="connsiteY987" fmla="*/ 1304804 h 2468044"/>
                <a:gd name="connsiteX988" fmla="*/ 1117915 w 1906136"/>
                <a:gd name="connsiteY988" fmla="*/ 1310081 h 2468044"/>
                <a:gd name="connsiteX989" fmla="*/ 1132506 w 1906136"/>
                <a:gd name="connsiteY989" fmla="*/ 1314428 h 2468044"/>
                <a:gd name="connsiteX990" fmla="*/ 1141820 w 1906136"/>
                <a:gd name="connsiteY990" fmla="*/ 1317532 h 2468044"/>
                <a:gd name="connsiteX991" fmla="*/ 1151133 w 1906136"/>
                <a:gd name="connsiteY991" fmla="*/ 1326845 h 2468044"/>
                <a:gd name="connsiteX992" fmla="*/ 1159515 w 1906136"/>
                <a:gd name="connsiteY992" fmla="*/ 1339574 h 2468044"/>
                <a:gd name="connsiteX993" fmla="*/ 1168828 w 1906136"/>
                <a:gd name="connsiteY993" fmla="*/ 1361615 h 2468044"/>
                <a:gd name="connsiteX994" fmla="*/ 1180315 w 1906136"/>
                <a:gd name="connsiteY994" fmla="*/ 1364720 h 2468044"/>
                <a:gd name="connsiteX995" fmla="*/ 1195837 w 1906136"/>
                <a:gd name="connsiteY995" fmla="*/ 1372171 h 2468044"/>
                <a:gd name="connsiteX996" fmla="*/ 1212601 w 1906136"/>
                <a:gd name="connsiteY996" fmla="*/ 1381484 h 2468044"/>
                <a:gd name="connsiteX997" fmla="*/ 1229365 w 1906136"/>
                <a:gd name="connsiteY997" fmla="*/ 1390797 h 2468044"/>
                <a:gd name="connsiteX998" fmla="*/ 1238679 w 1906136"/>
                <a:gd name="connsiteY998" fmla="*/ 1398248 h 2468044"/>
                <a:gd name="connsiteX999" fmla="*/ 1241783 w 1906136"/>
                <a:gd name="connsiteY999" fmla="*/ 1396075 h 2468044"/>
                <a:gd name="connsiteX1000" fmla="*/ 1243956 w 1906136"/>
                <a:gd name="connsiteY1000" fmla="*/ 1396075 h 2468044"/>
                <a:gd name="connsiteX1001" fmla="*/ 1244888 w 1906136"/>
                <a:gd name="connsiteY1001" fmla="*/ 1396075 h 2468044"/>
                <a:gd name="connsiteX1002" fmla="*/ 1247061 w 1906136"/>
                <a:gd name="connsiteY1002" fmla="*/ 1393902 h 2468044"/>
                <a:gd name="connsiteX1003" fmla="*/ 1249234 w 1906136"/>
                <a:gd name="connsiteY1003" fmla="*/ 1393902 h 2468044"/>
                <a:gd name="connsiteX1004" fmla="*/ 1251407 w 1906136"/>
                <a:gd name="connsiteY1004" fmla="*/ 1390797 h 2468044"/>
                <a:gd name="connsiteX1005" fmla="*/ 1251407 w 1906136"/>
                <a:gd name="connsiteY1005" fmla="*/ 1388624 h 2468044"/>
                <a:gd name="connsiteX1006" fmla="*/ 1251407 w 1906136"/>
                <a:gd name="connsiteY1006" fmla="*/ 1385520 h 2468044"/>
                <a:gd name="connsiteX1007" fmla="*/ 1249234 w 1906136"/>
                <a:gd name="connsiteY1007" fmla="*/ 1381173 h 2468044"/>
                <a:gd name="connsiteX1008" fmla="*/ 1252338 w 1906136"/>
                <a:gd name="connsiteY1008" fmla="*/ 1379000 h 2468044"/>
                <a:gd name="connsiteX1009" fmla="*/ 1254511 w 1906136"/>
                <a:gd name="connsiteY1009" fmla="*/ 1378069 h 2468044"/>
                <a:gd name="connsiteX1010" fmla="*/ 1256684 w 1906136"/>
                <a:gd name="connsiteY1010" fmla="*/ 1375896 h 2468044"/>
                <a:gd name="connsiteX1011" fmla="*/ 1258858 w 1906136"/>
                <a:gd name="connsiteY1011" fmla="*/ 1373723 h 2468044"/>
                <a:gd name="connsiteX1012" fmla="*/ 1265998 w 1906136"/>
                <a:gd name="connsiteY1012" fmla="*/ 1373723 h 2468044"/>
                <a:gd name="connsiteX1013" fmla="*/ 1273138 w 1906136"/>
                <a:gd name="connsiteY1013" fmla="*/ 1385209 h 2468044"/>
                <a:gd name="connsiteX1014" fmla="*/ 1280278 w 1906136"/>
                <a:gd name="connsiteY1014" fmla="*/ 1395764 h 2468044"/>
                <a:gd name="connsiteX1015" fmla="*/ 1285556 w 1906136"/>
                <a:gd name="connsiteY1015" fmla="*/ 1405078 h 2468044"/>
                <a:gd name="connsiteX1016" fmla="*/ 1287729 w 1906136"/>
                <a:gd name="connsiteY1016" fmla="*/ 1419669 h 2468044"/>
                <a:gd name="connsiteX1017" fmla="*/ 1287729 w 1906136"/>
                <a:gd name="connsiteY1017" fmla="*/ 1434260 h 2468044"/>
                <a:gd name="connsiteX1018" fmla="*/ 1288660 w 1906136"/>
                <a:gd name="connsiteY1018" fmla="*/ 1444815 h 2468044"/>
                <a:gd name="connsiteX1019" fmla="*/ 1276243 w 1906136"/>
                <a:gd name="connsiteY1019" fmla="*/ 1459406 h 2468044"/>
                <a:gd name="connsiteX1020" fmla="*/ 1261652 w 1906136"/>
                <a:gd name="connsiteY1020" fmla="*/ 1472134 h 2468044"/>
                <a:gd name="connsiteX1021" fmla="*/ 1249234 w 1906136"/>
                <a:gd name="connsiteY1021" fmla="*/ 1485794 h 2468044"/>
                <a:gd name="connsiteX1022" fmla="*/ 1242094 w 1906136"/>
                <a:gd name="connsiteY1022" fmla="*/ 1501626 h 2468044"/>
                <a:gd name="connsiteX1023" fmla="*/ 1236816 w 1906136"/>
                <a:gd name="connsiteY1023" fmla="*/ 1518390 h 2468044"/>
                <a:gd name="connsiteX1024" fmla="*/ 1229676 w 1906136"/>
                <a:gd name="connsiteY1024" fmla="*/ 1535155 h 2468044"/>
                <a:gd name="connsiteX1025" fmla="*/ 1234953 w 1906136"/>
                <a:gd name="connsiteY1025" fmla="*/ 1537328 h 2468044"/>
                <a:gd name="connsiteX1026" fmla="*/ 1240231 w 1906136"/>
                <a:gd name="connsiteY1026" fmla="*/ 1537328 h 2468044"/>
                <a:gd name="connsiteX1027" fmla="*/ 1245508 w 1906136"/>
                <a:gd name="connsiteY1027" fmla="*/ 1538259 h 2468044"/>
                <a:gd name="connsiteX1028" fmla="*/ 1254822 w 1906136"/>
                <a:gd name="connsiteY1028" fmla="*/ 1538259 h 2468044"/>
                <a:gd name="connsiteX1029" fmla="*/ 1254822 w 1906136"/>
                <a:gd name="connsiteY1029" fmla="*/ 1542605 h 2468044"/>
                <a:gd name="connsiteX1030" fmla="*/ 1245508 w 1906136"/>
                <a:gd name="connsiteY1030" fmla="*/ 1547883 h 2468044"/>
                <a:gd name="connsiteX1031" fmla="*/ 1239300 w 1906136"/>
                <a:gd name="connsiteY1031" fmla="*/ 1553160 h 2468044"/>
                <a:gd name="connsiteX1032" fmla="*/ 1229986 w 1906136"/>
                <a:gd name="connsiteY1032" fmla="*/ 1558438 h 2468044"/>
                <a:gd name="connsiteX1033" fmla="*/ 1229986 w 1906136"/>
                <a:gd name="connsiteY1033" fmla="*/ 1565889 h 2468044"/>
                <a:gd name="connsiteX1034" fmla="*/ 1229986 w 1906136"/>
                <a:gd name="connsiteY1034" fmla="*/ 1573339 h 2468044"/>
                <a:gd name="connsiteX1035" fmla="*/ 1229986 w 1906136"/>
                <a:gd name="connsiteY1035" fmla="*/ 1579548 h 2468044"/>
                <a:gd name="connsiteX1036" fmla="*/ 1225950 w 1906136"/>
                <a:gd name="connsiteY1036" fmla="*/ 1586999 h 2468044"/>
                <a:gd name="connsiteX1037" fmla="*/ 1229986 w 1906136"/>
                <a:gd name="connsiteY1037" fmla="*/ 1590104 h 2468044"/>
                <a:gd name="connsiteX1038" fmla="*/ 1233091 w 1906136"/>
                <a:gd name="connsiteY1038" fmla="*/ 1594450 h 2468044"/>
                <a:gd name="connsiteX1039" fmla="*/ 1237126 w 1906136"/>
                <a:gd name="connsiteY1039" fmla="*/ 1595381 h 2468044"/>
                <a:gd name="connsiteX1040" fmla="*/ 1242404 w 1906136"/>
                <a:gd name="connsiteY1040" fmla="*/ 1595381 h 2468044"/>
                <a:gd name="connsiteX1041" fmla="*/ 1245508 w 1906136"/>
                <a:gd name="connsiteY1041" fmla="*/ 1599727 h 2468044"/>
                <a:gd name="connsiteX1042" fmla="*/ 1256995 w 1906136"/>
                <a:gd name="connsiteY1042" fmla="*/ 1610283 h 2468044"/>
                <a:gd name="connsiteX1043" fmla="*/ 1264135 w 1906136"/>
                <a:gd name="connsiteY1043" fmla="*/ 1624873 h 2468044"/>
                <a:gd name="connsiteX1044" fmla="*/ 1269413 w 1906136"/>
                <a:gd name="connsiteY1044" fmla="*/ 1643811 h 2468044"/>
                <a:gd name="connsiteX1045" fmla="*/ 1274690 w 1906136"/>
                <a:gd name="connsiteY1045" fmla="*/ 1659643 h 2468044"/>
                <a:gd name="connsiteX1046" fmla="*/ 1281831 w 1906136"/>
                <a:gd name="connsiteY1046" fmla="*/ 1676407 h 2468044"/>
                <a:gd name="connsiteX1047" fmla="*/ 1302630 w 1906136"/>
                <a:gd name="connsiteY1047" fmla="*/ 1705900 h 2468044"/>
                <a:gd name="connsiteX1048" fmla="*/ 1327777 w 1906136"/>
                <a:gd name="connsiteY1048" fmla="*/ 1733219 h 2468044"/>
                <a:gd name="connsiteX1049" fmla="*/ 1359132 w 1906136"/>
                <a:gd name="connsiteY1049" fmla="*/ 1754329 h 2468044"/>
                <a:gd name="connsiteX1050" fmla="*/ 1395454 w 1906136"/>
                <a:gd name="connsiteY1050" fmla="*/ 1767989 h 2468044"/>
                <a:gd name="connsiteX1051" fmla="*/ 1391418 w 1906136"/>
                <a:gd name="connsiteY1051" fmla="*/ 1797481 h 2468044"/>
                <a:gd name="connsiteX1052" fmla="*/ 1389245 w 1906136"/>
                <a:gd name="connsiteY1052" fmla="*/ 1829147 h 2468044"/>
                <a:gd name="connsiteX1053" fmla="*/ 1388314 w 1906136"/>
                <a:gd name="connsiteY1053" fmla="*/ 1861744 h 2468044"/>
                <a:gd name="connsiteX1054" fmla="*/ 1382105 w 1906136"/>
                <a:gd name="connsiteY1054" fmla="*/ 1893409 h 2468044"/>
                <a:gd name="connsiteX1055" fmla="*/ 1371549 w 1906136"/>
                <a:gd name="connsiteY1055" fmla="*/ 1941839 h 2468044"/>
                <a:gd name="connsiteX1056" fmla="*/ 1362236 w 1906136"/>
                <a:gd name="connsiteY1056" fmla="*/ 1991199 h 2468044"/>
                <a:gd name="connsiteX1057" fmla="*/ 1351681 w 1906136"/>
                <a:gd name="connsiteY1057" fmla="*/ 2036214 h 2468044"/>
                <a:gd name="connsiteX1058" fmla="*/ 1339263 w 1906136"/>
                <a:gd name="connsiteY1058" fmla="*/ 2080297 h 2468044"/>
                <a:gd name="connsiteX1059" fmla="*/ 1337090 w 1906136"/>
                <a:gd name="connsiteY1059" fmla="*/ 2091784 h 2468044"/>
                <a:gd name="connsiteX1060" fmla="*/ 1340194 w 1906136"/>
                <a:gd name="connsiteY1060" fmla="*/ 2104512 h 2468044"/>
                <a:gd name="connsiteX1061" fmla="*/ 1342368 w 1906136"/>
                <a:gd name="connsiteY1061" fmla="*/ 2111963 h 2468044"/>
                <a:gd name="connsiteX1062" fmla="*/ 1329950 w 1906136"/>
                <a:gd name="connsiteY1062" fmla="*/ 2188643 h 2468044"/>
                <a:gd name="connsiteX1063" fmla="*/ 1329950 w 1906136"/>
                <a:gd name="connsiteY1063" fmla="*/ 2192989 h 2468044"/>
                <a:gd name="connsiteX1064" fmla="*/ 1337090 w 1906136"/>
                <a:gd name="connsiteY1064" fmla="*/ 2190816 h 2468044"/>
                <a:gd name="connsiteX1065" fmla="*/ 1340194 w 1906136"/>
                <a:gd name="connsiteY1065" fmla="*/ 2186470 h 2468044"/>
                <a:gd name="connsiteX1066" fmla="*/ 1342368 w 1906136"/>
                <a:gd name="connsiteY1066" fmla="*/ 2183365 h 2468044"/>
                <a:gd name="connsiteX1067" fmla="*/ 1345472 w 1906136"/>
                <a:gd name="connsiteY1067" fmla="*/ 2179019 h 2468044"/>
                <a:gd name="connsiteX1068" fmla="*/ 1349508 w 1906136"/>
                <a:gd name="connsiteY1068" fmla="*/ 2175915 h 2468044"/>
                <a:gd name="connsiteX1069" fmla="*/ 1349508 w 1906136"/>
                <a:gd name="connsiteY1069" fmla="*/ 2179019 h 2468044"/>
                <a:gd name="connsiteX1070" fmla="*/ 1354785 w 1906136"/>
                <a:gd name="connsiteY1070" fmla="*/ 2179019 h 2468044"/>
                <a:gd name="connsiteX1071" fmla="*/ 1345472 w 1906136"/>
                <a:gd name="connsiteY1071" fmla="*/ 2215652 h 2468044"/>
                <a:gd name="connsiteX1072" fmla="*/ 1334917 w 1906136"/>
                <a:gd name="connsiteY1072" fmla="*/ 2215652 h 2468044"/>
                <a:gd name="connsiteX1073" fmla="*/ 1327777 w 1906136"/>
                <a:gd name="connsiteY1073" fmla="*/ 2234589 h 2468044"/>
                <a:gd name="connsiteX1074" fmla="*/ 1320636 w 1906136"/>
                <a:gd name="connsiteY1074" fmla="*/ 2256631 h 2468044"/>
                <a:gd name="connsiteX1075" fmla="*/ 1315359 w 1906136"/>
                <a:gd name="connsiteY1075" fmla="*/ 2279604 h 2468044"/>
                <a:gd name="connsiteX1076" fmla="*/ 1313186 w 1906136"/>
                <a:gd name="connsiteY1076" fmla="*/ 2305992 h 2468044"/>
                <a:gd name="connsiteX1077" fmla="*/ 1311012 w 1906136"/>
                <a:gd name="connsiteY1077" fmla="*/ 2333311 h 2468044"/>
                <a:gd name="connsiteX1078" fmla="*/ 1315048 w 1906136"/>
                <a:gd name="connsiteY1078" fmla="*/ 2357525 h 2468044"/>
                <a:gd name="connsiteX1079" fmla="*/ 1322189 w 1906136"/>
                <a:gd name="connsiteY1079" fmla="*/ 2380499 h 2468044"/>
                <a:gd name="connsiteX1080" fmla="*/ 1332744 w 1906136"/>
                <a:gd name="connsiteY1080" fmla="*/ 2401609 h 2468044"/>
                <a:gd name="connsiteX1081" fmla="*/ 1349508 w 1906136"/>
                <a:gd name="connsiteY1081" fmla="*/ 2416200 h 2468044"/>
                <a:gd name="connsiteX1082" fmla="*/ 1369376 w 1906136"/>
                <a:gd name="connsiteY1082" fmla="*/ 2426755 h 2468044"/>
                <a:gd name="connsiteX1083" fmla="*/ 1369376 w 1906136"/>
                <a:gd name="connsiteY1083" fmla="*/ 2434206 h 2468044"/>
                <a:gd name="connsiteX1084" fmla="*/ 1354785 w 1906136"/>
                <a:gd name="connsiteY1084" fmla="*/ 2424892 h 2468044"/>
                <a:gd name="connsiteX1085" fmla="*/ 1342368 w 1906136"/>
                <a:gd name="connsiteY1085" fmla="*/ 2414337 h 2468044"/>
                <a:gd name="connsiteX1086" fmla="*/ 1329950 w 1906136"/>
                <a:gd name="connsiteY1086" fmla="*/ 2401609 h 2468044"/>
                <a:gd name="connsiteX1087" fmla="*/ 1325914 w 1906136"/>
                <a:gd name="connsiteY1087" fmla="*/ 2401609 h 2468044"/>
                <a:gd name="connsiteX1088" fmla="*/ 1332123 w 1906136"/>
                <a:gd name="connsiteY1088" fmla="*/ 2416200 h 2468044"/>
                <a:gd name="connsiteX1089" fmla="*/ 1342678 w 1906136"/>
                <a:gd name="connsiteY1089" fmla="*/ 2430791 h 2468044"/>
                <a:gd name="connsiteX1090" fmla="*/ 1357269 w 1906136"/>
                <a:gd name="connsiteY1090" fmla="*/ 2445382 h 2468044"/>
                <a:gd name="connsiteX1091" fmla="*/ 1374033 w 1906136"/>
                <a:gd name="connsiteY1091" fmla="*/ 2458110 h 2468044"/>
                <a:gd name="connsiteX1092" fmla="*/ 1389555 w 1906136"/>
                <a:gd name="connsiteY1092" fmla="*/ 2466492 h 2468044"/>
                <a:gd name="connsiteX1093" fmla="*/ 1406319 w 1906136"/>
                <a:gd name="connsiteY1093" fmla="*/ 2470838 h 2468044"/>
                <a:gd name="connsiteX1094" fmla="*/ 1423083 w 1906136"/>
                <a:gd name="connsiteY1094" fmla="*/ 2466492 h 2468044"/>
                <a:gd name="connsiteX1095" fmla="*/ 1426188 w 1906136"/>
                <a:gd name="connsiteY1095" fmla="*/ 2465561 h 2468044"/>
                <a:gd name="connsiteX1096" fmla="*/ 1428361 w 1906136"/>
                <a:gd name="connsiteY1096" fmla="*/ 2463388 h 2468044"/>
                <a:gd name="connsiteX1097" fmla="*/ 1430534 w 1906136"/>
                <a:gd name="connsiteY1097" fmla="*/ 2463388 h 2468044"/>
                <a:gd name="connsiteX1098" fmla="*/ 1430534 w 1906136"/>
                <a:gd name="connsiteY1098" fmla="*/ 2461214 h 2468044"/>
                <a:gd name="connsiteX1099" fmla="*/ 1432707 w 1906136"/>
                <a:gd name="connsiteY1099" fmla="*/ 2460283 h 2468044"/>
                <a:gd name="connsiteX1100" fmla="*/ 1435812 w 1906136"/>
                <a:gd name="connsiteY1100" fmla="*/ 2458110 h 2468044"/>
                <a:gd name="connsiteX1101" fmla="*/ 1432707 w 1906136"/>
                <a:gd name="connsiteY1101" fmla="*/ 2453764 h 2468044"/>
                <a:gd name="connsiteX1102" fmla="*/ 1432707 w 1906136"/>
                <a:gd name="connsiteY1102" fmla="*/ 2452832 h 2468044"/>
                <a:gd name="connsiteX1103" fmla="*/ 1432707 w 1906136"/>
                <a:gd name="connsiteY1103" fmla="*/ 2452832 h 2468044"/>
                <a:gd name="connsiteX1104" fmla="*/ 1432707 w 1906136"/>
                <a:gd name="connsiteY1104" fmla="*/ 2450659 h 2468044"/>
                <a:gd name="connsiteX1105" fmla="*/ 1428671 w 1906136"/>
                <a:gd name="connsiteY1105" fmla="*/ 2450659 h 2468044"/>
                <a:gd name="connsiteX1106" fmla="*/ 1427740 w 1906136"/>
                <a:gd name="connsiteY1106" fmla="*/ 2450659 h 2468044"/>
                <a:gd name="connsiteX1107" fmla="*/ 1421531 w 1906136"/>
                <a:gd name="connsiteY1107" fmla="*/ 2450659 h 2468044"/>
                <a:gd name="connsiteX1108" fmla="*/ 1420600 w 1906136"/>
                <a:gd name="connsiteY1108" fmla="*/ 2439173 h 2468044"/>
                <a:gd name="connsiteX1109" fmla="*/ 1418427 w 1906136"/>
                <a:gd name="connsiteY1109" fmla="*/ 2426444 h 2468044"/>
                <a:gd name="connsiteX1110" fmla="*/ 1416254 w 1906136"/>
                <a:gd name="connsiteY1110" fmla="*/ 2415889 h 2468044"/>
                <a:gd name="connsiteX1111" fmla="*/ 1413149 w 1906136"/>
                <a:gd name="connsiteY1111" fmla="*/ 2406576 h 2468044"/>
                <a:gd name="connsiteX1112" fmla="*/ 1410976 w 1906136"/>
                <a:gd name="connsiteY1112" fmla="*/ 2404403 h 2468044"/>
                <a:gd name="connsiteX1113" fmla="*/ 1410976 w 1906136"/>
                <a:gd name="connsiteY1113" fmla="*/ 2402230 h 2468044"/>
                <a:gd name="connsiteX1114" fmla="*/ 1408803 w 1906136"/>
                <a:gd name="connsiteY1114" fmla="*/ 2402230 h 2468044"/>
                <a:gd name="connsiteX1115" fmla="*/ 1405698 w 1906136"/>
                <a:gd name="connsiteY1115" fmla="*/ 2401298 h 2468044"/>
                <a:gd name="connsiteX1116" fmla="*/ 1396385 w 1906136"/>
                <a:gd name="connsiteY1116" fmla="*/ 2414027 h 2468044"/>
                <a:gd name="connsiteX1117" fmla="*/ 1384899 w 1906136"/>
                <a:gd name="connsiteY1117" fmla="*/ 2426755 h 2468044"/>
                <a:gd name="connsiteX1118" fmla="*/ 1384899 w 1906136"/>
                <a:gd name="connsiteY1118" fmla="*/ 2431101 h 2468044"/>
                <a:gd name="connsiteX1119" fmla="*/ 1381794 w 1906136"/>
                <a:gd name="connsiteY1119" fmla="*/ 2431101 h 2468044"/>
                <a:gd name="connsiteX1120" fmla="*/ 1381794 w 1906136"/>
                <a:gd name="connsiteY1120" fmla="*/ 2424892 h 2468044"/>
                <a:gd name="connsiteX1121" fmla="*/ 1381794 w 1906136"/>
                <a:gd name="connsiteY1121" fmla="*/ 2421788 h 2468044"/>
                <a:gd name="connsiteX1122" fmla="*/ 1383967 w 1906136"/>
                <a:gd name="connsiteY1122" fmla="*/ 2417442 h 2468044"/>
                <a:gd name="connsiteX1123" fmla="*/ 1384899 w 1906136"/>
                <a:gd name="connsiteY1123" fmla="*/ 2414337 h 2468044"/>
                <a:gd name="connsiteX1124" fmla="*/ 1394212 w 1906136"/>
                <a:gd name="connsiteY1124" fmla="*/ 2402851 h 2468044"/>
                <a:gd name="connsiteX1125" fmla="*/ 1406630 w 1906136"/>
                <a:gd name="connsiteY1125" fmla="*/ 2392295 h 2468044"/>
                <a:gd name="connsiteX1126" fmla="*/ 1420289 w 1906136"/>
                <a:gd name="connsiteY1126" fmla="*/ 2384845 h 2468044"/>
                <a:gd name="connsiteX1127" fmla="*/ 1428671 w 1906136"/>
                <a:gd name="connsiteY1127" fmla="*/ 2382672 h 2468044"/>
                <a:gd name="connsiteX1128" fmla="*/ 1427740 w 1906136"/>
                <a:gd name="connsiteY1128" fmla="*/ 2373358 h 2468044"/>
                <a:gd name="connsiteX1129" fmla="*/ 1423704 w 1906136"/>
                <a:gd name="connsiteY1129" fmla="*/ 2368081 h 2468044"/>
                <a:gd name="connsiteX1130" fmla="*/ 1418427 w 1906136"/>
                <a:gd name="connsiteY1130" fmla="*/ 2362803 h 2468044"/>
                <a:gd name="connsiteX1131" fmla="*/ 1413149 w 1906136"/>
                <a:gd name="connsiteY1131" fmla="*/ 2357525 h 2468044"/>
                <a:gd name="connsiteX1132" fmla="*/ 1418427 w 1906136"/>
                <a:gd name="connsiteY1132" fmla="*/ 2340761 h 2468044"/>
                <a:gd name="connsiteX1133" fmla="*/ 1427740 w 1906136"/>
                <a:gd name="connsiteY1133" fmla="*/ 2322756 h 2468044"/>
                <a:gd name="connsiteX1134" fmla="*/ 1440158 w 1906136"/>
                <a:gd name="connsiteY1134" fmla="*/ 2303818 h 2468044"/>
                <a:gd name="connsiteX1135" fmla="*/ 1454749 w 1906136"/>
                <a:gd name="connsiteY1135" fmla="*/ 2289227 h 2468044"/>
                <a:gd name="connsiteX1136" fmla="*/ 1469340 w 1906136"/>
                <a:gd name="connsiteY1136" fmla="*/ 2281777 h 2468044"/>
                <a:gd name="connsiteX1137" fmla="*/ 1472444 w 1906136"/>
                <a:gd name="connsiteY1137" fmla="*/ 2269048 h 2468044"/>
                <a:gd name="connsiteX1138" fmla="*/ 1467167 w 1906136"/>
                <a:gd name="connsiteY1138" fmla="*/ 2264702 h 2468044"/>
                <a:gd name="connsiteX1139" fmla="*/ 1461889 w 1906136"/>
                <a:gd name="connsiteY1139" fmla="*/ 2261598 h 2468044"/>
                <a:gd name="connsiteX1140" fmla="*/ 1455680 w 1906136"/>
                <a:gd name="connsiteY1140" fmla="*/ 2258493 h 2468044"/>
                <a:gd name="connsiteX1141" fmla="*/ 1452576 w 1906136"/>
                <a:gd name="connsiteY1141" fmla="*/ 2252284 h 2468044"/>
                <a:gd name="connsiteX1142" fmla="*/ 1448540 w 1906136"/>
                <a:gd name="connsiteY1142" fmla="*/ 2244834 h 2468044"/>
                <a:gd name="connsiteX1143" fmla="*/ 1448540 w 1906136"/>
                <a:gd name="connsiteY1143" fmla="*/ 2243902 h 2468044"/>
                <a:gd name="connsiteX1144" fmla="*/ 1447609 w 1906136"/>
                <a:gd name="connsiteY1144" fmla="*/ 2241729 h 2468044"/>
                <a:gd name="connsiteX1145" fmla="*/ 1448540 w 1906136"/>
                <a:gd name="connsiteY1145" fmla="*/ 2239556 h 2468044"/>
                <a:gd name="connsiteX1146" fmla="*/ 1448540 w 1906136"/>
                <a:gd name="connsiteY1146" fmla="*/ 2237383 h 2468044"/>
                <a:gd name="connsiteX1147" fmla="*/ 1448540 w 1906136"/>
                <a:gd name="connsiteY1147" fmla="*/ 2234279 h 2468044"/>
                <a:gd name="connsiteX1148" fmla="*/ 1448540 w 1906136"/>
                <a:gd name="connsiteY1148" fmla="*/ 2229001 h 2468044"/>
                <a:gd name="connsiteX1149" fmla="*/ 1454749 w 1906136"/>
                <a:gd name="connsiteY1149" fmla="*/ 2229001 h 2468044"/>
                <a:gd name="connsiteX1150" fmla="*/ 1460026 w 1906136"/>
                <a:gd name="connsiteY1150" fmla="*/ 2226828 h 2468044"/>
                <a:gd name="connsiteX1151" fmla="*/ 1462200 w 1906136"/>
                <a:gd name="connsiteY1151" fmla="*/ 2226828 h 2468044"/>
                <a:gd name="connsiteX1152" fmla="*/ 1465304 w 1906136"/>
                <a:gd name="connsiteY1152" fmla="*/ 2224655 h 2468044"/>
                <a:gd name="connsiteX1153" fmla="*/ 1469340 w 1906136"/>
                <a:gd name="connsiteY1153" fmla="*/ 2214100 h 2468044"/>
                <a:gd name="connsiteX1154" fmla="*/ 1472444 w 1906136"/>
                <a:gd name="connsiteY1154" fmla="*/ 2202613 h 2468044"/>
                <a:gd name="connsiteX1155" fmla="*/ 1477722 w 1906136"/>
                <a:gd name="connsiteY1155" fmla="*/ 2192058 h 2468044"/>
                <a:gd name="connsiteX1156" fmla="*/ 1479895 w 1906136"/>
                <a:gd name="connsiteY1156" fmla="*/ 2185849 h 2468044"/>
                <a:gd name="connsiteX1157" fmla="*/ 1483931 w 1906136"/>
                <a:gd name="connsiteY1157" fmla="*/ 2184918 h 2468044"/>
                <a:gd name="connsiteX1158" fmla="*/ 1489208 w 1906136"/>
                <a:gd name="connsiteY1158" fmla="*/ 2182745 h 2468044"/>
                <a:gd name="connsiteX1159" fmla="*/ 1494486 w 1906136"/>
                <a:gd name="connsiteY1159" fmla="*/ 2180571 h 2468044"/>
                <a:gd name="connsiteX1160" fmla="*/ 1501626 w 1906136"/>
                <a:gd name="connsiteY1160" fmla="*/ 2178398 h 2468044"/>
                <a:gd name="connsiteX1161" fmla="*/ 1498522 w 1906136"/>
                <a:gd name="connsiteY1161" fmla="*/ 2173121 h 2468044"/>
                <a:gd name="connsiteX1162" fmla="*/ 1496349 w 1906136"/>
                <a:gd name="connsiteY1162" fmla="*/ 2170016 h 2468044"/>
                <a:gd name="connsiteX1163" fmla="*/ 1492313 w 1906136"/>
                <a:gd name="connsiteY1163" fmla="*/ 2165670 h 2468044"/>
                <a:gd name="connsiteX1164" fmla="*/ 1489208 w 1906136"/>
                <a:gd name="connsiteY1164" fmla="*/ 2163497 h 2468044"/>
                <a:gd name="connsiteX1165" fmla="*/ 1485173 w 1906136"/>
                <a:gd name="connsiteY1165" fmla="*/ 2162566 h 2468044"/>
                <a:gd name="connsiteX1166" fmla="*/ 1479895 w 1906136"/>
                <a:gd name="connsiteY1166" fmla="*/ 2158219 h 2468044"/>
                <a:gd name="connsiteX1167" fmla="*/ 1472755 w 1906136"/>
                <a:gd name="connsiteY1167" fmla="*/ 2155115 h 2468044"/>
                <a:gd name="connsiteX1168" fmla="*/ 1472755 w 1906136"/>
                <a:gd name="connsiteY1168" fmla="*/ 2147664 h 2468044"/>
                <a:gd name="connsiteX1169" fmla="*/ 1487346 w 1906136"/>
                <a:gd name="connsiteY1169" fmla="*/ 2145491 h 2468044"/>
                <a:gd name="connsiteX1170" fmla="*/ 1501937 w 1906136"/>
                <a:gd name="connsiteY1170" fmla="*/ 2145491 h 2468044"/>
                <a:gd name="connsiteX1171" fmla="*/ 1513423 w 1906136"/>
                <a:gd name="connsiteY1171" fmla="*/ 2143318 h 2468044"/>
                <a:gd name="connsiteX1172" fmla="*/ 1521805 w 1906136"/>
                <a:gd name="connsiteY1172" fmla="*/ 2143318 h 2468044"/>
                <a:gd name="connsiteX1173" fmla="*/ 1520874 w 1906136"/>
                <a:gd name="connsiteY1173" fmla="*/ 2135867 h 2468044"/>
                <a:gd name="connsiteX1174" fmla="*/ 1520874 w 1906136"/>
                <a:gd name="connsiteY1174" fmla="*/ 2132763 h 2468044"/>
                <a:gd name="connsiteX1175" fmla="*/ 1520874 w 1906136"/>
                <a:gd name="connsiteY1175" fmla="*/ 2129037 h 2468044"/>
                <a:gd name="connsiteX1176" fmla="*/ 1520874 w 1906136"/>
                <a:gd name="connsiteY1176" fmla="*/ 2128106 h 2468044"/>
                <a:gd name="connsiteX1177" fmla="*/ 1521805 w 1906136"/>
                <a:gd name="connsiteY1177" fmla="*/ 2123760 h 2468044"/>
                <a:gd name="connsiteX1178" fmla="*/ 1521805 w 1906136"/>
                <a:gd name="connsiteY1178" fmla="*/ 2116309 h 2468044"/>
                <a:gd name="connsiteX1179" fmla="*/ 1521805 w 1906136"/>
                <a:gd name="connsiteY1179" fmla="*/ 2108858 h 2468044"/>
                <a:gd name="connsiteX1180" fmla="*/ 1523978 w 1906136"/>
                <a:gd name="connsiteY1180" fmla="*/ 2103581 h 2468044"/>
                <a:gd name="connsiteX1181" fmla="*/ 1526151 w 1906136"/>
                <a:gd name="connsiteY1181" fmla="*/ 2099235 h 2468044"/>
                <a:gd name="connsiteX1182" fmla="*/ 1553160 w 1906136"/>
                <a:gd name="connsiteY1182" fmla="*/ 2091784 h 2468044"/>
                <a:gd name="connsiteX1183" fmla="*/ 1585447 w 1906136"/>
                <a:gd name="connsiteY1183" fmla="*/ 2090853 h 2468044"/>
                <a:gd name="connsiteX1184" fmla="*/ 1587620 w 1906136"/>
                <a:gd name="connsiteY1184" fmla="*/ 2076262 h 2468044"/>
                <a:gd name="connsiteX1185" fmla="*/ 1589793 w 1906136"/>
                <a:gd name="connsiteY1185" fmla="*/ 2062602 h 2468044"/>
                <a:gd name="connsiteX1186" fmla="*/ 1587620 w 1906136"/>
                <a:gd name="connsiteY1186" fmla="*/ 2052047 h 2468044"/>
                <a:gd name="connsiteX1187" fmla="*/ 1582342 w 1906136"/>
                <a:gd name="connsiteY1187" fmla="*/ 2041492 h 2468044"/>
                <a:gd name="connsiteX1188" fmla="*/ 1569924 w 1906136"/>
                <a:gd name="connsiteY1188" fmla="*/ 2034041 h 2468044"/>
                <a:gd name="connsiteX1189" fmla="*/ 1569924 w 1906136"/>
                <a:gd name="connsiteY1189" fmla="*/ 2026590 h 2468044"/>
                <a:gd name="connsiteX1190" fmla="*/ 1592897 w 1906136"/>
                <a:gd name="connsiteY1190" fmla="*/ 2031868 h 2468044"/>
                <a:gd name="connsiteX1191" fmla="*/ 1618975 w 1906136"/>
                <a:gd name="connsiteY1191" fmla="*/ 2037145 h 2468044"/>
                <a:gd name="connsiteX1192" fmla="*/ 1631393 w 1906136"/>
                <a:gd name="connsiteY1192" fmla="*/ 2022554 h 2468044"/>
                <a:gd name="connsiteX1193" fmla="*/ 1642879 w 1906136"/>
                <a:gd name="connsiteY1193" fmla="*/ 2009826 h 2468044"/>
                <a:gd name="connsiteX1194" fmla="*/ 1653434 w 1906136"/>
                <a:gd name="connsiteY1194" fmla="*/ 1995235 h 2468044"/>
                <a:gd name="connsiteX1195" fmla="*/ 1662747 w 1906136"/>
                <a:gd name="connsiteY1195" fmla="*/ 1973194 h 2468044"/>
                <a:gd name="connsiteX1196" fmla="*/ 1663679 w 1906136"/>
                <a:gd name="connsiteY1196" fmla="*/ 1973194 h 2468044"/>
                <a:gd name="connsiteX1197" fmla="*/ 1665852 w 1906136"/>
                <a:gd name="connsiteY1197" fmla="*/ 1971020 h 2468044"/>
                <a:gd name="connsiteX1198" fmla="*/ 1668025 w 1906136"/>
                <a:gd name="connsiteY1198" fmla="*/ 1971020 h 2468044"/>
                <a:gd name="connsiteX1199" fmla="*/ 1670198 w 1906136"/>
                <a:gd name="connsiteY1199" fmla="*/ 1968847 h 2468044"/>
                <a:gd name="connsiteX1200" fmla="*/ 1671130 w 1906136"/>
                <a:gd name="connsiteY1200" fmla="*/ 1973194 h 2468044"/>
                <a:gd name="connsiteX1201" fmla="*/ 1673303 w 1906136"/>
                <a:gd name="connsiteY1201" fmla="*/ 1978471 h 2468044"/>
                <a:gd name="connsiteX1202" fmla="*/ 1673303 w 1906136"/>
                <a:gd name="connsiteY1202" fmla="*/ 1982817 h 2468044"/>
                <a:gd name="connsiteX1203" fmla="*/ 1673303 w 1906136"/>
                <a:gd name="connsiteY1203" fmla="*/ 1990268 h 2468044"/>
                <a:gd name="connsiteX1204" fmla="*/ 1678580 w 1906136"/>
                <a:gd name="connsiteY1204" fmla="*/ 1990268 h 2468044"/>
                <a:gd name="connsiteX1205" fmla="*/ 1685721 w 1906136"/>
                <a:gd name="connsiteY1205" fmla="*/ 1969158 h 2468044"/>
                <a:gd name="connsiteX1206" fmla="*/ 1692861 w 1906136"/>
                <a:gd name="connsiteY1206" fmla="*/ 1953325 h 2468044"/>
                <a:gd name="connsiteX1207" fmla="*/ 1700001 w 1906136"/>
                <a:gd name="connsiteY1207" fmla="*/ 1936561 h 2468044"/>
                <a:gd name="connsiteX1208" fmla="*/ 1704037 w 1906136"/>
                <a:gd name="connsiteY1208" fmla="*/ 1916692 h 2468044"/>
                <a:gd name="connsiteX1209" fmla="*/ 1706210 w 1906136"/>
                <a:gd name="connsiteY1209" fmla="*/ 1892478 h 2468044"/>
                <a:gd name="connsiteX1210" fmla="*/ 1718628 w 1906136"/>
                <a:gd name="connsiteY1210" fmla="*/ 1892478 h 2468044"/>
                <a:gd name="connsiteX1211" fmla="*/ 1716455 w 1906136"/>
                <a:gd name="connsiteY1211" fmla="*/ 1887200 h 2468044"/>
                <a:gd name="connsiteX1212" fmla="*/ 1714282 w 1906136"/>
                <a:gd name="connsiteY1212" fmla="*/ 1881923 h 2468044"/>
                <a:gd name="connsiteX1213" fmla="*/ 1714282 w 1906136"/>
                <a:gd name="connsiteY1213" fmla="*/ 1877576 h 2468044"/>
                <a:gd name="connsiteX1214" fmla="*/ 1714282 w 1906136"/>
                <a:gd name="connsiteY1214" fmla="*/ 1874472 h 2468044"/>
                <a:gd name="connsiteX1215" fmla="*/ 1718317 w 1906136"/>
                <a:gd name="connsiteY1215" fmla="*/ 1868263 h 2468044"/>
                <a:gd name="connsiteX1216" fmla="*/ 1727631 w 1906136"/>
                <a:gd name="connsiteY1216" fmla="*/ 1857708 h 2468044"/>
                <a:gd name="connsiteX1217" fmla="*/ 1742222 w 1906136"/>
                <a:gd name="connsiteY1217" fmla="*/ 1852430 h 2468044"/>
                <a:gd name="connsiteX1218" fmla="*/ 1757744 w 1906136"/>
                <a:gd name="connsiteY1218" fmla="*/ 1848084 h 2468044"/>
                <a:gd name="connsiteX1219" fmla="*/ 1774508 w 1906136"/>
                <a:gd name="connsiteY1219" fmla="*/ 1847153 h 2468044"/>
                <a:gd name="connsiteX1220" fmla="*/ 1791272 w 1906136"/>
                <a:gd name="connsiteY1220" fmla="*/ 1844979 h 2468044"/>
                <a:gd name="connsiteX1221" fmla="*/ 1801827 w 1906136"/>
                <a:gd name="connsiteY1221" fmla="*/ 1840633 h 2468044"/>
                <a:gd name="connsiteX1222" fmla="*/ 1807105 w 1906136"/>
                <a:gd name="connsiteY1222" fmla="*/ 1833183 h 2468044"/>
                <a:gd name="connsiteX1223" fmla="*/ 1816418 w 1906136"/>
                <a:gd name="connsiteY1223" fmla="*/ 1820454 h 2468044"/>
                <a:gd name="connsiteX1224" fmla="*/ 1825732 w 1906136"/>
                <a:gd name="connsiteY1224" fmla="*/ 1803690 h 2468044"/>
                <a:gd name="connsiteX1225" fmla="*/ 1835045 w 1906136"/>
                <a:gd name="connsiteY1225" fmla="*/ 1787857 h 2468044"/>
                <a:gd name="connsiteX1226" fmla="*/ 1842185 w 1906136"/>
                <a:gd name="connsiteY1226" fmla="*/ 1773267 h 2468044"/>
                <a:gd name="connsiteX1227" fmla="*/ 1845290 w 1906136"/>
                <a:gd name="connsiteY1227" fmla="*/ 1763953 h 2468044"/>
                <a:gd name="connsiteX1228" fmla="*/ 1847463 w 1906136"/>
                <a:gd name="connsiteY1228" fmla="*/ 1749362 h 2468044"/>
                <a:gd name="connsiteX1229" fmla="*/ 1843427 w 1906136"/>
                <a:gd name="connsiteY1229" fmla="*/ 1732598 h 2468044"/>
                <a:gd name="connsiteX1230" fmla="*/ 1842496 w 1906136"/>
                <a:gd name="connsiteY1230" fmla="*/ 1718007 h 2468044"/>
                <a:gd name="connsiteX1231" fmla="*/ 1842496 w 1906136"/>
                <a:gd name="connsiteY1231" fmla="*/ 1707452 h 2468044"/>
                <a:gd name="connsiteX1232" fmla="*/ 1850878 w 1906136"/>
                <a:gd name="connsiteY1232" fmla="*/ 1690688 h 2468044"/>
                <a:gd name="connsiteX1233" fmla="*/ 1863296 w 1906136"/>
                <a:gd name="connsiteY1233" fmla="*/ 1668646 h 2468044"/>
                <a:gd name="connsiteX1234" fmla="*/ 1877887 w 1906136"/>
                <a:gd name="connsiteY1234" fmla="*/ 1646605 h 2468044"/>
                <a:gd name="connsiteX1235" fmla="*/ 1892477 w 1906136"/>
                <a:gd name="connsiteY1235" fmla="*/ 1626736 h 2468044"/>
                <a:gd name="connsiteX1236" fmla="*/ 1906137 w 1906136"/>
                <a:gd name="connsiteY1236" fmla="*/ 1609972 h 2468044"/>
                <a:gd name="connsiteX1237" fmla="*/ 1903964 w 1906136"/>
                <a:gd name="connsiteY1237" fmla="*/ 1601590 h 2468044"/>
                <a:gd name="connsiteX1238" fmla="*/ 1901480 w 1906136"/>
                <a:gd name="connsiteY1238" fmla="*/ 1594450 h 2468044"/>
                <a:gd name="connsiteX1239" fmla="*/ 1340815 w 1906136"/>
                <a:gd name="connsiteY1239" fmla="*/ 768043 h 2468044"/>
                <a:gd name="connsiteX1240" fmla="*/ 1342988 w 1906136"/>
                <a:gd name="connsiteY1240" fmla="*/ 765870 h 2468044"/>
                <a:gd name="connsiteX1241" fmla="*/ 1345162 w 1906136"/>
                <a:gd name="connsiteY1241" fmla="*/ 763697 h 2468044"/>
                <a:gd name="connsiteX1242" fmla="*/ 1348266 w 1906136"/>
                <a:gd name="connsiteY1242" fmla="*/ 760592 h 2468044"/>
                <a:gd name="connsiteX1243" fmla="*/ 1350439 w 1906136"/>
                <a:gd name="connsiteY1243" fmla="*/ 756246 h 2468044"/>
                <a:gd name="connsiteX1244" fmla="*/ 1353544 w 1906136"/>
                <a:gd name="connsiteY1244" fmla="*/ 756246 h 2468044"/>
                <a:gd name="connsiteX1245" fmla="*/ 1352612 w 1906136"/>
                <a:gd name="connsiteY1245" fmla="*/ 760592 h 2468044"/>
                <a:gd name="connsiteX1246" fmla="*/ 1350439 w 1906136"/>
                <a:gd name="connsiteY1246" fmla="*/ 762765 h 2468044"/>
                <a:gd name="connsiteX1247" fmla="*/ 1348266 w 1906136"/>
                <a:gd name="connsiteY1247" fmla="*/ 765870 h 2468044"/>
                <a:gd name="connsiteX1248" fmla="*/ 1348266 w 1906136"/>
                <a:gd name="connsiteY1248" fmla="*/ 768043 h 2468044"/>
                <a:gd name="connsiteX1249" fmla="*/ 1347335 w 1906136"/>
                <a:gd name="connsiteY1249" fmla="*/ 773320 h 2468044"/>
                <a:gd name="connsiteX1250" fmla="*/ 1343299 w 1906136"/>
                <a:gd name="connsiteY1250" fmla="*/ 771147 h 2468044"/>
                <a:gd name="connsiteX1251" fmla="*/ 1341126 w 1906136"/>
                <a:gd name="connsiteY1251" fmla="*/ 770216 h 2468044"/>
                <a:gd name="connsiteX1252" fmla="*/ 1341126 w 1906136"/>
                <a:gd name="connsiteY1252" fmla="*/ 768043 h 2468044"/>
                <a:gd name="connsiteX1253" fmla="*/ 1108602 w 1906136"/>
                <a:gd name="connsiteY1253" fmla="*/ 713094 h 2468044"/>
                <a:gd name="connsiteX1254" fmla="*/ 1117915 w 1906136"/>
                <a:gd name="connsiteY1254" fmla="*/ 701608 h 2468044"/>
                <a:gd name="connsiteX1255" fmla="*/ 1126297 w 1906136"/>
                <a:gd name="connsiteY1255" fmla="*/ 688879 h 2468044"/>
                <a:gd name="connsiteX1256" fmla="*/ 1144924 w 1906136"/>
                <a:gd name="connsiteY1256" fmla="*/ 691052 h 2468044"/>
                <a:gd name="connsiteX1257" fmla="*/ 1159515 w 1906136"/>
                <a:gd name="connsiteY1257" fmla="*/ 698503 h 2468044"/>
                <a:gd name="connsiteX1258" fmla="*/ 1167897 w 1906136"/>
                <a:gd name="connsiteY1258" fmla="*/ 705954 h 2468044"/>
                <a:gd name="connsiteX1259" fmla="*/ 1175037 w 1906136"/>
                <a:gd name="connsiteY1259" fmla="*/ 716509 h 2468044"/>
                <a:gd name="connsiteX1260" fmla="*/ 1181246 w 1906136"/>
                <a:gd name="connsiteY1260" fmla="*/ 727995 h 2468044"/>
                <a:gd name="connsiteX1261" fmla="*/ 1189628 w 1906136"/>
                <a:gd name="connsiteY1261" fmla="*/ 736377 h 2468044"/>
                <a:gd name="connsiteX1262" fmla="*/ 1203288 w 1906136"/>
                <a:gd name="connsiteY1262" fmla="*/ 746001 h 2468044"/>
                <a:gd name="connsiteX1263" fmla="*/ 1211670 w 1906136"/>
                <a:gd name="connsiteY1263" fmla="*/ 749106 h 2468044"/>
                <a:gd name="connsiteX1264" fmla="*/ 1218810 w 1906136"/>
                <a:gd name="connsiteY1264" fmla="*/ 749106 h 2468044"/>
                <a:gd name="connsiteX1265" fmla="*/ 1228124 w 1906136"/>
                <a:gd name="connsiteY1265" fmla="*/ 751279 h 2468044"/>
                <a:gd name="connsiteX1266" fmla="*/ 1237437 w 1906136"/>
                <a:gd name="connsiteY1266" fmla="*/ 756556 h 2468044"/>
                <a:gd name="connsiteX1267" fmla="*/ 1237437 w 1906136"/>
                <a:gd name="connsiteY1267" fmla="*/ 766180 h 2468044"/>
                <a:gd name="connsiteX1268" fmla="*/ 1235264 w 1906136"/>
                <a:gd name="connsiteY1268" fmla="*/ 771458 h 2468044"/>
                <a:gd name="connsiteX1269" fmla="*/ 1235264 w 1906136"/>
                <a:gd name="connsiteY1269" fmla="*/ 775804 h 2468044"/>
                <a:gd name="connsiteX1270" fmla="*/ 1233091 w 1906136"/>
                <a:gd name="connsiteY1270" fmla="*/ 777977 h 2468044"/>
                <a:gd name="connsiteX1271" fmla="*/ 1232159 w 1906136"/>
                <a:gd name="connsiteY1271" fmla="*/ 778909 h 2468044"/>
                <a:gd name="connsiteX1272" fmla="*/ 1229986 w 1906136"/>
                <a:gd name="connsiteY1272" fmla="*/ 778909 h 2468044"/>
                <a:gd name="connsiteX1273" fmla="*/ 1227813 w 1906136"/>
                <a:gd name="connsiteY1273" fmla="*/ 778909 h 2468044"/>
                <a:gd name="connsiteX1274" fmla="*/ 1225640 w 1906136"/>
                <a:gd name="connsiteY1274" fmla="*/ 781082 h 2468044"/>
                <a:gd name="connsiteX1275" fmla="*/ 1224709 w 1906136"/>
                <a:gd name="connsiteY1275" fmla="*/ 783255 h 2468044"/>
                <a:gd name="connsiteX1276" fmla="*/ 1222535 w 1906136"/>
                <a:gd name="connsiteY1276" fmla="*/ 785428 h 2468044"/>
                <a:gd name="connsiteX1277" fmla="*/ 1218500 w 1906136"/>
                <a:gd name="connsiteY1277" fmla="*/ 795983 h 2468044"/>
                <a:gd name="connsiteX1278" fmla="*/ 1220673 w 1906136"/>
                <a:gd name="connsiteY1278" fmla="*/ 805607 h 2468044"/>
                <a:gd name="connsiteX1279" fmla="*/ 1222846 w 1906136"/>
                <a:gd name="connsiteY1279" fmla="*/ 810884 h 2468044"/>
                <a:gd name="connsiteX1280" fmla="*/ 1222846 w 1906136"/>
                <a:gd name="connsiteY1280" fmla="*/ 818335 h 2468044"/>
                <a:gd name="connsiteX1281" fmla="*/ 1217568 w 1906136"/>
                <a:gd name="connsiteY1281" fmla="*/ 827959 h 2468044"/>
                <a:gd name="connsiteX1282" fmla="*/ 1218500 w 1906136"/>
                <a:gd name="connsiteY1282" fmla="*/ 831063 h 2468044"/>
                <a:gd name="connsiteX1283" fmla="*/ 1218500 w 1906136"/>
                <a:gd name="connsiteY1283" fmla="*/ 833237 h 2468044"/>
                <a:gd name="connsiteX1284" fmla="*/ 1218500 w 1906136"/>
                <a:gd name="connsiteY1284" fmla="*/ 835410 h 2468044"/>
                <a:gd name="connsiteX1285" fmla="*/ 1220673 w 1906136"/>
                <a:gd name="connsiteY1285" fmla="*/ 837583 h 2468044"/>
                <a:gd name="connsiteX1286" fmla="*/ 1222846 w 1906136"/>
                <a:gd name="connsiteY1286" fmla="*/ 838514 h 2468044"/>
                <a:gd name="connsiteX1287" fmla="*/ 1225950 w 1906136"/>
                <a:gd name="connsiteY1287" fmla="*/ 837583 h 2468044"/>
                <a:gd name="connsiteX1288" fmla="*/ 1237437 w 1906136"/>
                <a:gd name="connsiteY1288" fmla="*/ 833237 h 2468044"/>
                <a:gd name="connsiteX1289" fmla="*/ 1252959 w 1906136"/>
                <a:gd name="connsiteY1289" fmla="*/ 825786 h 2468044"/>
                <a:gd name="connsiteX1290" fmla="*/ 1269723 w 1906136"/>
                <a:gd name="connsiteY1290" fmla="*/ 815231 h 2468044"/>
                <a:gd name="connsiteX1291" fmla="*/ 1288350 w 1906136"/>
                <a:gd name="connsiteY1291" fmla="*/ 805607 h 2468044"/>
                <a:gd name="connsiteX1292" fmla="*/ 1302941 w 1906136"/>
                <a:gd name="connsiteY1292" fmla="*/ 794120 h 2468044"/>
                <a:gd name="connsiteX1293" fmla="*/ 1315359 w 1906136"/>
                <a:gd name="connsiteY1293" fmla="*/ 786670 h 2468044"/>
                <a:gd name="connsiteX1294" fmla="*/ 1322499 w 1906136"/>
                <a:gd name="connsiteY1294" fmla="*/ 781392 h 2468044"/>
                <a:gd name="connsiteX1295" fmla="*/ 1325603 w 1906136"/>
                <a:gd name="connsiteY1295" fmla="*/ 783565 h 2468044"/>
                <a:gd name="connsiteX1296" fmla="*/ 1327777 w 1906136"/>
                <a:gd name="connsiteY1296" fmla="*/ 783565 h 2468044"/>
                <a:gd name="connsiteX1297" fmla="*/ 1329950 w 1906136"/>
                <a:gd name="connsiteY1297" fmla="*/ 783565 h 2468044"/>
                <a:gd name="connsiteX1298" fmla="*/ 1332123 w 1906136"/>
                <a:gd name="connsiteY1298" fmla="*/ 785738 h 2468044"/>
                <a:gd name="connsiteX1299" fmla="*/ 1332123 w 1906136"/>
                <a:gd name="connsiteY1299" fmla="*/ 786670 h 2468044"/>
                <a:gd name="connsiteX1300" fmla="*/ 1333054 w 1906136"/>
                <a:gd name="connsiteY1300" fmla="*/ 791016 h 2468044"/>
                <a:gd name="connsiteX1301" fmla="*/ 1337090 w 1906136"/>
                <a:gd name="connsiteY1301" fmla="*/ 791016 h 2468044"/>
                <a:gd name="connsiteX1302" fmla="*/ 1329950 w 1906136"/>
                <a:gd name="connsiteY1302" fmla="*/ 801571 h 2468044"/>
                <a:gd name="connsiteX1303" fmla="*/ 1313186 w 1906136"/>
                <a:gd name="connsiteY1303" fmla="*/ 811195 h 2468044"/>
                <a:gd name="connsiteX1304" fmla="*/ 1295490 w 1906136"/>
                <a:gd name="connsiteY1304" fmla="*/ 818646 h 2468044"/>
                <a:gd name="connsiteX1305" fmla="*/ 1276863 w 1906136"/>
                <a:gd name="connsiteY1305" fmla="*/ 826096 h 2468044"/>
                <a:gd name="connsiteX1306" fmla="*/ 1259168 w 1906136"/>
                <a:gd name="connsiteY1306" fmla="*/ 835720 h 2468044"/>
                <a:gd name="connsiteX1307" fmla="*/ 1242404 w 1906136"/>
                <a:gd name="connsiteY1307" fmla="*/ 845344 h 2468044"/>
                <a:gd name="connsiteX1308" fmla="*/ 1233091 w 1906136"/>
                <a:gd name="connsiteY1308" fmla="*/ 859004 h 2468044"/>
                <a:gd name="connsiteX1309" fmla="*/ 1210118 w 1906136"/>
                <a:gd name="connsiteY1309" fmla="*/ 855899 h 2468044"/>
                <a:gd name="connsiteX1310" fmla="*/ 1207945 w 1906136"/>
                <a:gd name="connsiteY1310" fmla="*/ 831684 h 2468044"/>
                <a:gd name="connsiteX1311" fmla="*/ 1207945 w 1906136"/>
                <a:gd name="connsiteY1311" fmla="*/ 809332 h 2468044"/>
                <a:gd name="connsiteX1312" fmla="*/ 1207945 w 1906136"/>
                <a:gd name="connsiteY1312" fmla="*/ 791326 h 2468044"/>
                <a:gd name="connsiteX1313" fmla="*/ 1205771 w 1906136"/>
                <a:gd name="connsiteY1313" fmla="*/ 771147 h 2468044"/>
                <a:gd name="connsiteX1314" fmla="*/ 1193354 w 1906136"/>
                <a:gd name="connsiteY1314" fmla="*/ 771147 h 2468044"/>
                <a:gd name="connsiteX1315" fmla="*/ 1191180 w 1906136"/>
                <a:gd name="connsiteY1315" fmla="*/ 778598 h 2468044"/>
                <a:gd name="connsiteX1316" fmla="*/ 1185903 w 1906136"/>
                <a:gd name="connsiteY1316" fmla="*/ 789153 h 2468044"/>
                <a:gd name="connsiteX1317" fmla="*/ 1180625 w 1906136"/>
                <a:gd name="connsiteY1317" fmla="*/ 801882 h 2468044"/>
                <a:gd name="connsiteX1318" fmla="*/ 1174416 w 1906136"/>
                <a:gd name="connsiteY1318" fmla="*/ 816783 h 2468044"/>
                <a:gd name="connsiteX1319" fmla="*/ 1169139 w 1906136"/>
                <a:gd name="connsiteY1319" fmla="*/ 828269 h 2468044"/>
                <a:gd name="connsiteX1320" fmla="*/ 1166034 w 1906136"/>
                <a:gd name="connsiteY1320" fmla="*/ 835720 h 2468044"/>
                <a:gd name="connsiteX1321" fmla="*/ 1166034 w 1906136"/>
                <a:gd name="connsiteY1321" fmla="*/ 838825 h 2468044"/>
                <a:gd name="connsiteX1322" fmla="*/ 1159825 w 1906136"/>
                <a:gd name="connsiteY1322" fmla="*/ 837893 h 2468044"/>
                <a:gd name="connsiteX1323" fmla="*/ 1158894 w 1906136"/>
                <a:gd name="connsiteY1323" fmla="*/ 835720 h 2468044"/>
                <a:gd name="connsiteX1324" fmla="*/ 1156721 w 1906136"/>
                <a:gd name="connsiteY1324" fmla="*/ 833547 h 2468044"/>
                <a:gd name="connsiteX1325" fmla="*/ 1154548 w 1906136"/>
                <a:gd name="connsiteY1325" fmla="*/ 831374 h 2468044"/>
                <a:gd name="connsiteX1326" fmla="*/ 1154548 w 1906136"/>
                <a:gd name="connsiteY1326" fmla="*/ 828269 h 2468044"/>
                <a:gd name="connsiteX1327" fmla="*/ 1153306 w 1906136"/>
                <a:gd name="connsiteY1327" fmla="*/ 822061 h 2468044"/>
                <a:gd name="connsiteX1328" fmla="*/ 1153306 w 1906136"/>
                <a:gd name="connsiteY1328" fmla="*/ 812747 h 2468044"/>
                <a:gd name="connsiteX1329" fmla="*/ 1159515 w 1906136"/>
                <a:gd name="connsiteY1329" fmla="*/ 797846 h 2468044"/>
                <a:gd name="connsiteX1330" fmla="*/ 1166655 w 1906136"/>
                <a:gd name="connsiteY1330" fmla="*/ 780771 h 2468044"/>
                <a:gd name="connsiteX1331" fmla="*/ 1175037 w 1906136"/>
                <a:gd name="connsiteY1331" fmla="*/ 768043 h 2468044"/>
                <a:gd name="connsiteX1332" fmla="*/ 1182177 w 1906136"/>
                <a:gd name="connsiteY1332" fmla="*/ 756556 h 2468044"/>
                <a:gd name="connsiteX1333" fmla="*/ 1175037 w 1906136"/>
                <a:gd name="connsiteY1333" fmla="*/ 748174 h 2468044"/>
                <a:gd name="connsiteX1334" fmla="*/ 1167897 w 1906136"/>
                <a:gd name="connsiteY1334" fmla="*/ 743828 h 2468044"/>
                <a:gd name="connsiteX1335" fmla="*/ 1160757 w 1906136"/>
                <a:gd name="connsiteY1335" fmla="*/ 740724 h 2468044"/>
                <a:gd name="connsiteX1336" fmla="*/ 1152375 w 1906136"/>
                <a:gd name="connsiteY1336" fmla="*/ 736377 h 2468044"/>
                <a:gd name="connsiteX1337" fmla="*/ 1147097 w 1906136"/>
                <a:gd name="connsiteY1337" fmla="*/ 723649 h 2468044"/>
                <a:gd name="connsiteX1338" fmla="*/ 1137784 w 1906136"/>
                <a:gd name="connsiteY1338" fmla="*/ 723649 h 2468044"/>
                <a:gd name="connsiteX1339" fmla="*/ 1137784 w 1906136"/>
                <a:gd name="connsiteY1339" fmla="*/ 728927 h 2468044"/>
                <a:gd name="connsiteX1340" fmla="*/ 1135611 w 1906136"/>
                <a:gd name="connsiteY1340" fmla="*/ 733273 h 2468044"/>
                <a:gd name="connsiteX1341" fmla="*/ 1135611 w 1906136"/>
                <a:gd name="connsiteY1341" fmla="*/ 738551 h 2468044"/>
                <a:gd name="connsiteX1342" fmla="*/ 1133438 w 1906136"/>
                <a:gd name="connsiteY1342" fmla="*/ 746001 h 2468044"/>
                <a:gd name="connsiteX1343" fmla="*/ 1126297 w 1906136"/>
                <a:gd name="connsiteY1343" fmla="*/ 736377 h 2468044"/>
                <a:gd name="connsiteX1344" fmla="*/ 1121020 w 1906136"/>
                <a:gd name="connsiteY1344" fmla="*/ 731100 h 2468044"/>
                <a:gd name="connsiteX1345" fmla="*/ 1113879 w 1906136"/>
                <a:gd name="connsiteY1345" fmla="*/ 727995 h 2468044"/>
                <a:gd name="connsiteX1346" fmla="*/ 1103324 w 1906136"/>
                <a:gd name="connsiteY1346" fmla="*/ 728927 h 2468044"/>
                <a:gd name="connsiteX1347" fmla="*/ 1108602 w 1906136"/>
                <a:gd name="connsiteY1347" fmla="*/ 713094 h 246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</a:cxnLst>
              <a:rect l="l" t="t" r="r" b="b"/>
              <a:pathLst>
                <a:path w="1906136" h="2468044">
                  <a:moveTo>
                    <a:pt x="1901480" y="1594450"/>
                  </a:moveTo>
                  <a:lnTo>
                    <a:pt x="1898376" y="1588241"/>
                  </a:lnTo>
                  <a:lnTo>
                    <a:pt x="1892167" y="1582963"/>
                  </a:lnTo>
                  <a:lnTo>
                    <a:pt x="1886889" y="1575513"/>
                  </a:lnTo>
                  <a:lnTo>
                    <a:pt x="1879749" y="1577686"/>
                  </a:lnTo>
                  <a:lnTo>
                    <a:pt x="1870436" y="1577686"/>
                  </a:lnTo>
                  <a:lnTo>
                    <a:pt x="1862054" y="1575513"/>
                  </a:lnTo>
                  <a:lnTo>
                    <a:pt x="1855845" y="1568062"/>
                  </a:lnTo>
                  <a:lnTo>
                    <a:pt x="1854913" y="1558748"/>
                  </a:lnTo>
                  <a:lnTo>
                    <a:pt x="1850878" y="1548193"/>
                  </a:lnTo>
                  <a:lnTo>
                    <a:pt x="1845600" y="1542916"/>
                  </a:lnTo>
                  <a:lnTo>
                    <a:pt x="1789410" y="1538569"/>
                  </a:lnTo>
                  <a:lnTo>
                    <a:pt x="1785374" y="1537638"/>
                  </a:lnTo>
                  <a:lnTo>
                    <a:pt x="1782269" y="1535465"/>
                  </a:lnTo>
                  <a:lnTo>
                    <a:pt x="1778233" y="1533292"/>
                  </a:lnTo>
                  <a:lnTo>
                    <a:pt x="1777302" y="1533292"/>
                  </a:lnTo>
                  <a:lnTo>
                    <a:pt x="1771093" y="1531119"/>
                  </a:lnTo>
                  <a:lnTo>
                    <a:pt x="1767989" y="1533292"/>
                  </a:lnTo>
                  <a:lnTo>
                    <a:pt x="1762711" y="1535465"/>
                  </a:lnTo>
                  <a:lnTo>
                    <a:pt x="1758675" y="1522737"/>
                  </a:lnTo>
                  <a:lnTo>
                    <a:pt x="1736944" y="1515286"/>
                  </a:lnTo>
                  <a:lnTo>
                    <a:pt x="1713971" y="1515286"/>
                  </a:lnTo>
                  <a:lnTo>
                    <a:pt x="1717075" y="1509077"/>
                  </a:lnTo>
                  <a:lnTo>
                    <a:pt x="1721111" y="1505973"/>
                  </a:lnTo>
                  <a:lnTo>
                    <a:pt x="1724216" y="1500695"/>
                  </a:lnTo>
                  <a:lnTo>
                    <a:pt x="1728252" y="1496349"/>
                  </a:lnTo>
                  <a:lnTo>
                    <a:pt x="1729183" y="1488898"/>
                  </a:lnTo>
                  <a:lnTo>
                    <a:pt x="1704037" y="1476170"/>
                  </a:lnTo>
                  <a:lnTo>
                    <a:pt x="1682306" y="1459406"/>
                  </a:lnTo>
                  <a:lnTo>
                    <a:pt x="1662437" y="1439537"/>
                  </a:lnTo>
                  <a:lnTo>
                    <a:pt x="1645673" y="1417496"/>
                  </a:lnTo>
                  <a:lnTo>
                    <a:pt x="1621769" y="1415322"/>
                  </a:lnTo>
                  <a:lnTo>
                    <a:pt x="1604073" y="1414391"/>
                  </a:lnTo>
                  <a:lnTo>
                    <a:pt x="1582342" y="1412218"/>
                  </a:lnTo>
                  <a:lnTo>
                    <a:pt x="1578306" y="1400732"/>
                  </a:lnTo>
                  <a:lnTo>
                    <a:pt x="1571166" y="1393281"/>
                  </a:lnTo>
                  <a:lnTo>
                    <a:pt x="1562784" y="1392350"/>
                  </a:lnTo>
                  <a:lnTo>
                    <a:pt x="1549124" y="1388003"/>
                  </a:lnTo>
                  <a:lnTo>
                    <a:pt x="1549124" y="1377448"/>
                  </a:lnTo>
                  <a:lnTo>
                    <a:pt x="1536707" y="1371239"/>
                  </a:lnTo>
                  <a:lnTo>
                    <a:pt x="1529566" y="1365962"/>
                  </a:lnTo>
                  <a:lnTo>
                    <a:pt x="1522426" y="1360684"/>
                  </a:lnTo>
                  <a:lnTo>
                    <a:pt x="1510008" y="1356338"/>
                  </a:lnTo>
                  <a:lnTo>
                    <a:pt x="1512181" y="1353233"/>
                  </a:lnTo>
                  <a:lnTo>
                    <a:pt x="1512181" y="1351060"/>
                  </a:lnTo>
                  <a:lnTo>
                    <a:pt x="1514354" y="1350129"/>
                  </a:lnTo>
                  <a:lnTo>
                    <a:pt x="1514354" y="1347956"/>
                  </a:lnTo>
                  <a:lnTo>
                    <a:pt x="1514354" y="1343609"/>
                  </a:lnTo>
                  <a:lnTo>
                    <a:pt x="1488277" y="1345783"/>
                  </a:lnTo>
                  <a:lnTo>
                    <a:pt x="1463131" y="1347956"/>
                  </a:lnTo>
                  <a:lnTo>
                    <a:pt x="1441400" y="1345783"/>
                  </a:lnTo>
                  <a:lnTo>
                    <a:pt x="1419668" y="1338332"/>
                  </a:lnTo>
                  <a:lnTo>
                    <a:pt x="1402904" y="1323741"/>
                  </a:lnTo>
                  <a:lnTo>
                    <a:pt x="1399800" y="1325914"/>
                  </a:lnTo>
                  <a:lnTo>
                    <a:pt x="1395764" y="1328087"/>
                  </a:lnTo>
                  <a:lnTo>
                    <a:pt x="1393591" y="1329019"/>
                  </a:lnTo>
                  <a:lnTo>
                    <a:pt x="1392660" y="1331192"/>
                  </a:lnTo>
                  <a:lnTo>
                    <a:pt x="1390487" y="1333365"/>
                  </a:lnTo>
                  <a:lnTo>
                    <a:pt x="1386451" y="1336469"/>
                  </a:lnTo>
                  <a:lnTo>
                    <a:pt x="1386451" y="1340815"/>
                  </a:lnTo>
                  <a:lnTo>
                    <a:pt x="1383346" y="1338642"/>
                  </a:lnTo>
                  <a:lnTo>
                    <a:pt x="1381173" y="1336469"/>
                  </a:lnTo>
                  <a:lnTo>
                    <a:pt x="1379000" y="1336469"/>
                  </a:lnTo>
                  <a:lnTo>
                    <a:pt x="1379000" y="1335538"/>
                  </a:lnTo>
                  <a:lnTo>
                    <a:pt x="1381173" y="1335538"/>
                  </a:lnTo>
                  <a:lnTo>
                    <a:pt x="1381173" y="1331192"/>
                  </a:lnTo>
                  <a:lnTo>
                    <a:pt x="1383346" y="1328087"/>
                  </a:lnTo>
                  <a:lnTo>
                    <a:pt x="1378069" y="1328087"/>
                  </a:lnTo>
                  <a:lnTo>
                    <a:pt x="1374033" y="1325914"/>
                  </a:lnTo>
                  <a:lnTo>
                    <a:pt x="1371860" y="1325914"/>
                  </a:lnTo>
                  <a:lnTo>
                    <a:pt x="1368755" y="1325914"/>
                  </a:lnTo>
                  <a:lnTo>
                    <a:pt x="1366582" y="1325914"/>
                  </a:lnTo>
                  <a:lnTo>
                    <a:pt x="1363478" y="1328087"/>
                  </a:lnTo>
                  <a:lnTo>
                    <a:pt x="1343609" y="1331192"/>
                  </a:lnTo>
                  <a:lnTo>
                    <a:pt x="1329950" y="1338642"/>
                  </a:lnTo>
                  <a:lnTo>
                    <a:pt x="1319395" y="1347956"/>
                  </a:lnTo>
                  <a:lnTo>
                    <a:pt x="1310081" y="1358511"/>
                  </a:lnTo>
                  <a:lnTo>
                    <a:pt x="1302941" y="1373102"/>
                  </a:lnTo>
                  <a:lnTo>
                    <a:pt x="1296111" y="1371550"/>
                  </a:lnTo>
                  <a:lnTo>
                    <a:pt x="1290833" y="1370618"/>
                  </a:lnTo>
                  <a:lnTo>
                    <a:pt x="1288660" y="1370618"/>
                  </a:lnTo>
                  <a:lnTo>
                    <a:pt x="1286798" y="1368445"/>
                  </a:lnTo>
                  <a:lnTo>
                    <a:pt x="1283693" y="1364099"/>
                  </a:lnTo>
                  <a:lnTo>
                    <a:pt x="1281520" y="1360994"/>
                  </a:lnTo>
                  <a:lnTo>
                    <a:pt x="1264756" y="1360994"/>
                  </a:lnTo>
                  <a:lnTo>
                    <a:pt x="1255443" y="1364099"/>
                  </a:lnTo>
                  <a:lnTo>
                    <a:pt x="1248302" y="1373412"/>
                  </a:lnTo>
                  <a:lnTo>
                    <a:pt x="1234643" y="1370308"/>
                  </a:lnTo>
                  <a:lnTo>
                    <a:pt x="1223156" y="1364099"/>
                  </a:lnTo>
                  <a:lnTo>
                    <a:pt x="1216016" y="1356648"/>
                  </a:lnTo>
                  <a:lnTo>
                    <a:pt x="1210739" y="1350439"/>
                  </a:lnTo>
                  <a:lnTo>
                    <a:pt x="1201425" y="1341126"/>
                  </a:lnTo>
                  <a:lnTo>
                    <a:pt x="1201425" y="1326535"/>
                  </a:lnTo>
                  <a:lnTo>
                    <a:pt x="1205461" y="1311944"/>
                  </a:lnTo>
                  <a:lnTo>
                    <a:pt x="1208565" y="1300457"/>
                  </a:lnTo>
                  <a:lnTo>
                    <a:pt x="1206392" y="1284625"/>
                  </a:lnTo>
                  <a:lnTo>
                    <a:pt x="1199252" y="1273138"/>
                  </a:lnTo>
                  <a:lnTo>
                    <a:pt x="1190870" y="1267861"/>
                  </a:lnTo>
                  <a:lnTo>
                    <a:pt x="1177210" y="1265688"/>
                  </a:lnTo>
                  <a:lnTo>
                    <a:pt x="1162619" y="1265688"/>
                  </a:lnTo>
                  <a:lnTo>
                    <a:pt x="1147097" y="1267861"/>
                  </a:lnTo>
                  <a:lnTo>
                    <a:pt x="1128470" y="1267861"/>
                  </a:lnTo>
                  <a:lnTo>
                    <a:pt x="1134679" y="1255132"/>
                  </a:lnTo>
                  <a:lnTo>
                    <a:pt x="1139957" y="1238368"/>
                  </a:lnTo>
                  <a:lnTo>
                    <a:pt x="1145234" y="1220362"/>
                  </a:lnTo>
                  <a:lnTo>
                    <a:pt x="1150512" y="1206703"/>
                  </a:lnTo>
                  <a:lnTo>
                    <a:pt x="1157652" y="1199252"/>
                  </a:lnTo>
                  <a:lnTo>
                    <a:pt x="1157652" y="1183420"/>
                  </a:lnTo>
                  <a:lnTo>
                    <a:pt x="1152375" y="1184351"/>
                  </a:lnTo>
                  <a:lnTo>
                    <a:pt x="1148339" y="1184351"/>
                  </a:lnTo>
                  <a:lnTo>
                    <a:pt x="1147097" y="1184351"/>
                  </a:lnTo>
                  <a:lnTo>
                    <a:pt x="1147097" y="1186524"/>
                  </a:lnTo>
                  <a:lnTo>
                    <a:pt x="1144924" y="1186524"/>
                  </a:lnTo>
                  <a:lnTo>
                    <a:pt x="1144924" y="1184351"/>
                  </a:lnTo>
                  <a:lnTo>
                    <a:pt x="1142751" y="1183420"/>
                  </a:lnTo>
                  <a:lnTo>
                    <a:pt x="1141820" y="1179073"/>
                  </a:lnTo>
                  <a:lnTo>
                    <a:pt x="1125055" y="1181246"/>
                  </a:lnTo>
                  <a:lnTo>
                    <a:pt x="1113569" y="1186524"/>
                  </a:lnTo>
                  <a:lnTo>
                    <a:pt x="1105187" y="1195837"/>
                  </a:lnTo>
                  <a:lnTo>
                    <a:pt x="1103014" y="1198942"/>
                  </a:lnTo>
                  <a:lnTo>
                    <a:pt x="1100841" y="1205151"/>
                  </a:lnTo>
                  <a:lnTo>
                    <a:pt x="1098668" y="1210428"/>
                  </a:lnTo>
                  <a:lnTo>
                    <a:pt x="1097736" y="1215706"/>
                  </a:lnTo>
                  <a:lnTo>
                    <a:pt x="1093700" y="1220052"/>
                  </a:lnTo>
                  <a:lnTo>
                    <a:pt x="1093700" y="1220983"/>
                  </a:lnTo>
                  <a:lnTo>
                    <a:pt x="1091527" y="1220983"/>
                  </a:lnTo>
                  <a:lnTo>
                    <a:pt x="1090596" y="1220983"/>
                  </a:lnTo>
                  <a:lnTo>
                    <a:pt x="1086560" y="1220983"/>
                  </a:lnTo>
                  <a:lnTo>
                    <a:pt x="1084387" y="1220983"/>
                  </a:lnTo>
                  <a:lnTo>
                    <a:pt x="1081283" y="1223157"/>
                  </a:lnTo>
                  <a:lnTo>
                    <a:pt x="1066692" y="1230607"/>
                  </a:lnTo>
                  <a:lnTo>
                    <a:pt x="1057378" y="1234953"/>
                  </a:lnTo>
                  <a:lnTo>
                    <a:pt x="1052101" y="1232780"/>
                  </a:lnTo>
                  <a:lnTo>
                    <a:pt x="1048065" y="1230607"/>
                  </a:lnTo>
                  <a:lnTo>
                    <a:pt x="1044960" y="1227503"/>
                  </a:lnTo>
                  <a:lnTo>
                    <a:pt x="1037820" y="1225330"/>
                  </a:lnTo>
                  <a:lnTo>
                    <a:pt x="1025402" y="1223157"/>
                  </a:lnTo>
                  <a:lnTo>
                    <a:pt x="1013916" y="1201115"/>
                  </a:lnTo>
                  <a:lnTo>
                    <a:pt x="1006776" y="1183109"/>
                  </a:lnTo>
                  <a:lnTo>
                    <a:pt x="1005844" y="1164172"/>
                  </a:lnTo>
                  <a:lnTo>
                    <a:pt x="1005844" y="1146166"/>
                  </a:lnTo>
                  <a:lnTo>
                    <a:pt x="1012985" y="1121951"/>
                  </a:lnTo>
                  <a:lnTo>
                    <a:pt x="1016089" y="1111396"/>
                  </a:lnTo>
                  <a:lnTo>
                    <a:pt x="1016089" y="1102083"/>
                  </a:lnTo>
                  <a:lnTo>
                    <a:pt x="1013916" y="1094632"/>
                  </a:lnTo>
                  <a:lnTo>
                    <a:pt x="1017952" y="1085319"/>
                  </a:lnTo>
                  <a:lnTo>
                    <a:pt x="1025092" y="1074764"/>
                  </a:lnTo>
                  <a:lnTo>
                    <a:pt x="1035647" y="1067313"/>
                  </a:lnTo>
                  <a:lnTo>
                    <a:pt x="1048065" y="1061104"/>
                  </a:lnTo>
                  <a:lnTo>
                    <a:pt x="1059551" y="1057999"/>
                  </a:lnTo>
                  <a:lnTo>
                    <a:pt x="1076316" y="1055826"/>
                  </a:lnTo>
                  <a:lnTo>
                    <a:pt x="1091838" y="1055826"/>
                  </a:lnTo>
                  <a:lnTo>
                    <a:pt x="1108602" y="1060173"/>
                  </a:lnTo>
                  <a:lnTo>
                    <a:pt x="1121020" y="1065450"/>
                  </a:lnTo>
                  <a:lnTo>
                    <a:pt x="1137784" y="1065450"/>
                  </a:lnTo>
                  <a:lnTo>
                    <a:pt x="1134679" y="1060173"/>
                  </a:lnTo>
                  <a:lnTo>
                    <a:pt x="1132506" y="1055826"/>
                  </a:lnTo>
                  <a:lnTo>
                    <a:pt x="1130333" y="1052722"/>
                  </a:lnTo>
                  <a:lnTo>
                    <a:pt x="1127229" y="1047444"/>
                  </a:lnTo>
                  <a:lnTo>
                    <a:pt x="1125055" y="1041235"/>
                  </a:lnTo>
                  <a:lnTo>
                    <a:pt x="1128160" y="1041235"/>
                  </a:lnTo>
                  <a:lnTo>
                    <a:pt x="1128160" y="1038131"/>
                  </a:lnTo>
                  <a:lnTo>
                    <a:pt x="1149891" y="1041235"/>
                  </a:lnTo>
                  <a:lnTo>
                    <a:pt x="1168518" y="1048686"/>
                  </a:lnTo>
                  <a:lnTo>
                    <a:pt x="1184040" y="1056137"/>
                  </a:lnTo>
                  <a:lnTo>
                    <a:pt x="1197700" y="1058310"/>
                  </a:lnTo>
                  <a:lnTo>
                    <a:pt x="1208255" y="1067623"/>
                  </a:lnTo>
                  <a:lnTo>
                    <a:pt x="1219741" y="1083456"/>
                  </a:lnTo>
                  <a:lnTo>
                    <a:pt x="1230297" y="1105498"/>
                  </a:lnTo>
                  <a:lnTo>
                    <a:pt x="1239610" y="1126608"/>
                  </a:lnTo>
                  <a:lnTo>
                    <a:pt x="1244888" y="1142441"/>
                  </a:lnTo>
                  <a:lnTo>
                    <a:pt x="1257305" y="1146787"/>
                  </a:lnTo>
                  <a:lnTo>
                    <a:pt x="1257305" y="1142441"/>
                  </a:lnTo>
                  <a:lnTo>
                    <a:pt x="1261341" y="1142441"/>
                  </a:lnTo>
                  <a:lnTo>
                    <a:pt x="1257305" y="1124435"/>
                  </a:lnTo>
                  <a:lnTo>
                    <a:pt x="1250165" y="1104566"/>
                  </a:lnTo>
                  <a:lnTo>
                    <a:pt x="1243025" y="1083456"/>
                  </a:lnTo>
                  <a:lnTo>
                    <a:pt x="1237747" y="1063587"/>
                  </a:lnTo>
                  <a:lnTo>
                    <a:pt x="1235574" y="1045581"/>
                  </a:lnTo>
                  <a:lnTo>
                    <a:pt x="1241783" y="1030991"/>
                  </a:lnTo>
                  <a:lnTo>
                    <a:pt x="1247061" y="1012053"/>
                  </a:lnTo>
                  <a:lnTo>
                    <a:pt x="1257616" y="997462"/>
                  </a:lnTo>
                  <a:lnTo>
                    <a:pt x="1274380" y="986907"/>
                  </a:lnTo>
                  <a:lnTo>
                    <a:pt x="1291144" y="975421"/>
                  </a:lnTo>
                  <a:lnTo>
                    <a:pt x="1306666" y="967039"/>
                  </a:lnTo>
                  <a:lnTo>
                    <a:pt x="1321257" y="957725"/>
                  </a:lnTo>
                  <a:lnTo>
                    <a:pt x="1321257" y="952448"/>
                  </a:lnTo>
                  <a:lnTo>
                    <a:pt x="1318153" y="940961"/>
                  </a:lnTo>
                  <a:lnTo>
                    <a:pt x="1314117" y="928233"/>
                  </a:lnTo>
                  <a:lnTo>
                    <a:pt x="1311012" y="917678"/>
                  </a:lnTo>
                  <a:lnTo>
                    <a:pt x="1308839" y="913332"/>
                  </a:lnTo>
                  <a:lnTo>
                    <a:pt x="1308839" y="904018"/>
                  </a:lnTo>
                  <a:lnTo>
                    <a:pt x="1314117" y="908364"/>
                  </a:lnTo>
                  <a:lnTo>
                    <a:pt x="1316290" y="910538"/>
                  </a:lnTo>
                  <a:lnTo>
                    <a:pt x="1320326" y="911469"/>
                  </a:lnTo>
                  <a:lnTo>
                    <a:pt x="1321257" y="913642"/>
                  </a:lnTo>
                  <a:lnTo>
                    <a:pt x="1325293" y="917988"/>
                  </a:lnTo>
                  <a:lnTo>
                    <a:pt x="1337711" y="886633"/>
                  </a:lnTo>
                  <a:lnTo>
                    <a:pt x="1348266" y="857141"/>
                  </a:lnTo>
                  <a:lnTo>
                    <a:pt x="1362857" y="854968"/>
                  </a:lnTo>
                  <a:lnTo>
                    <a:pt x="1376517" y="852795"/>
                  </a:lnTo>
                  <a:lnTo>
                    <a:pt x="1391108" y="849690"/>
                  </a:lnTo>
                  <a:lnTo>
                    <a:pt x="1401663" y="840377"/>
                  </a:lnTo>
                  <a:lnTo>
                    <a:pt x="1408803" y="840377"/>
                  </a:lnTo>
                  <a:lnTo>
                    <a:pt x="1405698" y="837272"/>
                  </a:lnTo>
                  <a:lnTo>
                    <a:pt x="1398558" y="835099"/>
                  </a:lnTo>
                  <a:lnTo>
                    <a:pt x="1392349" y="832926"/>
                  </a:lnTo>
                  <a:lnTo>
                    <a:pt x="1398558" y="814920"/>
                  </a:lnTo>
                  <a:lnTo>
                    <a:pt x="1406940" y="802192"/>
                  </a:lnTo>
                  <a:lnTo>
                    <a:pt x="1420600" y="792879"/>
                  </a:lnTo>
                  <a:lnTo>
                    <a:pt x="1435191" y="785428"/>
                  </a:lnTo>
                  <a:lnTo>
                    <a:pt x="1448850" y="780150"/>
                  </a:lnTo>
                  <a:lnTo>
                    <a:pt x="1465615" y="772700"/>
                  </a:lnTo>
                  <a:lnTo>
                    <a:pt x="1478032" y="763386"/>
                  </a:lnTo>
                  <a:lnTo>
                    <a:pt x="1478032" y="761213"/>
                  </a:lnTo>
                  <a:lnTo>
                    <a:pt x="1478032" y="759040"/>
                  </a:lnTo>
                  <a:lnTo>
                    <a:pt x="1480205" y="759040"/>
                  </a:lnTo>
                  <a:lnTo>
                    <a:pt x="1482379" y="759040"/>
                  </a:lnTo>
                  <a:lnTo>
                    <a:pt x="1482379" y="763386"/>
                  </a:lnTo>
                  <a:lnTo>
                    <a:pt x="1489519" y="766491"/>
                  </a:lnTo>
                  <a:lnTo>
                    <a:pt x="1482379" y="775804"/>
                  </a:lnTo>
                  <a:lnTo>
                    <a:pt x="1475238" y="781082"/>
                  </a:lnTo>
                  <a:lnTo>
                    <a:pt x="1465925" y="787291"/>
                  </a:lnTo>
                  <a:lnTo>
                    <a:pt x="1465925" y="803123"/>
                  </a:lnTo>
                  <a:lnTo>
                    <a:pt x="1484552" y="795673"/>
                  </a:lnTo>
                  <a:lnTo>
                    <a:pt x="1499143" y="785117"/>
                  </a:lnTo>
                  <a:lnTo>
                    <a:pt x="1509698" y="772389"/>
                  </a:lnTo>
                  <a:lnTo>
                    <a:pt x="1511871" y="770216"/>
                  </a:lnTo>
                  <a:lnTo>
                    <a:pt x="1511871" y="768043"/>
                  </a:lnTo>
                  <a:lnTo>
                    <a:pt x="1514044" y="768043"/>
                  </a:lnTo>
                  <a:lnTo>
                    <a:pt x="1514044" y="765870"/>
                  </a:lnTo>
                  <a:lnTo>
                    <a:pt x="1514044" y="762765"/>
                  </a:lnTo>
                  <a:lnTo>
                    <a:pt x="1504731" y="751279"/>
                  </a:lnTo>
                  <a:lnTo>
                    <a:pt x="1497590" y="740724"/>
                  </a:lnTo>
                  <a:lnTo>
                    <a:pt x="1488277" y="730169"/>
                  </a:lnTo>
                  <a:lnTo>
                    <a:pt x="1473686" y="722718"/>
                  </a:lnTo>
                  <a:lnTo>
                    <a:pt x="1475859" y="711231"/>
                  </a:lnTo>
                  <a:lnTo>
                    <a:pt x="1478032" y="703781"/>
                  </a:lnTo>
                  <a:lnTo>
                    <a:pt x="1481137" y="696330"/>
                  </a:lnTo>
                  <a:lnTo>
                    <a:pt x="1486414" y="687017"/>
                  </a:lnTo>
                  <a:lnTo>
                    <a:pt x="1483310" y="683912"/>
                  </a:lnTo>
                  <a:lnTo>
                    <a:pt x="1479274" y="681739"/>
                  </a:lnTo>
                  <a:lnTo>
                    <a:pt x="1476170" y="679566"/>
                  </a:lnTo>
                  <a:lnTo>
                    <a:pt x="1473996" y="678635"/>
                  </a:lnTo>
                  <a:lnTo>
                    <a:pt x="1471823" y="674288"/>
                  </a:lnTo>
                  <a:lnTo>
                    <a:pt x="1470892" y="671184"/>
                  </a:lnTo>
                  <a:lnTo>
                    <a:pt x="1446988" y="676461"/>
                  </a:lnTo>
                  <a:lnTo>
                    <a:pt x="1425257" y="685775"/>
                  </a:lnTo>
                  <a:lnTo>
                    <a:pt x="1407561" y="698503"/>
                  </a:lnTo>
                  <a:lnTo>
                    <a:pt x="1403525" y="698503"/>
                  </a:lnTo>
                  <a:lnTo>
                    <a:pt x="1418116" y="681739"/>
                  </a:lnTo>
                  <a:lnTo>
                    <a:pt x="1437985" y="672426"/>
                  </a:lnTo>
                  <a:lnTo>
                    <a:pt x="1459716" y="664975"/>
                  </a:lnTo>
                  <a:lnTo>
                    <a:pt x="1485793" y="661870"/>
                  </a:lnTo>
                  <a:lnTo>
                    <a:pt x="1510940" y="657524"/>
                  </a:lnTo>
                  <a:lnTo>
                    <a:pt x="1537017" y="654420"/>
                  </a:lnTo>
                  <a:lnTo>
                    <a:pt x="1562163" y="649142"/>
                  </a:lnTo>
                  <a:lnTo>
                    <a:pt x="1583894" y="639829"/>
                  </a:lnTo>
                  <a:lnTo>
                    <a:pt x="1603763" y="625238"/>
                  </a:lnTo>
                  <a:lnTo>
                    <a:pt x="1603763" y="622133"/>
                  </a:lnTo>
                  <a:lnTo>
                    <a:pt x="1603763" y="619960"/>
                  </a:lnTo>
                  <a:lnTo>
                    <a:pt x="1603763" y="615614"/>
                  </a:lnTo>
                  <a:lnTo>
                    <a:pt x="1601590" y="614683"/>
                  </a:lnTo>
                  <a:lnTo>
                    <a:pt x="1601590" y="610336"/>
                  </a:lnTo>
                  <a:lnTo>
                    <a:pt x="1601590" y="607232"/>
                  </a:lnTo>
                  <a:lnTo>
                    <a:pt x="1603763" y="601023"/>
                  </a:lnTo>
                  <a:lnTo>
                    <a:pt x="1601590" y="595746"/>
                  </a:lnTo>
                  <a:lnTo>
                    <a:pt x="1601590" y="590468"/>
                  </a:lnTo>
                  <a:lnTo>
                    <a:pt x="1600658" y="586122"/>
                  </a:lnTo>
                  <a:lnTo>
                    <a:pt x="1600658" y="580844"/>
                  </a:lnTo>
                  <a:lnTo>
                    <a:pt x="1581721" y="580844"/>
                  </a:lnTo>
                  <a:lnTo>
                    <a:pt x="1579548" y="566253"/>
                  </a:lnTo>
                  <a:lnTo>
                    <a:pt x="1572408" y="556940"/>
                  </a:lnTo>
                  <a:lnTo>
                    <a:pt x="1565268" y="549489"/>
                  </a:lnTo>
                  <a:lnTo>
                    <a:pt x="1552850" y="546385"/>
                  </a:lnTo>
                  <a:lnTo>
                    <a:pt x="1543536" y="556940"/>
                  </a:lnTo>
                  <a:lnTo>
                    <a:pt x="1532981" y="566253"/>
                  </a:lnTo>
                  <a:lnTo>
                    <a:pt x="1521495" y="577740"/>
                  </a:lnTo>
                  <a:lnTo>
                    <a:pt x="1518390" y="577740"/>
                  </a:lnTo>
                  <a:lnTo>
                    <a:pt x="1530808" y="558803"/>
                  </a:lnTo>
                  <a:lnTo>
                    <a:pt x="1542295" y="536761"/>
                  </a:lnTo>
                  <a:lnTo>
                    <a:pt x="1528635" y="526206"/>
                  </a:lnTo>
                  <a:lnTo>
                    <a:pt x="1525531" y="516892"/>
                  </a:lnTo>
                  <a:lnTo>
                    <a:pt x="1527704" y="506337"/>
                  </a:lnTo>
                  <a:lnTo>
                    <a:pt x="1527704" y="494851"/>
                  </a:lnTo>
                  <a:lnTo>
                    <a:pt x="1521495" y="480260"/>
                  </a:lnTo>
                  <a:lnTo>
                    <a:pt x="1520563" y="478087"/>
                  </a:lnTo>
                  <a:lnTo>
                    <a:pt x="1516528" y="478087"/>
                  </a:lnTo>
                  <a:lnTo>
                    <a:pt x="1514354" y="478087"/>
                  </a:lnTo>
                  <a:lnTo>
                    <a:pt x="1511250" y="478087"/>
                  </a:lnTo>
                  <a:lnTo>
                    <a:pt x="1507214" y="478087"/>
                  </a:lnTo>
                  <a:lnTo>
                    <a:pt x="1506283" y="477155"/>
                  </a:lnTo>
                  <a:lnTo>
                    <a:pt x="1504110" y="472809"/>
                  </a:lnTo>
                  <a:lnTo>
                    <a:pt x="1501937" y="469705"/>
                  </a:lnTo>
                  <a:lnTo>
                    <a:pt x="1504110" y="465358"/>
                  </a:lnTo>
                  <a:lnTo>
                    <a:pt x="1504110" y="462254"/>
                  </a:lnTo>
                  <a:lnTo>
                    <a:pt x="1506283" y="460081"/>
                  </a:lnTo>
                  <a:lnTo>
                    <a:pt x="1506283" y="455734"/>
                  </a:lnTo>
                  <a:lnTo>
                    <a:pt x="1506283" y="452630"/>
                  </a:lnTo>
                  <a:lnTo>
                    <a:pt x="1500074" y="443317"/>
                  </a:lnTo>
                  <a:lnTo>
                    <a:pt x="1492934" y="435866"/>
                  </a:lnTo>
                  <a:lnTo>
                    <a:pt x="1485793" y="428415"/>
                  </a:lnTo>
                  <a:lnTo>
                    <a:pt x="1480516" y="420964"/>
                  </a:lnTo>
                  <a:lnTo>
                    <a:pt x="1478343" y="408236"/>
                  </a:lnTo>
                  <a:lnTo>
                    <a:pt x="1463752" y="419723"/>
                  </a:lnTo>
                  <a:lnTo>
                    <a:pt x="1455370" y="434314"/>
                  </a:lnTo>
                  <a:lnTo>
                    <a:pt x="1443883" y="447973"/>
                  </a:lnTo>
                  <a:lnTo>
                    <a:pt x="1429292" y="459460"/>
                  </a:lnTo>
                  <a:lnTo>
                    <a:pt x="1428361" y="455114"/>
                  </a:lnTo>
                  <a:lnTo>
                    <a:pt x="1422152" y="454182"/>
                  </a:lnTo>
                  <a:lnTo>
                    <a:pt x="1419048" y="449836"/>
                  </a:lnTo>
                  <a:lnTo>
                    <a:pt x="1415012" y="447663"/>
                  </a:lnTo>
                  <a:lnTo>
                    <a:pt x="1411907" y="444558"/>
                  </a:lnTo>
                  <a:lnTo>
                    <a:pt x="1409734" y="442385"/>
                  </a:lnTo>
                  <a:lnTo>
                    <a:pt x="1406630" y="431830"/>
                  </a:lnTo>
                  <a:lnTo>
                    <a:pt x="1404457" y="417239"/>
                  </a:lnTo>
                  <a:lnTo>
                    <a:pt x="1400421" y="400475"/>
                  </a:lnTo>
                  <a:lnTo>
                    <a:pt x="1399490" y="391162"/>
                  </a:lnTo>
                  <a:lnTo>
                    <a:pt x="1395454" y="388057"/>
                  </a:lnTo>
                  <a:lnTo>
                    <a:pt x="1390176" y="385884"/>
                  </a:lnTo>
                  <a:lnTo>
                    <a:pt x="1384899" y="383711"/>
                  </a:lnTo>
                  <a:lnTo>
                    <a:pt x="1378690" y="383711"/>
                  </a:lnTo>
                  <a:lnTo>
                    <a:pt x="1375585" y="382780"/>
                  </a:lnTo>
                  <a:lnTo>
                    <a:pt x="1370308" y="378433"/>
                  </a:lnTo>
                  <a:lnTo>
                    <a:pt x="1364099" y="369120"/>
                  </a:lnTo>
                  <a:lnTo>
                    <a:pt x="1358821" y="356392"/>
                  </a:lnTo>
                  <a:lnTo>
                    <a:pt x="1353544" y="347078"/>
                  </a:lnTo>
                  <a:lnTo>
                    <a:pt x="1329639" y="351425"/>
                  </a:lnTo>
                  <a:lnTo>
                    <a:pt x="1307908" y="351425"/>
                  </a:lnTo>
                  <a:lnTo>
                    <a:pt x="1282762" y="347078"/>
                  </a:lnTo>
                  <a:lnTo>
                    <a:pt x="1282762" y="351425"/>
                  </a:lnTo>
                  <a:lnTo>
                    <a:pt x="1278726" y="351425"/>
                  </a:lnTo>
                  <a:lnTo>
                    <a:pt x="1280899" y="369431"/>
                  </a:lnTo>
                  <a:lnTo>
                    <a:pt x="1286177" y="388368"/>
                  </a:lnTo>
                  <a:lnTo>
                    <a:pt x="1290213" y="405132"/>
                  </a:lnTo>
                  <a:lnTo>
                    <a:pt x="1293317" y="420964"/>
                  </a:lnTo>
                  <a:lnTo>
                    <a:pt x="1290213" y="435555"/>
                  </a:lnTo>
                  <a:lnTo>
                    <a:pt x="1283072" y="448284"/>
                  </a:lnTo>
                  <a:lnTo>
                    <a:pt x="1285246" y="454493"/>
                  </a:lnTo>
                  <a:lnTo>
                    <a:pt x="1288350" y="457597"/>
                  </a:lnTo>
                  <a:lnTo>
                    <a:pt x="1292386" y="459770"/>
                  </a:lnTo>
                  <a:lnTo>
                    <a:pt x="1295490" y="461943"/>
                  </a:lnTo>
                  <a:lnTo>
                    <a:pt x="1302630" y="465048"/>
                  </a:lnTo>
                  <a:lnTo>
                    <a:pt x="1302630" y="481812"/>
                  </a:lnTo>
                  <a:lnTo>
                    <a:pt x="1304804" y="498576"/>
                  </a:lnTo>
                  <a:lnTo>
                    <a:pt x="1302630" y="509131"/>
                  </a:lnTo>
                  <a:lnTo>
                    <a:pt x="1297353" y="528068"/>
                  </a:lnTo>
                  <a:lnTo>
                    <a:pt x="1288040" y="542659"/>
                  </a:lnTo>
                  <a:lnTo>
                    <a:pt x="1273449" y="553214"/>
                  </a:lnTo>
                  <a:lnTo>
                    <a:pt x="1258858" y="560665"/>
                  </a:lnTo>
                  <a:lnTo>
                    <a:pt x="1264135" y="577429"/>
                  </a:lnTo>
                  <a:lnTo>
                    <a:pt x="1268171" y="595435"/>
                  </a:lnTo>
                  <a:lnTo>
                    <a:pt x="1270344" y="610026"/>
                  </a:lnTo>
                  <a:lnTo>
                    <a:pt x="1270344" y="621513"/>
                  </a:lnTo>
                  <a:lnTo>
                    <a:pt x="1268171" y="624617"/>
                  </a:lnTo>
                  <a:lnTo>
                    <a:pt x="1268171" y="626790"/>
                  </a:lnTo>
                  <a:lnTo>
                    <a:pt x="1268171" y="628963"/>
                  </a:lnTo>
                  <a:lnTo>
                    <a:pt x="1265998" y="628963"/>
                  </a:lnTo>
                  <a:lnTo>
                    <a:pt x="1262893" y="629895"/>
                  </a:lnTo>
                  <a:lnTo>
                    <a:pt x="1260720" y="629895"/>
                  </a:lnTo>
                  <a:lnTo>
                    <a:pt x="1258547" y="632068"/>
                  </a:lnTo>
                  <a:lnTo>
                    <a:pt x="1256374" y="632068"/>
                  </a:lnTo>
                  <a:lnTo>
                    <a:pt x="1253270" y="634241"/>
                  </a:lnTo>
                  <a:lnTo>
                    <a:pt x="1242714" y="617477"/>
                  </a:lnTo>
                  <a:lnTo>
                    <a:pt x="1233401" y="604748"/>
                  </a:lnTo>
                  <a:lnTo>
                    <a:pt x="1229365" y="593262"/>
                  </a:lnTo>
                  <a:lnTo>
                    <a:pt x="1228434" y="582707"/>
                  </a:lnTo>
                  <a:lnTo>
                    <a:pt x="1226261" y="571220"/>
                  </a:lnTo>
                  <a:lnTo>
                    <a:pt x="1222225" y="556629"/>
                  </a:lnTo>
                  <a:lnTo>
                    <a:pt x="1219121" y="536761"/>
                  </a:lnTo>
                  <a:lnTo>
                    <a:pt x="1189939" y="529310"/>
                  </a:lnTo>
                  <a:lnTo>
                    <a:pt x="1185903" y="529310"/>
                  </a:lnTo>
                  <a:lnTo>
                    <a:pt x="1184972" y="531483"/>
                  </a:lnTo>
                  <a:lnTo>
                    <a:pt x="1180936" y="533656"/>
                  </a:lnTo>
                  <a:lnTo>
                    <a:pt x="1178763" y="535829"/>
                  </a:lnTo>
                  <a:lnTo>
                    <a:pt x="1175658" y="535829"/>
                  </a:lnTo>
                  <a:lnTo>
                    <a:pt x="1171622" y="536761"/>
                  </a:lnTo>
                  <a:lnTo>
                    <a:pt x="1168518" y="535829"/>
                  </a:lnTo>
                  <a:lnTo>
                    <a:pt x="1163240" y="533656"/>
                  </a:lnTo>
                  <a:lnTo>
                    <a:pt x="1150202" y="527137"/>
                  </a:lnTo>
                  <a:lnTo>
                    <a:pt x="1139646" y="515650"/>
                  </a:lnTo>
                  <a:lnTo>
                    <a:pt x="1127229" y="502922"/>
                  </a:lnTo>
                  <a:lnTo>
                    <a:pt x="1113569" y="493609"/>
                  </a:lnTo>
                  <a:lnTo>
                    <a:pt x="1101151" y="488331"/>
                  </a:lnTo>
                  <a:lnTo>
                    <a:pt x="1088733" y="490504"/>
                  </a:lnTo>
                  <a:lnTo>
                    <a:pt x="1083456" y="488331"/>
                  </a:lnTo>
                  <a:lnTo>
                    <a:pt x="1077247" y="488331"/>
                  </a:lnTo>
                  <a:lnTo>
                    <a:pt x="1076316" y="486158"/>
                  </a:lnTo>
                  <a:lnTo>
                    <a:pt x="1076316" y="485227"/>
                  </a:lnTo>
                  <a:lnTo>
                    <a:pt x="1076316" y="483054"/>
                  </a:lnTo>
                  <a:lnTo>
                    <a:pt x="1076316" y="480881"/>
                  </a:lnTo>
                  <a:lnTo>
                    <a:pt x="1076316" y="477776"/>
                  </a:lnTo>
                  <a:lnTo>
                    <a:pt x="1076316" y="473430"/>
                  </a:lnTo>
                  <a:lnTo>
                    <a:pt x="1072280" y="470325"/>
                  </a:lnTo>
                  <a:lnTo>
                    <a:pt x="1072280" y="461012"/>
                  </a:lnTo>
                  <a:lnTo>
                    <a:pt x="1052411" y="461012"/>
                  </a:lnTo>
                  <a:lnTo>
                    <a:pt x="1052411" y="441143"/>
                  </a:lnTo>
                  <a:lnTo>
                    <a:pt x="1048375" y="421275"/>
                  </a:lnTo>
                  <a:lnTo>
                    <a:pt x="1042166" y="406684"/>
                  </a:lnTo>
                  <a:lnTo>
                    <a:pt x="1042166" y="382469"/>
                  </a:lnTo>
                  <a:lnTo>
                    <a:pt x="1048375" y="365705"/>
                  </a:lnTo>
                  <a:lnTo>
                    <a:pt x="1057689" y="355150"/>
                  </a:lnTo>
                  <a:lnTo>
                    <a:pt x="1072280" y="345837"/>
                  </a:lnTo>
                  <a:lnTo>
                    <a:pt x="1089044" y="340559"/>
                  </a:lnTo>
                  <a:lnTo>
                    <a:pt x="1089044" y="335282"/>
                  </a:lnTo>
                  <a:lnTo>
                    <a:pt x="1086871" y="329073"/>
                  </a:lnTo>
                  <a:lnTo>
                    <a:pt x="1086871" y="325968"/>
                  </a:lnTo>
                  <a:lnTo>
                    <a:pt x="1084698" y="323795"/>
                  </a:lnTo>
                  <a:lnTo>
                    <a:pt x="1083766" y="320691"/>
                  </a:lnTo>
                  <a:lnTo>
                    <a:pt x="1081593" y="316344"/>
                  </a:lnTo>
                  <a:lnTo>
                    <a:pt x="1072280" y="316344"/>
                  </a:lnTo>
                  <a:lnTo>
                    <a:pt x="1072280" y="313240"/>
                  </a:lnTo>
                  <a:lnTo>
                    <a:pt x="1079420" y="314171"/>
                  </a:lnTo>
                  <a:lnTo>
                    <a:pt x="1083456" y="316344"/>
                  </a:lnTo>
                  <a:lnTo>
                    <a:pt x="1088733" y="318517"/>
                  </a:lnTo>
                  <a:lnTo>
                    <a:pt x="1094011" y="320691"/>
                  </a:lnTo>
                  <a:lnTo>
                    <a:pt x="1101151" y="320691"/>
                  </a:lnTo>
                  <a:lnTo>
                    <a:pt x="1105187" y="307031"/>
                  </a:lnTo>
                  <a:lnTo>
                    <a:pt x="1108291" y="298649"/>
                  </a:lnTo>
                  <a:lnTo>
                    <a:pt x="1115432" y="291198"/>
                  </a:lnTo>
                  <a:lnTo>
                    <a:pt x="1124745" y="283748"/>
                  </a:lnTo>
                  <a:lnTo>
                    <a:pt x="1126918" y="279401"/>
                  </a:lnTo>
                  <a:lnTo>
                    <a:pt x="1130023" y="276297"/>
                  </a:lnTo>
                  <a:lnTo>
                    <a:pt x="1132196" y="271951"/>
                  </a:lnTo>
                  <a:lnTo>
                    <a:pt x="1132196" y="266673"/>
                  </a:lnTo>
                  <a:lnTo>
                    <a:pt x="1130023" y="261395"/>
                  </a:lnTo>
                  <a:lnTo>
                    <a:pt x="1127849" y="259222"/>
                  </a:lnTo>
                  <a:lnTo>
                    <a:pt x="1126918" y="257049"/>
                  </a:lnTo>
                  <a:lnTo>
                    <a:pt x="1124745" y="254876"/>
                  </a:lnTo>
                  <a:lnTo>
                    <a:pt x="1120709" y="251772"/>
                  </a:lnTo>
                  <a:lnTo>
                    <a:pt x="1117605" y="251772"/>
                  </a:lnTo>
                  <a:lnTo>
                    <a:pt x="1117605" y="247736"/>
                  </a:lnTo>
                  <a:lnTo>
                    <a:pt x="1135300" y="252082"/>
                  </a:lnTo>
                  <a:lnTo>
                    <a:pt x="1147718" y="259533"/>
                  </a:lnTo>
                  <a:lnTo>
                    <a:pt x="1157031" y="259533"/>
                  </a:lnTo>
                  <a:lnTo>
                    <a:pt x="1159205" y="241527"/>
                  </a:lnTo>
                  <a:lnTo>
                    <a:pt x="1161378" y="230040"/>
                  </a:lnTo>
                  <a:lnTo>
                    <a:pt x="1157342" y="219485"/>
                  </a:lnTo>
                  <a:lnTo>
                    <a:pt x="1157342" y="215139"/>
                  </a:lnTo>
                  <a:lnTo>
                    <a:pt x="1208255" y="212034"/>
                  </a:lnTo>
                  <a:lnTo>
                    <a:pt x="1208255" y="205826"/>
                  </a:lnTo>
                  <a:lnTo>
                    <a:pt x="1206082" y="202721"/>
                  </a:lnTo>
                  <a:lnTo>
                    <a:pt x="1206082" y="200548"/>
                  </a:lnTo>
                  <a:lnTo>
                    <a:pt x="1205151" y="198375"/>
                  </a:lnTo>
                  <a:lnTo>
                    <a:pt x="1202977" y="197444"/>
                  </a:lnTo>
                  <a:lnTo>
                    <a:pt x="1200804" y="195270"/>
                  </a:lnTo>
                  <a:lnTo>
                    <a:pt x="1200804" y="190924"/>
                  </a:lnTo>
                  <a:lnTo>
                    <a:pt x="1206082" y="193097"/>
                  </a:lnTo>
                  <a:lnTo>
                    <a:pt x="1210118" y="195270"/>
                  </a:lnTo>
                  <a:lnTo>
                    <a:pt x="1213222" y="197444"/>
                  </a:lnTo>
                  <a:lnTo>
                    <a:pt x="1217258" y="198375"/>
                  </a:lnTo>
                  <a:lnTo>
                    <a:pt x="1224398" y="198375"/>
                  </a:lnTo>
                  <a:lnTo>
                    <a:pt x="1226571" y="187820"/>
                  </a:lnTo>
                  <a:lnTo>
                    <a:pt x="1229676" y="173229"/>
                  </a:lnTo>
                  <a:lnTo>
                    <a:pt x="1233711" y="154292"/>
                  </a:lnTo>
                  <a:lnTo>
                    <a:pt x="1234643" y="138459"/>
                  </a:lnTo>
                  <a:lnTo>
                    <a:pt x="1236816" y="125731"/>
                  </a:lnTo>
                  <a:lnTo>
                    <a:pt x="1236816" y="118280"/>
                  </a:lnTo>
                  <a:lnTo>
                    <a:pt x="1236816" y="103689"/>
                  </a:lnTo>
                  <a:lnTo>
                    <a:pt x="1229676" y="97480"/>
                  </a:lnTo>
                  <a:lnTo>
                    <a:pt x="1220362" y="99653"/>
                  </a:lnTo>
                  <a:lnTo>
                    <a:pt x="1211980" y="103999"/>
                  </a:lnTo>
                  <a:lnTo>
                    <a:pt x="1204840" y="103999"/>
                  </a:lnTo>
                  <a:lnTo>
                    <a:pt x="1202667" y="99653"/>
                  </a:lnTo>
                  <a:lnTo>
                    <a:pt x="1198631" y="97480"/>
                  </a:lnTo>
                  <a:lnTo>
                    <a:pt x="1197700" y="94376"/>
                  </a:lnTo>
                  <a:lnTo>
                    <a:pt x="1193664" y="90029"/>
                  </a:lnTo>
                  <a:lnTo>
                    <a:pt x="1191491" y="86925"/>
                  </a:lnTo>
                  <a:lnTo>
                    <a:pt x="1188386" y="84752"/>
                  </a:lnTo>
                  <a:lnTo>
                    <a:pt x="1184351" y="82579"/>
                  </a:lnTo>
                  <a:lnTo>
                    <a:pt x="1181246" y="82579"/>
                  </a:lnTo>
                  <a:lnTo>
                    <a:pt x="1177210" y="86925"/>
                  </a:lnTo>
                  <a:lnTo>
                    <a:pt x="1166655" y="96238"/>
                  </a:lnTo>
                  <a:lnTo>
                    <a:pt x="1162619" y="108966"/>
                  </a:lnTo>
                  <a:lnTo>
                    <a:pt x="1162619" y="121695"/>
                  </a:lnTo>
                  <a:lnTo>
                    <a:pt x="1164793" y="134423"/>
                  </a:lnTo>
                  <a:lnTo>
                    <a:pt x="1164793" y="147151"/>
                  </a:lnTo>
                  <a:lnTo>
                    <a:pt x="1157652" y="163915"/>
                  </a:lnTo>
                  <a:lnTo>
                    <a:pt x="1148339" y="178506"/>
                  </a:lnTo>
                  <a:lnTo>
                    <a:pt x="1143061" y="176333"/>
                  </a:lnTo>
                  <a:lnTo>
                    <a:pt x="1139957" y="175402"/>
                  </a:lnTo>
                  <a:lnTo>
                    <a:pt x="1137784" y="173229"/>
                  </a:lnTo>
                  <a:lnTo>
                    <a:pt x="1135611" y="171056"/>
                  </a:lnTo>
                  <a:lnTo>
                    <a:pt x="1132506" y="167951"/>
                  </a:lnTo>
                  <a:lnTo>
                    <a:pt x="1134679" y="161742"/>
                  </a:lnTo>
                  <a:lnTo>
                    <a:pt x="1134679" y="153360"/>
                  </a:lnTo>
                  <a:lnTo>
                    <a:pt x="1135611" y="140632"/>
                  </a:lnTo>
                  <a:lnTo>
                    <a:pt x="1137784" y="126041"/>
                  </a:lnTo>
                  <a:lnTo>
                    <a:pt x="1137784" y="114244"/>
                  </a:lnTo>
                  <a:lnTo>
                    <a:pt x="1128470" y="118590"/>
                  </a:lnTo>
                  <a:lnTo>
                    <a:pt x="1123193" y="123868"/>
                  </a:lnTo>
                  <a:lnTo>
                    <a:pt x="1117915" y="129145"/>
                  </a:lnTo>
                  <a:lnTo>
                    <a:pt x="1112638" y="134423"/>
                  </a:lnTo>
                  <a:lnTo>
                    <a:pt x="1101151" y="134423"/>
                  </a:lnTo>
                  <a:lnTo>
                    <a:pt x="1098047" y="119832"/>
                  </a:lnTo>
                  <a:lnTo>
                    <a:pt x="1098047" y="103999"/>
                  </a:lnTo>
                  <a:lnTo>
                    <a:pt x="1071969" y="103999"/>
                  </a:lnTo>
                  <a:lnTo>
                    <a:pt x="1076005" y="96549"/>
                  </a:lnTo>
                  <a:lnTo>
                    <a:pt x="1076936" y="90340"/>
                  </a:lnTo>
                  <a:lnTo>
                    <a:pt x="1079110" y="85062"/>
                  </a:lnTo>
                  <a:lnTo>
                    <a:pt x="1083145" y="81958"/>
                  </a:lnTo>
                  <a:lnTo>
                    <a:pt x="1088423" y="77611"/>
                  </a:lnTo>
                  <a:lnTo>
                    <a:pt x="1088423" y="70161"/>
                  </a:lnTo>
                  <a:lnTo>
                    <a:pt x="1088423" y="62710"/>
                  </a:lnTo>
                  <a:lnTo>
                    <a:pt x="1086250" y="59606"/>
                  </a:lnTo>
                  <a:lnTo>
                    <a:pt x="1083145" y="55259"/>
                  </a:lnTo>
                  <a:lnTo>
                    <a:pt x="1079110" y="52155"/>
                  </a:lnTo>
                  <a:lnTo>
                    <a:pt x="1071969" y="49982"/>
                  </a:lnTo>
                  <a:lnTo>
                    <a:pt x="1074142" y="42531"/>
                  </a:lnTo>
                  <a:lnTo>
                    <a:pt x="1076316" y="39427"/>
                  </a:lnTo>
                  <a:lnTo>
                    <a:pt x="1077247" y="35080"/>
                  </a:lnTo>
                  <a:lnTo>
                    <a:pt x="1079420" y="29803"/>
                  </a:lnTo>
                  <a:lnTo>
                    <a:pt x="1081593" y="25457"/>
                  </a:lnTo>
                  <a:lnTo>
                    <a:pt x="1079420" y="22352"/>
                  </a:lnTo>
                  <a:lnTo>
                    <a:pt x="1076316" y="18006"/>
                  </a:lnTo>
                  <a:lnTo>
                    <a:pt x="1074142" y="17075"/>
                  </a:lnTo>
                  <a:lnTo>
                    <a:pt x="1071969" y="14901"/>
                  </a:lnTo>
                  <a:lnTo>
                    <a:pt x="1069796" y="12728"/>
                  </a:lnTo>
                  <a:lnTo>
                    <a:pt x="1069796" y="7451"/>
                  </a:lnTo>
                  <a:lnTo>
                    <a:pt x="1068865" y="0"/>
                  </a:lnTo>
                  <a:lnTo>
                    <a:pt x="1057378" y="2173"/>
                  </a:lnTo>
                  <a:lnTo>
                    <a:pt x="1046823" y="5278"/>
                  </a:lnTo>
                  <a:lnTo>
                    <a:pt x="1037510" y="9624"/>
                  </a:lnTo>
                  <a:lnTo>
                    <a:pt x="1025092" y="29492"/>
                  </a:lnTo>
                  <a:lnTo>
                    <a:pt x="1021056" y="47498"/>
                  </a:lnTo>
                  <a:lnTo>
                    <a:pt x="1023229" y="66435"/>
                  </a:lnTo>
                  <a:lnTo>
                    <a:pt x="1032543" y="82268"/>
                  </a:lnTo>
                  <a:lnTo>
                    <a:pt x="1044960" y="96859"/>
                  </a:lnTo>
                  <a:lnTo>
                    <a:pt x="1047134" y="104310"/>
                  </a:lnTo>
                  <a:lnTo>
                    <a:pt x="1044960" y="118901"/>
                  </a:lnTo>
                  <a:lnTo>
                    <a:pt x="1044960" y="135665"/>
                  </a:lnTo>
                  <a:lnTo>
                    <a:pt x="1044960" y="150256"/>
                  </a:lnTo>
                  <a:lnTo>
                    <a:pt x="1032543" y="150256"/>
                  </a:lnTo>
                  <a:lnTo>
                    <a:pt x="1032543" y="153360"/>
                  </a:lnTo>
                  <a:lnTo>
                    <a:pt x="1030369" y="159569"/>
                  </a:lnTo>
                  <a:lnTo>
                    <a:pt x="1030369" y="162674"/>
                  </a:lnTo>
                  <a:lnTo>
                    <a:pt x="1028196" y="170124"/>
                  </a:lnTo>
                  <a:lnTo>
                    <a:pt x="1019814" y="153360"/>
                  </a:lnTo>
                  <a:lnTo>
                    <a:pt x="1012674" y="137528"/>
                  </a:lnTo>
                  <a:lnTo>
                    <a:pt x="988770" y="137528"/>
                  </a:lnTo>
                  <a:lnTo>
                    <a:pt x="988770" y="150256"/>
                  </a:lnTo>
                  <a:lnTo>
                    <a:pt x="986597" y="152429"/>
                  </a:lnTo>
                  <a:lnTo>
                    <a:pt x="984424" y="153360"/>
                  </a:lnTo>
                  <a:lnTo>
                    <a:pt x="983492" y="155533"/>
                  </a:lnTo>
                  <a:lnTo>
                    <a:pt x="981319" y="157706"/>
                  </a:lnTo>
                  <a:lnTo>
                    <a:pt x="962692" y="157706"/>
                  </a:lnTo>
                  <a:lnTo>
                    <a:pt x="950275" y="155533"/>
                  </a:lnTo>
                  <a:lnTo>
                    <a:pt x="937857" y="153360"/>
                  </a:lnTo>
                  <a:lnTo>
                    <a:pt x="925439" y="150256"/>
                  </a:lnTo>
                  <a:lnTo>
                    <a:pt x="905570" y="150256"/>
                  </a:lnTo>
                  <a:lnTo>
                    <a:pt x="901535" y="142805"/>
                  </a:lnTo>
                  <a:lnTo>
                    <a:pt x="898430" y="139701"/>
                  </a:lnTo>
                  <a:lnTo>
                    <a:pt x="894394" y="133492"/>
                  </a:lnTo>
                  <a:lnTo>
                    <a:pt x="889117" y="130387"/>
                  </a:lnTo>
                  <a:lnTo>
                    <a:pt x="889117" y="117659"/>
                  </a:lnTo>
                  <a:lnTo>
                    <a:pt x="842239" y="122937"/>
                  </a:lnTo>
                  <a:lnTo>
                    <a:pt x="842239" y="126041"/>
                  </a:lnTo>
                  <a:lnTo>
                    <a:pt x="838204" y="126041"/>
                  </a:lnTo>
                  <a:lnTo>
                    <a:pt x="838204" y="132250"/>
                  </a:lnTo>
                  <a:lnTo>
                    <a:pt x="840377" y="135354"/>
                  </a:lnTo>
                  <a:lnTo>
                    <a:pt x="842550" y="139701"/>
                  </a:lnTo>
                  <a:lnTo>
                    <a:pt x="843481" y="140632"/>
                  </a:lnTo>
                  <a:lnTo>
                    <a:pt x="845654" y="145910"/>
                  </a:lnTo>
                  <a:lnTo>
                    <a:pt x="877941" y="145910"/>
                  </a:lnTo>
                  <a:lnTo>
                    <a:pt x="877941" y="150256"/>
                  </a:lnTo>
                  <a:lnTo>
                    <a:pt x="870800" y="152429"/>
                  </a:lnTo>
                  <a:lnTo>
                    <a:pt x="865523" y="153360"/>
                  </a:lnTo>
                  <a:lnTo>
                    <a:pt x="858383" y="153360"/>
                  </a:lnTo>
                  <a:lnTo>
                    <a:pt x="849069" y="153360"/>
                  </a:lnTo>
                  <a:lnTo>
                    <a:pt x="849069" y="189993"/>
                  </a:lnTo>
                  <a:lnTo>
                    <a:pt x="840687" y="179438"/>
                  </a:lnTo>
                  <a:lnTo>
                    <a:pt x="831374" y="167951"/>
                  </a:lnTo>
                  <a:lnTo>
                    <a:pt x="822060" y="157396"/>
                  </a:lnTo>
                  <a:lnTo>
                    <a:pt x="813678" y="155223"/>
                  </a:lnTo>
                  <a:lnTo>
                    <a:pt x="799087" y="155223"/>
                  </a:lnTo>
                  <a:lnTo>
                    <a:pt x="782323" y="155223"/>
                  </a:lnTo>
                  <a:lnTo>
                    <a:pt x="765559" y="153050"/>
                  </a:lnTo>
                  <a:lnTo>
                    <a:pt x="753141" y="153050"/>
                  </a:lnTo>
                  <a:lnTo>
                    <a:pt x="755315" y="149945"/>
                  </a:lnTo>
                  <a:lnTo>
                    <a:pt x="756246" y="147772"/>
                  </a:lnTo>
                  <a:lnTo>
                    <a:pt x="756246" y="145599"/>
                  </a:lnTo>
                  <a:lnTo>
                    <a:pt x="758419" y="144668"/>
                  </a:lnTo>
                  <a:lnTo>
                    <a:pt x="762455" y="142495"/>
                  </a:lnTo>
                  <a:lnTo>
                    <a:pt x="765559" y="140321"/>
                  </a:lnTo>
                  <a:lnTo>
                    <a:pt x="763386" y="137217"/>
                  </a:lnTo>
                  <a:lnTo>
                    <a:pt x="760282" y="129766"/>
                  </a:lnTo>
                  <a:lnTo>
                    <a:pt x="756246" y="124489"/>
                  </a:lnTo>
                  <a:lnTo>
                    <a:pt x="753141" y="120143"/>
                  </a:lnTo>
                  <a:lnTo>
                    <a:pt x="749106" y="117038"/>
                  </a:lnTo>
                  <a:lnTo>
                    <a:pt x="746001" y="117038"/>
                  </a:lnTo>
                  <a:lnTo>
                    <a:pt x="742897" y="117969"/>
                  </a:lnTo>
                  <a:lnTo>
                    <a:pt x="736688" y="120143"/>
                  </a:lnTo>
                  <a:lnTo>
                    <a:pt x="733583" y="122316"/>
                  </a:lnTo>
                  <a:lnTo>
                    <a:pt x="728306" y="122316"/>
                  </a:lnTo>
                  <a:lnTo>
                    <a:pt x="722097" y="122316"/>
                  </a:lnTo>
                  <a:lnTo>
                    <a:pt x="706575" y="110829"/>
                  </a:lnTo>
                  <a:lnTo>
                    <a:pt x="689811" y="98101"/>
                  </a:lnTo>
                  <a:lnTo>
                    <a:pt x="673046" y="85373"/>
                  </a:lnTo>
                  <a:lnTo>
                    <a:pt x="653178" y="80095"/>
                  </a:lnTo>
                  <a:lnTo>
                    <a:pt x="649142" y="81026"/>
                  </a:lnTo>
                  <a:lnTo>
                    <a:pt x="643865" y="83199"/>
                  </a:lnTo>
                  <a:lnTo>
                    <a:pt x="640760" y="87546"/>
                  </a:lnTo>
                  <a:lnTo>
                    <a:pt x="635482" y="90650"/>
                  </a:lnTo>
                  <a:lnTo>
                    <a:pt x="629274" y="92823"/>
                  </a:lnTo>
                  <a:lnTo>
                    <a:pt x="628342" y="88477"/>
                  </a:lnTo>
                  <a:lnTo>
                    <a:pt x="626169" y="85373"/>
                  </a:lnTo>
                  <a:lnTo>
                    <a:pt x="622133" y="80095"/>
                  </a:lnTo>
                  <a:lnTo>
                    <a:pt x="621202" y="80095"/>
                  </a:lnTo>
                  <a:lnTo>
                    <a:pt x="617166" y="80095"/>
                  </a:lnTo>
                  <a:lnTo>
                    <a:pt x="614993" y="81026"/>
                  </a:lnTo>
                  <a:lnTo>
                    <a:pt x="611889" y="83199"/>
                  </a:lnTo>
                  <a:lnTo>
                    <a:pt x="609715" y="85373"/>
                  </a:lnTo>
                  <a:lnTo>
                    <a:pt x="606611" y="88477"/>
                  </a:lnTo>
                  <a:lnTo>
                    <a:pt x="592951" y="85373"/>
                  </a:lnTo>
                  <a:lnTo>
                    <a:pt x="584569" y="77922"/>
                  </a:lnTo>
                  <a:lnTo>
                    <a:pt x="578360" y="68609"/>
                  </a:lnTo>
                  <a:lnTo>
                    <a:pt x="573083" y="55880"/>
                  </a:lnTo>
                  <a:lnTo>
                    <a:pt x="569978" y="58985"/>
                  </a:lnTo>
                  <a:lnTo>
                    <a:pt x="565943" y="65194"/>
                  </a:lnTo>
                  <a:lnTo>
                    <a:pt x="563770" y="70471"/>
                  </a:lnTo>
                  <a:lnTo>
                    <a:pt x="562838" y="75749"/>
                  </a:lnTo>
                  <a:lnTo>
                    <a:pt x="546074" y="77922"/>
                  </a:lnTo>
                  <a:lnTo>
                    <a:pt x="533656" y="77922"/>
                  </a:lnTo>
                  <a:lnTo>
                    <a:pt x="521238" y="80095"/>
                  </a:lnTo>
                  <a:lnTo>
                    <a:pt x="511925" y="85373"/>
                  </a:lnTo>
                  <a:lnTo>
                    <a:pt x="502612" y="95928"/>
                  </a:lnTo>
                  <a:lnTo>
                    <a:pt x="482743" y="92823"/>
                  </a:lnTo>
                  <a:lnTo>
                    <a:pt x="482743" y="85373"/>
                  </a:lnTo>
                  <a:lnTo>
                    <a:pt x="504474" y="76059"/>
                  </a:lnTo>
                  <a:lnTo>
                    <a:pt x="524343" y="63331"/>
                  </a:lnTo>
                  <a:lnTo>
                    <a:pt x="542970" y="48740"/>
                  </a:lnTo>
                  <a:lnTo>
                    <a:pt x="549179" y="48740"/>
                  </a:lnTo>
                  <a:lnTo>
                    <a:pt x="546074" y="46567"/>
                  </a:lnTo>
                  <a:lnTo>
                    <a:pt x="542970" y="44394"/>
                  </a:lnTo>
                  <a:lnTo>
                    <a:pt x="536761" y="43462"/>
                  </a:lnTo>
                  <a:lnTo>
                    <a:pt x="533656" y="41289"/>
                  </a:lnTo>
                  <a:lnTo>
                    <a:pt x="516892" y="44394"/>
                  </a:lnTo>
                  <a:lnTo>
                    <a:pt x="504474" y="50603"/>
                  </a:lnTo>
                  <a:lnTo>
                    <a:pt x="492988" y="58985"/>
                  </a:lnTo>
                  <a:lnTo>
                    <a:pt x="482433" y="66435"/>
                  </a:lnTo>
                  <a:lnTo>
                    <a:pt x="470015" y="73886"/>
                  </a:lnTo>
                  <a:lnTo>
                    <a:pt x="455424" y="78232"/>
                  </a:lnTo>
                  <a:lnTo>
                    <a:pt x="433693" y="80405"/>
                  </a:lnTo>
                  <a:lnTo>
                    <a:pt x="436797" y="88788"/>
                  </a:lnTo>
                  <a:lnTo>
                    <a:pt x="443006" y="96238"/>
                  </a:lnTo>
                  <a:lnTo>
                    <a:pt x="448284" y="103689"/>
                  </a:lnTo>
                  <a:lnTo>
                    <a:pt x="453561" y="109898"/>
                  </a:lnTo>
                  <a:lnTo>
                    <a:pt x="453561" y="117349"/>
                  </a:lnTo>
                  <a:lnTo>
                    <a:pt x="429657" y="113002"/>
                  </a:lnTo>
                  <a:lnTo>
                    <a:pt x="409788" y="102447"/>
                  </a:lnTo>
                  <a:lnTo>
                    <a:pt x="392093" y="90961"/>
                  </a:lnTo>
                  <a:lnTo>
                    <a:pt x="373466" y="78232"/>
                  </a:lnTo>
                  <a:lnTo>
                    <a:pt x="353598" y="68919"/>
                  </a:lnTo>
                  <a:lnTo>
                    <a:pt x="322243" y="73265"/>
                  </a:lnTo>
                  <a:lnTo>
                    <a:pt x="307652" y="68919"/>
                  </a:lnTo>
                  <a:lnTo>
                    <a:pt x="293061" y="61468"/>
                  </a:lnTo>
                  <a:lnTo>
                    <a:pt x="277539" y="56191"/>
                  </a:lnTo>
                  <a:lnTo>
                    <a:pt x="266052" y="51844"/>
                  </a:lnTo>
                  <a:lnTo>
                    <a:pt x="262948" y="51844"/>
                  </a:lnTo>
                  <a:lnTo>
                    <a:pt x="256739" y="54018"/>
                  </a:lnTo>
                  <a:lnTo>
                    <a:pt x="253634" y="56191"/>
                  </a:lnTo>
                  <a:lnTo>
                    <a:pt x="249598" y="56191"/>
                  </a:lnTo>
                  <a:lnTo>
                    <a:pt x="244321" y="58364"/>
                  </a:lnTo>
                  <a:lnTo>
                    <a:pt x="239043" y="56191"/>
                  </a:lnTo>
                  <a:lnTo>
                    <a:pt x="233766" y="54018"/>
                  </a:lnTo>
                  <a:lnTo>
                    <a:pt x="229730" y="50913"/>
                  </a:lnTo>
                  <a:lnTo>
                    <a:pt x="226625" y="46567"/>
                  </a:lnTo>
                  <a:lnTo>
                    <a:pt x="221348" y="41289"/>
                  </a:lnTo>
                  <a:lnTo>
                    <a:pt x="217312" y="38185"/>
                  </a:lnTo>
                  <a:lnTo>
                    <a:pt x="214208" y="36012"/>
                  </a:lnTo>
                  <a:lnTo>
                    <a:pt x="210172" y="36012"/>
                  </a:lnTo>
                  <a:lnTo>
                    <a:pt x="207067" y="36012"/>
                  </a:lnTo>
                  <a:lnTo>
                    <a:pt x="203032" y="38185"/>
                  </a:lnTo>
                  <a:lnTo>
                    <a:pt x="199927" y="39116"/>
                  </a:lnTo>
                  <a:lnTo>
                    <a:pt x="195891" y="39116"/>
                  </a:lnTo>
                  <a:lnTo>
                    <a:pt x="190614" y="39116"/>
                  </a:lnTo>
                  <a:lnTo>
                    <a:pt x="186578" y="36012"/>
                  </a:lnTo>
                  <a:lnTo>
                    <a:pt x="183473" y="31665"/>
                  </a:lnTo>
                  <a:lnTo>
                    <a:pt x="181300" y="30734"/>
                  </a:lnTo>
                  <a:lnTo>
                    <a:pt x="181300" y="26388"/>
                  </a:lnTo>
                  <a:lnTo>
                    <a:pt x="179127" y="24215"/>
                  </a:lnTo>
                  <a:lnTo>
                    <a:pt x="179127" y="21110"/>
                  </a:lnTo>
                  <a:lnTo>
                    <a:pt x="176023" y="18937"/>
                  </a:lnTo>
                  <a:lnTo>
                    <a:pt x="170745" y="15833"/>
                  </a:lnTo>
                  <a:lnTo>
                    <a:pt x="153981" y="26388"/>
                  </a:lnTo>
                  <a:lnTo>
                    <a:pt x="137217" y="33839"/>
                  </a:lnTo>
                  <a:lnTo>
                    <a:pt x="117348" y="39116"/>
                  </a:lnTo>
                  <a:lnTo>
                    <a:pt x="99653" y="48430"/>
                  </a:lnTo>
                  <a:lnTo>
                    <a:pt x="85993" y="58985"/>
                  </a:lnTo>
                  <a:lnTo>
                    <a:pt x="82889" y="70471"/>
                  </a:lnTo>
                  <a:lnTo>
                    <a:pt x="78853" y="83199"/>
                  </a:lnTo>
                  <a:lnTo>
                    <a:pt x="73576" y="95928"/>
                  </a:lnTo>
                  <a:lnTo>
                    <a:pt x="56812" y="105241"/>
                  </a:lnTo>
                  <a:lnTo>
                    <a:pt x="36012" y="107414"/>
                  </a:lnTo>
                  <a:lnTo>
                    <a:pt x="14281" y="105241"/>
                  </a:lnTo>
                  <a:lnTo>
                    <a:pt x="12107" y="110519"/>
                  </a:lnTo>
                  <a:lnTo>
                    <a:pt x="9934" y="116728"/>
                  </a:lnTo>
                  <a:lnTo>
                    <a:pt x="6830" y="122005"/>
                  </a:lnTo>
                  <a:lnTo>
                    <a:pt x="15212" y="138769"/>
                  </a:lnTo>
                  <a:lnTo>
                    <a:pt x="29803" y="149324"/>
                  </a:lnTo>
                  <a:lnTo>
                    <a:pt x="46567" y="159880"/>
                  </a:lnTo>
                  <a:lnTo>
                    <a:pt x="61158" y="171366"/>
                  </a:lnTo>
                  <a:lnTo>
                    <a:pt x="73576" y="185957"/>
                  </a:lnTo>
                  <a:lnTo>
                    <a:pt x="77611" y="191235"/>
                  </a:lnTo>
                  <a:lnTo>
                    <a:pt x="78543" y="196512"/>
                  </a:lnTo>
                  <a:lnTo>
                    <a:pt x="80716" y="202721"/>
                  </a:lnTo>
                  <a:lnTo>
                    <a:pt x="82889" y="207999"/>
                  </a:lnTo>
                  <a:lnTo>
                    <a:pt x="85993" y="213276"/>
                  </a:lnTo>
                  <a:lnTo>
                    <a:pt x="85993" y="220727"/>
                  </a:lnTo>
                  <a:lnTo>
                    <a:pt x="73576" y="226005"/>
                  </a:lnTo>
                  <a:lnTo>
                    <a:pt x="70471" y="220727"/>
                  </a:lnTo>
                  <a:lnTo>
                    <a:pt x="64262" y="215449"/>
                  </a:lnTo>
                  <a:lnTo>
                    <a:pt x="58985" y="211103"/>
                  </a:lnTo>
                  <a:lnTo>
                    <a:pt x="53707" y="205826"/>
                  </a:lnTo>
                  <a:lnTo>
                    <a:pt x="49671" y="205826"/>
                  </a:lnTo>
                  <a:lnTo>
                    <a:pt x="48740" y="205826"/>
                  </a:lnTo>
                  <a:lnTo>
                    <a:pt x="46567" y="207999"/>
                  </a:lnTo>
                  <a:lnTo>
                    <a:pt x="44394" y="207999"/>
                  </a:lnTo>
                  <a:lnTo>
                    <a:pt x="43462" y="210172"/>
                  </a:lnTo>
                  <a:lnTo>
                    <a:pt x="26698" y="210172"/>
                  </a:lnTo>
                  <a:lnTo>
                    <a:pt x="28871" y="213276"/>
                  </a:lnTo>
                  <a:lnTo>
                    <a:pt x="28871" y="215449"/>
                  </a:lnTo>
                  <a:lnTo>
                    <a:pt x="29803" y="217623"/>
                  </a:lnTo>
                  <a:lnTo>
                    <a:pt x="26698" y="220727"/>
                  </a:lnTo>
                  <a:lnTo>
                    <a:pt x="22663" y="225073"/>
                  </a:lnTo>
                  <a:lnTo>
                    <a:pt x="19558" y="225073"/>
                  </a:lnTo>
                  <a:lnTo>
                    <a:pt x="15522" y="226005"/>
                  </a:lnTo>
                  <a:lnTo>
                    <a:pt x="10245" y="228178"/>
                  </a:lnTo>
                  <a:lnTo>
                    <a:pt x="7140" y="230351"/>
                  </a:lnTo>
                  <a:lnTo>
                    <a:pt x="0" y="230351"/>
                  </a:lnTo>
                  <a:lnTo>
                    <a:pt x="3104" y="257670"/>
                  </a:lnTo>
                  <a:lnTo>
                    <a:pt x="17695" y="265121"/>
                  </a:lnTo>
                  <a:lnTo>
                    <a:pt x="36322" y="268225"/>
                  </a:lnTo>
                  <a:lnTo>
                    <a:pt x="51844" y="274434"/>
                  </a:lnTo>
                  <a:lnTo>
                    <a:pt x="63331" y="277539"/>
                  </a:lnTo>
                  <a:lnTo>
                    <a:pt x="68609" y="277539"/>
                  </a:lnTo>
                  <a:lnTo>
                    <a:pt x="71713" y="275365"/>
                  </a:lnTo>
                  <a:lnTo>
                    <a:pt x="75749" y="274434"/>
                  </a:lnTo>
                  <a:lnTo>
                    <a:pt x="77922" y="272261"/>
                  </a:lnTo>
                  <a:lnTo>
                    <a:pt x="78853" y="270088"/>
                  </a:lnTo>
                  <a:lnTo>
                    <a:pt x="82889" y="266983"/>
                  </a:lnTo>
                  <a:lnTo>
                    <a:pt x="97790" y="266983"/>
                  </a:lnTo>
                  <a:lnTo>
                    <a:pt x="95617" y="267915"/>
                  </a:lnTo>
                  <a:lnTo>
                    <a:pt x="95617" y="270088"/>
                  </a:lnTo>
                  <a:lnTo>
                    <a:pt x="95617" y="272261"/>
                  </a:lnTo>
                  <a:lnTo>
                    <a:pt x="93444" y="272261"/>
                  </a:lnTo>
                  <a:lnTo>
                    <a:pt x="91271" y="274434"/>
                  </a:lnTo>
                  <a:lnTo>
                    <a:pt x="91271" y="292440"/>
                  </a:lnTo>
                  <a:lnTo>
                    <a:pt x="85993" y="303926"/>
                  </a:lnTo>
                  <a:lnTo>
                    <a:pt x="78853" y="311377"/>
                  </a:lnTo>
                  <a:lnTo>
                    <a:pt x="68298" y="316655"/>
                  </a:lnTo>
                  <a:lnTo>
                    <a:pt x="56812" y="319759"/>
                  </a:lnTo>
                  <a:lnTo>
                    <a:pt x="44394" y="327210"/>
                  </a:lnTo>
                  <a:lnTo>
                    <a:pt x="37253" y="336523"/>
                  </a:lnTo>
                  <a:lnTo>
                    <a:pt x="31976" y="347078"/>
                  </a:lnTo>
                  <a:lnTo>
                    <a:pt x="26698" y="360738"/>
                  </a:lnTo>
                  <a:lnTo>
                    <a:pt x="20489" y="371293"/>
                  </a:lnTo>
                  <a:lnTo>
                    <a:pt x="31976" y="391162"/>
                  </a:lnTo>
                  <a:lnTo>
                    <a:pt x="46567" y="410099"/>
                  </a:lnTo>
                  <a:lnTo>
                    <a:pt x="64262" y="422827"/>
                  </a:lnTo>
                  <a:lnTo>
                    <a:pt x="66435" y="425000"/>
                  </a:lnTo>
                  <a:lnTo>
                    <a:pt x="69540" y="425000"/>
                  </a:lnTo>
                  <a:lnTo>
                    <a:pt x="71713" y="425000"/>
                  </a:lnTo>
                  <a:lnTo>
                    <a:pt x="73886" y="422827"/>
                  </a:lnTo>
                  <a:lnTo>
                    <a:pt x="76991" y="419723"/>
                  </a:lnTo>
                  <a:lnTo>
                    <a:pt x="81026" y="430278"/>
                  </a:lnTo>
                  <a:lnTo>
                    <a:pt x="86304" y="444869"/>
                  </a:lnTo>
                  <a:lnTo>
                    <a:pt x="88477" y="455424"/>
                  </a:lnTo>
                  <a:lnTo>
                    <a:pt x="93755" y="455424"/>
                  </a:lnTo>
                  <a:lnTo>
                    <a:pt x="97790" y="455734"/>
                  </a:lnTo>
                  <a:lnTo>
                    <a:pt x="98722" y="455734"/>
                  </a:lnTo>
                  <a:lnTo>
                    <a:pt x="100895" y="453561"/>
                  </a:lnTo>
                  <a:lnTo>
                    <a:pt x="103068" y="451388"/>
                  </a:lnTo>
                  <a:lnTo>
                    <a:pt x="105241" y="449215"/>
                  </a:lnTo>
                  <a:lnTo>
                    <a:pt x="108346" y="451388"/>
                  </a:lnTo>
                  <a:lnTo>
                    <a:pt x="110208" y="451388"/>
                  </a:lnTo>
                  <a:lnTo>
                    <a:pt x="112381" y="453561"/>
                  </a:lnTo>
                  <a:lnTo>
                    <a:pt x="112381" y="456666"/>
                  </a:lnTo>
                  <a:lnTo>
                    <a:pt x="112381" y="461012"/>
                  </a:lnTo>
                  <a:lnTo>
                    <a:pt x="124799" y="456666"/>
                  </a:lnTo>
                  <a:lnTo>
                    <a:pt x="134113" y="453561"/>
                  </a:lnTo>
                  <a:lnTo>
                    <a:pt x="147772" y="449215"/>
                  </a:lnTo>
                  <a:lnTo>
                    <a:pt x="144668" y="471257"/>
                  </a:lnTo>
                  <a:lnTo>
                    <a:pt x="135354" y="488021"/>
                  </a:lnTo>
                  <a:lnTo>
                    <a:pt x="122937" y="502612"/>
                  </a:lnTo>
                  <a:lnTo>
                    <a:pt x="106172" y="515340"/>
                  </a:lnTo>
                  <a:lnTo>
                    <a:pt x="88477" y="527137"/>
                  </a:lnTo>
                  <a:lnTo>
                    <a:pt x="69850" y="537692"/>
                  </a:lnTo>
                  <a:lnTo>
                    <a:pt x="54328" y="549179"/>
                  </a:lnTo>
                  <a:lnTo>
                    <a:pt x="41910" y="561907"/>
                  </a:lnTo>
                  <a:lnTo>
                    <a:pt x="37874" y="561907"/>
                  </a:lnTo>
                  <a:lnTo>
                    <a:pt x="37874" y="565011"/>
                  </a:lnTo>
                  <a:lnTo>
                    <a:pt x="48430" y="561907"/>
                  </a:lnTo>
                  <a:lnTo>
                    <a:pt x="65194" y="554456"/>
                  </a:lnTo>
                  <a:lnTo>
                    <a:pt x="86925" y="543901"/>
                  </a:lnTo>
                  <a:lnTo>
                    <a:pt x="108656" y="530241"/>
                  </a:lnTo>
                  <a:lnTo>
                    <a:pt x="130387" y="515650"/>
                  </a:lnTo>
                  <a:lnTo>
                    <a:pt x="152118" y="502922"/>
                  </a:lnTo>
                  <a:lnTo>
                    <a:pt x="169814" y="492367"/>
                  </a:lnTo>
                  <a:lnTo>
                    <a:pt x="184405" y="480881"/>
                  </a:lnTo>
                  <a:lnTo>
                    <a:pt x="191545" y="473430"/>
                  </a:lnTo>
                  <a:lnTo>
                    <a:pt x="203032" y="456666"/>
                  </a:lnTo>
                  <a:lnTo>
                    <a:pt x="210172" y="438660"/>
                  </a:lnTo>
                  <a:lnTo>
                    <a:pt x="215449" y="421896"/>
                  </a:lnTo>
                  <a:lnTo>
                    <a:pt x="222590" y="406063"/>
                  </a:lnTo>
                  <a:lnTo>
                    <a:pt x="234076" y="391472"/>
                  </a:lnTo>
                  <a:lnTo>
                    <a:pt x="247736" y="379986"/>
                  </a:lnTo>
                  <a:lnTo>
                    <a:pt x="247736" y="376881"/>
                  </a:lnTo>
                  <a:lnTo>
                    <a:pt x="257049" y="376881"/>
                  </a:lnTo>
                  <a:lnTo>
                    <a:pt x="247736" y="392714"/>
                  </a:lnTo>
                  <a:lnTo>
                    <a:pt x="237181" y="407305"/>
                  </a:lnTo>
                  <a:lnTo>
                    <a:pt x="230040" y="424069"/>
                  </a:lnTo>
                  <a:lnTo>
                    <a:pt x="224763" y="440833"/>
                  </a:lnTo>
                  <a:lnTo>
                    <a:pt x="246494" y="435555"/>
                  </a:lnTo>
                  <a:lnTo>
                    <a:pt x="262016" y="426242"/>
                  </a:lnTo>
                  <a:lnTo>
                    <a:pt x="280643" y="416929"/>
                  </a:lnTo>
                  <a:lnTo>
                    <a:pt x="280643" y="392714"/>
                  </a:lnTo>
                  <a:lnTo>
                    <a:pt x="297407" y="394887"/>
                  </a:lnTo>
                  <a:lnTo>
                    <a:pt x="307962" y="400165"/>
                  </a:lnTo>
                  <a:lnTo>
                    <a:pt x="317276" y="407615"/>
                  </a:lnTo>
                  <a:lnTo>
                    <a:pt x="327831" y="413824"/>
                  </a:lnTo>
                  <a:lnTo>
                    <a:pt x="361048" y="413824"/>
                  </a:lnTo>
                  <a:lnTo>
                    <a:pt x="376571" y="422206"/>
                  </a:lnTo>
                  <a:lnTo>
                    <a:pt x="393335" y="436797"/>
                  </a:lnTo>
                  <a:lnTo>
                    <a:pt x="407926" y="449526"/>
                  </a:lnTo>
                  <a:lnTo>
                    <a:pt x="427794" y="458839"/>
                  </a:lnTo>
                  <a:lnTo>
                    <a:pt x="451699" y="464117"/>
                  </a:lnTo>
                  <a:lnTo>
                    <a:pt x="471567" y="473430"/>
                  </a:lnTo>
                  <a:lnTo>
                    <a:pt x="486158" y="486158"/>
                  </a:lnTo>
                  <a:lnTo>
                    <a:pt x="498576" y="502922"/>
                  </a:lnTo>
                  <a:lnTo>
                    <a:pt x="507889" y="519686"/>
                  </a:lnTo>
                  <a:lnTo>
                    <a:pt x="519376" y="536450"/>
                  </a:lnTo>
                  <a:lnTo>
                    <a:pt x="531794" y="550110"/>
                  </a:lnTo>
                  <a:lnTo>
                    <a:pt x="527758" y="574325"/>
                  </a:lnTo>
                  <a:lnTo>
                    <a:pt x="539244" y="579602"/>
                  </a:lnTo>
                  <a:lnTo>
                    <a:pt x="546385" y="588916"/>
                  </a:lnTo>
                  <a:lnTo>
                    <a:pt x="551662" y="600402"/>
                  </a:lnTo>
                  <a:lnTo>
                    <a:pt x="554767" y="613131"/>
                  </a:lnTo>
                  <a:lnTo>
                    <a:pt x="560976" y="625859"/>
                  </a:lnTo>
                  <a:lnTo>
                    <a:pt x="568116" y="637345"/>
                  </a:lnTo>
                  <a:lnTo>
                    <a:pt x="576498" y="645727"/>
                  </a:lnTo>
                  <a:lnTo>
                    <a:pt x="591089" y="651005"/>
                  </a:lnTo>
                  <a:lnTo>
                    <a:pt x="587984" y="653178"/>
                  </a:lnTo>
                  <a:lnTo>
                    <a:pt x="583949" y="653178"/>
                  </a:lnTo>
                  <a:lnTo>
                    <a:pt x="580844" y="653178"/>
                  </a:lnTo>
                  <a:lnTo>
                    <a:pt x="576808" y="651005"/>
                  </a:lnTo>
                  <a:lnTo>
                    <a:pt x="568426" y="651005"/>
                  </a:lnTo>
                  <a:lnTo>
                    <a:pt x="576808" y="669942"/>
                  </a:lnTo>
                  <a:lnTo>
                    <a:pt x="588295" y="686706"/>
                  </a:lnTo>
                  <a:lnTo>
                    <a:pt x="600713" y="702539"/>
                  </a:lnTo>
                  <a:lnTo>
                    <a:pt x="604748" y="704712"/>
                  </a:lnTo>
                  <a:lnTo>
                    <a:pt x="605680" y="704712"/>
                  </a:lnTo>
                  <a:lnTo>
                    <a:pt x="605680" y="706885"/>
                  </a:lnTo>
                  <a:lnTo>
                    <a:pt x="607853" y="706885"/>
                  </a:lnTo>
                  <a:lnTo>
                    <a:pt x="613130" y="706885"/>
                  </a:lnTo>
                  <a:lnTo>
                    <a:pt x="619339" y="706885"/>
                  </a:lnTo>
                  <a:lnTo>
                    <a:pt x="620271" y="704712"/>
                  </a:lnTo>
                  <a:lnTo>
                    <a:pt x="624306" y="702539"/>
                  </a:lnTo>
                  <a:lnTo>
                    <a:pt x="626480" y="701608"/>
                  </a:lnTo>
                  <a:lnTo>
                    <a:pt x="626480" y="699434"/>
                  </a:lnTo>
                  <a:lnTo>
                    <a:pt x="627411" y="699434"/>
                  </a:lnTo>
                  <a:lnTo>
                    <a:pt x="627411" y="695088"/>
                  </a:lnTo>
                  <a:lnTo>
                    <a:pt x="622133" y="687638"/>
                  </a:lnTo>
                  <a:lnTo>
                    <a:pt x="614993" y="682360"/>
                  </a:lnTo>
                  <a:lnTo>
                    <a:pt x="607853" y="677082"/>
                  </a:lnTo>
                  <a:lnTo>
                    <a:pt x="600713" y="671805"/>
                  </a:lnTo>
                  <a:lnTo>
                    <a:pt x="600713" y="662491"/>
                  </a:lnTo>
                  <a:lnTo>
                    <a:pt x="617477" y="673047"/>
                  </a:lnTo>
                  <a:lnTo>
                    <a:pt x="632068" y="687638"/>
                  </a:lnTo>
                  <a:lnTo>
                    <a:pt x="644485" y="702228"/>
                  </a:lnTo>
                  <a:lnTo>
                    <a:pt x="644485" y="723339"/>
                  </a:lnTo>
                  <a:lnTo>
                    <a:pt x="642312" y="718992"/>
                  </a:lnTo>
                  <a:lnTo>
                    <a:pt x="639208" y="715888"/>
                  </a:lnTo>
                  <a:lnTo>
                    <a:pt x="637035" y="711542"/>
                  </a:lnTo>
                  <a:lnTo>
                    <a:pt x="633930" y="709369"/>
                  </a:lnTo>
                  <a:lnTo>
                    <a:pt x="629894" y="709369"/>
                  </a:lnTo>
                  <a:lnTo>
                    <a:pt x="626790" y="709369"/>
                  </a:lnTo>
                  <a:lnTo>
                    <a:pt x="622754" y="709369"/>
                  </a:lnTo>
                  <a:lnTo>
                    <a:pt x="617477" y="711542"/>
                  </a:lnTo>
                  <a:lnTo>
                    <a:pt x="615304" y="723028"/>
                  </a:lnTo>
                  <a:lnTo>
                    <a:pt x="613130" y="741034"/>
                  </a:lnTo>
                  <a:lnTo>
                    <a:pt x="613130" y="763076"/>
                  </a:lnTo>
                  <a:lnTo>
                    <a:pt x="613130" y="787291"/>
                  </a:lnTo>
                  <a:lnTo>
                    <a:pt x="613130" y="807159"/>
                  </a:lnTo>
                  <a:lnTo>
                    <a:pt x="612199" y="821750"/>
                  </a:lnTo>
                  <a:lnTo>
                    <a:pt x="612199" y="829201"/>
                  </a:lnTo>
                  <a:lnTo>
                    <a:pt x="613130" y="859624"/>
                  </a:lnTo>
                  <a:lnTo>
                    <a:pt x="617166" y="881666"/>
                  </a:lnTo>
                  <a:lnTo>
                    <a:pt x="622444" y="898430"/>
                  </a:lnTo>
                  <a:lnTo>
                    <a:pt x="629584" y="911158"/>
                  </a:lnTo>
                  <a:lnTo>
                    <a:pt x="641071" y="922645"/>
                  </a:lnTo>
                  <a:lnTo>
                    <a:pt x="651626" y="935373"/>
                  </a:lnTo>
                  <a:lnTo>
                    <a:pt x="664043" y="953379"/>
                  </a:lnTo>
                  <a:lnTo>
                    <a:pt x="669321" y="964866"/>
                  </a:lnTo>
                  <a:lnTo>
                    <a:pt x="673357" y="975421"/>
                  </a:lnTo>
                  <a:lnTo>
                    <a:pt x="680497" y="984734"/>
                  </a:lnTo>
                  <a:lnTo>
                    <a:pt x="691052" y="992185"/>
                  </a:lnTo>
                  <a:lnTo>
                    <a:pt x="704712" y="997462"/>
                  </a:lnTo>
                  <a:lnTo>
                    <a:pt x="715267" y="1003671"/>
                  </a:lnTo>
                  <a:lnTo>
                    <a:pt x="724580" y="1014226"/>
                  </a:lnTo>
                  <a:lnTo>
                    <a:pt x="731721" y="1026955"/>
                  </a:lnTo>
                  <a:lnTo>
                    <a:pt x="734825" y="1041546"/>
                  </a:lnTo>
                  <a:lnTo>
                    <a:pt x="741034" y="1054274"/>
                  </a:lnTo>
                  <a:lnTo>
                    <a:pt x="747243" y="1065761"/>
                  </a:lnTo>
                  <a:lnTo>
                    <a:pt x="760903" y="1075074"/>
                  </a:lnTo>
                  <a:lnTo>
                    <a:pt x="758729" y="1076005"/>
                  </a:lnTo>
                  <a:lnTo>
                    <a:pt x="758729" y="1078178"/>
                  </a:lnTo>
                  <a:lnTo>
                    <a:pt x="758729" y="1080351"/>
                  </a:lnTo>
                  <a:lnTo>
                    <a:pt x="756556" y="1080351"/>
                  </a:lnTo>
                  <a:lnTo>
                    <a:pt x="754383" y="1080351"/>
                  </a:lnTo>
                  <a:lnTo>
                    <a:pt x="751279" y="1082525"/>
                  </a:lnTo>
                  <a:lnTo>
                    <a:pt x="760592" y="1095253"/>
                  </a:lnTo>
                  <a:lnTo>
                    <a:pt x="771147" y="1102704"/>
                  </a:lnTo>
                  <a:lnTo>
                    <a:pt x="782634" y="1110154"/>
                  </a:lnTo>
                  <a:lnTo>
                    <a:pt x="791016" y="1119468"/>
                  </a:lnTo>
                  <a:lnTo>
                    <a:pt x="797225" y="1130023"/>
                  </a:lnTo>
                  <a:lnTo>
                    <a:pt x="800329" y="1142751"/>
                  </a:lnTo>
                  <a:lnTo>
                    <a:pt x="804365" y="1155479"/>
                  </a:lnTo>
                  <a:lnTo>
                    <a:pt x="809643" y="1155479"/>
                  </a:lnTo>
                  <a:lnTo>
                    <a:pt x="811816" y="1155479"/>
                  </a:lnTo>
                  <a:lnTo>
                    <a:pt x="812747" y="1155479"/>
                  </a:lnTo>
                  <a:lnTo>
                    <a:pt x="814920" y="1155479"/>
                  </a:lnTo>
                  <a:lnTo>
                    <a:pt x="817093" y="1155479"/>
                  </a:lnTo>
                  <a:lnTo>
                    <a:pt x="820198" y="1155479"/>
                  </a:lnTo>
                  <a:lnTo>
                    <a:pt x="822371" y="1159826"/>
                  </a:lnTo>
                  <a:lnTo>
                    <a:pt x="822371" y="1162930"/>
                  </a:lnTo>
                  <a:lnTo>
                    <a:pt x="824544" y="1169139"/>
                  </a:lnTo>
                  <a:lnTo>
                    <a:pt x="824544" y="1176590"/>
                  </a:lnTo>
                  <a:lnTo>
                    <a:pt x="827648" y="1174417"/>
                  </a:lnTo>
                  <a:lnTo>
                    <a:pt x="827648" y="1172243"/>
                  </a:lnTo>
                  <a:lnTo>
                    <a:pt x="829822" y="1170070"/>
                  </a:lnTo>
                  <a:lnTo>
                    <a:pt x="831995" y="1166966"/>
                  </a:lnTo>
                  <a:lnTo>
                    <a:pt x="831995" y="1159515"/>
                  </a:lnTo>
                  <a:lnTo>
                    <a:pt x="827959" y="1148960"/>
                  </a:lnTo>
                  <a:lnTo>
                    <a:pt x="819577" y="1132196"/>
                  </a:lnTo>
                  <a:lnTo>
                    <a:pt x="808090" y="1113259"/>
                  </a:lnTo>
                  <a:lnTo>
                    <a:pt x="797535" y="1095253"/>
                  </a:lnTo>
                  <a:lnTo>
                    <a:pt x="783876" y="1076316"/>
                  </a:lnTo>
                  <a:lnTo>
                    <a:pt x="773320" y="1061725"/>
                  </a:lnTo>
                  <a:lnTo>
                    <a:pt x="761834" y="1048996"/>
                  </a:lnTo>
                  <a:lnTo>
                    <a:pt x="756556" y="1041546"/>
                  </a:lnTo>
                  <a:lnTo>
                    <a:pt x="756556" y="1021677"/>
                  </a:lnTo>
                  <a:lnTo>
                    <a:pt x="760592" y="1023850"/>
                  </a:lnTo>
                  <a:lnTo>
                    <a:pt x="763697" y="1026955"/>
                  </a:lnTo>
                  <a:lnTo>
                    <a:pt x="767732" y="1031301"/>
                  </a:lnTo>
                  <a:lnTo>
                    <a:pt x="776114" y="1036578"/>
                  </a:lnTo>
                  <a:lnTo>
                    <a:pt x="782323" y="1048065"/>
                  </a:lnTo>
                  <a:lnTo>
                    <a:pt x="785428" y="1058620"/>
                  </a:lnTo>
                  <a:lnTo>
                    <a:pt x="789464" y="1069175"/>
                  </a:lnTo>
                  <a:lnTo>
                    <a:pt x="796604" y="1078489"/>
                  </a:lnTo>
                  <a:lnTo>
                    <a:pt x="797535" y="1080662"/>
                  </a:lnTo>
                  <a:lnTo>
                    <a:pt x="803744" y="1082835"/>
                  </a:lnTo>
                  <a:lnTo>
                    <a:pt x="806849" y="1082835"/>
                  </a:lnTo>
                  <a:lnTo>
                    <a:pt x="812126" y="1083766"/>
                  </a:lnTo>
                  <a:lnTo>
                    <a:pt x="816162" y="1085939"/>
                  </a:lnTo>
                  <a:lnTo>
                    <a:pt x="833857" y="1112327"/>
                  </a:lnTo>
                  <a:lnTo>
                    <a:pt x="852484" y="1137473"/>
                  </a:lnTo>
                  <a:lnTo>
                    <a:pt x="870179" y="1161688"/>
                  </a:lnTo>
                  <a:lnTo>
                    <a:pt x="890048" y="1183730"/>
                  </a:lnTo>
                  <a:lnTo>
                    <a:pt x="882908" y="1206703"/>
                  </a:lnTo>
                  <a:lnTo>
                    <a:pt x="886944" y="1211049"/>
                  </a:lnTo>
                  <a:lnTo>
                    <a:pt x="894084" y="1218500"/>
                  </a:lnTo>
                  <a:lnTo>
                    <a:pt x="901224" y="1227813"/>
                  </a:lnTo>
                  <a:lnTo>
                    <a:pt x="910537" y="1235264"/>
                  </a:lnTo>
                  <a:lnTo>
                    <a:pt x="915815" y="1242715"/>
                  </a:lnTo>
                  <a:lnTo>
                    <a:pt x="918919" y="1243646"/>
                  </a:lnTo>
                  <a:lnTo>
                    <a:pt x="939719" y="1240541"/>
                  </a:lnTo>
                  <a:lnTo>
                    <a:pt x="940651" y="1242715"/>
                  </a:lnTo>
                  <a:lnTo>
                    <a:pt x="944686" y="1245819"/>
                  </a:lnTo>
                  <a:lnTo>
                    <a:pt x="947791" y="1250165"/>
                  </a:lnTo>
                  <a:lnTo>
                    <a:pt x="951827" y="1253270"/>
                  </a:lnTo>
                  <a:lnTo>
                    <a:pt x="954931" y="1256374"/>
                  </a:lnTo>
                  <a:lnTo>
                    <a:pt x="978835" y="1260720"/>
                  </a:lnTo>
                  <a:lnTo>
                    <a:pt x="981940" y="1262894"/>
                  </a:lnTo>
                  <a:lnTo>
                    <a:pt x="985976" y="1265998"/>
                  </a:lnTo>
                  <a:lnTo>
                    <a:pt x="991253" y="1271276"/>
                  </a:lnTo>
                  <a:lnTo>
                    <a:pt x="995289" y="1275622"/>
                  </a:lnTo>
                  <a:lnTo>
                    <a:pt x="998394" y="1278726"/>
                  </a:lnTo>
                  <a:lnTo>
                    <a:pt x="1002429" y="1280899"/>
                  </a:lnTo>
                  <a:lnTo>
                    <a:pt x="1010811" y="1283073"/>
                  </a:lnTo>
                  <a:lnTo>
                    <a:pt x="1017952" y="1278726"/>
                  </a:lnTo>
                  <a:lnTo>
                    <a:pt x="1024161" y="1275622"/>
                  </a:lnTo>
                  <a:lnTo>
                    <a:pt x="1031301" y="1271276"/>
                  </a:lnTo>
                  <a:lnTo>
                    <a:pt x="1041856" y="1271276"/>
                  </a:lnTo>
                  <a:lnTo>
                    <a:pt x="1058620" y="1278726"/>
                  </a:lnTo>
                  <a:lnTo>
                    <a:pt x="1069175" y="1288040"/>
                  </a:lnTo>
                  <a:lnTo>
                    <a:pt x="1081593" y="1297353"/>
                  </a:lnTo>
                  <a:lnTo>
                    <a:pt x="1102393" y="1304804"/>
                  </a:lnTo>
                  <a:lnTo>
                    <a:pt x="1117915" y="1310081"/>
                  </a:lnTo>
                  <a:lnTo>
                    <a:pt x="1132506" y="1314428"/>
                  </a:lnTo>
                  <a:lnTo>
                    <a:pt x="1141820" y="1317532"/>
                  </a:lnTo>
                  <a:lnTo>
                    <a:pt x="1151133" y="1326845"/>
                  </a:lnTo>
                  <a:lnTo>
                    <a:pt x="1159515" y="1339574"/>
                  </a:lnTo>
                  <a:lnTo>
                    <a:pt x="1168828" y="1361615"/>
                  </a:lnTo>
                  <a:lnTo>
                    <a:pt x="1180315" y="1364720"/>
                  </a:lnTo>
                  <a:lnTo>
                    <a:pt x="1195837" y="1372171"/>
                  </a:lnTo>
                  <a:lnTo>
                    <a:pt x="1212601" y="1381484"/>
                  </a:lnTo>
                  <a:lnTo>
                    <a:pt x="1229365" y="1390797"/>
                  </a:lnTo>
                  <a:lnTo>
                    <a:pt x="1238679" y="1398248"/>
                  </a:lnTo>
                  <a:lnTo>
                    <a:pt x="1241783" y="1396075"/>
                  </a:lnTo>
                  <a:lnTo>
                    <a:pt x="1243956" y="1396075"/>
                  </a:lnTo>
                  <a:lnTo>
                    <a:pt x="1244888" y="1396075"/>
                  </a:lnTo>
                  <a:lnTo>
                    <a:pt x="1247061" y="1393902"/>
                  </a:lnTo>
                  <a:lnTo>
                    <a:pt x="1249234" y="1393902"/>
                  </a:lnTo>
                  <a:lnTo>
                    <a:pt x="1251407" y="1390797"/>
                  </a:lnTo>
                  <a:lnTo>
                    <a:pt x="1251407" y="1388624"/>
                  </a:lnTo>
                  <a:lnTo>
                    <a:pt x="1251407" y="1385520"/>
                  </a:lnTo>
                  <a:lnTo>
                    <a:pt x="1249234" y="1381173"/>
                  </a:lnTo>
                  <a:lnTo>
                    <a:pt x="1252338" y="1379000"/>
                  </a:lnTo>
                  <a:lnTo>
                    <a:pt x="1254511" y="1378069"/>
                  </a:lnTo>
                  <a:lnTo>
                    <a:pt x="1256684" y="1375896"/>
                  </a:lnTo>
                  <a:lnTo>
                    <a:pt x="1258858" y="1373723"/>
                  </a:lnTo>
                  <a:lnTo>
                    <a:pt x="1265998" y="1373723"/>
                  </a:lnTo>
                  <a:lnTo>
                    <a:pt x="1273138" y="1385209"/>
                  </a:lnTo>
                  <a:lnTo>
                    <a:pt x="1280278" y="1395764"/>
                  </a:lnTo>
                  <a:lnTo>
                    <a:pt x="1285556" y="1405078"/>
                  </a:lnTo>
                  <a:lnTo>
                    <a:pt x="1287729" y="1419669"/>
                  </a:lnTo>
                  <a:lnTo>
                    <a:pt x="1287729" y="1434260"/>
                  </a:lnTo>
                  <a:lnTo>
                    <a:pt x="1288660" y="1444815"/>
                  </a:lnTo>
                  <a:lnTo>
                    <a:pt x="1276243" y="1459406"/>
                  </a:lnTo>
                  <a:lnTo>
                    <a:pt x="1261652" y="1472134"/>
                  </a:lnTo>
                  <a:lnTo>
                    <a:pt x="1249234" y="1485794"/>
                  </a:lnTo>
                  <a:lnTo>
                    <a:pt x="1242094" y="1501626"/>
                  </a:lnTo>
                  <a:lnTo>
                    <a:pt x="1236816" y="1518390"/>
                  </a:lnTo>
                  <a:lnTo>
                    <a:pt x="1229676" y="1535155"/>
                  </a:lnTo>
                  <a:lnTo>
                    <a:pt x="1234953" y="1537328"/>
                  </a:lnTo>
                  <a:lnTo>
                    <a:pt x="1240231" y="1537328"/>
                  </a:lnTo>
                  <a:lnTo>
                    <a:pt x="1245508" y="1538259"/>
                  </a:lnTo>
                  <a:lnTo>
                    <a:pt x="1254822" y="1538259"/>
                  </a:lnTo>
                  <a:lnTo>
                    <a:pt x="1254822" y="1542605"/>
                  </a:lnTo>
                  <a:lnTo>
                    <a:pt x="1245508" y="1547883"/>
                  </a:lnTo>
                  <a:lnTo>
                    <a:pt x="1239300" y="1553160"/>
                  </a:lnTo>
                  <a:lnTo>
                    <a:pt x="1229986" y="1558438"/>
                  </a:lnTo>
                  <a:lnTo>
                    <a:pt x="1229986" y="1565889"/>
                  </a:lnTo>
                  <a:lnTo>
                    <a:pt x="1229986" y="1573339"/>
                  </a:lnTo>
                  <a:lnTo>
                    <a:pt x="1229986" y="1579548"/>
                  </a:lnTo>
                  <a:lnTo>
                    <a:pt x="1225950" y="1586999"/>
                  </a:lnTo>
                  <a:lnTo>
                    <a:pt x="1229986" y="1590104"/>
                  </a:lnTo>
                  <a:lnTo>
                    <a:pt x="1233091" y="1594450"/>
                  </a:lnTo>
                  <a:lnTo>
                    <a:pt x="1237126" y="1595381"/>
                  </a:lnTo>
                  <a:lnTo>
                    <a:pt x="1242404" y="1595381"/>
                  </a:lnTo>
                  <a:lnTo>
                    <a:pt x="1245508" y="1599727"/>
                  </a:lnTo>
                  <a:lnTo>
                    <a:pt x="1256995" y="1610283"/>
                  </a:lnTo>
                  <a:lnTo>
                    <a:pt x="1264135" y="1624873"/>
                  </a:lnTo>
                  <a:lnTo>
                    <a:pt x="1269413" y="1643811"/>
                  </a:lnTo>
                  <a:lnTo>
                    <a:pt x="1274690" y="1659643"/>
                  </a:lnTo>
                  <a:lnTo>
                    <a:pt x="1281831" y="1676407"/>
                  </a:lnTo>
                  <a:lnTo>
                    <a:pt x="1302630" y="1705900"/>
                  </a:lnTo>
                  <a:lnTo>
                    <a:pt x="1327777" y="1733219"/>
                  </a:lnTo>
                  <a:lnTo>
                    <a:pt x="1359132" y="1754329"/>
                  </a:lnTo>
                  <a:lnTo>
                    <a:pt x="1395454" y="1767989"/>
                  </a:lnTo>
                  <a:lnTo>
                    <a:pt x="1391418" y="1797481"/>
                  </a:lnTo>
                  <a:lnTo>
                    <a:pt x="1389245" y="1829147"/>
                  </a:lnTo>
                  <a:lnTo>
                    <a:pt x="1388314" y="1861744"/>
                  </a:lnTo>
                  <a:lnTo>
                    <a:pt x="1382105" y="1893409"/>
                  </a:lnTo>
                  <a:lnTo>
                    <a:pt x="1371549" y="1941839"/>
                  </a:lnTo>
                  <a:lnTo>
                    <a:pt x="1362236" y="1991199"/>
                  </a:lnTo>
                  <a:lnTo>
                    <a:pt x="1351681" y="2036214"/>
                  </a:lnTo>
                  <a:lnTo>
                    <a:pt x="1339263" y="2080297"/>
                  </a:lnTo>
                  <a:lnTo>
                    <a:pt x="1337090" y="2091784"/>
                  </a:lnTo>
                  <a:lnTo>
                    <a:pt x="1340194" y="2104512"/>
                  </a:lnTo>
                  <a:lnTo>
                    <a:pt x="1342368" y="2111963"/>
                  </a:lnTo>
                  <a:lnTo>
                    <a:pt x="1329950" y="2188643"/>
                  </a:lnTo>
                  <a:lnTo>
                    <a:pt x="1329950" y="2192989"/>
                  </a:lnTo>
                  <a:lnTo>
                    <a:pt x="1337090" y="2190816"/>
                  </a:lnTo>
                  <a:lnTo>
                    <a:pt x="1340194" y="2186470"/>
                  </a:lnTo>
                  <a:lnTo>
                    <a:pt x="1342368" y="2183365"/>
                  </a:lnTo>
                  <a:lnTo>
                    <a:pt x="1345472" y="2179019"/>
                  </a:lnTo>
                  <a:lnTo>
                    <a:pt x="1349508" y="2175915"/>
                  </a:lnTo>
                  <a:lnTo>
                    <a:pt x="1349508" y="2179019"/>
                  </a:lnTo>
                  <a:lnTo>
                    <a:pt x="1354785" y="2179019"/>
                  </a:lnTo>
                  <a:lnTo>
                    <a:pt x="1345472" y="2215652"/>
                  </a:lnTo>
                  <a:lnTo>
                    <a:pt x="1334917" y="2215652"/>
                  </a:lnTo>
                  <a:lnTo>
                    <a:pt x="1327777" y="2234589"/>
                  </a:lnTo>
                  <a:lnTo>
                    <a:pt x="1320636" y="2256631"/>
                  </a:lnTo>
                  <a:lnTo>
                    <a:pt x="1315359" y="2279604"/>
                  </a:lnTo>
                  <a:lnTo>
                    <a:pt x="1313186" y="2305992"/>
                  </a:lnTo>
                  <a:lnTo>
                    <a:pt x="1311012" y="2333311"/>
                  </a:lnTo>
                  <a:lnTo>
                    <a:pt x="1315048" y="2357525"/>
                  </a:lnTo>
                  <a:lnTo>
                    <a:pt x="1322189" y="2380499"/>
                  </a:lnTo>
                  <a:lnTo>
                    <a:pt x="1332744" y="2401609"/>
                  </a:lnTo>
                  <a:lnTo>
                    <a:pt x="1349508" y="2416200"/>
                  </a:lnTo>
                  <a:lnTo>
                    <a:pt x="1369376" y="2426755"/>
                  </a:lnTo>
                  <a:lnTo>
                    <a:pt x="1369376" y="2434206"/>
                  </a:lnTo>
                  <a:lnTo>
                    <a:pt x="1354785" y="2424892"/>
                  </a:lnTo>
                  <a:lnTo>
                    <a:pt x="1342368" y="2414337"/>
                  </a:lnTo>
                  <a:lnTo>
                    <a:pt x="1329950" y="2401609"/>
                  </a:lnTo>
                  <a:lnTo>
                    <a:pt x="1325914" y="2401609"/>
                  </a:lnTo>
                  <a:lnTo>
                    <a:pt x="1332123" y="2416200"/>
                  </a:lnTo>
                  <a:lnTo>
                    <a:pt x="1342678" y="2430791"/>
                  </a:lnTo>
                  <a:lnTo>
                    <a:pt x="1357269" y="2445382"/>
                  </a:lnTo>
                  <a:lnTo>
                    <a:pt x="1374033" y="2458110"/>
                  </a:lnTo>
                  <a:lnTo>
                    <a:pt x="1389555" y="2466492"/>
                  </a:lnTo>
                  <a:lnTo>
                    <a:pt x="1406319" y="2470838"/>
                  </a:lnTo>
                  <a:lnTo>
                    <a:pt x="1423083" y="2466492"/>
                  </a:lnTo>
                  <a:lnTo>
                    <a:pt x="1426188" y="2465561"/>
                  </a:lnTo>
                  <a:lnTo>
                    <a:pt x="1428361" y="2463388"/>
                  </a:lnTo>
                  <a:lnTo>
                    <a:pt x="1430534" y="2463388"/>
                  </a:lnTo>
                  <a:lnTo>
                    <a:pt x="1430534" y="2461214"/>
                  </a:lnTo>
                  <a:lnTo>
                    <a:pt x="1432707" y="2460283"/>
                  </a:lnTo>
                  <a:lnTo>
                    <a:pt x="1435812" y="2458110"/>
                  </a:lnTo>
                  <a:lnTo>
                    <a:pt x="1432707" y="2453764"/>
                  </a:lnTo>
                  <a:lnTo>
                    <a:pt x="1432707" y="2452832"/>
                  </a:lnTo>
                  <a:lnTo>
                    <a:pt x="1432707" y="2452832"/>
                  </a:lnTo>
                  <a:lnTo>
                    <a:pt x="1432707" y="2450659"/>
                  </a:lnTo>
                  <a:lnTo>
                    <a:pt x="1428671" y="2450659"/>
                  </a:lnTo>
                  <a:lnTo>
                    <a:pt x="1427740" y="2450659"/>
                  </a:lnTo>
                  <a:lnTo>
                    <a:pt x="1421531" y="2450659"/>
                  </a:lnTo>
                  <a:lnTo>
                    <a:pt x="1420600" y="2439173"/>
                  </a:lnTo>
                  <a:lnTo>
                    <a:pt x="1418427" y="2426444"/>
                  </a:lnTo>
                  <a:lnTo>
                    <a:pt x="1416254" y="2415889"/>
                  </a:lnTo>
                  <a:lnTo>
                    <a:pt x="1413149" y="2406576"/>
                  </a:lnTo>
                  <a:lnTo>
                    <a:pt x="1410976" y="2404403"/>
                  </a:lnTo>
                  <a:lnTo>
                    <a:pt x="1410976" y="2402230"/>
                  </a:lnTo>
                  <a:lnTo>
                    <a:pt x="1408803" y="2402230"/>
                  </a:lnTo>
                  <a:lnTo>
                    <a:pt x="1405698" y="2401298"/>
                  </a:lnTo>
                  <a:lnTo>
                    <a:pt x="1396385" y="2414027"/>
                  </a:lnTo>
                  <a:lnTo>
                    <a:pt x="1384899" y="2426755"/>
                  </a:lnTo>
                  <a:lnTo>
                    <a:pt x="1384899" y="2431101"/>
                  </a:lnTo>
                  <a:lnTo>
                    <a:pt x="1381794" y="2431101"/>
                  </a:lnTo>
                  <a:lnTo>
                    <a:pt x="1381794" y="2424892"/>
                  </a:lnTo>
                  <a:lnTo>
                    <a:pt x="1381794" y="2421788"/>
                  </a:lnTo>
                  <a:lnTo>
                    <a:pt x="1383967" y="2417442"/>
                  </a:lnTo>
                  <a:lnTo>
                    <a:pt x="1384899" y="2414337"/>
                  </a:lnTo>
                  <a:lnTo>
                    <a:pt x="1394212" y="2402851"/>
                  </a:lnTo>
                  <a:lnTo>
                    <a:pt x="1406630" y="2392295"/>
                  </a:lnTo>
                  <a:lnTo>
                    <a:pt x="1420289" y="2384845"/>
                  </a:lnTo>
                  <a:lnTo>
                    <a:pt x="1428671" y="2382672"/>
                  </a:lnTo>
                  <a:lnTo>
                    <a:pt x="1427740" y="2373358"/>
                  </a:lnTo>
                  <a:lnTo>
                    <a:pt x="1423704" y="2368081"/>
                  </a:lnTo>
                  <a:lnTo>
                    <a:pt x="1418427" y="2362803"/>
                  </a:lnTo>
                  <a:lnTo>
                    <a:pt x="1413149" y="2357525"/>
                  </a:lnTo>
                  <a:lnTo>
                    <a:pt x="1418427" y="2340761"/>
                  </a:lnTo>
                  <a:lnTo>
                    <a:pt x="1427740" y="2322756"/>
                  </a:lnTo>
                  <a:lnTo>
                    <a:pt x="1440158" y="2303818"/>
                  </a:lnTo>
                  <a:lnTo>
                    <a:pt x="1454749" y="2289227"/>
                  </a:lnTo>
                  <a:lnTo>
                    <a:pt x="1469340" y="2281777"/>
                  </a:lnTo>
                  <a:lnTo>
                    <a:pt x="1472444" y="2269048"/>
                  </a:lnTo>
                  <a:lnTo>
                    <a:pt x="1467167" y="2264702"/>
                  </a:lnTo>
                  <a:lnTo>
                    <a:pt x="1461889" y="2261598"/>
                  </a:lnTo>
                  <a:lnTo>
                    <a:pt x="1455680" y="2258493"/>
                  </a:lnTo>
                  <a:lnTo>
                    <a:pt x="1452576" y="2252284"/>
                  </a:lnTo>
                  <a:lnTo>
                    <a:pt x="1448540" y="2244834"/>
                  </a:lnTo>
                  <a:lnTo>
                    <a:pt x="1448540" y="2243902"/>
                  </a:lnTo>
                  <a:lnTo>
                    <a:pt x="1447609" y="2241729"/>
                  </a:lnTo>
                  <a:lnTo>
                    <a:pt x="1448540" y="2239556"/>
                  </a:lnTo>
                  <a:lnTo>
                    <a:pt x="1448540" y="2237383"/>
                  </a:lnTo>
                  <a:lnTo>
                    <a:pt x="1448540" y="2234279"/>
                  </a:lnTo>
                  <a:lnTo>
                    <a:pt x="1448540" y="2229001"/>
                  </a:lnTo>
                  <a:lnTo>
                    <a:pt x="1454749" y="2229001"/>
                  </a:lnTo>
                  <a:lnTo>
                    <a:pt x="1460026" y="2226828"/>
                  </a:lnTo>
                  <a:lnTo>
                    <a:pt x="1462200" y="2226828"/>
                  </a:lnTo>
                  <a:lnTo>
                    <a:pt x="1465304" y="2224655"/>
                  </a:lnTo>
                  <a:lnTo>
                    <a:pt x="1469340" y="2214100"/>
                  </a:lnTo>
                  <a:lnTo>
                    <a:pt x="1472444" y="2202613"/>
                  </a:lnTo>
                  <a:lnTo>
                    <a:pt x="1477722" y="2192058"/>
                  </a:lnTo>
                  <a:lnTo>
                    <a:pt x="1479895" y="2185849"/>
                  </a:lnTo>
                  <a:lnTo>
                    <a:pt x="1483931" y="2184918"/>
                  </a:lnTo>
                  <a:lnTo>
                    <a:pt x="1489208" y="2182745"/>
                  </a:lnTo>
                  <a:lnTo>
                    <a:pt x="1494486" y="2180571"/>
                  </a:lnTo>
                  <a:lnTo>
                    <a:pt x="1501626" y="2178398"/>
                  </a:lnTo>
                  <a:lnTo>
                    <a:pt x="1498522" y="2173121"/>
                  </a:lnTo>
                  <a:lnTo>
                    <a:pt x="1496349" y="2170016"/>
                  </a:lnTo>
                  <a:lnTo>
                    <a:pt x="1492313" y="2165670"/>
                  </a:lnTo>
                  <a:lnTo>
                    <a:pt x="1489208" y="2163497"/>
                  </a:lnTo>
                  <a:lnTo>
                    <a:pt x="1485173" y="2162566"/>
                  </a:lnTo>
                  <a:lnTo>
                    <a:pt x="1479895" y="2158219"/>
                  </a:lnTo>
                  <a:lnTo>
                    <a:pt x="1472755" y="2155115"/>
                  </a:lnTo>
                  <a:lnTo>
                    <a:pt x="1472755" y="2147664"/>
                  </a:lnTo>
                  <a:lnTo>
                    <a:pt x="1487346" y="2145491"/>
                  </a:lnTo>
                  <a:lnTo>
                    <a:pt x="1501937" y="2145491"/>
                  </a:lnTo>
                  <a:lnTo>
                    <a:pt x="1513423" y="2143318"/>
                  </a:lnTo>
                  <a:lnTo>
                    <a:pt x="1521805" y="2143318"/>
                  </a:lnTo>
                  <a:lnTo>
                    <a:pt x="1520874" y="2135867"/>
                  </a:lnTo>
                  <a:lnTo>
                    <a:pt x="1520874" y="2132763"/>
                  </a:lnTo>
                  <a:lnTo>
                    <a:pt x="1520874" y="2129037"/>
                  </a:lnTo>
                  <a:lnTo>
                    <a:pt x="1520874" y="2128106"/>
                  </a:lnTo>
                  <a:lnTo>
                    <a:pt x="1521805" y="2123760"/>
                  </a:lnTo>
                  <a:lnTo>
                    <a:pt x="1521805" y="2116309"/>
                  </a:lnTo>
                  <a:lnTo>
                    <a:pt x="1521805" y="2108858"/>
                  </a:lnTo>
                  <a:lnTo>
                    <a:pt x="1523978" y="2103581"/>
                  </a:lnTo>
                  <a:lnTo>
                    <a:pt x="1526151" y="2099235"/>
                  </a:lnTo>
                  <a:lnTo>
                    <a:pt x="1553160" y="2091784"/>
                  </a:lnTo>
                  <a:lnTo>
                    <a:pt x="1585447" y="2090853"/>
                  </a:lnTo>
                  <a:lnTo>
                    <a:pt x="1587620" y="2076262"/>
                  </a:lnTo>
                  <a:lnTo>
                    <a:pt x="1589793" y="2062602"/>
                  </a:lnTo>
                  <a:lnTo>
                    <a:pt x="1587620" y="2052047"/>
                  </a:lnTo>
                  <a:lnTo>
                    <a:pt x="1582342" y="2041492"/>
                  </a:lnTo>
                  <a:lnTo>
                    <a:pt x="1569924" y="2034041"/>
                  </a:lnTo>
                  <a:lnTo>
                    <a:pt x="1569924" y="2026590"/>
                  </a:lnTo>
                  <a:lnTo>
                    <a:pt x="1592897" y="2031868"/>
                  </a:lnTo>
                  <a:lnTo>
                    <a:pt x="1618975" y="2037145"/>
                  </a:lnTo>
                  <a:lnTo>
                    <a:pt x="1631393" y="2022554"/>
                  </a:lnTo>
                  <a:lnTo>
                    <a:pt x="1642879" y="2009826"/>
                  </a:lnTo>
                  <a:lnTo>
                    <a:pt x="1653434" y="1995235"/>
                  </a:lnTo>
                  <a:lnTo>
                    <a:pt x="1662747" y="1973194"/>
                  </a:lnTo>
                  <a:lnTo>
                    <a:pt x="1663679" y="1973194"/>
                  </a:lnTo>
                  <a:lnTo>
                    <a:pt x="1665852" y="1971020"/>
                  </a:lnTo>
                  <a:lnTo>
                    <a:pt x="1668025" y="1971020"/>
                  </a:lnTo>
                  <a:lnTo>
                    <a:pt x="1670198" y="1968847"/>
                  </a:lnTo>
                  <a:lnTo>
                    <a:pt x="1671130" y="1973194"/>
                  </a:lnTo>
                  <a:lnTo>
                    <a:pt x="1673303" y="1978471"/>
                  </a:lnTo>
                  <a:lnTo>
                    <a:pt x="1673303" y="1982817"/>
                  </a:lnTo>
                  <a:lnTo>
                    <a:pt x="1673303" y="1990268"/>
                  </a:lnTo>
                  <a:lnTo>
                    <a:pt x="1678580" y="1990268"/>
                  </a:lnTo>
                  <a:lnTo>
                    <a:pt x="1685721" y="1969158"/>
                  </a:lnTo>
                  <a:lnTo>
                    <a:pt x="1692861" y="1953325"/>
                  </a:lnTo>
                  <a:lnTo>
                    <a:pt x="1700001" y="1936561"/>
                  </a:lnTo>
                  <a:lnTo>
                    <a:pt x="1704037" y="1916692"/>
                  </a:lnTo>
                  <a:lnTo>
                    <a:pt x="1706210" y="1892478"/>
                  </a:lnTo>
                  <a:lnTo>
                    <a:pt x="1718628" y="1892478"/>
                  </a:lnTo>
                  <a:lnTo>
                    <a:pt x="1716455" y="1887200"/>
                  </a:lnTo>
                  <a:lnTo>
                    <a:pt x="1714282" y="1881923"/>
                  </a:lnTo>
                  <a:lnTo>
                    <a:pt x="1714282" y="1877576"/>
                  </a:lnTo>
                  <a:lnTo>
                    <a:pt x="1714282" y="1874472"/>
                  </a:lnTo>
                  <a:lnTo>
                    <a:pt x="1718317" y="1868263"/>
                  </a:lnTo>
                  <a:lnTo>
                    <a:pt x="1727631" y="1857708"/>
                  </a:lnTo>
                  <a:lnTo>
                    <a:pt x="1742222" y="1852430"/>
                  </a:lnTo>
                  <a:lnTo>
                    <a:pt x="1757744" y="1848084"/>
                  </a:lnTo>
                  <a:lnTo>
                    <a:pt x="1774508" y="1847153"/>
                  </a:lnTo>
                  <a:lnTo>
                    <a:pt x="1791272" y="1844979"/>
                  </a:lnTo>
                  <a:lnTo>
                    <a:pt x="1801827" y="1840633"/>
                  </a:lnTo>
                  <a:lnTo>
                    <a:pt x="1807105" y="1833183"/>
                  </a:lnTo>
                  <a:lnTo>
                    <a:pt x="1816418" y="1820454"/>
                  </a:lnTo>
                  <a:lnTo>
                    <a:pt x="1825732" y="1803690"/>
                  </a:lnTo>
                  <a:lnTo>
                    <a:pt x="1835045" y="1787857"/>
                  </a:lnTo>
                  <a:lnTo>
                    <a:pt x="1842185" y="1773267"/>
                  </a:lnTo>
                  <a:lnTo>
                    <a:pt x="1845290" y="1763953"/>
                  </a:lnTo>
                  <a:lnTo>
                    <a:pt x="1847463" y="1749362"/>
                  </a:lnTo>
                  <a:lnTo>
                    <a:pt x="1843427" y="1732598"/>
                  </a:lnTo>
                  <a:lnTo>
                    <a:pt x="1842496" y="1718007"/>
                  </a:lnTo>
                  <a:lnTo>
                    <a:pt x="1842496" y="1707452"/>
                  </a:lnTo>
                  <a:lnTo>
                    <a:pt x="1850878" y="1690688"/>
                  </a:lnTo>
                  <a:lnTo>
                    <a:pt x="1863296" y="1668646"/>
                  </a:lnTo>
                  <a:lnTo>
                    <a:pt x="1877887" y="1646605"/>
                  </a:lnTo>
                  <a:lnTo>
                    <a:pt x="1892477" y="1626736"/>
                  </a:lnTo>
                  <a:lnTo>
                    <a:pt x="1906137" y="1609972"/>
                  </a:lnTo>
                  <a:lnTo>
                    <a:pt x="1903964" y="1601590"/>
                  </a:lnTo>
                  <a:lnTo>
                    <a:pt x="1901480" y="1594450"/>
                  </a:lnTo>
                  <a:close/>
                  <a:moveTo>
                    <a:pt x="1340815" y="768043"/>
                  </a:moveTo>
                  <a:lnTo>
                    <a:pt x="1342988" y="765870"/>
                  </a:lnTo>
                  <a:lnTo>
                    <a:pt x="1345162" y="763697"/>
                  </a:lnTo>
                  <a:lnTo>
                    <a:pt x="1348266" y="760592"/>
                  </a:lnTo>
                  <a:lnTo>
                    <a:pt x="1350439" y="756246"/>
                  </a:lnTo>
                  <a:lnTo>
                    <a:pt x="1353544" y="756246"/>
                  </a:lnTo>
                  <a:lnTo>
                    <a:pt x="1352612" y="760592"/>
                  </a:lnTo>
                  <a:lnTo>
                    <a:pt x="1350439" y="762765"/>
                  </a:lnTo>
                  <a:lnTo>
                    <a:pt x="1348266" y="765870"/>
                  </a:lnTo>
                  <a:lnTo>
                    <a:pt x="1348266" y="768043"/>
                  </a:lnTo>
                  <a:lnTo>
                    <a:pt x="1347335" y="773320"/>
                  </a:lnTo>
                  <a:lnTo>
                    <a:pt x="1343299" y="771147"/>
                  </a:lnTo>
                  <a:lnTo>
                    <a:pt x="1341126" y="770216"/>
                  </a:lnTo>
                  <a:lnTo>
                    <a:pt x="1341126" y="768043"/>
                  </a:lnTo>
                  <a:close/>
                  <a:moveTo>
                    <a:pt x="1108602" y="713094"/>
                  </a:moveTo>
                  <a:lnTo>
                    <a:pt x="1117915" y="701608"/>
                  </a:lnTo>
                  <a:lnTo>
                    <a:pt x="1126297" y="688879"/>
                  </a:lnTo>
                  <a:lnTo>
                    <a:pt x="1144924" y="691052"/>
                  </a:lnTo>
                  <a:lnTo>
                    <a:pt x="1159515" y="698503"/>
                  </a:lnTo>
                  <a:lnTo>
                    <a:pt x="1167897" y="705954"/>
                  </a:lnTo>
                  <a:lnTo>
                    <a:pt x="1175037" y="716509"/>
                  </a:lnTo>
                  <a:lnTo>
                    <a:pt x="1181246" y="727995"/>
                  </a:lnTo>
                  <a:lnTo>
                    <a:pt x="1189628" y="736377"/>
                  </a:lnTo>
                  <a:lnTo>
                    <a:pt x="1203288" y="746001"/>
                  </a:lnTo>
                  <a:lnTo>
                    <a:pt x="1211670" y="749106"/>
                  </a:lnTo>
                  <a:lnTo>
                    <a:pt x="1218810" y="749106"/>
                  </a:lnTo>
                  <a:lnTo>
                    <a:pt x="1228124" y="751279"/>
                  </a:lnTo>
                  <a:lnTo>
                    <a:pt x="1237437" y="756556"/>
                  </a:lnTo>
                  <a:lnTo>
                    <a:pt x="1237437" y="766180"/>
                  </a:lnTo>
                  <a:lnTo>
                    <a:pt x="1235264" y="771458"/>
                  </a:lnTo>
                  <a:lnTo>
                    <a:pt x="1235264" y="775804"/>
                  </a:lnTo>
                  <a:lnTo>
                    <a:pt x="1233091" y="777977"/>
                  </a:lnTo>
                  <a:lnTo>
                    <a:pt x="1232159" y="778909"/>
                  </a:lnTo>
                  <a:lnTo>
                    <a:pt x="1229986" y="778909"/>
                  </a:lnTo>
                  <a:lnTo>
                    <a:pt x="1227813" y="778909"/>
                  </a:lnTo>
                  <a:lnTo>
                    <a:pt x="1225640" y="781082"/>
                  </a:lnTo>
                  <a:lnTo>
                    <a:pt x="1224709" y="783255"/>
                  </a:lnTo>
                  <a:lnTo>
                    <a:pt x="1222535" y="785428"/>
                  </a:lnTo>
                  <a:lnTo>
                    <a:pt x="1218500" y="795983"/>
                  </a:lnTo>
                  <a:lnTo>
                    <a:pt x="1220673" y="805607"/>
                  </a:lnTo>
                  <a:lnTo>
                    <a:pt x="1222846" y="810884"/>
                  </a:lnTo>
                  <a:lnTo>
                    <a:pt x="1222846" y="818335"/>
                  </a:lnTo>
                  <a:lnTo>
                    <a:pt x="1217568" y="827959"/>
                  </a:lnTo>
                  <a:lnTo>
                    <a:pt x="1218500" y="831063"/>
                  </a:lnTo>
                  <a:lnTo>
                    <a:pt x="1218500" y="833237"/>
                  </a:lnTo>
                  <a:lnTo>
                    <a:pt x="1218500" y="835410"/>
                  </a:lnTo>
                  <a:lnTo>
                    <a:pt x="1220673" y="837583"/>
                  </a:lnTo>
                  <a:lnTo>
                    <a:pt x="1222846" y="838514"/>
                  </a:lnTo>
                  <a:lnTo>
                    <a:pt x="1225950" y="837583"/>
                  </a:lnTo>
                  <a:lnTo>
                    <a:pt x="1237437" y="833237"/>
                  </a:lnTo>
                  <a:lnTo>
                    <a:pt x="1252959" y="825786"/>
                  </a:lnTo>
                  <a:lnTo>
                    <a:pt x="1269723" y="815231"/>
                  </a:lnTo>
                  <a:lnTo>
                    <a:pt x="1288350" y="805607"/>
                  </a:lnTo>
                  <a:lnTo>
                    <a:pt x="1302941" y="794120"/>
                  </a:lnTo>
                  <a:lnTo>
                    <a:pt x="1315359" y="786670"/>
                  </a:lnTo>
                  <a:lnTo>
                    <a:pt x="1322499" y="781392"/>
                  </a:lnTo>
                  <a:lnTo>
                    <a:pt x="1325603" y="783565"/>
                  </a:lnTo>
                  <a:lnTo>
                    <a:pt x="1327777" y="783565"/>
                  </a:lnTo>
                  <a:lnTo>
                    <a:pt x="1329950" y="783565"/>
                  </a:lnTo>
                  <a:lnTo>
                    <a:pt x="1332123" y="785738"/>
                  </a:lnTo>
                  <a:lnTo>
                    <a:pt x="1332123" y="786670"/>
                  </a:lnTo>
                  <a:lnTo>
                    <a:pt x="1333054" y="791016"/>
                  </a:lnTo>
                  <a:lnTo>
                    <a:pt x="1337090" y="791016"/>
                  </a:lnTo>
                  <a:lnTo>
                    <a:pt x="1329950" y="801571"/>
                  </a:lnTo>
                  <a:lnTo>
                    <a:pt x="1313186" y="811195"/>
                  </a:lnTo>
                  <a:lnTo>
                    <a:pt x="1295490" y="818646"/>
                  </a:lnTo>
                  <a:lnTo>
                    <a:pt x="1276863" y="826096"/>
                  </a:lnTo>
                  <a:lnTo>
                    <a:pt x="1259168" y="835720"/>
                  </a:lnTo>
                  <a:lnTo>
                    <a:pt x="1242404" y="845344"/>
                  </a:lnTo>
                  <a:lnTo>
                    <a:pt x="1233091" y="859004"/>
                  </a:lnTo>
                  <a:lnTo>
                    <a:pt x="1210118" y="855899"/>
                  </a:lnTo>
                  <a:lnTo>
                    <a:pt x="1207945" y="831684"/>
                  </a:lnTo>
                  <a:lnTo>
                    <a:pt x="1207945" y="809332"/>
                  </a:lnTo>
                  <a:lnTo>
                    <a:pt x="1207945" y="791326"/>
                  </a:lnTo>
                  <a:lnTo>
                    <a:pt x="1205771" y="771147"/>
                  </a:lnTo>
                  <a:lnTo>
                    <a:pt x="1193354" y="771147"/>
                  </a:lnTo>
                  <a:lnTo>
                    <a:pt x="1191180" y="778598"/>
                  </a:lnTo>
                  <a:lnTo>
                    <a:pt x="1185903" y="789153"/>
                  </a:lnTo>
                  <a:lnTo>
                    <a:pt x="1180625" y="801882"/>
                  </a:lnTo>
                  <a:lnTo>
                    <a:pt x="1174416" y="816783"/>
                  </a:lnTo>
                  <a:lnTo>
                    <a:pt x="1169139" y="828269"/>
                  </a:lnTo>
                  <a:lnTo>
                    <a:pt x="1166034" y="835720"/>
                  </a:lnTo>
                  <a:lnTo>
                    <a:pt x="1166034" y="838825"/>
                  </a:lnTo>
                  <a:lnTo>
                    <a:pt x="1159825" y="837893"/>
                  </a:lnTo>
                  <a:lnTo>
                    <a:pt x="1158894" y="835720"/>
                  </a:lnTo>
                  <a:lnTo>
                    <a:pt x="1156721" y="833547"/>
                  </a:lnTo>
                  <a:lnTo>
                    <a:pt x="1154548" y="831374"/>
                  </a:lnTo>
                  <a:lnTo>
                    <a:pt x="1154548" y="828269"/>
                  </a:lnTo>
                  <a:lnTo>
                    <a:pt x="1153306" y="822061"/>
                  </a:lnTo>
                  <a:lnTo>
                    <a:pt x="1153306" y="812747"/>
                  </a:lnTo>
                  <a:lnTo>
                    <a:pt x="1159515" y="797846"/>
                  </a:lnTo>
                  <a:lnTo>
                    <a:pt x="1166655" y="780771"/>
                  </a:lnTo>
                  <a:lnTo>
                    <a:pt x="1175037" y="768043"/>
                  </a:lnTo>
                  <a:lnTo>
                    <a:pt x="1182177" y="756556"/>
                  </a:lnTo>
                  <a:lnTo>
                    <a:pt x="1175037" y="748174"/>
                  </a:lnTo>
                  <a:lnTo>
                    <a:pt x="1167897" y="743828"/>
                  </a:lnTo>
                  <a:lnTo>
                    <a:pt x="1160757" y="740724"/>
                  </a:lnTo>
                  <a:lnTo>
                    <a:pt x="1152375" y="736377"/>
                  </a:lnTo>
                  <a:lnTo>
                    <a:pt x="1147097" y="723649"/>
                  </a:lnTo>
                  <a:lnTo>
                    <a:pt x="1137784" y="723649"/>
                  </a:lnTo>
                  <a:lnTo>
                    <a:pt x="1137784" y="728927"/>
                  </a:lnTo>
                  <a:lnTo>
                    <a:pt x="1135611" y="733273"/>
                  </a:lnTo>
                  <a:lnTo>
                    <a:pt x="1135611" y="738551"/>
                  </a:lnTo>
                  <a:lnTo>
                    <a:pt x="1133438" y="746001"/>
                  </a:lnTo>
                  <a:lnTo>
                    <a:pt x="1126297" y="736377"/>
                  </a:lnTo>
                  <a:lnTo>
                    <a:pt x="1121020" y="731100"/>
                  </a:lnTo>
                  <a:lnTo>
                    <a:pt x="1113879" y="727995"/>
                  </a:lnTo>
                  <a:lnTo>
                    <a:pt x="1103324" y="728927"/>
                  </a:lnTo>
                  <a:lnTo>
                    <a:pt x="1108602" y="713094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310">
              <a:extLst>
                <a:ext uri="{FF2B5EF4-FFF2-40B4-BE49-F238E27FC236}">
                  <a16:creationId xmlns:a16="http://schemas.microsoft.com/office/drawing/2014/main" xmlns="" id="{7A756828-4FCA-4638-98B0-F8FF5115B3C8}"/>
                </a:ext>
              </a:extLst>
            </p:cNvPr>
            <p:cNvSpPr/>
            <p:nvPr/>
          </p:nvSpPr>
          <p:spPr>
            <a:xfrm>
              <a:off x="3644576" y="3731096"/>
              <a:ext cx="2992697" cy="1030680"/>
            </a:xfrm>
            <a:custGeom>
              <a:avLst/>
              <a:gdLst>
                <a:gd name="connsiteX0" fmla="*/ 7140 w 2992697"/>
                <a:gd name="connsiteY0" fmla="*/ 256428 h 1030680"/>
                <a:gd name="connsiteX1" fmla="*/ 26077 w 2992697"/>
                <a:gd name="connsiteY1" fmla="*/ 261706 h 1030680"/>
                <a:gd name="connsiteX2" fmla="*/ 38495 w 2992697"/>
                <a:gd name="connsiteY2" fmla="*/ 271330 h 1030680"/>
                <a:gd name="connsiteX3" fmla="*/ 49050 w 2992697"/>
                <a:gd name="connsiteY3" fmla="*/ 279712 h 1030680"/>
                <a:gd name="connsiteX4" fmla="*/ 60537 w 2992697"/>
                <a:gd name="connsiteY4" fmla="*/ 291198 h 1030680"/>
                <a:gd name="connsiteX5" fmla="*/ 71092 w 2992697"/>
                <a:gd name="connsiteY5" fmla="*/ 299580 h 1030680"/>
                <a:gd name="connsiteX6" fmla="*/ 71092 w 2992697"/>
                <a:gd name="connsiteY6" fmla="*/ 296476 h 1030680"/>
                <a:gd name="connsiteX7" fmla="*/ 77301 w 2992697"/>
                <a:gd name="connsiteY7" fmla="*/ 296476 h 1030680"/>
                <a:gd name="connsiteX8" fmla="*/ 77301 w 2992697"/>
                <a:gd name="connsiteY8" fmla="*/ 299580 h 1030680"/>
                <a:gd name="connsiteX9" fmla="*/ 78232 w 2992697"/>
                <a:gd name="connsiteY9" fmla="*/ 303926 h 1030680"/>
                <a:gd name="connsiteX10" fmla="*/ 82268 w 2992697"/>
                <a:gd name="connsiteY10" fmla="*/ 309204 h 1030680"/>
                <a:gd name="connsiteX11" fmla="*/ 84441 w 2992697"/>
                <a:gd name="connsiteY11" fmla="*/ 316655 h 1030680"/>
                <a:gd name="connsiteX12" fmla="*/ 76991 w 2992697"/>
                <a:gd name="connsiteY12" fmla="*/ 316655 h 1030680"/>
                <a:gd name="connsiteX13" fmla="*/ 72955 w 2992697"/>
                <a:gd name="connsiteY13" fmla="*/ 316655 h 1030680"/>
                <a:gd name="connsiteX14" fmla="*/ 72955 w 2992697"/>
                <a:gd name="connsiteY14" fmla="*/ 318828 h 1030680"/>
                <a:gd name="connsiteX15" fmla="*/ 70782 w 2992697"/>
                <a:gd name="connsiteY15" fmla="*/ 318828 h 1030680"/>
                <a:gd name="connsiteX16" fmla="*/ 67677 w 2992697"/>
                <a:gd name="connsiteY16" fmla="*/ 318828 h 1030680"/>
                <a:gd name="connsiteX17" fmla="*/ 63641 w 2992697"/>
                <a:gd name="connsiteY17" fmla="*/ 321001 h 1030680"/>
                <a:gd name="connsiteX18" fmla="*/ 49050 w 2992697"/>
                <a:gd name="connsiteY18" fmla="*/ 309514 h 1030680"/>
                <a:gd name="connsiteX19" fmla="*/ 34460 w 2992697"/>
                <a:gd name="connsiteY19" fmla="*/ 304237 h 1030680"/>
                <a:gd name="connsiteX20" fmla="*/ 16764 w 2992697"/>
                <a:gd name="connsiteY20" fmla="*/ 299891 h 1030680"/>
                <a:gd name="connsiteX21" fmla="*/ 0 w 2992697"/>
                <a:gd name="connsiteY21" fmla="*/ 291509 h 1030680"/>
                <a:gd name="connsiteX22" fmla="*/ 6209 w 2992697"/>
                <a:gd name="connsiteY22" fmla="*/ 286231 h 1030680"/>
                <a:gd name="connsiteX23" fmla="*/ 7140 w 2992697"/>
                <a:gd name="connsiteY23" fmla="*/ 280022 h 1030680"/>
                <a:gd name="connsiteX24" fmla="*/ 6209 w 2992697"/>
                <a:gd name="connsiteY24" fmla="*/ 274745 h 1030680"/>
                <a:gd name="connsiteX25" fmla="*/ 6209 w 2992697"/>
                <a:gd name="connsiteY25" fmla="*/ 266983 h 1030680"/>
                <a:gd name="connsiteX26" fmla="*/ 7140 w 2992697"/>
                <a:gd name="connsiteY26" fmla="*/ 256428 h 1030680"/>
                <a:gd name="connsiteX27" fmla="*/ 7140 w 2992697"/>
                <a:gd name="connsiteY27" fmla="*/ 256428 h 1030680"/>
                <a:gd name="connsiteX28" fmla="*/ 7140 w 2992697"/>
                <a:gd name="connsiteY28" fmla="*/ 256428 h 1030680"/>
                <a:gd name="connsiteX29" fmla="*/ 1275001 w 2992697"/>
                <a:gd name="connsiteY29" fmla="*/ 248978 h 1030680"/>
                <a:gd name="connsiteX30" fmla="*/ 1279037 w 2992697"/>
                <a:gd name="connsiteY30" fmla="*/ 248978 h 1030680"/>
                <a:gd name="connsiteX31" fmla="*/ 1282141 w 2992697"/>
                <a:gd name="connsiteY31" fmla="*/ 249909 h 1030680"/>
                <a:gd name="connsiteX32" fmla="*/ 1284314 w 2992697"/>
                <a:gd name="connsiteY32" fmla="*/ 252082 h 1030680"/>
                <a:gd name="connsiteX33" fmla="*/ 1286487 w 2992697"/>
                <a:gd name="connsiteY33" fmla="*/ 254255 h 1030680"/>
                <a:gd name="connsiteX34" fmla="*/ 1287419 w 2992697"/>
                <a:gd name="connsiteY34" fmla="*/ 256428 h 1030680"/>
                <a:gd name="connsiteX35" fmla="*/ 1287419 w 2992697"/>
                <a:gd name="connsiteY35" fmla="*/ 257670 h 1030680"/>
                <a:gd name="connsiteX36" fmla="*/ 1287419 w 2992697"/>
                <a:gd name="connsiteY36" fmla="*/ 259843 h 1030680"/>
                <a:gd name="connsiteX37" fmla="*/ 1289592 w 2992697"/>
                <a:gd name="connsiteY37" fmla="*/ 264189 h 1030680"/>
                <a:gd name="connsiteX38" fmla="*/ 1282141 w 2992697"/>
                <a:gd name="connsiteY38" fmla="*/ 264189 h 1030680"/>
                <a:gd name="connsiteX39" fmla="*/ 1279037 w 2992697"/>
                <a:gd name="connsiteY39" fmla="*/ 265121 h 1030680"/>
                <a:gd name="connsiteX40" fmla="*/ 1275001 w 2992697"/>
                <a:gd name="connsiteY40" fmla="*/ 265121 h 1030680"/>
                <a:gd name="connsiteX41" fmla="*/ 1271896 w 2992697"/>
                <a:gd name="connsiteY41" fmla="*/ 267294 h 1030680"/>
                <a:gd name="connsiteX42" fmla="*/ 1265687 w 2992697"/>
                <a:gd name="connsiteY42" fmla="*/ 267294 h 1030680"/>
                <a:gd name="connsiteX43" fmla="*/ 1265687 w 2992697"/>
                <a:gd name="connsiteY43" fmla="*/ 264189 h 1030680"/>
                <a:gd name="connsiteX44" fmla="*/ 1262583 w 2992697"/>
                <a:gd name="connsiteY44" fmla="*/ 264189 h 1030680"/>
                <a:gd name="connsiteX45" fmla="*/ 1262583 w 2992697"/>
                <a:gd name="connsiteY45" fmla="*/ 250530 h 1030680"/>
                <a:gd name="connsiteX46" fmla="*/ 1267861 w 2992697"/>
                <a:gd name="connsiteY46" fmla="*/ 250530 h 1030680"/>
                <a:gd name="connsiteX47" fmla="*/ 1273138 w 2992697"/>
                <a:gd name="connsiteY47" fmla="*/ 249598 h 1030680"/>
                <a:gd name="connsiteX48" fmla="*/ 1275001 w 2992697"/>
                <a:gd name="connsiteY48" fmla="*/ 249598 h 1030680"/>
                <a:gd name="connsiteX49" fmla="*/ 1275001 w 2992697"/>
                <a:gd name="connsiteY49" fmla="*/ 248978 h 1030680"/>
                <a:gd name="connsiteX50" fmla="*/ 1275001 w 2992697"/>
                <a:gd name="connsiteY50" fmla="*/ 248978 h 1030680"/>
                <a:gd name="connsiteX51" fmla="*/ 63641 w 2992697"/>
                <a:gd name="connsiteY51" fmla="*/ 239664 h 1030680"/>
                <a:gd name="connsiteX52" fmla="*/ 80405 w 2992697"/>
                <a:gd name="connsiteY52" fmla="*/ 239664 h 1030680"/>
                <a:gd name="connsiteX53" fmla="*/ 80405 w 2992697"/>
                <a:gd name="connsiteY53" fmla="*/ 242769 h 1030680"/>
                <a:gd name="connsiteX54" fmla="*/ 77301 w 2992697"/>
                <a:gd name="connsiteY54" fmla="*/ 242769 h 1030680"/>
                <a:gd name="connsiteX55" fmla="*/ 73265 w 2992697"/>
                <a:gd name="connsiteY55" fmla="*/ 242769 h 1030680"/>
                <a:gd name="connsiteX56" fmla="*/ 71092 w 2992697"/>
                <a:gd name="connsiteY56" fmla="*/ 244942 h 1030680"/>
                <a:gd name="connsiteX57" fmla="*/ 70161 w 2992697"/>
                <a:gd name="connsiteY57" fmla="*/ 244942 h 1030680"/>
                <a:gd name="connsiteX58" fmla="*/ 70161 w 2992697"/>
                <a:gd name="connsiteY58" fmla="*/ 244942 h 1030680"/>
                <a:gd name="connsiteX59" fmla="*/ 67988 w 2992697"/>
                <a:gd name="connsiteY59" fmla="*/ 244942 h 1030680"/>
                <a:gd name="connsiteX60" fmla="*/ 65815 w 2992697"/>
                <a:gd name="connsiteY60" fmla="*/ 242769 h 1030680"/>
                <a:gd name="connsiteX61" fmla="*/ 63641 w 2992697"/>
                <a:gd name="connsiteY61" fmla="*/ 239664 h 1030680"/>
                <a:gd name="connsiteX62" fmla="*/ 63641 w 2992697"/>
                <a:gd name="connsiteY62" fmla="*/ 239664 h 1030680"/>
                <a:gd name="connsiteX63" fmla="*/ 63641 w 2992697"/>
                <a:gd name="connsiteY63" fmla="*/ 239664 h 1030680"/>
                <a:gd name="connsiteX64" fmla="*/ 1790651 w 2992697"/>
                <a:gd name="connsiteY64" fmla="*/ 213276 h 1030680"/>
                <a:gd name="connsiteX65" fmla="*/ 1803069 w 2992697"/>
                <a:gd name="connsiteY65" fmla="*/ 213276 h 1030680"/>
                <a:gd name="connsiteX66" fmla="*/ 1807105 w 2992697"/>
                <a:gd name="connsiteY66" fmla="*/ 228178 h 1030680"/>
                <a:gd name="connsiteX67" fmla="*/ 1810209 w 2992697"/>
                <a:gd name="connsiteY67" fmla="*/ 237801 h 1030680"/>
                <a:gd name="connsiteX68" fmla="*/ 1817660 w 2992697"/>
                <a:gd name="connsiteY68" fmla="*/ 242148 h 1030680"/>
                <a:gd name="connsiteX69" fmla="*/ 1830078 w 2992697"/>
                <a:gd name="connsiteY69" fmla="*/ 247425 h 1030680"/>
                <a:gd name="connsiteX70" fmla="*/ 1824800 w 2992697"/>
                <a:gd name="connsiteY70" fmla="*/ 269467 h 1030680"/>
                <a:gd name="connsiteX71" fmla="*/ 1817350 w 2992697"/>
                <a:gd name="connsiteY71" fmla="*/ 291509 h 1030680"/>
                <a:gd name="connsiteX72" fmla="*/ 1806794 w 2992697"/>
                <a:gd name="connsiteY72" fmla="*/ 307341 h 1030680"/>
                <a:gd name="connsiteX73" fmla="*/ 1806794 w 2992697"/>
                <a:gd name="connsiteY73" fmla="*/ 287162 h 1030680"/>
                <a:gd name="connsiteX74" fmla="*/ 1782890 w 2992697"/>
                <a:gd name="connsiteY74" fmla="*/ 287162 h 1030680"/>
                <a:gd name="connsiteX75" fmla="*/ 1785063 w 2992697"/>
                <a:gd name="connsiteY75" fmla="*/ 263879 h 1030680"/>
                <a:gd name="connsiteX76" fmla="*/ 1787236 w 2992697"/>
                <a:gd name="connsiteY76" fmla="*/ 241837 h 1030680"/>
                <a:gd name="connsiteX77" fmla="*/ 1790651 w 2992697"/>
                <a:gd name="connsiteY77" fmla="*/ 213276 h 1030680"/>
                <a:gd name="connsiteX78" fmla="*/ 1790651 w 2992697"/>
                <a:gd name="connsiteY78" fmla="*/ 213276 h 1030680"/>
                <a:gd name="connsiteX79" fmla="*/ 1790651 w 2992697"/>
                <a:gd name="connsiteY79" fmla="*/ 213276 h 1030680"/>
                <a:gd name="connsiteX80" fmla="*/ 2941784 w 2992697"/>
                <a:gd name="connsiteY80" fmla="*/ 165778 h 1030680"/>
                <a:gd name="connsiteX81" fmla="*/ 2945820 w 2992697"/>
                <a:gd name="connsiteY81" fmla="*/ 165778 h 1030680"/>
                <a:gd name="connsiteX82" fmla="*/ 2945820 w 2992697"/>
                <a:gd name="connsiteY82" fmla="*/ 170124 h 1030680"/>
                <a:gd name="connsiteX83" fmla="*/ 2946751 w 2992697"/>
                <a:gd name="connsiteY83" fmla="*/ 175402 h 1030680"/>
                <a:gd name="connsiteX84" fmla="*/ 2948925 w 2992697"/>
                <a:gd name="connsiteY84" fmla="*/ 177575 h 1030680"/>
                <a:gd name="connsiteX85" fmla="*/ 2951098 w 2992697"/>
                <a:gd name="connsiteY85" fmla="*/ 180679 h 1030680"/>
                <a:gd name="connsiteX86" fmla="*/ 2953271 w 2992697"/>
                <a:gd name="connsiteY86" fmla="*/ 182853 h 1030680"/>
                <a:gd name="connsiteX87" fmla="*/ 2956375 w 2992697"/>
                <a:gd name="connsiteY87" fmla="*/ 185957 h 1030680"/>
                <a:gd name="connsiteX88" fmla="*/ 2960411 w 2992697"/>
                <a:gd name="connsiteY88" fmla="*/ 182853 h 1030680"/>
                <a:gd name="connsiteX89" fmla="*/ 2961342 w 2992697"/>
                <a:gd name="connsiteY89" fmla="*/ 178506 h 1030680"/>
                <a:gd name="connsiteX90" fmla="*/ 2963515 w 2992697"/>
                <a:gd name="connsiteY90" fmla="*/ 177575 h 1030680"/>
                <a:gd name="connsiteX91" fmla="*/ 2967551 w 2992697"/>
                <a:gd name="connsiteY91" fmla="*/ 177575 h 1030680"/>
                <a:gd name="connsiteX92" fmla="*/ 2972829 w 2992697"/>
                <a:gd name="connsiteY92" fmla="*/ 175402 h 1030680"/>
                <a:gd name="connsiteX93" fmla="*/ 2975933 w 2992697"/>
                <a:gd name="connsiteY93" fmla="*/ 185957 h 1030680"/>
                <a:gd name="connsiteX94" fmla="*/ 2982142 w 2992697"/>
                <a:gd name="connsiteY94" fmla="*/ 193408 h 1030680"/>
                <a:gd name="connsiteX95" fmla="*/ 2987420 w 2992697"/>
                <a:gd name="connsiteY95" fmla="*/ 200858 h 1030680"/>
                <a:gd name="connsiteX96" fmla="*/ 2990524 w 2992697"/>
                <a:gd name="connsiteY96" fmla="*/ 210482 h 1030680"/>
                <a:gd name="connsiteX97" fmla="*/ 2992697 w 2992697"/>
                <a:gd name="connsiteY97" fmla="*/ 223211 h 1030680"/>
                <a:gd name="connsiteX98" fmla="*/ 2992697 w 2992697"/>
                <a:gd name="connsiteY98" fmla="*/ 225384 h 1030680"/>
                <a:gd name="connsiteX99" fmla="*/ 2990524 w 2992697"/>
                <a:gd name="connsiteY99" fmla="*/ 227557 h 1030680"/>
                <a:gd name="connsiteX100" fmla="*/ 2990524 w 2992697"/>
                <a:gd name="connsiteY100" fmla="*/ 228488 h 1030680"/>
                <a:gd name="connsiteX101" fmla="*/ 2990524 w 2992697"/>
                <a:gd name="connsiteY101" fmla="*/ 230661 h 1030680"/>
                <a:gd name="connsiteX102" fmla="*/ 2990524 w 2992697"/>
                <a:gd name="connsiteY102" fmla="*/ 232834 h 1030680"/>
                <a:gd name="connsiteX103" fmla="*/ 2989593 w 2992697"/>
                <a:gd name="connsiteY103" fmla="*/ 235939 h 1030680"/>
                <a:gd name="connsiteX104" fmla="*/ 2978106 w 2992697"/>
                <a:gd name="connsiteY104" fmla="*/ 243390 h 1030680"/>
                <a:gd name="connsiteX105" fmla="*/ 2961342 w 2992697"/>
                <a:gd name="connsiteY105" fmla="*/ 250840 h 1030680"/>
                <a:gd name="connsiteX106" fmla="*/ 2941474 w 2992697"/>
                <a:gd name="connsiteY106" fmla="*/ 255186 h 1030680"/>
                <a:gd name="connsiteX107" fmla="*/ 2921605 w 2992697"/>
                <a:gd name="connsiteY107" fmla="*/ 258291 h 1030680"/>
                <a:gd name="connsiteX108" fmla="*/ 2904841 w 2992697"/>
                <a:gd name="connsiteY108" fmla="*/ 260464 h 1030680"/>
                <a:gd name="connsiteX109" fmla="*/ 2907014 w 2992697"/>
                <a:gd name="connsiteY109" fmla="*/ 250840 h 1030680"/>
                <a:gd name="connsiteX110" fmla="*/ 2909187 w 2992697"/>
                <a:gd name="connsiteY110" fmla="*/ 247736 h 1030680"/>
                <a:gd name="connsiteX111" fmla="*/ 2911360 w 2992697"/>
                <a:gd name="connsiteY111" fmla="*/ 243390 h 1030680"/>
                <a:gd name="connsiteX112" fmla="*/ 2912292 w 2992697"/>
                <a:gd name="connsiteY112" fmla="*/ 242458 h 1030680"/>
                <a:gd name="connsiteX113" fmla="*/ 2914465 w 2992697"/>
                <a:gd name="connsiteY113" fmla="*/ 242458 h 1030680"/>
                <a:gd name="connsiteX114" fmla="*/ 2918501 w 2992697"/>
                <a:gd name="connsiteY114" fmla="*/ 240285 h 1030680"/>
                <a:gd name="connsiteX115" fmla="*/ 2919432 w 2992697"/>
                <a:gd name="connsiteY115" fmla="*/ 240285 h 1030680"/>
                <a:gd name="connsiteX116" fmla="*/ 2921605 w 2992697"/>
                <a:gd name="connsiteY116" fmla="*/ 238112 h 1030680"/>
                <a:gd name="connsiteX117" fmla="*/ 2925641 w 2992697"/>
                <a:gd name="connsiteY117" fmla="*/ 235939 h 1030680"/>
                <a:gd name="connsiteX118" fmla="*/ 2930919 w 2992697"/>
                <a:gd name="connsiteY118" fmla="*/ 221037 h 1030680"/>
                <a:gd name="connsiteX119" fmla="*/ 2930919 w 2992697"/>
                <a:gd name="connsiteY119" fmla="*/ 206136 h 1030680"/>
                <a:gd name="connsiteX120" fmla="*/ 2928746 w 2992697"/>
                <a:gd name="connsiteY120" fmla="*/ 192476 h 1030680"/>
                <a:gd name="connsiteX121" fmla="*/ 2931850 w 2992697"/>
                <a:gd name="connsiteY121" fmla="*/ 180990 h 1030680"/>
                <a:gd name="connsiteX122" fmla="*/ 2941163 w 2992697"/>
                <a:gd name="connsiteY122" fmla="*/ 170435 h 1030680"/>
                <a:gd name="connsiteX123" fmla="*/ 2941163 w 2992697"/>
                <a:gd name="connsiteY123" fmla="*/ 165778 h 1030680"/>
                <a:gd name="connsiteX124" fmla="*/ 2941784 w 2992697"/>
                <a:gd name="connsiteY124" fmla="*/ 165778 h 1030680"/>
                <a:gd name="connsiteX125" fmla="*/ 2941784 w 2992697"/>
                <a:gd name="connsiteY125" fmla="*/ 165778 h 1030680"/>
                <a:gd name="connsiteX126" fmla="*/ 148083 w 2992697"/>
                <a:gd name="connsiteY126" fmla="*/ 158327 h 1030680"/>
                <a:gd name="connsiteX127" fmla="*/ 167951 w 2992697"/>
                <a:gd name="connsiteY127" fmla="*/ 180369 h 1030680"/>
                <a:gd name="connsiteX128" fmla="*/ 193097 w 2992697"/>
                <a:gd name="connsiteY128" fmla="*/ 197133 h 1030680"/>
                <a:gd name="connsiteX129" fmla="*/ 224452 w 2992697"/>
                <a:gd name="connsiteY129" fmla="*/ 209861 h 1030680"/>
                <a:gd name="connsiteX130" fmla="*/ 226625 w 2992697"/>
                <a:gd name="connsiteY130" fmla="*/ 227867 h 1030680"/>
                <a:gd name="connsiteX131" fmla="*/ 231903 w 2992697"/>
                <a:gd name="connsiteY131" fmla="*/ 241527 h 1030680"/>
                <a:gd name="connsiteX132" fmla="*/ 237181 w 2992697"/>
                <a:gd name="connsiteY132" fmla="*/ 248978 h 1030680"/>
                <a:gd name="connsiteX133" fmla="*/ 244631 w 2992697"/>
                <a:gd name="connsiteY133" fmla="*/ 256428 h 1030680"/>
                <a:gd name="connsiteX134" fmla="*/ 252082 w 2992697"/>
                <a:gd name="connsiteY134" fmla="*/ 266983 h 1030680"/>
                <a:gd name="connsiteX135" fmla="*/ 239664 w 2992697"/>
                <a:gd name="connsiteY135" fmla="*/ 269157 h 1030680"/>
                <a:gd name="connsiteX136" fmla="*/ 227246 w 2992697"/>
                <a:gd name="connsiteY136" fmla="*/ 271330 h 1030680"/>
                <a:gd name="connsiteX137" fmla="*/ 215760 w 2992697"/>
                <a:gd name="connsiteY137" fmla="*/ 276607 h 1030680"/>
                <a:gd name="connsiteX138" fmla="*/ 208309 w 2992697"/>
                <a:gd name="connsiteY138" fmla="*/ 284058 h 1030680"/>
                <a:gd name="connsiteX139" fmla="*/ 207378 w 2992697"/>
                <a:gd name="connsiteY139" fmla="*/ 287162 h 1030680"/>
                <a:gd name="connsiteX140" fmla="*/ 205205 w 2992697"/>
                <a:gd name="connsiteY140" fmla="*/ 291509 h 1030680"/>
                <a:gd name="connsiteX141" fmla="*/ 203032 w 2992697"/>
                <a:gd name="connsiteY141" fmla="*/ 294613 h 1030680"/>
                <a:gd name="connsiteX142" fmla="*/ 200858 w 2992697"/>
                <a:gd name="connsiteY142" fmla="*/ 296786 h 1030680"/>
                <a:gd name="connsiteX143" fmla="*/ 197754 w 2992697"/>
                <a:gd name="connsiteY143" fmla="*/ 299891 h 1030680"/>
                <a:gd name="connsiteX144" fmla="*/ 186267 w 2992697"/>
                <a:gd name="connsiteY144" fmla="*/ 302064 h 1030680"/>
                <a:gd name="connsiteX145" fmla="*/ 170745 w 2992697"/>
                <a:gd name="connsiteY145" fmla="*/ 304237 h 1030680"/>
                <a:gd name="connsiteX146" fmla="*/ 151808 w 2992697"/>
                <a:gd name="connsiteY146" fmla="*/ 302064 h 1030680"/>
                <a:gd name="connsiteX147" fmla="*/ 137217 w 2992697"/>
                <a:gd name="connsiteY147" fmla="*/ 299891 h 1030680"/>
                <a:gd name="connsiteX148" fmla="*/ 134113 w 2992697"/>
                <a:gd name="connsiteY148" fmla="*/ 289335 h 1030680"/>
                <a:gd name="connsiteX149" fmla="*/ 131939 w 2992697"/>
                <a:gd name="connsiteY149" fmla="*/ 281885 h 1030680"/>
                <a:gd name="connsiteX150" fmla="*/ 129766 w 2992697"/>
                <a:gd name="connsiteY150" fmla="*/ 276607 h 1030680"/>
                <a:gd name="connsiteX151" fmla="*/ 124489 w 2992697"/>
                <a:gd name="connsiteY151" fmla="*/ 266983 h 1030680"/>
                <a:gd name="connsiteX152" fmla="*/ 148393 w 2992697"/>
                <a:gd name="connsiteY152" fmla="*/ 259533 h 1030680"/>
                <a:gd name="connsiteX153" fmla="*/ 148393 w 2992697"/>
                <a:gd name="connsiteY153" fmla="*/ 256428 h 1030680"/>
                <a:gd name="connsiteX154" fmla="*/ 129456 w 2992697"/>
                <a:gd name="connsiteY154" fmla="*/ 254255 h 1030680"/>
                <a:gd name="connsiteX155" fmla="*/ 117038 w 2992697"/>
                <a:gd name="connsiteY155" fmla="*/ 249909 h 1030680"/>
                <a:gd name="connsiteX156" fmla="*/ 107725 w 2992697"/>
                <a:gd name="connsiteY156" fmla="*/ 242458 h 1030680"/>
                <a:gd name="connsiteX157" fmla="*/ 106793 w 2992697"/>
                <a:gd name="connsiteY157" fmla="*/ 237181 h 1030680"/>
                <a:gd name="connsiteX158" fmla="*/ 102758 w 2992697"/>
                <a:gd name="connsiteY158" fmla="*/ 231903 h 1030680"/>
                <a:gd name="connsiteX159" fmla="*/ 100584 w 2992697"/>
                <a:gd name="connsiteY159" fmla="*/ 226625 h 1030680"/>
                <a:gd name="connsiteX160" fmla="*/ 100584 w 2992697"/>
                <a:gd name="connsiteY160" fmla="*/ 220417 h 1030680"/>
                <a:gd name="connsiteX161" fmla="*/ 100584 w 2992697"/>
                <a:gd name="connsiteY161" fmla="*/ 217312 h 1030680"/>
                <a:gd name="connsiteX162" fmla="*/ 100584 w 2992697"/>
                <a:gd name="connsiteY162" fmla="*/ 212966 h 1030680"/>
                <a:gd name="connsiteX163" fmla="*/ 102758 w 2992697"/>
                <a:gd name="connsiteY163" fmla="*/ 212966 h 1030680"/>
                <a:gd name="connsiteX164" fmla="*/ 104931 w 2992697"/>
                <a:gd name="connsiteY164" fmla="*/ 212034 h 1030680"/>
                <a:gd name="connsiteX165" fmla="*/ 107104 w 2992697"/>
                <a:gd name="connsiteY165" fmla="*/ 212034 h 1030680"/>
                <a:gd name="connsiteX166" fmla="*/ 108035 w 2992697"/>
                <a:gd name="connsiteY166" fmla="*/ 212034 h 1030680"/>
                <a:gd name="connsiteX167" fmla="*/ 112071 w 2992697"/>
                <a:gd name="connsiteY167" fmla="*/ 209861 h 1030680"/>
                <a:gd name="connsiteX168" fmla="*/ 113623 w 2992697"/>
                <a:gd name="connsiteY168" fmla="*/ 204894 h 1030680"/>
                <a:gd name="connsiteX169" fmla="*/ 113623 w 2992697"/>
                <a:gd name="connsiteY169" fmla="*/ 198685 h 1030680"/>
                <a:gd name="connsiteX170" fmla="*/ 113623 w 2992697"/>
                <a:gd name="connsiteY170" fmla="*/ 195581 h 1030680"/>
                <a:gd name="connsiteX171" fmla="*/ 114554 w 2992697"/>
                <a:gd name="connsiteY171" fmla="*/ 193408 h 1030680"/>
                <a:gd name="connsiteX172" fmla="*/ 116728 w 2992697"/>
                <a:gd name="connsiteY172" fmla="*/ 190303 h 1030680"/>
                <a:gd name="connsiteX173" fmla="*/ 118901 w 2992697"/>
                <a:gd name="connsiteY173" fmla="*/ 190303 h 1030680"/>
                <a:gd name="connsiteX174" fmla="*/ 121074 w 2992697"/>
                <a:gd name="connsiteY174" fmla="*/ 188130 h 1030680"/>
                <a:gd name="connsiteX175" fmla="*/ 122005 w 2992697"/>
                <a:gd name="connsiteY175" fmla="*/ 188130 h 1030680"/>
                <a:gd name="connsiteX176" fmla="*/ 124178 w 2992697"/>
                <a:gd name="connsiteY176" fmla="*/ 188130 h 1030680"/>
                <a:gd name="connsiteX177" fmla="*/ 127283 w 2992697"/>
                <a:gd name="connsiteY177" fmla="*/ 185957 h 1030680"/>
                <a:gd name="connsiteX178" fmla="*/ 129456 w 2992697"/>
                <a:gd name="connsiteY178" fmla="*/ 178506 h 1030680"/>
                <a:gd name="connsiteX179" fmla="*/ 131629 w 2992697"/>
                <a:gd name="connsiteY179" fmla="*/ 173229 h 1030680"/>
                <a:gd name="connsiteX180" fmla="*/ 133802 w 2992697"/>
                <a:gd name="connsiteY180" fmla="*/ 167951 h 1030680"/>
                <a:gd name="connsiteX181" fmla="*/ 136907 w 2992697"/>
                <a:gd name="connsiteY181" fmla="*/ 162674 h 1030680"/>
                <a:gd name="connsiteX182" fmla="*/ 139080 w 2992697"/>
                <a:gd name="connsiteY182" fmla="*/ 160500 h 1030680"/>
                <a:gd name="connsiteX183" fmla="*/ 141253 w 2992697"/>
                <a:gd name="connsiteY183" fmla="*/ 160500 h 1030680"/>
                <a:gd name="connsiteX184" fmla="*/ 142184 w 2992697"/>
                <a:gd name="connsiteY184" fmla="*/ 158327 h 1030680"/>
                <a:gd name="connsiteX185" fmla="*/ 144357 w 2992697"/>
                <a:gd name="connsiteY185" fmla="*/ 158327 h 1030680"/>
                <a:gd name="connsiteX186" fmla="*/ 148083 w 2992697"/>
                <a:gd name="connsiteY186" fmla="*/ 158327 h 1030680"/>
                <a:gd name="connsiteX187" fmla="*/ 148083 w 2992697"/>
                <a:gd name="connsiteY187" fmla="*/ 158327 h 1030680"/>
                <a:gd name="connsiteX188" fmla="*/ 148083 w 2992697"/>
                <a:gd name="connsiteY188" fmla="*/ 158327 h 1030680"/>
                <a:gd name="connsiteX189" fmla="*/ 1222846 w 2992697"/>
                <a:gd name="connsiteY189" fmla="*/ 138148 h 1030680"/>
                <a:gd name="connsiteX190" fmla="*/ 1228124 w 2992697"/>
                <a:gd name="connsiteY190" fmla="*/ 140322 h 1030680"/>
                <a:gd name="connsiteX191" fmla="*/ 1233401 w 2992697"/>
                <a:gd name="connsiteY191" fmla="*/ 141253 h 1030680"/>
                <a:gd name="connsiteX192" fmla="*/ 1236506 w 2992697"/>
                <a:gd name="connsiteY192" fmla="*/ 143426 h 1030680"/>
                <a:gd name="connsiteX193" fmla="*/ 1242714 w 2992697"/>
                <a:gd name="connsiteY193" fmla="*/ 145599 h 1030680"/>
                <a:gd name="connsiteX194" fmla="*/ 1242714 w 2992697"/>
                <a:gd name="connsiteY194" fmla="*/ 150877 h 1030680"/>
                <a:gd name="connsiteX195" fmla="*/ 1243646 w 2992697"/>
                <a:gd name="connsiteY195" fmla="*/ 155223 h 1030680"/>
                <a:gd name="connsiteX196" fmla="*/ 1243646 w 2992697"/>
                <a:gd name="connsiteY196" fmla="*/ 158327 h 1030680"/>
                <a:gd name="connsiteX197" fmla="*/ 1245819 w 2992697"/>
                <a:gd name="connsiteY197" fmla="*/ 162674 h 1030680"/>
                <a:gd name="connsiteX198" fmla="*/ 1233401 w 2992697"/>
                <a:gd name="connsiteY198" fmla="*/ 162674 h 1030680"/>
                <a:gd name="connsiteX199" fmla="*/ 1231228 w 2992697"/>
                <a:gd name="connsiteY199" fmla="*/ 158327 h 1030680"/>
                <a:gd name="connsiteX200" fmla="*/ 1229055 w 2992697"/>
                <a:gd name="connsiteY200" fmla="*/ 155223 h 1030680"/>
                <a:gd name="connsiteX201" fmla="*/ 1225950 w 2992697"/>
                <a:gd name="connsiteY201" fmla="*/ 150877 h 1030680"/>
                <a:gd name="connsiteX202" fmla="*/ 1223777 w 2992697"/>
                <a:gd name="connsiteY202" fmla="*/ 148704 h 1030680"/>
                <a:gd name="connsiteX203" fmla="*/ 1223777 w 2992697"/>
                <a:gd name="connsiteY203" fmla="*/ 143426 h 1030680"/>
                <a:gd name="connsiteX204" fmla="*/ 1222846 w 2992697"/>
                <a:gd name="connsiteY204" fmla="*/ 138148 h 1030680"/>
                <a:gd name="connsiteX205" fmla="*/ 1222846 w 2992697"/>
                <a:gd name="connsiteY205" fmla="*/ 138148 h 1030680"/>
                <a:gd name="connsiteX206" fmla="*/ 1222846 w 2992697"/>
                <a:gd name="connsiteY206" fmla="*/ 138148 h 1030680"/>
                <a:gd name="connsiteX207" fmla="*/ 1730114 w 2992697"/>
                <a:gd name="connsiteY207" fmla="*/ 113934 h 1030680"/>
                <a:gd name="connsiteX208" fmla="*/ 1736323 w 2992697"/>
                <a:gd name="connsiteY208" fmla="*/ 123557 h 1030680"/>
                <a:gd name="connsiteX209" fmla="*/ 1741601 w 2992697"/>
                <a:gd name="connsiteY209" fmla="*/ 141563 h 1030680"/>
                <a:gd name="connsiteX210" fmla="*/ 1749051 w 2992697"/>
                <a:gd name="connsiteY210" fmla="*/ 158327 h 1030680"/>
                <a:gd name="connsiteX211" fmla="*/ 1758365 w 2992697"/>
                <a:gd name="connsiteY211" fmla="*/ 175091 h 1030680"/>
                <a:gd name="connsiteX212" fmla="*/ 1763642 w 2992697"/>
                <a:gd name="connsiteY212" fmla="*/ 182542 h 1030680"/>
                <a:gd name="connsiteX213" fmla="*/ 1766747 w 2992697"/>
                <a:gd name="connsiteY213" fmla="*/ 178196 h 1030680"/>
                <a:gd name="connsiteX214" fmla="*/ 1768920 w 2992697"/>
                <a:gd name="connsiteY214" fmla="*/ 177265 h 1030680"/>
                <a:gd name="connsiteX215" fmla="*/ 1772956 w 2992697"/>
                <a:gd name="connsiteY215" fmla="*/ 177265 h 1030680"/>
                <a:gd name="connsiteX216" fmla="*/ 1776060 w 2992697"/>
                <a:gd name="connsiteY216" fmla="*/ 175091 h 1030680"/>
                <a:gd name="connsiteX217" fmla="*/ 1783511 w 2992697"/>
                <a:gd name="connsiteY217" fmla="*/ 175091 h 1030680"/>
                <a:gd name="connsiteX218" fmla="*/ 1783511 w 2992697"/>
                <a:gd name="connsiteY218" fmla="*/ 178196 h 1030680"/>
                <a:gd name="connsiteX219" fmla="*/ 1787547 w 2992697"/>
                <a:gd name="connsiteY219" fmla="*/ 178196 h 1030680"/>
                <a:gd name="connsiteX220" fmla="*/ 1787547 w 2992697"/>
                <a:gd name="connsiteY220" fmla="*/ 189682 h 1030680"/>
                <a:gd name="connsiteX221" fmla="*/ 1759296 w 2992697"/>
                <a:gd name="connsiteY221" fmla="*/ 192787 h 1030680"/>
                <a:gd name="connsiteX222" fmla="*/ 1756192 w 2992697"/>
                <a:gd name="connsiteY222" fmla="*/ 222279 h 1030680"/>
                <a:gd name="connsiteX223" fmla="*/ 1746878 w 2992697"/>
                <a:gd name="connsiteY223" fmla="*/ 246494 h 1030680"/>
                <a:gd name="connsiteX224" fmla="*/ 1739428 w 2992697"/>
                <a:gd name="connsiteY224" fmla="*/ 270709 h 1030680"/>
                <a:gd name="connsiteX225" fmla="*/ 1736323 w 2992697"/>
                <a:gd name="connsiteY225" fmla="*/ 290888 h 1030680"/>
                <a:gd name="connsiteX226" fmla="*/ 1734150 w 2992697"/>
                <a:gd name="connsiteY226" fmla="*/ 311067 h 1030680"/>
                <a:gd name="connsiteX227" fmla="*/ 1734150 w 2992697"/>
                <a:gd name="connsiteY227" fmla="*/ 327831 h 1030680"/>
                <a:gd name="connsiteX228" fmla="*/ 1730114 w 2992697"/>
                <a:gd name="connsiteY228" fmla="*/ 343664 h 1030680"/>
                <a:gd name="connsiteX229" fmla="*/ 1727010 w 2992697"/>
                <a:gd name="connsiteY229" fmla="*/ 343664 h 1030680"/>
                <a:gd name="connsiteX230" fmla="*/ 1727010 w 2992697"/>
                <a:gd name="connsiteY230" fmla="*/ 340559 h 1030680"/>
                <a:gd name="connsiteX231" fmla="*/ 1721732 w 2992697"/>
                <a:gd name="connsiteY231" fmla="*/ 333108 h 1030680"/>
                <a:gd name="connsiteX232" fmla="*/ 1712419 w 2992697"/>
                <a:gd name="connsiteY232" fmla="*/ 323485 h 1030680"/>
                <a:gd name="connsiteX233" fmla="*/ 1701864 w 2992697"/>
                <a:gd name="connsiteY233" fmla="*/ 310756 h 1030680"/>
                <a:gd name="connsiteX234" fmla="*/ 1692550 w 2992697"/>
                <a:gd name="connsiteY234" fmla="*/ 298028 h 1030680"/>
                <a:gd name="connsiteX235" fmla="*/ 1685100 w 2992697"/>
                <a:gd name="connsiteY235" fmla="*/ 285300 h 1030680"/>
                <a:gd name="connsiteX236" fmla="*/ 1681064 w 2992697"/>
                <a:gd name="connsiteY236" fmla="*/ 273813 h 1030680"/>
                <a:gd name="connsiteX237" fmla="*/ 1683237 w 2992697"/>
                <a:gd name="connsiteY237" fmla="*/ 266363 h 1030680"/>
                <a:gd name="connsiteX238" fmla="*/ 1687273 w 2992697"/>
                <a:gd name="connsiteY238" fmla="*/ 264189 h 1030680"/>
                <a:gd name="connsiteX239" fmla="*/ 1690377 w 2992697"/>
                <a:gd name="connsiteY239" fmla="*/ 264189 h 1030680"/>
                <a:gd name="connsiteX240" fmla="*/ 1692550 w 2992697"/>
                <a:gd name="connsiteY240" fmla="*/ 264189 h 1030680"/>
                <a:gd name="connsiteX241" fmla="*/ 1694723 w 2992697"/>
                <a:gd name="connsiteY241" fmla="*/ 264189 h 1030680"/>
                <a:gd name="connsiteX242" fmla="*/ 1695655 w 2992697"/>
                <a:gd name="connsiteY242" fmla="*/ 264189 h 1030680"/>
                <a:gd name="connsiteX243" fmla="*/ 1697828 w 2992697"/>
                <a:gd name="connsiteY243" fmla="*/ 264189 h 1030680"/>
                <a:gd name="connsiteX244" fmla="*/ 1700001 w 2992697"/>
                <a:gd name="connsiteY244" fmla="*/ 263879 h 1030680"/>
                <a:gd name="connsiteX245" fmla="*/ 1703106 w 2992697"/>
                <a:gd name="connsiteY245" fmla="*/ 259533 h 1030680"/>
                <a:gd name="connsiteX246" fmla="*/ 1700001 w 2992697"/>
                <a:gd name="connsiteY246" fmla="*/ 259533 h 1030680"/>
                <a:gd name="connsiteX247" fmla="*/ 1700001 w 2992697"/>
                <a:gd name="connsiteY247" fmla="*/ 256428 h 1030680"/>
                <a:gd name="connsiteX248" fmla="*/ 1683237 w 2992697"/>
                <a:gd name="connsiteY248" fmla="*/ 254255 h 1030680"/>
                <a:gd name="connsiteX249" fmla="*/ 1673924 w 2992697"/>
                <a:gd name="connsiteY249" fmla="*/ 248978 h 1030680"/>
                <a:gd name="connsiteX250" fmla="*/ 1666473 w 2992697"/>
                <a:gd name="connsiteY250" fmla="*/ 239354 h 1030680"/>
                <a:gd name="connsiteX251" fmla="*/ 1673924 w 2992697"/>
                <a:gd name="connsiteY251" fmla="*/ 237181 h 1030680"/>
                <a:gd name="connsiteX252" fmla="*/ 1680132 w 2992697"/>
                <a:gd name="connsiteY252" fmla="*/ 235007 h 1030680"/>
                <a:gd name="connsiteX253" fmla="*/ 1683237 w 2992697"/>
                <a:gd name="connsiteY253" fmla="*/ 234076 h 1030680"/>
                <a:gd name="connsiteX254" fmla="*/ 1687273 w 2992697"/>
                <a:gd name="connsiteY254" fmla="*/ 231903 h 1030680"/>
                <a:gd name="connsiteX255" fmla="*/ 1690377 w 2992697"/>
                <a:gd name="connsiteY255" fmla="*/ 229730 h 1030680"/>
                <a:gd name="connsiteX256" fmla="*/ 1694413 w 2992697"/>
                <a:gd name="connsiteY256" fmla="*/ 226625 h 1030680"/>
                <a:gd name="connsiteX257" fmla="*/ 1694413 w 2992697"/>
                <a:gd name="connsiteY257" fmla="*/ 222279 h 1030680"/>
                <a:gd name="connsiteX258" fmla="*/ 1679822 w 2992697"/>
                <a:gd name="connsiteY258" fmla="*/ 222279 h 1030680"/>
                <a:gd name="connsiteX259" fmla="*/ 1675786 w 2992697"/>
                <a:gd name="connsiteY259" fmla="*/ 224452 h 1030680"/>
                <a:gd name="connsiteX260" fmla="*/ 1672682 w 2992697"/>
                <a:gd name="connsiteY260" fmla="*/ 224452 h 1030680"/>
                <a:gd name="connsiteX261" fmla="*/ 1668646 w 2992697"/>
                <a:gd name="connsiteY261" fmla="*/ 226625 h 1030680"/>
                <a:gd name="connsiteX262" fmla="*/ 1663369 w 2992697"/>
                <a:gd name="connsiteY262" fmla="*/ 226625 h 1030680"/>
                <a:gd name="connsiteX263" fmla="*/ 1654055 w 2992697"/>
                <a:gd name="connsiteY263" fmla="*/ 209861 h 1030680"/>
                <a:gd name="connsiteX264" fmla="*/ 1643500 w 2992697"/>
                <a:gd name="connsiteY264" fmla="*/ 193097 h 1030680"/>
                <a:gd name="connsiteX265" fmla="*/ 1644431 w 2992697"/>
                <a:gd name="connsiteY265" fmla="*/ 187820 h 1030680"/>
                <a:gd name="connsiteX266" fmla="*/ 1644431 w 2992697"/>
                <a:gd name="connsiteY266" fmla="*/ 184715 h 1030680"/>
                <a:gd name="connsiteX267" fmla="*/ 1646604 w 2992697"/>
                <a:gd name="connsiteY267" fmla="*/ 182542 h 1030680"/>
                <a:gd name="connsiteX268" fmla="*/ 1648778 w 2992697"/>
                <a:gd name="connsiteY268" fmla="*/ 178196 h 1030680"/>
                <a:gd name="connsiteX269" fmla="*/ 1648778 w 2992697"/>
                <a:gd name="connsiteY269" fmla="*/ 175091 h 1030680"/>
                <a:gd name="connsiteX270" fmla="*/ 1650951 w 2992697"/>
                <a:gd name="connsiteY270" fmla="*/ 169814 h 1030680"/>
                <a:gd name="connsiteX271" fmla="*/ 1646915 w 2992697"/>
                <a:gd name="connsiteY271" fmla="*/ 169814 h 1030680"/>
                <a:gd name="connsiteX272" fmla="*/ 1646915 w 2992697"/>
                <a:gd name="connsiteY272" fmla="*/ 165468 h 1030680"/>
                <a:gd name="connsiteX273" fmla="*/ 1643810 w 2992697"/>
                <a:gd name="connsiteY273" fmla="*/ 167641 h 1030680"/>
                <a:gd name="connsiteX274" fmla="*/ 1641637 w 2992697"/>
                <a:gd name="connsiteY274" fmla="*/ 167641 h 1030680"/>
                <a:gd name="connsiteX275" fmla="*/ 1639464 w 2992697"/>
                <a:gd name="connsiteY275" fmla="*/ 167641 h 1030680"/>
                <a:gd name="connsiteX276" fmla="*/ 1639464 w 2992697"/>
                <a:gd name="connsiteY276" fmla="*/ 167641 h 1030680"/>
                <a:gd name="connsiteX277" fmla="*/ 1637291 w 2992697"/>
                <a:gd name="connsiteY277" fmla="*/ 167641 h 1030680"/>
                <a:gd name="connsiteX278" fmla="*/ 1637291 w 2992697"/>
                <a:gd name="connsiteY278" fmla="*/ 165468 h 1030680"/>
                <a:gd name="connsiteX279" fmla="*/ 1634187 w 2992697"/>
                <a:gd name="connsiteY279" fmla="*/ 162363 h 1030680"/>
                <a:gd name="connsiteX280" fmla="*/ 1632013 w 2992697"/>
                <a:gd name="connsiteY280" fmla="*/ 158017 h 1030680"/>
                <a:gd name="connsiteX281" fmla="*/ 1629840 w 2992697"/>
                <a:gd name="connsiteY281" fmla="*/ 154912 h 1030680"/>
                <a:gd name="connsiteX282" fmla="*/ 1628909 w 2992697"/>
                <a:gd name="connsiteY282" fmla="*/ 152739 h 1030680"/>
                <a:gd name="connsiteX283" fmla="*/ 1628909 w 2992697"/>
                <a:gd name="connsiteY283" fmla="*/ 147462 h 1030680"/>
                <a:gd name="connsiteX284" fmla="*/ 1626736 w 2992697"/>
                <a:gd name="connsiteY284" fmla="*/ 141253 h 1030680"/>
                <a:gd name="connsiteX285" fmla="*/ 1646604 w 2992697"/>
                <a:gd name="connsiteY285" fmla="*/ 128525 h 1030680"/>
                <a:gd name="connsiteX286" fmla="*/ 1666473 w 2992697"/>
                <a:gd name="connsiteY286" fmla="*/ 117969 h 1030680"/>
                <a:gd name="connsiteX287" fmla="*/ 1668646 w 2992697"/>
                <a:gd name="connsiteY287" fmla="*/ 123247 h 1030680"/>
                <a:gd name="connsiteX288" fmla="*/ 1670819 w 2992697"/>
                <a:gd name="connsiteY288" fmla="*/ 128525 h 1030680"/>
                <a:gd name="connsiteX289" fmla="*/ 1672992 w 2992697"/>
                <a:gd name="connsiteY289" fmla="*/ 130698 h 1030680"/>
                <a:gd name="connsiteX290" fmla="*/ 1676097 w 2992697"/>
                <a:gd name="connsiteY290" fmla="*/ 132871 h 1030680"/>
                <a:gd name="connsiteX291" fmla="*/ 1678270 w 2992697"/>
                <a:gd name="connsiteY291" fmla="*/ 132871 h 1030680"/>
                <a:gd name="connsiteX292" fmla="*/ 1680443 w 2992697"/>
                <a:gd name="connsiteY292" fmla="*/ 133802 h 1030680"/>
                <a:gd name="connsiteX293" fmla="*/ 1683547 w 2992697"/>
                <a:gd name="connsiteY293" fmla="*/ 135975 h 1030680"/>
                <a:gd name="connsiteX294" fmla="*/ 1687583 w 2992697"/>
                <a:gd name="connsiteY294" fmla="*/ 138148 h 1030680"/>
                <a:gd name="connsiteX295" fmla="*/ 1690688 w 2992697"/>
                <a:gd name="connsiteY295" fmla="*/ 148704 h 1030680"/>
                <a:gd name="connsiteX296" fmla="*/ 1692861 w 2992697"/>
                <a:gd name="connsiteY296" fmla="*/ 162363 h 1030680"/>
                <a:gd name="connsiteX297" fmla="*/ 1695034 w 2992697"/>
                <a:gd name="connsiteY297" fmla="*/ 175091 h 1030680"/>
                <a:gd name="connsiteX298" fmla="*/ 1703416 w 2992697"/>
                <a:gd name="connsiteY298" fmla="*/ 175091 h 1030680"/>
                <a:gd name="connsiteX299" fmla="*/ 1703416 w 2992697"/>
                <a:gd name="connsiteY299" fmla="*/ 165468 h 1030680"/>
                <a:gd name="connsiteX300" fmla="*/ 1700311 w 2992697"/>
                <a:gd name="connsiteY300" fmla="*/ 154912 h 1030680"/>
                <a:gd name="connsiteX301" fmla="*/ 1700311 w 2992697"/>
                <a:gd name="connsiteY301" fmla="*/ 141253 h 1030680"/>
                <a:gd name="connsiteX302" fmla="*/ 1703416 w 2992697"/>
                <a:gd name="connsiteY302" fmla="*/ 128525 h 1030680"/>
                <a:gd name="connsiteX303" fmla="*/ 1707452 w 2992697"/>
                <a:gd name="connsiteY303" fmla="*/ 117969 h 1030680"/>
                <a:gd name="connsiteX304" fmla="*/ 1730114 w 2992697"/>
                <a:gd name="connsiteY304" fmla="*/ 113934 h 1030680"/>
                <a:gd name="connsiteX305" fmla="*/ 1730114 w 2992697"/>
                <a:gd name="connsiteY305" fmla="*/ 113934 h 1030680"/>
                <a:gd name="connsiteX306" fmla="*/ 1730114 w 2992697"/>
                <a:gd name="connsiteY306" fmla="*/ 113934 h 1030680"/>
                <a:gd name="connsiteX307" fmla="*/ 2755827 w 2992697"/>
                <a:gd name="connsiteY307" fmla="*/ 104620 h 1030680"/>
                <a:gd name="connsiteX308" fmla="*/ 2761105 w 2992697"/>
                <a:gd name="connsiteY308" fmla="*/ 108966 h 1030680"/>
                <a:gd name="connsiteX309" fmla="*/ 2765140 w 2992697"/>
                <a:gd name="connsiteY309" fmla="*/ 112071 h 1030680"/>
                <a:gd name="connsiteX310" fmla="*/ 2770418 w 2992697"/>
                <a:gd name="connsiteY310" fmla="*/ 112071 h 1030680"/>
                <a:gd name="connsiteX311" fmla="*/ 2775696 w 2992697"/>
                <a:gd name="connsiteY311" fmla="*/ 112071 h 1030680"/>
                <a:gd name="connsiteX312" fmla="*/ 2785009 w 2992697"/>
                <a:gd name="connsiteY312" fmla="*/ 114244 h 1030680"/>
                <a:gd name="connsiteX313" fmla="*/ 2782836 w 2992697"/>
                <a:gd name="connsiteY313" fmla="*/ 118590 h 1030680"/>
                <a:gd name="connsiteX314" fmla="*/ 2782836 w 2992697"/>
                <a:gd name="connsiteY314" fmla="*/ 119522 h 1030680"/>
                <a:gd name="connsiteX315" fmla="*/ 2782836 w 2992697"/>
                <a:gd name="connsiteY315" fmla="*/ 121695 h 1030680"/>
                <a:gd name="connsiteX316" fmla="*/ 2781905 w 2992697"/>
                <a:gd name="connsiteY316" fmla="*/ 123868 h 1030680"/>
                <a:gd name="connsiteX317" fmla="*/ 2781905 w 2992697"/>
                <a:gd name="connsiteY317" fmla="*/ 126041 h 1030680"/>
                <a:gd name="connsiteX318" fmla="*/ 2768245 w 2992697"/>
                <a:gd name="connsiteY318" fmla="*/ 133492 h 1030680"/>
                <a:gd name="connsiteX319" fmla="*/ 2750550 w 2992697"/>
                <a:gd name="connsiteY319" fmla="*/ 136596 h 1030680"/>
                <a:gd name="connsiteX320" fmla="*/ 2731613 w 2992697"/>
                <a:gd name="connsiteY320" fmla="*/ 138769 h 1030680"/>
                <a:gd name="connsiteX321" fmla="*/ 2730681 w 2992697"/>
                <a:gd name="connsiteY321" fmla="*/ 134423 h 1030680"/>
                <a:gd name="connsiteX322" fmla="*/ 2730681 w 2992697"/>
                <a:gd name="connsiteY322" fmla="*/ 131319 h 1030680"/>
                <a:gd name="connsiteX323" fmla="*/ 2728508 w 2992697"/>
                <a:gd name="connsiteY323" fmla="*/ 126972 h 1030680"/>
                <a:gd name="connsiteX324" fmla="*/ 2728508 w 2992697"/>
                <a:gd name="connsiteY324" fmla="*/ 121695 h 1030680"/>
                <a:gd name="connsiteX325" fmla="*/ 2733786 w 2992697"/>
                <a:gd name="connsiteY325" fmla="*/ 118590 h 1030680"/>
                <a:gd name="connsiteX326" fmla="*/ 2737821 w 2992697"/>
                <a:gd name="connsiteY326" fmla="*/ 114244 h 1030680"/>
                <a:gd name="connsiteX327" fmla="*/ 2740926 w 2992697"/>
                <a:gd name="connsiteY327" fmla="*/ 112071 h 1030680"/>
                <a:gd name="connsiteX328" fmla="*/ 2744961 w 2992697"/>
                <a:gd name="connsiteY328" fmla="*/ 108966 h 1030680"/>
                <a:gd name="connsiteX329" fmla="*/ 2748066 w 2992697"/>
                <a:gd name="connsiteY329" fmla="*/ 106793 h 1030680"/>
                <a:gd name="connsiteX330" fmla="*/ 2755827 w 2992697"/>
                <a:gd name="connsiteY330" fmla="*/ 104620 h 1030680"/>
                <a:gd name="connsiteX331" fmla="*/ 2755827 w 2992697"/>
                <a:gd name="connsiteY331" fmla="*/ 104620 h 1030680"/>
                <a:gd name="connsiteX332" fmla="*/ 2755827 w 2992697"/>
                <a:gd name="connsiteY332" fmla="*/ 104620 h 1030680"/>
                <a:gd name="connsiteX333" fmla="*/ 2195472 w 2992697"/>
                <a:gd name="connsiteY333" fmla="*/ 104620 h 1030680"/>
                <a:gd name="connsiteX334" fmla="*/ 2210063 w 2992697"/>
                <a:gd name="connsiteY334" fmla="*/ 106793 h 1030680"/>
                <a:gd name="connsiteX335" fmla="*/ 2220619 w 2992697"/>
                <a:gd name="connsiteY335" fmla="*/ 112071 h 1030680"/>
                <a:gd name="connsiteX336" fmla="*/ 2231174 w 2992697"/>
                <a:gd name="connsiteY336" fmla="*/ 118280 h 1030680"/>
                <a:gd name="connsiteX337" fmla="*/ 2228069 w 2992697"/>
                <a:gd name="connsiteY337" fmla="*/ 121384 h 1030680"/>
                <a:gd name="connsiteX338" fmla="*/ 2225896 w 2992697"/>
                <a:gd name="connsiteY338" fmla="*/ 126662 h 1030680"/>
                <a:gd name="connsiteX339" fmla="*/ 2222792 w 2992697"/>
                <a:gd name="connsiteY339" fmla="*/ 128835 h 1030680"/>
                <a:gd name="connsiteX340" fmla="*/ 2217514 w 2992697"/>
                <a:gd name="connsiteY340" fmla="*/ 131008 h 1030680"/>
                <a:gd name="connsiteX341" fmla="*/ 2211305 w 2992697"/>
                <a:gd name="connsiteY341" fmla="*/ 133181 h 1030680"/>
                <a:gd name="connsiteX342" fmla="*/ 2203855 w 2992697"/>
                <a:gd name="connsiteY342" fmla="*/ 133181 h 1030680"/>
                <a:gd name="connsiteX343" fmla="*/ 2198577 w 2992697"/>
                <a:gd name="connsiteY343" fmla="*/ 136286 h 1030680"/>
                <a:gd name="connsiteX344" fmla="*/ 2193300 w 2992697"/>
                <a:gd name="connsiteY344" fmla="*/ 136286 h 1030680"/>
                <a:gd name="connsiteX345" fmla="*/ 2188022 w 2992697"/>
                <a:gd name="connsiteY345" fmla="*/ 138459 h 1030680"/>
                <a:gd name="connsiteX346" fmla="*/ 2180571 w 2992697"/>
                <a:gd name="connsiteY346" fmla="*/ 138459 h 1030680"/>
                <a:gd name="connsiteX347" fmla="*/ 2180571 w 2992697"/>
                <a:gd name="connsiteY347" fmla="*/ 126972 h 1030680"/>
                <a:gd name="connsiteX348" fmla="*/ 2181502 w 2992697"/>
                <a:gd name="connsiteY348" fmla="*/ 119522 h 1030680"/>
                <a:gd name="connsiteX349" fmla="*/ 2188953 w 2992697"/>
                <a:gd name="connsiteY349" fmla="*/ 114244 h 1030680"/>
                <a:gd name="connsiteX350" fmla="*/ 2195472 w 2992697"/>
                <a:gd name="connsiteY350" fmla="*/ 104620 h 1030680"/>
                <a:gd name="connsiteX351" fmla="*/ 2195472 w 2992697"/>
                <a:gd name="connsiteY351" fmla="*/ 104620 h 1030680"/>
                <a:gd name="connsiteX352" fmla="*/ 2195472 w 2992697"/>
                <a:gd name="connsiteY352" fmla="*/ 104620 h 1030680"/>
                <a:gd name="connsiteX353" fmla="*/ 798156 w 2992697"/>
                <a:gd name="connsiteY353" fmla="*/ 104620 h 1030680"/>
                <a:gd name="connsiteX354" fmla="*/ 812747 w 2992697"/>
                <a:gd name="connsiteY354" fmla="*/ 104620 h 1030680"/>
                <a:gd name="connsiteX355" fmla="*/ 815852 w 2992697"/>
                <a:gd name="connsiteY355" fmla="*/ 114244 h 1030680"/>
                <a:gd name="connsiteX356" fmla="*/ 819887 w 2992697"/>
                <a:gd name="connsiteY356" fmla="*/ 119522 h 1030680"/>
                <a:gd name="connsiteX357" fmla="*/ 822992 w 2992697"/>
                <a:gd name="connsiteY357" fmla="*/ 126972 h 1030680"/>
                <a:gd name="connsiteX358" fmla="*/ 825165 w 2992697"/>
                <a:gd name="connsiteY358" fmla="*/ 138459 h 1030680"/>
                <a:gd name="connsiteX359" fmla="*/ 822060 w 2992697"/>
                <a:gd name="connsiteY359" fmla="*/ 138459 h 1030680"/>
                <a:gd name="connsiteX360" fmla="*/ 810574 w 2992697"/>
                <a:gd name="connsiteY360" fmla="*/ 131008 h 1030680"/>
                <a:gd name="connsiteX361" fmla="*/ 803123 w 2992697"/>
                <a:gd name="connsiteY361" fmla="*/ 123557 h 1030680"/>
                <a:gd name="connsiteX362" fmla="*/ 797846 w 2992697"/>
                <a:gd name="connsiteY362" fmla="*/ 116107 h 1030680"/>
                <a:gd name="connsiteX363" fmla="*/ 797846 w 2992697"/>
                <a:gd name="connsiteY363" fmla="*/ 104620 h 1030680"/>
                <a:gd name="connsiteX364" fmla="*/ 798156 w 2992697"/>
                <a:gd name="connsiteY364" fmla="*/ 104620 h 1030680"/>
                <a:gd name="connsiteX365" fmla="*/ 798156 w 2992697"/>
                <a:gd name="connsiteY365" fmla="*/ 104620 h 1030680"/>
                <a:gd name="connsiteX366" fmla="*/ 2852997 w 2992697"/>
                <a:gd name="connsiteY366" fmla="*/ 81337 h 1030680"/>
                <a:gd name="connsiteX367" fmla="*/ 2856101 w 2992697"/>
                <a:gd name="connsiteY367" fmla="*/ 81337 h 1030680"/>
                <a:gd name="connsiteX368" fmla="*/ 2860137 w 2992697"/>
                <a:gd name="connsiteY368" fmla="*/ 83510 h 1030680"/>
                <a:gd name="connsiteX369" fmla="*/ 2861068 w 2992697"/>
                <a:gd name="connsiteY369" fmla="*/ 83510 h 1030680"/>
                <a:gd name="connsiteX370" fmla="*/ 2863241 w 2992697"/>
                <a:gd name="connsiteY370" fmla="*/ 83510 h 1030680"/>
                <a:gd name="connsiteX371" fmla="*/ 2865415 w 2992697"/>
                <a:gd name="connsiteY371" fmla="*/ 84441 h 1030680"/>
                <a:gd name="connsiteX372" fmla="*/ 2861379 w 2992697"/>
                <a:gd name="connsiteY372" fmla="*/ 88788 h 1030680"/>
                <a:gd name="connsiteX373" fmla="*/ 2858274 w 2992697"/>
                <a:gd name="connsiteY373" fmla="*/ 91892 h 1030680"/>
                <a:gd name="connsiteX374" fmla="*/ 2856101 w 2992697"/>
                <a:gd name="connsiteY374" fmla="*/ 97170 h 1030680"/>
                <a:gd name="connsiteX375" fmla="*/ 2853928 w 2992697"/>
                <a:gd name="connsiteY375" fmla="*/ 101516 h 1030680"/>
                <a:gd name="connsiteX376" fmla="*/ 2852997 w 2992697"/>
                <a:gd name="connsiteY376" fmla="*/ 108966 h 1030680"/>
                <a:gd name="connsiteX377" fmla="*/ 2856101 w 2992697"/>
                <a:gd name="connsiteY377" fmla="*/ 108966 h 1030680"/>
                <a:gd name="connsiteX378" fmla="*/ 2860137 w 2992697"/>
                <a:gd name="connsiteY378" fmla="*/ 103689 h 1030680"/>
                <a:gd name="connsiteX379" fmla="*/ 2863241 w 2992697"/>
                <a:gd name="connsiteY379" fmla="*/ 99343 h 1030680"/>
                <a:gd name="connsiteX380" fmla="*/ 2867277 w 2992697"/>
                <a:gd name="connsiteY380" fmla="*/ 96238 h 1030680"/>
                <a:gd name="connsiteX381" fmla="*/ 2872555 w 2992697"/>
                <a:gd name="connsiteY381" fmla="*/ 94065 h 1030680"/>
                <a:gd name="connsiteX382" fmla="*/ 2883110 w 2992697"/>
                <a:gd name="connsiteY382" fmla="*/ 104620 h 1030680"/>
                <a:gd name="connsiteX383" fmla="*/ 2896770 w 2992697"/>
                <a:gd name="connsiteY383" fmla="*/ 114244 h 1030680"/>
                <a:gd name="connsiteX384" fmla="*/ 2905151 w 2992697"/>
                <a:gd name="connsiteY384" fmla="*/ 121695 h 1030680"/>
                <a:gd name="connsiteX385" fmla="*/ 2905151 w 2992697"/>
                <a:gd name="connsiteY385" fmla="*/ 145910 h 1030680"/>
                <a:gd name="connsiteX386" fmla="*/ 2911360 w 2992697"/>
                <a:gd name="connsiteY386" fmla="*/ 151187 h 1030680"/>
                <a:gd name="connsiteX387" fmla="*/ 2916638 w 2992697"/>
                <a:gd name="connsiteY387" fmla="*/ 155533 h 1030680"/>
                <a:gd name="connsiteX388" fmla="*/ 2921916 w 2992697"/>
                <a:gd name="connsiteY388" fmla="*/ 156465 h 1030680"/>
                <a:gd name="connsiteX389" fmla="*/ 2925952 w 2992697"/>
                <a:gd name="connsiteY389" fmla="*/ 163915 h 1030680"/>
                <a:gd name="connsiteX390" fmla="*/ 2929056 w 2992697"/>
                <a:gd name="connsiteY390" fmla="*/ 178817 h 1030680"/>
                <a:gd name="connsiteX391" fmla="*/ 2921605 w 2992697"/>
                <a:gd name="connsiteY391" fmla="*/ 188441 h 1030680"/>
                <a:gd name="connsiteX392" fmla="*/ 2918501 w 2992697"/>
                <a:gd name="connsiteY392" fmla="*/ 198064 h 1030680"/>
                <a:gd name="connsiteX393" fmla="*/ 2911050 w 2992697"/>
                <a:gd name="connsiteY393" fmla="*/ 203342 h 1030680"/>
                <a:gd name="connsiteX394" fmla="*/ 2901737 w 2992697"/>
                <a:gd name="connsiteY394" fmla="*/ 205515 h 1030680"/>
                <a:gd name="connsiteX395" fmla="*/ 2884972 w 2992697"/>
                <a:gd name="connsiteY395" fmla="*/ 206446 h 1030680"/>
                <a:gd name="connsiteX396" fmla="*/ 2872555 w 2992697"/>
                <a:gd name="connsiteY396" fmla="*/ 195891 h 1030680"/>
                <a:gd name="connsiteX397" fmla="*/ 2853618 w 2992697"/>
                <a:gd name="connsiteY397" fmla="*/ 186267 h 1030680"/>
                <a:gd name="connsiteX398" fmla="*/ 2833749 w 2992697"/>
                <a:gd name="connsiteY398" fmla="*/ 180990 h 1030680"/>
                <a:gd name="connsiteX399" fmla="*/ 2813881 w 2992697"/>
                <a:gd name="connsiteY399" fmla="*/ 173539 h 1030680"/>
                <a:gd name="connsiteX400" fmla="*/ 2796185 w 2992697"/>
                <a:gd name="connsiteY400" fmla="*/ 166089 h 1030680"/>
                <a:gd name="connsiteX401" fmla="*/ 2784699 w 2992697"/>
                <a:gd name="connsiteY401" fmla="*/ 155533 h 1030680"/>
                <a:gd name="connsiteX402" fmla="*/ 2792149 w 2992697"/>
                <a:gd name="connsiteY402" fmla="*/ 151187 h 1030680"/>
                <a:gd name="connsiteX403" fmla="*/ 2797427 w 2992697"/>
                <a:gd name="connsiteY403" fmla="*/ 148083 h 1030680"/>
                <a:gd name="connsiteX404" fmla="*/ 2801463 w 2992697"/>
                <a:gd name="connsiteY404" fmla="*/ 143736 h 1030680"/>
                <a:gd name="connsiteX405" fmla="*/ 2803636 w 2992697"/>
                <a:gd name="connsiteY405" fmla="*/ 138459 h 1030680"/>
                <a:gd name="connsiteX406" fmla="*/ 2804567 w 2992697"/>
                <a:gd name="connsiteY406" fmla="*/ 128835 h 1030680"/>
                <a:gd name="connsiteX407" fmla="*/ 2803636 w 2992697"/>
                <a:gd name="connsiteY407" fmla="*/ 125731 h 1030680"/>
                <a:gd name="connsiteX408" fmla="*/ 2801463 w 2992697"/>
                <a:gd name="connsiteY408" fmla="*/ 119522 h 1030680"/>
                <a:gd name="connsiteX409" fmla="*/ 2801463 w 2992697"/>
                <a:gd name="connsiteY409" fmla="*/ 111760 h 1030680"/>
                <a:gd name="connsiteX410" fmla="*/ 2801463 w 2992697"/>
                <a:gd name="connsiteY410" fmla="*/ 104310 h 1030680"/>
                <a:gd name="connsiteX411" fmla="*/ 2801463 w 2992697"/>
                <a:gd name="connsiteY411" fmla="*/ 103378 h 1030680"/>
                <a:gd name="connsiteX412" fmla="*/ 2803636 w 2992697"/>
                <a:gd name="connsiteY412" fmla="*/ 103378 h 1030680"/>
                <a:gd name="connsiteX413" fmla="*/ 2803636 w 2992697"/>
                <a:gd name="connsiteY413" fmla="*/ 103378 h 1030680"/>
                <a:gd name="connsiteX414" fmla="*/ 2803636 w 2992697"/>
                <a:gd name="connsiteY414" fmla="*/ 103378 h 1030680"/>
                <a:gd name="connsiteX415" fmla="*/ 2803636 w 2992697"/>
                <a:gd name="connsiteY415" fmla="*/ 103378 h 1030680"/>
                <a:gd name="connsiteX416" fmla="*/ 2804567 w 2992697"/>
                <a:gd name="connsiteY416" fmla="*/ 101205 h 1030680"/>
                <a:gd name="connsiteX417" fmla="*/ 2821331 w 2992697"/>
                <a:gd name="connsiteY417" fmla="*/ 96859 h 1030680"/>
                <a:gd name="connsiteX418" fmla="*/ 2839027 w 2992697"/>
                <a:gd name="connsiteY418" fmla="*/ 88477 h 1030680"/>
                <a:gd name="connsiteX419" fmla="*/ 2852997 w 2992697"/>
                <a:gd name="connsiteY419" fmla="*/ 81337 h 1030680"/>
                <a:gd name="connsiteX420" fmla="*/ 2852997 w 2992697"/>
                <a:gd name="connsiteY420" fmla="*/ 81337 h 1030680"/>
                <a:gd name="connsiteX421" fmla="*/ 2852997 w 2992697"/>
                <a:gd name="connsiteY421" fmla="*/ 81337 h 1030680"/>
                <a:gd name="connsiteX422" fmla="*/ 2621404 w 2992697"/>
                <a:gd name="connsiteY422" fmla="*/ 76991 h 1030680"/>
                <a:gd name="connsiteX423" fmla="*/ 2631959 w 2992697"/>
                <a:gd name="connsiteY423" fmla="*/ 76991 h 1030680"/>
                <a:gd name="connsiteX424" fmla="*/ 2646550 w 2992697"/>
                <a:gd name="connsiteY424" fmla="*/ 91892 h 1030680"/>
                <a:gd name="connsiteX425" fmla="*/ 2665487 w 2992697"/>
                <a:gd name="connsiteY425" fmla="*/ 104620 h 1030680"/>
                <a:gd name="connsiteX426" fmla="*/ 2665487 w 2992697"/>
                <a:gd name="connsiteY426" fmla="*/ 108656 h 1030680"/>
                <a:gd name="connsiteX427" fmla="*/ 2661451 w 2992697"/>
                <a:gd name="connsiteY427" fmla="*/ 108656 h 1030680"/>
                <a:gd name="connsiteX428" fmla="*/ 2661451 w 2992697"/>
                <a:gd name="connsiteY428" fmla="*/ 113934 h 1030680"/>
                <a:gd name="connsiteX429" fmla="*/ 2643756 w 2992697"/>
                <a:gd name="connsiteY429" fmla="*/ 104310 h 1030680"/>
                <a:gd name="connsiteX430" fmla="*/ 2631338 w 2992697"/>
                <a:gd name="connsiteY430" fmla="*/ 91582 h 1030680"/>
                <a:gd name="connsiteX431" fmla="*/ 2621404 w 2992697"/>
                <a:gd name="connsiteY431" fmla="*/ 76991 h 1030680"/>
                <a:gd name="connsiteX432" fmla="*/ 2621404 w 2992697"/>
                <a:gd name="connsiteY432" fmla="*/ 76991 h 1030680"/>
                <a:gd name="connsiteX433" fmla="*/ 2621404 w 2992697"/>
                <a:gd name="connsiteY433" fmla="*/ 76991 h 1030680"/>
                <a:gd name="connsiteX434" fmla="*/ 2255078 w 2992697"/>
                <a:gd name="connsiteY434" fmla="*/ 71713 h 1030680"/>
                <a:gd name="connsiteX435" fmla="*/ 2269669 w 2992697"/>
                <a:gd name="connsiteY435" fmla="*/ 76059 h 1030680"/>
                <a:gd name="connsiteX436" fmla="*/ 2281155 w 2992697"/>
                <a:gd name="connsiteY436" fmla="*/ 79164 h 1030680"/>
                <a:gd name="connsiteX437" fmla="*/ 2291711 w 2992697"/>
                <a:gd name="connsiteY437" fmla="*/ 84441 h 1030680"/>
                <a:gd name="connsiteX438" fmla="*/ 2291711 w 2992697"/>
                <a:gd name="connsiteY438" fmla="*/ 94065 h 1030680"/>
                <a:gd name="connsiteX439" fmla="*/ 2282397 w 2992697"/>
                <a:gd name="connsiteY439" fmla="*/ 96238 h 1030680"/>
                <a:gd name="connsiteX440" fmla="*/ 2274015 w 2992697"/>
                <a:gd name="connsiteY440" fmla="*/ 99343 h 1030680"/>
                <a:gd name="connsiteX441" fmla="*/ 2260356 w 2992697"/>
                <a:gd name="connsiteY441" fmla="*/ 101516 h 1030680"/>
                <a:gd name="connsiteX442" fmla="*/ 2255078 w 2992697"/>
                <a:gd name="connsiteY442" fmla="*/ 103689 h 1030680"/>
                <a:gd name="connsiteX443" fmla="*/ 2251974 w 2992697"/>
                <a:gd name="connsiteY443" fmla="*/ 104620 h 1030680"/>
                <a:gd name="connsiteX444" fmla="*/ 2245765 w 2992697"/>
                <a:gd name="connsiteY444" fmla="*/ 104620 h 1030680"/>
                <a:gd name="connsiteX445" fmla="*/ 2240487 w 2992697"/>
                <a:gd name="connsiteY445" fmla="*/ 104620 h 1030680"/>
                <a:gd name="connsiteX446" fmla="*/ 2240487 w 2992697"/>
                <a:gd name="connsiteY446" fmla="*/ 94065 h 1030680"/>
                <a:gd name="connsiteX447" fmla="*/ 2244523 w 2992697"/>
                <a:gd name="connsiteY447" fmla="*/ 88788 h 1030680"/>
                <a:gd name="connsiteX448" fmla="*/ 2249800 w 2992697"/>
                <a:gd name="connsiteY448" fmla="*/ 81337 h 1030680"/>
                <a:gd name="connsiteX449" fmla="*/ 2255078 w 2992697"/>
                <a:gd name="connsiteY449" fmla="*/ 71713 h 1030680"/>
                <a:gd name="connsiteX450" fmla="*/ 2255078 w 2992697"/>
                <a:gd name="connsiteY450" fmla="*/ 71713 h 1030680"/>
                <a:gd name="connsiteX451" fmla="*/ 2255078 w 2992697"/>
                <a:gd name="connsiteY451" fmla="*/ 71713 h 1030680"/>
                <a:gd name="connsiteX452" fmla="*/ 1810520 w 2992697"/>
                <a:gd name="connsiteY452" fmla="*/ 61158 h 1030680"/>
                <a:gd name="connsiteX453" fmla="*/ 1810520 w 2992697"/>
                <a:gd name="connsiteY453" fmla="*/ 81337 h 1030680"/>
                <a:gd name="connsiteX454" fmla="*/ 1817970 w 2992697"/>
                <a:gd name="connsiteY454" fmla="*/ 81337 h 1030680"/>
                <a:gd name="connsiteX455" fmla="*/ 1822006 w 2992697"/>
                <a:gd name="connsiteY455" fmla="*/ 79164 h 1030680"/>
                <a:gd name="connsiteX456" fmla="*/ 1825111 w 2992697"/>
                <a:gd name="connsiteY456" fmla="*/ 79164 h 1030680"/>
                <a:gd name="connsiteX457" fmla="*/ 1829146 w 2992697"/>
                <a:gd name="connsiteY457" fmla="*/ 79164 h 1030680"/>
                <a:gd name="connsiteX458" fmla="*/ 1830078 w 2992697"/>
                <a:gd name="connsiteY458" fmla="*/ 79164 h 1030680"/>
                <a:gd name="connsiteX459" fmla="*/ 1834114 w 2992697"/>
                <a:gd name="connsiteY459" fmla="*/ 81337 h 1030680"/>
                <a:gd name="connsiteX460" fmla="*/ 1839391 w 2992697"/>
                <a:gd name="connsiteY460" fmla="*/ 84441 h 1030680"/>
                <a:gd name="connsiteX461" fmla="*/ 1839391 w 2992697"/>
                <a:gd name="connsiteY461" fmla="*/ 94065 h 1030680"/>
                <a:gd name="connsiteX462" fmla="*/ 1843427 w 2992697"/>
                <a:gd name="connsiteY462" fmla="*/ 96238 h 1030680"/>
                <a:gd name="connsiteX463" fmla="*/ 1848705 w 2992697"/>
                <a:gd name="connsiteY463" fmla="*/ 96238 h 1030680"/>
                <a:gd name="connsiteX464" fmla="*/ 1851809 w 2992697"/>
                <a:gd name="connsiteY464" fmla="*/ 94065 h 1030680"/>
                <a:gd name="connsiteX465" fmla="*/ 1858018 w 2992697"/>
                <a:gd name="connsiteY465" fmla="*/ 94065 h 1030680"/>
                <a:gd name="connsiteX466" fmla="*/ 1858949 w 2992697"/>
                <a:gd name="connsiteY466" fmla="*/ 91892 h 1030680"/>
                <a:gd name="connsiteX467" fmla="*/ 1862985 w 2992697"/>
                <a:gd name="connsiteY467" fmla="*/ 94065 h 1030680"/>
                <a:gd name="connsiteX468" fmla="*/ 1866090 w 2992697"/>
                <a:gd name="connsiteY468" fmla="*/ 97170 h 1030680"/>
                <a:gd name="connsiteX469" fmla="*/ 1870125 w 2992697"/>
                <a:gd name="connsiteY469" fmla="*/ 103378 h 1030680"/>
                <a:gd name="connsiteX470" fmla="*/ 1873230 w 2992697"/>
                <a:gd name="connsiteY470" fmla="*/ 108656 h 1030680"/>
                <a:gd name="connsiteX471" fmla="*/ 1867952 w 2992697"/>
                <a:gd name="connsiteY471" fmla="*/ 121384 h 1030680"/>
                <a:gd name="connsiteX472" fmla="*/ 1862675 w 2992697"/>
                <a:gd name="connsiteY472" fmla="*/ 134113 h 1030680"/>
                <a:gd name="connsiteX473" fmla="*/ 1858639 w 2992697"/>
                <a:gd name="connsiteY473" fmla="*/ 149014 h 1030680"/>
                <a:gd name="connsiteX474" fmla="*/ 1846221 w 2992697"/>
                <a:gd name="connsiteY474" fmla="*/ 149014 h 1030680"/>
                <a:gd name="connsiteX475" fmla="*/ 1836908 w 2992697"/>
                <a:gd name="connsiteY475" fmla="*/ 153360 h 1030680"/>
                <a:gd name="connsiteX476" fmla="*/ 1828526 w 2992697"/>
                <a:gd name="connsiteY476" fmla="*/ 158638 h 1030680"/>
                <a:gd name="connsiteX477" fmla="*/ 1813935 w 2992697"/>
                <a:gd name="connsiteY477" fmla="*/ 162984 h 1030680"/>
                <a:gd name="connsiteX478" fmla="*/ 1804621 w 2992697"/>
                <a:gd name="connsiteY478" fmla="*/ 155533 h 1030680"/>
                <a:gd name="connsiteX479" fmla="*/ 1792203 w 2992697"/>
                <a:gd name="connsiteY479" fmla="*/ 151187 h 1030680"/>
                <a:gd name="connsiteX480" fmla="*/ 1779786 w 2992697"/>
                <a:gd name="connsiteY480" fmla="*/ 145910 h 1030680"/>
                <a:gd name="connsiteX481" fmla="*/ 1777613 w 2992697"/>
                <a:gd name="connsiteY481" fmla="*/ 141563 h 1030680"/>
                <a:gd name="connsiteX482" fmla="*/ 1777613 w 2992697"/>
                <a:gd name="connsiteY482" fmla="*/ 138459 h 1030680"/>
                <a:gd name="connsiteX483" fmla="*/ 1775439 w 2992697"/>
                <a:gd name="connsiteY483" fmla="*/ 134113 h 1030680"/>
                <a:gd name="connsiteX484" fmla="*/ 1773266 w 2992697"/>
                <a:gd name="connsiteY484" fmla="*/ 128835 h 1030680"/>
                <a:gd name="connsiteX485" fmla="*/ 1767989 w 2992697"/>
                <a:gd name="connsiteY485" fmla="*/ 123557 h 1030680"/>
                <a:gd name="connsiteX486" fmla="*/ 1762711 w 2992697"/>
                <a:gd name="connsiteY486" fmla="*/ 118280 h 1030680"/>
                <a:gd name="connsiteX487" fmla="*/ 1758675 w 2992697"/>
                <a:gd name="connsiteY487" fmla="*/ 113934 h 1030680"/>
                <a:gd name="connsiteX488" fmla="*/ 1755571 w 2992697"/>
                <a:gd name="connsiteY488" fmla="*/ 106483 h 1030680"/>
                <a:gd name="connsiteX489" fmla="*/ 1753398 w 2992697"/>
                <a:gd name="connsiteY489" fmla="*/ 93755 h 1030680"/>
                <a:gd name="connsiteX490" fmla="*/ 1760848 w 2992697"/>
                <a:gd name="connsiteY490" fmla="*/ 84131 h 1030680"/>
                <a:gd name="connsiteX491" fmla="*/ 1766126 w 2992697"/>
                <a:gd name="connsiteY491" fmla="*/ 76680 h 1030680"/>
                <a:gd name="connsiteX492" fmla="*/ 1773577 w 2992697"/>
                <a:gd name="connsiteY492" fmla="*/ 76680 h 1030680"/>
                <a:gd name="connsiteX493" fmla="*/ 1779786 w 2992697"/>
                <a:gd name="connsiteY493" fmla="*/ 78853 h 1030680"/>
                <a:gd name="connsiteX494" fmla="*/ 1787236 w 2992697"/>
                <a:gd name="connsiteY494" fmla="*/ 81026 h 1030680"/>
                <a:gd name="connsiteX495" fmla="*/ 1794687 w 2992697"/>
                <a:gd name="connsiteY495" fmla="*/ 81026 h 1030680"/>
                <a:gd name="connsiteX496" fmla="*/ 1794687 w 2992697"/>
                <a:gd name="connsiteY496" fmla="*/ 68298 h 1030680"/>
                <a:gd name="connsiteX497" fmla="*/ 1797791 w 2992697"/>
                <a:gd name="connsiteY497" fmla="*/ 66125 h 1030680"/>
                <a:gd name="connsiteX498" fmla="*/ 1801827 w 2992697"/>
                <a:gd name="connsiteY498" fmla="*/ 63952 h 1030680"/>
                <a:gd name="connsiteX499" fmla="*/ 1802759 w 2992697"/>
                <a:gd name="connsiteY499" fmla="*/ 63952 h 1030680"/>
                <a:gd name="connsiteX500" fmla="*/ 1806794 w 2992697"/>
                <a:gd name="connsiteY500" fmla="*/ 61779 h 1030680"/>
                <a:gd name="connsiteX501" fmla="*/ 1810520 w 2992697"/>
                <a:gd name="connsiteY501" fmla="*/ 61158 h 1030680"/>
                <a:gd name="connsiteX502" fmla="*/ 1810520 w 2992697"/>
                <a:gd name="connsiteY502" fmla="*/ 61158 h 1030680"/>
                <a:gd name="connsiteX503" fmla="*/ 1810520 w 2992697"/>
                <a:gd name="connsiteY503" fmla="*/ 61158 h 1030680"/>
                <a:gd name="connsiteX504" fmla="*/ 2281155 w 2992697"/>
                <a:gd name="connsiteY504" fmla="*/ 47498 h 1030680"/>
                <a:gd name="connsiteX505" fmla="*/ 2295747 w 2992697"/>
                <a:gd name="connsiteY505" fmla="*/ 47498 h 1030680"/>
                <a:gd name="connsiteX506" fmla="*/ 2304129 w 2992697"/>
                <a:gd name="connsiteY506" fmla="*/ 57122 h 1030680"/>
                <a:gd name="connsiteX507" fmla="*/ 2313442 w 2992697"/>
                <a:gd name="connsiteY507" fmla="*/ 62400 h 1030680"/>
                <a:gd name="connsiteX508" fmla="*/ 2320893 w 2992697"/>
                <a:gd name="connsiteY508" fmla="*/ 69850 h 1030680"/>
                <a:gd name="connsiteX509" fmla="*/ 2328343 w 2992697"/>
                <a:gd name="connsiteY509" fmla="*/ 81337 h 1030680"/>
                <a:gd name="connsiteX510" fmla="*/ 2311579 w 2992697"/>
                <a:gd name="connsiteY510" fmla="*/ 81337 h 1030680"/>
                <a:gd name="connsiteX511" fmla="*/ 2301024 w 2992697"/>
                <a:gd name="connsiteY511" fmla="*/ 69850 h 1030680"/>
                <a:gd name="connsiteX512" fmla="*/ 2289538 w 2992697"/>
                <a:gd name="connsiteY512" fmla="*/ 61468 h 1030680"/>
                <a:gd name="connsiteX513" fmla="*/ 2281155 w 2992697"/>
                <a:gd name="connsiteY513" fmla="*/ 47498 h 1030680"/>
                <a:gd name="connsiteX514" fmla="*/ 2281155 w 2992697"/>
                <a:gd name="connsiteY514" fmla="*/ 47498 h 1030680"/>
                <a:gd name="connsiteX515" fmla="*/ 2281155 w 2992697"/>
                <a:gd name="connsiteY515" fmla="*/ 47498 h 1030680"/>
                <a:gd name="connsiteX516" fmla="*/ 439281 w 2992697"/>
                <a:gd name="connsiteY516" fmla="*/ 47498 h 1030680"/>
                <a:gd name="connsiteX517" fmla="*/ 451699 w 2992697"/>
                <a:gd name="connsiteY517" fmla="*/ 47498 h 1030680"/>
                <a:gd name="connsiteX518" fmla="*/ 456976 w 2992697"/>
                <a:gd name="connsiteY518" fmla="*/ 51844 h 1030680"/>
                <a:gd name="connsiteX519" fmla="*/ 461012 w 2992697"/>
                <a:gd name="connsiteY519" fmla="*/ 54949 h 1030680"/>
                <a:gd name="connsiteX520" fmla="*/ 463185 w 2992697"/>
                <a:gd name="connsiteY520" fmla="*/ 59295 h 1030680"/>
                <a:gd name="connsiteX521" fmla="*/ 466290 w 2992697"/>
                <a:gd name="connsiteY521" fmla="*/ 64573 h 1030680"/>
                <a:gd name="connsiteX522" fmla="*/ 468463 w 2992697"/>
                <a:gd name="connsiteY522" fmla="*/ 68919 h 1030680"/>
                <a:gd name="connsiteX523" fmla="*/ 477776 w 2992697"/>
                <a:gd name="connsiteY523" fmla="*/ 59295 h 1030680"/>
                <a:gd name="connsiteX524" fmla="*/ 488331 w 2992697"/>
                <a:gd name="connsiteY524" fmla="*/ 54949 h 1030680"/>
                <a:gd name="connsiteX525" fmla="*/ 505095 w 2992697"/>
                <a:gd name="connsiteY525" fmla="*/ 57122 h 1030680"/>
                <a:gd name="connsiteX526" fmla="*/ 505095 w 2992697"/>
                <a:gd name="connsiteY526" fmla="*/ 72023 h 1030680"/>
                <a:gd name="connsiteX527" fmla="*/ 528068 w 2992697"/>
                <a:gd name="connsiteY527" fmla="*/ 74197 h 1030680"/>
                <a:gd name="connsiteX528" fmla="*/ 548868 w 2992697"/>
                <a:gd name="connsiteY528" fmla="*/ 77301 h 1030680"/>
                <a:gd name="connsiteX529" fmla="*/ 566564 w 2992697"/>
                <a:gd name="connsiteY529" fmla="*/ 81647 h 1030680"/>
                <a:gd name="connsiteX530" fmla="*/ 586432 w 2992697"/>
                <a:gd name="connsiteY530" fmla="*/ 83820 h 1030680"/>
                <a:gd name="connsiteX531" fmla="*/ 608474 w 2992697"/>
                <a:gd name="connsiteY531" fmla="*/ 81647 h 1030680"/>
                <a:gd name="connsiteX532" fmla="*/ 608474 w 2992697"/>
                <a:gd name="connsiteY532" fmla="*/ 94376 h 1030680"/>
                <a:gd name="connsiteX533" fmla="*/ 612510 w 2992697"/>
                <a:gd name="connsiteY533" fmla="*/ 94376 h 1030680"/>
                <a:gd name="connsiteX534" fmla="*/ 615614 w 2992697"/>
                <a:gd name="connsiteY534" fmla="*/ 94376 h 1030680"/>
                <a:gd name="connsiteX535" fmla="*/ 617787 w 2992697"/>
                <a:gd name="connsiteY535" fmla="*/ 94376 h 1030680"/>
                <a:gd name="connsiteX536" fmla="*/ 619960 w 2992697"/>
                <a:gd name="connsiteY536" fmla="*/ 96549 h 1030680"/>
                <a:gd name="connsiteX537" fmla="*/ 622133 w 2992697"/>
                <a:gd name="connsiteY537" fmla="*/ 97480 h 1030680"/>
                <a:gd name="connsiteX538" fmla="*/ 618098 w 2992697"/>
                <a:gd name="connsiteY538" fmla="*/ 97480 h 1030680"/>
                <a:gd name="connsiteX539" fmla="*/ 601023 w 2992697"/>
                <a:gd name="connsiteY539" fmla="*/ 108656 h 1030680"/>
                <a:gd name="connsiteX540" fmla="*/ 581155 w 2992697"/>
                <a:gd name="connsiteY540" fmla="*/ 121384 h 1030680"/>
                <a:gd name="connsiteX541" fmla="*/ 557250 w 2992697"/>
                <a:gd name="connsiteY541" fmla="*/ 132871 h 1030680"/>
                <a:gd name="connsiteX542" fmla="*/ 535209 w 2992697"/>
                <a:gd name="connsiteY542" fmla="*/ 145599 h 1030680"/>
                <a:gd name="connsiteX543" fmla="*/ 519686 w 2992697"/>
                <a:gd name="connsiteY543" fmla="*/ 156154 h 1030680"/>
                <a:gd name="connsiteX544" fmla="*/ 508200 w 2992697"/>
                <a:gd name="connsiteY544" fmla="*/ 165778 h 1030680"/>
                <a:gd name="connsiteX545" fmla="*/ 524964 w 2992697"/>
                <a:gd name="connsiteY545" fmla="*/ 165778 h 1030680"/>
                <a:gd name="connsiteX546" fmla="*/ 530241 w 2992697"/>
                <a:gd name="connsiteY546" fmla="*/ 162674 h 1030680"/>
                <a:gd name="connsiteX547" fmla="*/ 535519 w 2992697"/>
                <a:gd name="connsiteY547" fmla="*/ 160500 h 1030680"/>
                <a:gd name="connsiteX548" fmla="*/ 541728 w 2992697"/>
                <a:gd name="connsiteY548" fmla="*/ 158327 h 1030680"/>
                <a:gd name="connsiteX549" fmla="*/ 549179 w 2992697"/>
                <a:gd name="connsiteY549" fmla="*/ 158327 h 1030680"/>
                <a:gd name="connsiteX550" fmla="*/ 549179 w 2992697"/>
                <a:gd name="connsiteY550" fmla="*/ 162674 h 1030680"/>
                <a:gd name="connsiteX551" fmla="*/ 527137 w 2992697"/>
                <a:gd name="connsiteY551" fmla="*/ 178506 h 1030680"/>
                <a:gd name="connsiteX552" fmla="*/ 508200 w 2992697"/>
                <a:gd name="connsiteY552" fmla="*/ 195270 h 1030680"/>
                <a:gd name="connsiteX553" fmla="*/ 492677 w 2992697"/>
                <a:gd name="connsiteY553" fmla="*/ 212034 h 1030680"/>
                <a:gd name="connsiteX554" fmla="*/ 473740 w 2992697"/>
                <a:gd name="connsiteY554" fmla="*/ 226936 h 1030680"/>
                <a:gd name="connsiteX555" fmla="*/ 453872 w 2992697"/>
                <a:gd name="connsiteY555" fmla="*/ 239664 h 1030680"/>
                <a:gd name="connsiteX556" fmla="*/ 427794 w 2992697"/>
                <a:gd name="connsiteY556" fmla="*/ 247115 h 1030680"/>
                <a:gd name="connsiteX557" fmla="*/ 427794 w 2992697"/>
                <a:gd name="connsiteY557" fmla="*/ 259843 h 1030680"/>
                <a:gd name="connsiteX558" fmla="*/ 415377 w 2992697"/>
                <a:gd name="connsiteY558" fmla="*/ 262016 h 1030680"/>
                <a:gd name="connsiteX559" fmla="*/ 400786 w 2992697"/>
                <a:gd name="connsiteY559" fmla="*/ 267294 h 1030680"/>
                <a:gd name="connsiteX560" fmla="*/ 392403 w 2992697"/>
                <a:gd name="connsiteY560" fmla="*/ 274745 h 1030680"/>
                <a:gd name="connsiteX561" fmla="*/ 397681 w 2992697"/>
                <a:gd name="connsiteY561" fmla="*/ 279091 h 1030680"/>
                <a:gd name="connsiteX562" fmla="*/ 400786 w 2992697"/>
                <a:gd name="connsiteY562" fmla="*/ 282195 h 1030680"/>
                <a:gd name="connsiteX563" fmla="*/ 402959 w 2992697"/>
                <a:gd name="connsiteY563" fmla="*/ 284368 h 1030680"/>
                <a:gd name="connsiteX564" fmla="*/ 402959 w 2992697"/>
                <a:gd name="connsiteY564" fmla="*/ 287473 h 1030680"/>
                <a:gd name="connsiteX565" fmla="*/ 402959 w 2992697"/>
                <a:gd name="connsiteY565" fmla="*/ 291819 h 1030680"/>
                <a:gd name="connsiteX566" fmla="*/ 400786 w 2992697"/>
                <a:gd name="connsiteY566" fmla="*/ 297097 h 1030680"/>
                <a:gd name="connsiteX567" fmla="*/ 400786 w 2992697"/>
                <a:gd name="connsiteY567" fmla="*/ 304547 h 1030680"/>
                <a:gd name="connsiteX568" fmla="*/ 361048 w 2992697"/>
                <a:gd name="connsiteY568" fmla="*/ 307652 h 1030680"/>
                <a:gd name="connsiteX569" fmla="*/ 361048 w 2992697"/>
                <a:gd name="connsiteY569" fmla="*/ 311998 h 1030680"/>
                <a:gd name="connsiteX570" fmla="*/ 366326 w 2992697"/>
                <a:gd name="connsiteY570" fmla="*/ 314171 h 1030680"/>
                <a:gd name="connsiteX571" fmla="*/ 368499 w 2992697"/>
                <a:gd name="connsiteY571" fmla="*/ 314171 h 1030680"/>
                <a:gd name="connsiteX572" fmla="*/ 371604 w 2992697"/>
                <a:gd name="connsiteY572" fmla="*/ 314171 h 1030680"/>
                <a:gd name="connsiteX573" fmla="*/ 371604 w 2992697"/>
                <a:gd name="connsiteY573" fmla="*/ 314171 h 1030680"/>
                <a:gd name="connsiteX574" fmla="*/ 373777 w 2992697"/>
                <a:gd name="connsiteY574" fmla="*/ 315103 h 1030680"/>
                <a:gd name="connsiteX575" fmla="*/ 373777 w 2992697"/>
                <a:gd name="connsiteY575" fmla="*/ 317276 h 1030680"/>
                <a:gd name="connsiteX576" fmla="*/ 377813 w 2992697"/>
                <a:gd name="connsiteY576" fmla="*/ 321622 h 1030680"/>
                <a:gd name="connsiteX577" fmla="*/ 371604 w 2992697"/>
                <a:gd name="connsiteY577" fmla="*/ 321622 h 1030680"/>
                <a:gd name="connsiteX578" fmla="*/ 363222 w 2992697"/>
                <a:gd name="connsiteY578" fmla="*/ 324726 h 1030680"/>
                <a:gd name="connsiteX579" fmla="*/ 351735 w 2992697"/>
                <a:gd name="connsiteY579" fmla="*/ 329073 h 1030680"/>
                <a:gd name="connsiteX580" fmla="*/ 341180 w 2992697"/>
                <a:gd name="connsiteY580" fmla="*/ 332177 h 1030680"/>
                <a:gd name="connsiteX581" fmla="*/ 344284 w 2992697"/>
                <a:gd name="connsiteY581" fmla="*/ 334350 h 1030680"/>
                <a:gd name="connsiteX582" fmla="*/ 346458 w 2992697"/>
                <a:gd name="connsiteY582" fmla="*/ 334350 h 1030680"/>
                <a:gd name="connsiteX583" fmla="*/ 348631 w 2992697"/>
                <a:gd name="connsiteY583" fmla="*/ 334350 h 1030680"/>
                <a:gd name="connsiteX584" fmla="*/ 349562 w 2992697"/>
                <a:gd name="connsiteY584" fmla="*/ 336523 h 1030680"/>
                <a:gd name="connsiteX585" fmla="*/ 351735 w 2992697"/>
                <a:gd name="connsiteY585" fmla="*/ 336523 h 1030680"/>
                <a:gd name="connsiteX586" fmla="*/ 349562 w 2992697"/>
                <a:gd name="connsiteY586" fmla="*/ 339628 h 1030680"/>
                <a:gd name="connsiteX587" fmla="*/ 348631 w 2992697"/>
                <a:gd name="connsiteY587" fmla="*/ 343974 h 1030680"/>
                <a:gd name="connsiteX588" fmla="*/ 346458 w 2992697"/>
                <a:gd name="connsiteY588" fmla="*/ 344905 h 1030680"/>
                <a:gd name="connsiteX589" fmla="*/ 348631 w 2992697"/>
                <a:gd name="connsiteY589" fmla="*/ 347078 h 1030680"/>
                <a:gd name="connsiteX590" fmla="*/ 348631 w 2992697"/>
                <a:gd name="connsiteY590" fmla="*/ 349252 h 1030680"/>
                <a:gd name="connsiteX591" fmla="*/ 349562 w 2992697"/>
                <a:gd name="connsiteY591" fmla="*/ 352356 h 1030680"/>
                <a:gd name="connsiteX592" fmla="*/ 351735 w 2992697"/>
                <a:gd name="connsiteY592" fmla="*/ 356702 h 1030680"/>
                <a:gd name="connsiteX593" fmla="*/ 344284 w 2992697"/>
                <a:gd name="connsiteY593" fmla="*/ 358875 h 1030680"/>
                <a:gd name="connsiteX594" fmla="*/ 339007 w 2992697"/>
                <a:gd name="connsiteY594" fmla="*/ 358875 h 1030680"/>
                <a:gd name="connsiteX595" fmla="*/ 333729 w 2992697"/>
                <a:gd name="connsiteY595" fmla="*/ 358875 h 1030680"/>
                <a:gd name="connsiteX596" fmla="*/ 327520 w 2992697"/>
                <a:gd name="connsiteY596" fmla="*/ 361980 h 1030680"/>
                <a:gd name="connsiteX597" fmla="*/ 346458 w 2992697"/>
                <a:gd name="connsiteY597" fmla="*/ 361980 h 1030680"/>
                <a:gd name="connsiteX598" fmla="*/ 361048 w 2992697"/>
                <a:gd name="connsiteY598" fmla="*/ 366326 h 1030680"/>
                <a:gd name="connsiteX599" fmla="*/ 361048 w 2992697"/>
                <a:gd name="connsiteY599" fmla="*/ 373777 h 1030680"/>
                <a:gd name="connsiteX600" fmla="*/ 337144 w 2992697"/>
                <a:gd name="connsiteY600" fmla="*/ 373777 h 1030680"/>
                <a:gd name="connsiteX601" fmla="*/ 334971 w 2992697"/>
                <a:gd name="connsiteY601" fmla="*/ 379054 h 1030680"/>
                <a:gd name="connsiteX602" fmla="*/ 334971 w 2992697"/>
                <a:gd name="connsiteY602" fmla="*/ 381227 h 1030680"/>
                <a:gd name="connsiteX603" fmla="*/ 334971 w 2992697"/>
                <a:gd name="connsiteY603" fmla="*/ 382159 h 1030680"/>
                <a:gd name="connsiteX604" fmla="*/ 334040 w 2992697"/>
                <a:gd name="connsiteY604" fmla="*/ 384332 h 1030680"/>
                <a:gd name="connsiteX605" fmla="*/ 331867 w 2992697"/>
                <a:gd name="connsiteY605" fmla="*/ 386505 h 1030680"/>
                <a:gd name="connsiteX606" fmla="*/ 322553 w 2992697"/>
                <a:gd name="connsiteY606" fmla="*/ 389609 h 1030680"/>
                <a:gd name="connsiteX607" fmla="*/ 310135 w 2992697"/>
                <a:gd name="connsiteY607" fmla="*/ 389609 h 1030680"/>
                <a:gd name="connsiteX608" fmla="*/ 297717 w 2992697"/>
                <a:gd name="connsiteY608" fmla="*/ 389609 h 1030680"/>
                <a:gd name="connsiteX609" fmla="*/ 285300 w 2992697"/>
                <a:gd name="connsiteY609" fmla="*/ 382159 h 1030680"/>
                <a:gd name="connsiteX610" fmla="*/ 268536 w 2992697"/>
                <a:gd name="connsiteY610" fmla="*/ 382159 h 1030680"/>
                <a:gd name="connsiteX611" fmla="*/ 251772 w 2992697"/>
                <a:gd name="connsiteY611" fmla="*/ 384332 h 1030680"/>
                <a:gd name="connsiteX612" fmla="*/ 234076 w 2992697"/>
                <a:gd name="connsiteY612" fmla="*/ 386505 h 1030680"/>
                <a:gd name="connsiteX613" fmla="*/ 217312 w 2992697"/>
                <a:gd name="connsiteY613" fmla="*/ 384332 h 1030680"/>
                <a:gd name="connsiteX614" fmla="*/ 200548 w 2992697"/>
                <a:gd name="connsiteY614" fmla="*/ 379054 h 1030680"/>
                <a:gd name="connsiteX615" fmla="*/ 199617 w 2992697"/>
                <a:gd name="connsiteY615" fmla="*/ 376881 h 1030680"/>
                <a:gd name="connsiteX616" fmla="*/ 199617 w 2992697"/>
                <a:gd name="connsiteY616" fmla="*/ 374708 h 1030680"/>
                <a:gd name="connsiteX617" fmla="*/ 197444 w 2992697"/>
                <a:gd name="connsiteY617" fmla="*/ 374708 h 1030680"/>
                <a:gd name="connsiteX618" fmla="*/ 197444 w 2992697"/>
                <a:gd name="connsiteY618" fmla="*/ 372535 h 1030680"/>
                <a:gd name="connsiteX619" fmla="*/ 197444 w 2992697"/>
                <a:gd name="connsiteY619" fmla="*/ 368189 h 1030680"/>
                <a:gd name="connsiteX620" fmla="*/ 200548 w 2992697"/>
                <a:gd name="connsiteY620" fmla="*/ 368189 h 1030680"/>
                <a:gd name="connsiteX621" fmla="*/ 202721 w 2992697"/>
                <a:gd name="connsiteY621" fmla="*/ 365084 h 1030680"/>
                <a:gd name="connsiteX622" fmla="*/ 206757 w 2992697"/>
                <a:gd name="connsiteY622" fmla="*/ 360738 h 1030680"/>
                <a:gd name="connsiteX623" fmla="*/ 207688 w 2992697"/>
                <a:gd name="connsiteY623" fmla="*/ 358565 h 1030680"/>
                <a:gd name="connsiteX624" fmla="*/ 211724 w 2992697"/>
                <a:gd name="connsiteY624" fmla="*/ 357634 h 1030680"/>
                <a:gd name="connsiteX625" fmla="*/ 213897 w 2992697"/>
                <a:gd name="connsiteY625" fmla="*/ 353287 h 1030680"/>
                <a:gd name="connsiteX626" fmla="*/ 217002 w 2992697"/>
                <a:gd name="connsiteY626" fmla="*/ 348010 h 1030680"/>
                <a:gd name="connsiteX627" fmla="*/ 209551 w 2992697"/>
                <a:gd name="connsiteY627" fmla="*/ 345837 h 1030680"/>
                <a:gd name="connsiteX628" fmla="*/ 204273 w 2992697"/>
                <a:gd name="connsiteY628" fmla="*/ 342732 h 1030680"/>
                <a:gd name="connsiteX629" fmla="*/ 200238 w 2992697"/>
                <a:gd name="connsiteY629" fmla="*/ 336523 h 1030680"/>
                <a:gd name="connsiteX630" fmla="*/ 199306 w 2992697"/>
                <a:gd name="connsiteY630" fmla="*/ 331246 h 1030680"/>
                <a:gd name="connsiteX631" fmla="*/ 197133 w 2992697"/>
                <a:gd name="connsiteY631" fmla="*/ 323795 h 1030680"/>
                <a:gd name="connsiteX632" fmla="*/ 204584 w 2992697"/>
                <a:gd name="connsiteY632" fmla="*/ 323795 h 1030680"/>
                <a:gd name="connsiteX633" fmla="*/ 217002 w 2992697"/>
                <a:gd name="connsiteY633" fmla="*/ 320691 h 1030680"/>
                <a:gd name="connsiteX634" fmla="*/ 231593 w 2992697"/>
                <a:gd name="connsiteY634" fmla="*/ 323795 h 1030680"/>
                <a:gd name="connsiteX635" fmla="*/ 244010 w 2992697"/>
                <a:gd name="connsiteY635" fmla="*/ 329073 h 1030680"/>
                <a:gd name="connsiteX636" fmla="*/ 256428 w 2992697"/>
                <a:gd name="connsiteY636" fmla="*/ 335281 h 1030680"/>
                <a:gd name="connsiteX637" fmla="*/ 256428 w 2992697"/>
                <a:gd name="connsiteY637" fmla="*/ 327831 h 1030680"/>
                <a:gd name="connsiteX638" fmla="*/ 244010 w 2992697"/>
                <a:gd name="connsiteY638" fmla="*/ 321622 h 1030680"/>
                <a:gd name="connsiteX639" fmla="*/ 233455 w 2992697"/>
                <a:gd name="connsiteY639" fmla="*/ 316344 h 1030680"/>
                <a:gd name="connsiteX640" fmla="*/ 224142 w 2992697"/>
                <a:gd name="connsiteY640" fmla="*/ 306720 h 1030680"/>
                <a:gd name="connsiteX641" fmla="*/ 227246 w 2992697"/>
                <a:gd name="connsiteY641" fmla="*/ 306720 h 1030680"/>
                <a:gd name="connsiteX642" fmla="*/ 236560 w 2992697"/>
                <a:gd name="connsiteY642" fmla="*/ 293061 h 1030680"/>
                <a:gd name="connsiteX643" fmla="*/ 248046 w 2992697"/>
                <a:gd name="connsiteY643" fmla="*/ 283437 h 1030680"/>
                <a:gd name="connsiteX644" fmla="*/ 262637 w 2992697"/>
                <a:gd name="connsiteY644" fmla="*/ 275986 h 1030680"/>
                <a:gd name="connsiteX645" fmla="*/ 280333 w 2992697"/>
                <a:gd name="connsiteY645" fmla="*/ 270709 h 1030680"/>
                <a:gd name="connsiteX646" fmla="*/ 280333 w 2992697"/>
                <a:gd name="connsiteY646" fmla="*/ 266983 h 1030680"/>
                <a:gd name="connsiteX647" fmla="*/ 263568 w 2992697"/>
                <a:gd name="connsiteY647" fmla="*/ 261706 h 1030680"/>
                <a:gd name="connsiteX648" fmla="*/ 251151 w 2992697"/>
                <a:gd name="connsiteY648" fmla="*/ 252082 h 1030680"/>
                <a:gd name="connsiteX649" fmla="*/ 240595 w 2992697"/>
                <a:gd name="connsiteY649" fmla="*/ 239354 h 1030680"/>
                <a:gd name="connsiteX650" fmla="*/ 231282 w 2992697"/>
                <a:gd name="connsiteY650" fmla="*/ 226625 h 1030680"/>
                <a:gd name="connsiteX651" fmla="*/ 236560 w 2992697"/>
                <a:gd name="connsiteY651" fmla="*/ 224452 h 1030680"/>
                <a:gd name="connsiteX652" fmla="*/ 240595 w 2992697"/>
                <a:gd name="connsiteY652" fmla="*/ 224452 h 1030680"/>
                <a:gd name="connsiteX653" fmla="*/ 245873 w 2992697"/>
                <a:gd name="connsiteY653" fmla="*/ 222279 h 1030680"/>
                <a:gd name="connsiteX654" fmla="*/ 251151 w 2992697"/>
                <a:gd name="connsiteY654" fmla="*/ 222279 h 1030680"/>
                <a:gd name="connsiteX655" fmla="*/ 258601 w 2992697"/>
                <a:gd name="connsiteY655" fmla="*/ 227557 h 1030680"/>
                <a:gd name="connsiteX656" fmla="*/ 263879 w 2992697"/>
                <a:gd name="connsiteY656" fmla="*/ 233766 h 1030680"/>
                <a:gd name="connsiteX657" fmla="*/ 271330 w 2992697"/>
                <a:gd name="connsiteY657" fmla="*/ 239043 h 1030680"/>
                <a:gd name="connsiteX658" fmla="*/ 271330 w 2992697"/>
                <a:gd name="connsiteY658" fmla="*/ 234697 h 1030680"/>
                <a:gd name="connsiteX659" fmla="*/ 270398 w 2992697"/>
                <a:gd name="connsiteY659" fmla="*/ 231593 h 1030680"/>
                <a:gd name="connsiteX660" fmla="*/ 268225 w 2992697"/>
                <a:gd name="connsiteY660" fmla="*/ 231593 h 1030680"/>
                <a:gd name="connsiteX661" fmla="*/ 268225 w 2992697"/>
                <a:gd name="connsiteY661" fmla="*/ 229419 h 1030680"/>
                <a:gd name="connsiteX662" fmla="*/ 266052 w 2992697"/>
                <a:gd name="connsiteY662" fmla="*/ 227246 h 1030680"/>
                <a:gd name="connsiteX663" fmla="*/ 266052 w 2992697"/>
                <a:gd name="connsiteY663" fmla="*/ 226315 h 1030680"/>
                <a:gd name="connsiteX664" fmla="*/ 263879 w 2992697"/>
                <a:gd name="connsiteY664" fmla="*/ 221969 h 1030680"/>
                <a:gd name="connsiteX665" fmla="*/ 267915 w 2992697"/>
                <a:gd name="connsiteY665" fmla="*/ 221969 h 1030680"/>
                <a:gd name="connsiteX666" fmla="*/ 267915 w 2992697"/>
                <a:gd name="connsiteY666" fmla="*/ 218864 h 1030680"/>
                <a:gd name="connsiteX667" fmla="*/ 284679 w 2992697"/>
                <a:gd name="connsiteY667" fmla="*/ 212655 h 1030680"/>
                <a:gd name="connsiteX668" fmla="*/ 300201 w 2992697"/>
                <a:gd name="connsiteY668" fmla="*/ 209551 h 1030680"/>
                <a:gd name="connsiteX669" fmla="*/ 316965 w 2992697"/>
                <a:gd name="connsiteY669" fmla="*/ 207378 h 1030680"/>
                <a:gd name="connsiteX670" fmla="*/ 336834 w 2992697"/>
                <a:gd name="connsiteY670" fmla="*/ 209551 h 1030680"/>
                <a:gd name="connsiteX671" fmla="*/ 327520 w 2992697"/>
                <a:gd name="connsiteY671" fmla="*/ 198064 h 1030680"/>
                <a:gd name="connsiteX672" fmla="*/ 339007 w 2992697"/>
                <a:gd name="connsiteY672" fmla="*/ 194960 h 1030680"/>
                <a:gd name="connsiteX673" fmla="*/ 351425 w 2992697"/>
                <a:gd name="connsiteY673" fmla="*/ 189682 h 1030680"/>
                <a:gd name="connsiteX674" fmla="*/ 363842 w 2992697"/>
                <a:gd name="connsiteY674" fmla="*/ 184405 h 1030680"/>
                <a:gd name="connsiteX675" fmla="*/ 371293 w 2992697"/>
                <a:gd name="connsiteY675" fmla="*/ 178196 h 1030680"/>
                <a:gd name="connsiteX676" fmla="*/ 377502 w 2992697"/>
                <a:gd name="connsiteY676" fmla="*/ 178196 h 1030680"/>
                <a:gd name="connsiteX677" fmla="*/ 377502 w 2992697"/>
                <a:gd name="connsiteY677" fmla="*/ 175091 h 1030680"/>
                <a:gd name="connsiteX678" fmla="*/ 368189 w 2992697"/>
                <a:gd name="connsiteY678" fmla="*/ 175091 h 1030680"/>
                <a:gd name="connsiteX679" fmla="*/ 364153 w 2992697"/>
                <a:gd name="connsiteY679" fmla="*/ 177265 h 1030680"/>
                <a:gd name="connsiteX680" fmla="*/ 361048 w 2992697"/>
                <a:gd name="connsiteY680" fmla="*/ 178196 h 1030680"/>
                <a:gd name="connsiteX681" fmla="*/ 358875 w 2992697"/>
                <a:gd name="connsiteY681" fmla="*/ 178196 h 1030680"/>
                <a:gd name="connsiteX682" fmla="*/ 356702 w 2992697"/>
                <a:gd name="connsiteY682" fmla="*/ 178196 h 1030680"/>
                <a:gd name="connsiteX683" fmla="*/ 355771 w 2992697"/>
                <a:gd name="connsiteY683" fmla="*/ 178196 h 1030680"/>
                <a:gd name="connsiteX684" fmla="*/ 353598 w 2992697"/>
                <a:gd name="connsiteY684" fmla="*/ 177265 h 1030680"/>
                <a:gd name="connsiteX685" fmla="*/ 351425 w 2992697"/>
                <a:gd name="connsiteY685" fmla="*/ 175091 h 1030680"/>
                <a:gd name="connsiteX686" fmla="*/ 348320 w 2992697"/>
                <a:gd name="connsiteY686" fmla="*/ 175091 h 1030680"/>
                <a:gd name="connsiteX687" fmla="*/ 344284 w 2992697"/>
                <a:gd name="connsiteY687" fmla="*/ 178196 h 1030680"/>
                <a:gd name="connsiteX688" fmla="*/ 339007 w 2992697"/>
                <a:gd name="connsiteY688" fmla="*/ 184405 h 1030680"/>
                <a:gd name="connsiteX689" fmla="*/ 333729 w 2992697"/>
                <a:gd name="connsiteY689" fmla="*/ 189682 h 1030680"/>
                <a:gd name="connsiteX690" fmla="*/ 329693 w 2992697"/>
                <a:gd name="connsiteY690" fmla="*/ 194960 h 1030680"/>
                <a:gd name="connsiteX691" fmla="*/ 324416 w 2992697"/>
                <a:gd name="connsiteY691" fmla="*/ 198064 h 1030680"/>
                <a:gd name="connsiteX692" fmla="*/ 304547 w 2992697"/>
                <a:gd name="connsiteY692" fmla="*/ 204273 h 1030680"/>
                <a:gd name="connsiteX693" fmla="*/ 285610 w 2992697"/>
                <a:gd name="connsiteY693" fmla="*/ 204273 h 1030680"/>
                <a:gd name="connsiteX694" fmla="*/ 267915 w 2992697"/>
                <a:gd name="connsiteY694" fmla="*/ 199927 h 1030680"/>
                <a:gd name="connsiteX695" fmla="*/ 251151 w 2992697"/>
                <a:gd name="connsiteY695" fmla="*/ 192476 h 1030680"/>
                <a:gd name="connsiteX696" fmla="*/ 248978 w 2992697"/>
                <a:gd name="connsiteY696" fmla="*/ 192476 h 1030680"/>
                <a:gd name="connsiteX697" fmla="*/ 245873 w 2992697"/>
                <a:gd name="connsiteY697" fmla="*/ 194650 h 1030680"/>
                <a:gd name="connsiteX698" fmla="*/ 240595 w 2992697"/>
                <a:gd name="connsiteY698" fmla="*/ 196823 h 1030680"/>
                <a:gd name="connsiteX699" fmla="*/ 236560 w 2992697"/>
                <a:gd name="connsiteY699" fmla="*/ 197754 h 1030680"/>
                <a:gd name="connsiteX700" fmla="*/ 233455 w 2992697"/>
                <a:gd name="connsiteY700" fmla="*/ 199927 h 1030680"/>
                <a:gd name="connsiteX701" fmla="*/ 227246 w 2992697"/>
                <a:gd name="connsiteY701" fmla="*/ 202100 h 1030680"/>
                <a:gd name="connsiteX702" fmla="*/ 224142 w 2992697"/>
                <a:gd name="connsiteY702" fmla="*/ 192476 h 1030680"/>
                <a:gd name="connsiteX703" fmla="*/ 227246 w 2992697"/>
                <a:gd name="connsiteY703" fmla="*/ 191545 h 1030680"/>
                <a:gd name="connsiteX704" fmla="*/ 227246 w 2992697"/>
                <a:gd name="connsiteY704" fmla="*/ 191545 h 1030680"/>
                <a:gd name="connsiteX705" fmla="*/ 229419 w 2992697"/>
                <a:gd name="connsiteY705" fmla="*/ 189372 h 1030680"/>
                <a:gd name="connsiteX706" fmla="*/ 231593 w 2992697"/>
                <a:gd name="connsiteY706" fmla="*/ 185026 h 1030680"/>
                <a:gd name="connsiteX707" fmla="*/ 221037 w 2992697"/>
                <a:gd name="connsiteY707" fmla="*/ 185026 h 1030680"/>
                <a:gd name="connsiteX708" fmla="*/ 217002 w 2992697"/>
                <a:gd name="connsiteY708" fmla="*/ 187199 h 1030680"/>
                <a:gd name="connsiteX709" fmla="*/ 211724 w 2992697"/>
                <a:gd name="connsiteY709" fmla="*/ 189372 h 1030680"/>
                <a:gd name="connsiteX710" fmla="*/ 206446 w 2992697"/>
                <a:gd name="connsiteY710" fmla="*/ 189372 h 1030680"/>
                <a:gd name="connsiteX711" fmla="*/ 200238 w 2992697"/>
                <a:gd name="connsiteY711" fmla="*/ 189372 h 1030680"/>
                <a:gd name="connsiteX712" fmla="*/ 197133 w 2992697"/>
                <a:gd name="connsiteY712" fmla="*/ 177885 h 1030680"/>
                <a:gd name="connsiteX713" fmla="*/ 200238 w 2992697"/>
                <a:gd name="connsiteY713" fmla="*/ 176954 h 1030680"/>
                <a:gd name="connsiteX714" fmla="*/ 202411 w 2992697"/>
                <a:gd name="connsiteY714" fmla="*/ 176954 h 1030680"/>
                <a:gd name="connsiteX715" fmla="*/ 204584 w 2992697"/>
                <a:gd name="connsiteY715" fmla="*/ 176954 h 1030680"/>
                <a:gd name="connsiteX716" fmla="*/ 206757 w 2992697"/>
                <a:gd name="connsiteY716" fmla="*/ 174781 h 1030680"/>
                <a:gd name="connsiteX717" fmla="*/ 207688 w 2992697"/>
                <a:gd name="connsiteY717" fmla="*/ 174781 h 1030680"/>
                <a:gd name="connsiteX718" fmla="*/ 184715 w 2992697"/>
                <a:gd name="connsiteY718" fmla="*/ 177885 h 1030680"/>
                <a:gd name="connsiteX719" fmla="*/ 182542 w 2992697"/>
                <a:gd name="connsiteY719" fmla="*/ 172608 h 1030680"/>
                <a:gd name="connsiteX720" fmla="*/ 178506 w 2992697"/>
                <a:gd name="connsiteY720" fmla="*/ 169503 h 1030680"/>
                <a:gd name="connsiteX721" fmla="*/ 177575 w 2992697"/>
                <a:gd name="connsiteY721" fmla="*/ 167330 h 1030680"/>
                <a:gd name="connsiteX722" fmla="*/ 175402 w 2992697"/>
                <a:gd name="connsiteY722" fmla="*/ 162984 h 1030680"/>
                <a:gd name="connsiteX723" fmla="*/ 171366 w 2992697"/>
                <a:gd name="connsiteY723" fmla="*/ 157706 h 1030680"/>
                <a:gd name="connsiteX724" fmla="*/ 177575 w 2992697"/>
                <a:gd name="connsiteY724" fmla="*/ 155533 h 1030680"/>
                <a:gd name="connsiteX725" fmla="*/ 180679 w 2992697"/>
                <a:gd name="connsiteY725" fmla="*/ 155533 h 1030680"/>
                <a:gd name="connsiteX726" fmla="*/ 182853 w 2992697"/>
                <a:gd name="connsiteY726" fmla="*/ 155533 h 1030680"/>
                <a:gd name="connsiteX727" fmla="*/ 185026 w 2992697"/>
                <a:gd name="connsiteY727" fmla="*/ 155533 h 1030680"/>
                <a:gd name="connsiteX728" fmla="*/ 185026 w 2992697"/>
                <a:gd name="connsiteY728" fmla="*/ 155223 h 1030680"/>
                <a:gd name="connsiteX729" fmla="*/ 185957 w 2992697"/>
                <a:gd name="connsiteY729" fmla="*/ 153050 h 1030680"/>
                <a:gd name="connsiteX730" fmla="*/ 188130 w 2992697"/>
                <a:gd name="connsiteY730" fmla="*/ 148704 h 1030680"/>
                <a:gd name="connsiteX731" fmla="*/ 180679 w 2992697"/>
                <a:gd name="connsiteY731" fmla="*/ 147772 h 1030680"/>
                <a:gd name="connsiteX732" fmla="*/ 173229 w 2992697"/>
                <a:gd name="connsiteY732" fmla="*/ 145599 h 1030680"/>
                <a:gd name="connsiteX733" fmla="*/ 170124 w 2992697"/>
                <a:gd name="connsiteY733" fmla="*/ 141253 h 1030680"/>
                <a:gd name="connsiteX734" fmla="*/ 163915 w 2992697"/>
                <a:gd name="connsiteY734" fmla="*/ 138148 h 1030680"/>
                <a:gd name="connsiteX735" fmla="*/ 167951 w 2992697"/>
                <a:gd name="connsiteY735" fmla="*/ 138148 h 1030680"/>
                <a:gd name="connsiteX736" fmla="*/ 167951 w 2992697"/>
                <a:gd name="connsiteY736" fmla="*/ 132871 h 1030680"/>
                <a:gd name="connsiteX737" fmla="*/ 185647 w 2992697"/>
                <a:gd name="connsiteY737" fmla="*/ 135975 h 1030680"/>
                <a:gd name="connsiteX738" fmla="*/ 194960 w 2992697"/>
                <a:gd name="connsiteY738" fmla="*/ 133802 h 1030680"/>
                <a:gd name="connsiteX739" fmla="*/ 202411 w 2992697"/>
                <a:gd name="connsiteY739" fmla="*/ 130698 h 1030680"/>
                <a:gd name="connsiteX740" fmla="*/ 206446 w 2992697"/>
                <a:gd name="connsiteY740" fmla="*/ 125420 h 1030680"/>
                <a:gd name="connsiteX741" fmla="*/ 211724 w 2992697"/>
                <a:gd name="connsiteY741" fmla="*/ 117969 h 1030680"/>
                <a:gd name="connsiteX742" fmla="*/ 221037 w 2992697"/>
                <a:gd name="connsiteY742" fmla="*/ 113623 h 1030680"/>
                <a:gd name="connsiteX743" fmla="*/ 231593 w 2992697"/>
                <a:gd name="connsiteY743" fmla="*/ 110519 h 1030680"/>
                <a:gd name="connsiteX744" fmla="*/ 239043 w 2992697"/>
                <a:gd name="connsiteY744" fmla="*/ 113623 h 1030680"/>
                <a:gd name="connsiteX745" fmla="*/ 248357 w 2992697"/>
                <a:gd name="connsiteY745" fmla="*/ 117969 h 1030680"/>
                <a:gd name="connsiteX746" fmla="*/ 255807 w 2992697"/>
                <a:gd name="connsiteY746" fmla="*/ 118901 h 1030680"/>
                <a:gd name="connsiteX747" fmla="*/ 264189 w 2992697"/>
                <a:gd name="connsiteY747" fmla="*/ 117969 h 1030680"/>
                <a:gd name="connsiteX748" fmla="*/ 261085 w 2992697"/>
                <a:gd name="connsiteY748" fmla="*/ 115796 h 1030680"/>
                <a:gd name="connsiteX749" fmla="*/ 257049 w 2992697"/>
                <a:gd name="connsiteY749" fmla="*/ 113623 h 1030680"/>
                <a:gd name="connsiteX750" fmla="*/ 256118 w 2992697"/>
                <a:gd name="connsiteY750" fmla="*/ 113623 h 1030680"/>
                <a:gd name="connsiteX751" fmla="*/ 256118 w 2992697"/>
                <a:gd name="connsiteY751" fmla="*/ 111760 h 1030680"/>
                <a:gd name="connsiteX752" fmla="*/ 253945 w 2992697"/>
                <a:gd name="connsiteY752" fmla="*/ 110829 h 1030680"/>
                <a:gd name="connsiteX753" fmla="*/ 253945 w 2992697"/>
                <a:gd name="connsiteY753" fmla="*/ 106483 h 1030680"/>
                <a:gd name="connsiteX754" fmla="*/ 251772 w 2992697"/>
                <a:gd name="connsiteY754" fmla="*/ 101205 h 1030680"/>
                <a:gd name="connsiteX755" fmla="*/ 257049 w 2992697"/>
                <a:gd name="connsiteY755" fmla="*/ 99032 h 1030680"/>
                <a:gd name="connsiteX756" fmla="*/ 261085 w 2992697"/>
                <a:gd name="connsiteY756" fmla="*/ 96859 h 1030680"/>
                <a:gd name="connsiteX757" fmla="*/ 264189 w 2992697"/>
                <a:gd name="connsiteY757" fmla="*/ 96859 h 1030680"/>
                <a:gd name="connsiteX758" fmla="*/ 266363 w 2992697"/>
                <a:gd name="connsiteY758" fmla="*/ 95928 h 1030680"/>
                <a:gd name="connsiteX759" fmla="*/ 270398 w 2992697"/>
                <a:gd name="connsiteY759" fmla="*/ 93755 h 1030680"/>
                <a:gd name="connsiteX760" fmla="*/ 277849 w 2992697"/>
                <a:gd name="connsiteY760" fmla="*/ 93755 h 1030680"/>
                <a:gd name="connsiteX761" fmla="*/ 280953 w 2992697"/>
                <a:gd name="connsiteY761" fmla="*/ 95928 h 1030680"/>
                <a:gd name="connsiteX762" fmla="*/ 284989 w 2992697"/>
                <a:gd name="connsiteY762" fmla="*/ 99032 h 1030680"/>
                <a:gd name="connsiteX763" fmla="*/ 288094 w 2992697"/>
                <a:gd name="connsiteY763" fmla="*/ 101205 h 1030680"/>
                <a:gd name="connsiteX764" fmla="*/ 288094 w 2992697"/>
                <a:gd name="connsiteY764" fmla="*/ 96859 h 1030680"/>
                <a:gd name="connsiteX765" fmla="*/ 285921 w 2992697"/>
                <a:gd name="connsiteY765" fmla="*/ 95928 h 1030680"/>
                <a:gd name="connsiteX766" fmla="*/ 285921 w 2992697"/>
                <a:gd name="connsiteY766" fmla="*/ 93755 h 1030680"/>
                <a:gd name="connsiteX767" fmla="*/ 285921 w 2992697"/>
                <a:gd name="connsiteY767" fmla="*/ 93755 h 1030680"/>
                <a:gd name="connsiteX768" fmla="*/ 285921 w 2992697"/>
                <a:gd name="connsiteY768" fmla="*/ 91582 h 1030680"/>
                <a:gd name="connsiteX769" fmla="*/ 284989 w 2992697"/>
                <a:gd name="connsiteY769" fmla="*/ 88477 h 1030680"/>
                <a:gd name="connsiteX770" fmla="*/ 290267 w 2992697"/>
                <a:gd name="connsiteY770" fmla="*/ 86304 h 1030680"/>
                <a:gd name="connsiteX771" fmla="*/ 293371 w 2992697"/>
                <a:gd name="connsiteY771" fmla="*/ 84131 h 1030680"/>
                <a:gd name="connsiteX772" fmla="*/ 299580 w 2992697"/>
                <a:gd name="connsiteY772" fmla="*/ 81026 h 1030680"/>
                <a:gd name="connsiteX773" fmla="*/ 302685 w 2992697"/>
                <a:gd name="connsiteY773" fmla="*/ 76680 h 1030680"/>
                <a:gd name="connsiteX774" fmla="*/ 304858 w 2992697"/>
                <a:gd name="connsiteY774" fmla="*/ 76680 h 1030680"/>
                <a:gd name="connsiteX775" fmla="*/ 312308 w 2992697"/>
                <a:gd name="connsiteY775" fmla="*/ 76680 h 1030680"/>
                <a:gd name="connsiteX776" fmla="*/ 317586 w 2992697"/>
                <a:gd name="connsiteY776" fmla="*/ 78853 h 1030680"/>
                <a:gd name="connsiteX777" fmla="*/ 321622 w 2992697"/>
                <a:gd name="connsiteY777" fmla="*/ 83199 h 1030680"/>
                <a:gd name="connsiteX778" fmla="*/ 327831 w 2992697"/>
                <a:gd name="connsiteY778" fmla="*/ 83199 h 1030680"/>
                <a:gd name="connsiteX779" fmla="*/ 337144 w 2992697"/>
                <a:gd name="connsiteY779" fmla="*/ 81026 h 1030680"/>
                <a:gd name="connsiteX780" fmla="*/ 341180 w 2992697"/>
                <a:gd name="connsiteY780" fmla="*/ 68298 h 1030680"/>
                <a:gd name="connsiteX781" fmla="*/ 346458 w 2992697"/>
                <a:gd name="connsiteY781" fmla="*/ 66125 h 1030680"/>
                <a:gd name="connsiteX782" fmla="*/ 351735 w 2992697"/>
                <a:gd name="connsiteY782" fmla="*/ 66125 h 1030680"/>
                <a:gd name="connsiteX783" fmla="*/ 357013 w 2992697"/>
                <a:gd name="connsiteY783" fmla="*/ 66125 h 1030680"/>
                <a:gd name="connsiteX784" fmla="*/ 361048 w 2992697"/>
                <a:gd name="connsiteY784" fmla="*/ 68298 h 1030680"/>
                <a:gd name="connsiteX785" fmla="*/ 364153 w 2992697"/>
                <a:gd name="connsiteY785" fmla="*/ 68298 h 1030680"/>
                <a:gd name="connsiteX786" fmla="*/ 371604 w 2992697"/>
                <a:gd name="connsiteY786" fmla="*/ 56812 h 1030680"/>
                <a:gd name="connsiteX787" fmla="*/ 383090 w 2992697"/>
                <a:gd name="connsiteY787" fmla="*/ 54638 h 1030680"/>
                <a:gd name="connsiteX788" fmla="*/ 390541 w 2992697"/>
                <a:gd name="connsiteY788" fmla="*/ 58985 h 1030680"/>
                <a:gd name="connsiteX789" fmla="*/ 397992 w 2992697"/>
                <a:gd name="connsiteY789" fmla="*/ 62089 h 1030680"/>
                <a:gd name="connsiteX790" fmla="*/ 405442 w 2992697"/>
                <a:gd name="connsiteY790" fmla="*/ 64262 h 1030680"/>
                <a:gd name="connsiteX791" fmla="*/ 414756 w 2992697"/>
                <a:gd name="connsiteY791" fmla="*/ 61158 h 1030680"/>
                <a:gd name="connsiteX792" fmla="*/ 427173 w 2992697"/>
                <a:gd name="connsiteY792" fmla="*/ 53707 h 1030680"/>
                <a:gd name="connsiteX793" fmla="*/ 439281 w 2992697"/>
                <a:gd name="connsiteY793" fmla="*/ 47498 h 1030680"/>
                <a:gd name="connsiteX794" fmla="*/ 439281 w 2992697"/>
                <a:gd name="connsiteY794" fmla="*/ 47498 h 1030680"/>
                <a:gd name="connsiteX795" fmla="*/ 439281 w 2992697"/>
                <a:gd name="connsiteY795" fmla="*/ 47498 h 1030680"/>
                <a:gd name="connsiteX796" fmla="*/ 2195472 w 2992697"/>
                <a:gd name="connsiteY796" fmla="*/ 44394 h 1030680"/>
                <a:gd name="connsiteX797" fmla="*/ 2202923 w 2992697"/>
                <a:gd name="connsiteY797" fmla="*/ 46567 h 1030680"/>
                <a:gd name="connsiteX798" fmla="*/ 2210374 w 2992697"/>
                <a:gd name="connsiteY798" fmla="*/ 49671 h 1030680"/>
                <a:gd name="connsiteX799" fmla="*/ 2213478 w 2992697"/>
                <a:gd name="connsiteY799" fmla="*/ 54018 h 1030680"/>
                <a:gd name="connsiteX800" fmla="*/ 2218756 w 2992697"/>
                <a:gd name="connsiteY800" fmla="*/ 57122 h 1030680"/>
                <a:gd name="connsiteX801" fmla="*/ 2224965 w 2992697"/>
                <a:gd name="connsiteY801" fmla="*/ 61468 h 1030680"/>
                <a:gd name="connsiteX802" fmla="*/ 2220929 w 2992697"/>
                <a:gd name="connsiteY802" fmla="*/ 72023 h 1030680"/>
                <a:gd name="connsiteX803" fmla="*/ 2198888 w 2992697"/>
                <a:gd name="connsiteY803" fmla="*/ 84752 h 1030680"/>
                <a:gd name="connsiteX804" fmla="*/ 2182123 w 2992697"/>
                <a:gd name="connsiteY804" fmla="*/ 99653 h 1030680"/>
                <a:gd name="connsiteX805" fmla="*/ 2167532 w 2992697"/>
                <a:gd name="connsiteY805" fmla="*/ 118590 h 1030680"/>
                <a:gd name="connsiteX806" fmla="*/ 2164428 w 2992697"/>
                <a:gd name="connsiteY806" fmla="*/ 118590 h 1030680"/>
                <a:gd name="connsiteX807" fmla="*/ 2164428 w 2992697"/>
                <a:gd name="connsiteY807" fmla="*/ 114244 h 1030680"/>
                <a:gd name="connsiteX808" fmla="*/ 2159150 w 2992697"/>
                <a:gd name="connsiteY808" fmla="*/ 111140 h 1030680"/>
                <a:gd name="connsiteX809" fmla="*/ 2155115 w 2992697"/>
                <a:gd name="connsiteY809" fmla="*/ 106793 h 1030680"/>
                <a:gd name="connsiteX810" fmla="*/ 2152942 w 2992697"/>
                <a:gd name="connsiteY810" fmla="*/ 103689 h 1030680"/>
                <a:gd name="connsiteX811" fmla="*/ 2149837 w 2992697"/>
                <a:gd name="connsiteY811" fmla="*/ 99343 h 1030680"/>
                <a:gd name="connsiteX812" fmla="*/ 2147664 w 2992697"/>
                <a:gd name="connsiteY812" fmla="*/ 94065 h 1030680"/>
                <a:gd name="connsiteX813" fmla="*/ 2151700 w 2992697"/>
                <a:gd name="connsiteY813" fmla="*/ 86614 h 1030680"/>
                <a:gd name="connsiteX814" fmla="*/ 2152631 w 2992697"/>
                <a:gd name="connsiteY814" fmla="*/ 81337 h 1030680"/>
                <a:gd name="connsiteX815" fmla="*/ 2154804 w 2992697"/>
                <a:gd name="connsiteY815" fmla="*/ 71713 h 1030680"/>
                <a:gd name="connsiteX816" fmla="*/ 2127795 w 2992697"/>
                <a:gd name="connsiteY816" fmla="*/ 71713 h 1030680"/>
                <a:gd name="connsiteX817" fmla="*/ 2127795 w 2992697"/>
                <a:gd name="connsiteY817" fmla="*/ 64262 h 1030680"/>
                <a:gd name="connsiteX818" fmla="*/ 2142386 w 2992697"/>
                <a:gd name="connsiteY818" fmla="*/ 58985 h 1030680"/>
                <a:gd name="connsiteX819" fmla="*/ 2156977 w 2992697"/>
                <a:gd name="connsiteY819" fmla="*/ 54638 h 1030680"/>
                <a:gd name="connsiteX820" fmla="*/ 2174673 w 2992697"/>
                <a:gd name="connsiteY820" fmla="*/ 51534 h 1030680"/>
                <a:gd name="connsiteX821" fmla="*/ 2176846 w 2992697"/>
                <a:gd name="connsiteY821" fmla="*/ 56812 h 1030680"/>
                <a:gd name="connsiteX822" fmla="*/ 2179019 w 2992697"/>
                <a:gd name="connsiteY822" fmla="*/ 58985 h 1030680"/>
                <a:gd name="connsiteX823" fmla="*/ 2179019 w 2992697"/>
                <a:gd name="connsiteY823" fmla="*/ 61158 h 1030680"/>
                <a:gd name="connsiteX824" fmla="*/ 2181192 w 2992697"/>
                <a:gd name="connsiteY824" fmla="*/ 61158 h 1030680"/>
                <a:gd name="connsiteX825" fmla="*/ 2181192 w 2992697"/>
                <a:gd name="connsiteY825" fmla="*/ 62089 h 1030680"/>
                <a:gd name="connsiteX826" fmla="*/ 2184297 w 2992697"/>
                <a:gd name="connsiteY826" fmla="*/ 64262 h 1030680"/>
                <a:gd name="connsiteX827" fmla="*/ 2186470 w 2992697"/>
                <a:gd name="connsiteY827" fmla="*/ 58985 h 1030680"/>
                <a:gd name="connsiteX828" fmla="*/ 2188643 w 2992697"/>
                <a:gd name="connsiteY828" fmla="*/ 54638 h 1030680"/>
                <a:gd name="connsiteX829" fmla="*/ 2189574 w 2992697"/>
                <a:gd name="connsiteY829" fmla="*/ 51534 h 1030680"/>
                <a:gd name="connsiteX830" fmla="*/ 2193610 w 2992697"/>
                <a:gd name="connsiteY830" fmla="*/ 47188 h 1030680"/>
                <a:gd name="connsiteX831" fmla="*/ 2195472 w 2992697"/>
                <a:gd name="connsiteY831" fmla="*/ 44394 h 1030680"/>
                <a:gd name="connsiteX832" fmla="*/ 2195472 w 2992697"/>
                <a:gd name="connsiteY832" fmla="*/ 44394 h 1030680"/>
                <a:gd name="connsiteX833" fmla="*/ 2195472 w 2992697"/>
                <a:gd name="connsiteY833" fmla="*/ 44394 h 1030680"/>
                <a:gd name="connsiteX834" fmla="*/ 2240487 w 2992697"/>
                <a:gd name="connsiteY834" fmla="*/ 24215 h 1030680"/>
                <a:gd name="connsiteX835" fmla="*/ 2244523 w 2992697"/>
                <a:gd name="connsiteY835" fmla="*/ 25146 h 1030680"/>
                <a:gd name="connsiteX836" fmla="*/ 2245454 w 2992697"/>
                <a:gd name="connsiteY836" fmla="*/ 25146 h 1030680"/>
                <a:gd name="connsiteX837" fmla="*/ 2247628 w 2992697"/>
                <a:gd name="connsiteY837" fmla="*/ 27319 h 1030680"/>
                <a:gd name="connsiteX838" fmla="*/ 2247628 w 2992697"/>
                <a:gd name="connsiteY838" fmla="*/ 27319 h 1030680"/>
                <a:gd name="connsiteX839" fmla="*/ 2249800 w 2992697"/>
                <a:gd name="connsiteY839" fmla="*/ 29492 h 1030680"/>
                <a:gd name="connsiteX840" fmla="*/ 2251974 w 2992697"/>
                <a:gd name="connsiteY840" fmla="*/ 32597 h 1030680"/>
                <a:gd name="connsiteX841" fmla="*/ 2255078 w 2992697"/>
                <a:gd name="connsiteY841" fmla="*/ 38806 h 1030680"/>
                <a:gd name="connsiteX842" fmla="*/ 2259114 w 2992697"/>
                <a:gd name="connsiteY842" fmla="*/ 44083 h 1030680"/>
                <a:gd name="connsiteX843" fmla="*/ 2260045 w 2992697"/>
                <a:gd name="connsiteY843" fmla="*/ 51534 h 1030680"/>
                <a:gd name="connsiteX844" fmla="*/ 2251663 w 2992697"/>
                <a:gd name="connsiteY844" fmla="*/ 51534 h 1030680"/>
                <a:gd name="connsiteX845" fmla="*/ 2251663 w 2992697"/>
                <a:gd name="connsiteY845" fmla="*/ 47188 h 1030680"/>
                <a:gd name="connsiteX846" fmla="*/ 2247628 w 2992697"/>
                <a:gd name="connsiteY846" fmla="*/ 44083 h 1030680"/>
                <a:gd name="connsiteX847" fmla="*/ 2244523 w 2992697"/>
                <a:gd name="connsiteY847" fmla="*/ 39737 h 1030680"/>
                <a:gd name="connsiteX848" fmla="*/ 2242350 w 2992697"/>
                <a:gd name="connsiteY848" fmla="*/ 36633 h 1030680"/>
                <a:gd name="connsiteX849" fmla="*/ 2240177 w 2992697"/>
                <a:gd name="connsiteY849" fmla="*/ 31355 h 1030680"/>
                <a:gd name="connsiteX850" fmla="*/ 2240177 w 2992697"/>
                <a:gd name="connsiteY850" fmla="*/ 24215 h 1030680"/>
                <a:gd name="connsiteX851" fmla="*/ 2240487 w 2992697"/>
                <a:gd name="connsiteY851" fmla="*/ 24215 h 1030680"/>
                <a:gd name="connsiteX852" fmla="*/ 2240487 w 2992697"/>
                <a:gd name="connsiteY852" fmla="*/ 24215 h 1030680"/>
                <a:gd name="connsiteX853" fmla="*/ 984113 w 2992697"/>
                <a:gd name="connsiteY853" fmla="*/ 20179 h 1030680"/>
                <a:gd name="connsiteX854" fmla="*/ 1009259 w 2992697"/>
                <a:gd name="connsiteY854" fmla="*/ 20179 h 1030680"/>
                <a:gd name="connsiteX855" fmla="*/ 1035337 w 2992697"/>
                <a:gd name="connsiteY855" fmla="*/ 24525 h 1030680"/>
                <a:gd name="connsiteX856" fmla="*/ 1058310 w 2992697"/>
                <a:gd name="connsiteY856" fmla="*/ 27630 h 1030680"/>
                <a:gd name="connsiteX857" fmla="*/ 1079110 w 2992697"/>
                <a:gd name="connsiteY857" fmla="*/ 32907 h 1030680"/>
                <a:gd name="connsiteX858" fmla="*/ 1109223 w 2992697"/>
                <a:gd name="connsiteY858" fmla="*/ 27630 h 1030680"/>
                <a:gd name="connsiteX859" fmla="*/ 1113259 w 2992697"/>
                <a:gd name="connsiteY859" fmla="*/ 31976 h 1030680"/>
                <a:gd name="connsiteX860" fmla="*/ 1116363 w 2992697"/>
                <a:gd name="connsiteY860" fmla="*/ 32907 h 1030680"/>
                <a:gd name="connsiteX861" fmla="*/ 1120399 w 2992697"/>
                <a:gd name="connsiteY861" fmla="*/ 39116 h 1030680"/>
                <a:gd name="connsiteX862" fmla="*/ 1122572 w 2992697"/>
                <a:gd name="connsiteY862" fmla="*/ 42221 h 1030680"/>
                <a:gd name="connsiteX863" fmla="*/ 1125676 w 2992697"/>
                <a:gd name="connsiteY863" fmla="*/ 44394 h 1030680"/>
                <a:gd name="connsiteX864" fmla="*/ 1143372 w 2992697"/>
                <a:gd name="connsiteY864" fmla="*/ 51844 h 1030680"/>
                <a:gd name="connsiteX865" fmla="*/ 1164172 w 2992697"/>
                <a:gd name="connsiteY865" fmla="*/ 57122 h 1030680"/>
                <a:gd name="connsiteX866" fmla="*/ 1181867 w 2992697"/>
                <a:gd name="connsiteY866" fmla="*/ 61468 h 1030680"/>
                <a:gd name="connsiteX867" fmla="*/ 1181867 w 2992697"/>
                <a:gd name="connsiteY867" fmla="*/ 68919 h 1030680"/>
                <a:gd name="connsiteX868" fmla="*/ 1152685 w 2992697"/>
                <a:gd name="connsiteY868" fmla="*/ 68919 h 1030680"/>
                <a:gd name="connsiteX869" fmla="*/ 1140267 w 2992697"/>
                <a:gd name="connsiteY869" fmla="*/ 62710 h 1030680"/>
                <a:gd name="connsiteX870" fmla="*/ 1125676 w 2992697"/>
                <a:gd name="connsiteY870" fmla="*/ 62710 h 1030680"/>
                <a:gd name="connsiteX871" fmla="*/ 1108912 w 2992697"/>
                <a:gd name="connsiteY871" fmla="*/ 64883 h 1030680"/>
                <a:gd name="connsiteX872" fmla="*/ 1093390 w 2992697"/>
                <a:gd name="connsiteY872" fmla="*/ 69229 h 1030680"/>
                <a:gd name="connsiteX873" fmla="*/ 1093390 w 2992697"/>
                <a:gd name="connsiteY873" fmla="*/ 77611 h 1030680"/>
                <a:gd name="connsiteX874" fmla="*/ 1113259 w 2992697"/>
                <a:gd name="connsiteY874" fmla="*/ 77611 h 1030680"/>
                <a:gd name="connsiteX875" fmla="*/ 1127850 w 2992697"/>
                <a:gd name="connsiteY875" fmla="*/ 74507 h 1030680"/>
                <a:gd name="connsiteX876" fmla="*/ 1145545 w 2992697"/>
                <a:gd name="connsiteY876" fmla="*/ 72334 h 1030680"/>
                <a:gd name="connsiteX877" fmla="*/ 1167587 w 2992697"/>
                <a:gd name="connsiteY877" fmla="*/ 72334 h 1030680"/>
                <a:gd name="connsiteX878" fmla="*/ 1189628 w 2992697"/>
                <a:gd name="connsiteY878" fmla="*/ 72334 h 1030680"/>
                <a:gd name="connsiteX879" fmla="*/ 1206392 w 2992697"/>
                <a:gd name="connsiteY879" fmla="*/ 72334 h 1030680"/>
                <a:gd name="connsiteX880" fmla="*/ 1220983 w 2992697"/>
                <a:gd name="connsiteY880" fmla="*/ 87235 h 1030680"/>
                <a:gd name="connsiteX881" fmla="*/ 1238679 w 2992697"/>
                <a:gd name="connsiteY881" fmla="*/ 97790 h 1030680"/>
                <a:gd name="connsiteX882" fmla="*/ 1233401 w 2992697"/>
                <a:gd name="connsiteY882" fmla="*/ 109277 h 1030680"/>
                <a:gd name="connsiteX883" fmla="*/ 1222846 w 2992697"/>
                <a:gd name="connsiteY883" fmla="*/ 116728 h 1030680"/>
                <a:gd name="connsiteX884" fmla="*/ 1213533 w 2992697"/>
                <a:gd name="connsiteY884" fmla="*/ 122005 h 1030680"/>
                <a:gd name="connsiteX885" fmla="*/ 1201115 w 2992697"/>
                <a:gd name="connsiteY885" fmla="*/ 126351 h 1030680"/>
                <a:gd name="connsiteX886" fmla="*/ 1182178 w 2992697"/>
                <a:gd name="connsiteY886" fmla="*/ 126351 h 1030680"/>
                <a:gd name="connsiteX887" fmla="*/ 1165413 w 2992697"/>
                <a:gd name="connsiteY887" fmla="*/ 131629 h 1030680"/>
                <a:gd name="connsiteX888" fmla="*/ 1147718 w 2992697"/>
                <a:gd name="connsiteY888" fmla="*/ 131629 h 1030680"/>
                <a:gd name="connsiteX889" fmla="*/ 1127850 w 2992697"/>
                <a:gd name="connsiteY889" fmla="*/ 129456 h 1030680"/>
                <a:gd name="connsiteX890" fmla="*/ 1108912 w 2992697"/>
                <a:gd name="connsiteY890" fmla="*/ 127283 h 1030680"/>
                <a:gd name="connsiteX891" fmla="*/ 1091527 w 2992697"/>
                <a:gd name="connsiteY891" fmla="*/ 127283 h 1030680"/>
                <a:gd name="connsiteX892" fmla="*/ 1076936 w 2992697"/>
                <a:gd name="connsiteY892" fmla="*/ 131629 h 1030680"/>
                <a:gd name="connsiteX893" fmla="*/ 1065450 w 2992697"/>
                <a:gd name="connsiteY893" fmla="*/ 142184 h 1030680"/>
                <a:gd name="connsiteX894" fmla="*/ 1109223 w 2992697"/>
                <a:gd name="connsiteY894" fmla="*/ 142184 h 1030680"/>
                <a:gd name="connsiteX895" fmla="*/ 1122882 w 2992697"/>
                <a:gd name="connsiteY895" fmla="*/ 139080 h 1030680"/>
                <a:gd name="connsiteX896" fmla="*/ 1138405 w 2992697"/>
                <a:gd name="connsiteY896" fmla="*/ 136907 h 1030680"/>
                <a:gd name="connsiteX897" fmla="*/ 1157342 w 2992697"/>
                <a:gd name="connsiteY897" fmla="*/ 139080 h 1030680"/>
                <a:gd name="connsiteX898" fmla="*/ 1169760 w 2992697"/>
                <a:gd name="connsiteY898" fmla="*/ 142184 h 1030680"/>
                <a:gd name="connsiteX899" fmla="*/ 1172864 w 2992697"/>
                <a:gd name="connsiteY899" fmla="*/ 155844 h 1030680"/>
                <a:gd name="connsiteX900" fmla="*/ 1179073 w 2992697"/>
                <a:gd name="connsiteY900" fmla="*/ 153671 h 1030680"/>
                <a:gd name="connsiteX901" fmla="*/ 1187455 w 2992697"/>
                <a:gd name="connsiteY901" fmla="*/ 148393 h 1030680"/>
                <a:gd name="connsiteX902" fmla="*/ 1198942 w 2992697"/>
                <a:gd name="connsiteY902" fmla="*/ 144047 h 1030680"/>
                <a:gd name="connsiteX903" fmla="*/ 1209497 w 2992697"/>
                <a:gd name="connsiteY903" fmla="*/ 141874 h 1030680"/>
                <a:gd name="connsiteX904" fmla="*/ 1211670 w 2992697"/>
                <a:gd name="connsiteY904" fmla="*/ 148083 h 1030680"/>
                <a:gd name="connsiteX905" fmla="*/ 1213843 w 2992697"/>
                <a:gd name="connsiteY905" fmla="*/ 151187 h 1030680"/>
                <a:gd name="connsiteX906" fmla="*/ 1216016 w 2992697"/>
                <a:gd name="connsiteY906" fmla="*/ 153360 h 1030680"/>
                <a:gd name="connsiteX907" fmla="*/ 1219121 w 2992697"/>
                <a:gd name="connsiteY907" fmla="*/ 155533 h 1030680"/>
                <a:gd name="connsiteX908" fmla="*/ 1223156 w 2992697"/>
                <a:gd name="connsiteY908" fmla="*/ 158638 h 1030680"/>
                <a:gd name="connsiteX909" fmla="*/ 1206392 w 2992697"/>
                <a:gd name="connsiteY909" fmla="*/ 189993 h 1030680"/>
                <a:gd name="connsiteX910" fmla="*/ 1213843 w 2992697"/>
                <a:gd name="connsiteY910" fmla="*/ 189993 h 1030680"/>
                <a:gd name="connsiteX911" fmla="*/ 1226261 w 2992697"/>
                <a:gd name="connsiteY911" fmla="*/ 182542 h 1030680"/>
                <a:gd name="connsiteX912" fmla="*/ 1243025 w 2992697"/>
                <a:gd name="connsiteY912" fmla="*/ 172918 h 1030680"/>
                <a:gd name="connsiteX913" fmla="*/ 1262893 w 2992697"/>
                <a:gd name="connsiteY913" fmla="*/ 165468 h 1030680"/>
                <a:gd name="connsiteX914" fmla="*/ 1284935 w 2992697"/>
                <a:gd name="connsiteY914" fmla="*/ 158017 h 1030680"/>
                <a:gd name="connsiteX915" fmla="*/ 1308839 w 2992697"/>
                <a:gd name="connsiteY915" fmla="*/ 152739 h 1030680"/>
                <a:gd name="connsiteX916" fmla="*/ 1329639 w 2992697"/>
                <a:gd name="connsiteY916" fmla="*/ 152739 h 1030680"/>
                <a:gd name="connsiteX917" fmla="*/ 1350439 w 2992697"/>
                <a:gd name="connsiteY917" fmla="*/ 154912 h 1030680"/>
                <a:gd name="connsiteX918" fmla="*/ 1365030 w 2992697"/>
                <a:gd name="connsiteY918" fmla="*/ 163294 h 1030680"/>
                <a:gd name="connsiteX919" fmla="*/ 1373412 w 2992697"/>
                <a:gd name="connsiteY919" fmla="*/ 178196 h 1030680"/>
                <a:gd name="connsiteX920" fmla="*/ 1379621 w 2992697"/>
                <a:gd name="connsiteY920" fmla="*/ 178196 h 1030680"/>
                <a:gd name="connsiteX921" fmla="*/ 1379621 w 2992697"/>
                <a:gd name="connsiteY921" fmla="*/ 180369 h 1030680"/>
                <a:gd name="connsiteX922" fmla="*/ 1379621 w 2992697"/>
                <a:gd name="connsiteY922" fmla="*/ 180369 h 1030680"/>
                <a:gd name="connsiteX923" fmla="*/ 1377448 w 2992697"/>
                <a:gd name="connsiteY923" fmla="*/ 182542 h 1030680"/>
                <a:gd name="connsiteX924" fmla="*/ 1375275 w 2992697"/>
                <a:gd name="connsiteY924" fmla="*/ 182542 h 1030680"/>
                <a:gd name="connsiteX925" fmla="*/ 1375275 w 2992697"/>
                <a:gd name="connsiteY925" fmla="*/ 182542 h 1030680"/>
                <a:gd name="connsiteX926" fmla="*/ 1373102 w 2992697"/>
                <a:gd name="connsiteY926" fmla="*/ 182542 h 1030680"/>
                <a:gd name="connsiteX927" fmla="*/ 1369997 w 2992697"/>
                <a:gd name="connsiteY927" fmla="*/ 185647 h 1030680"/>
                <a:gd name="connsiteX928" fmla="*/ 1364720 w 2992697"/>
                <a:gd name="connsiteY928" fmla="*/ 187820 h 1030680"/>
                <a:gd name="connsiteX929" fmla="*/ 1358511 w 2992697"/>
                <a:gd name="connsiteY929" fmla="*/ 189993 h 1030680"/>
                <a:gd name="connsiteX930" fmla="*/ 1351060 w 2992697"/>
                <a:gd name="connsiteY930" fmla="*/ 192166 h 1030680"/>
                <a:gd name="connsiteX931" fmla="*/ 1345783 w 2992697"/>
                <a:gd name="connsiteY931" fmla="*/ 193097 h 1030680"/>
                <a:gd name="connsiteX932" fmla="*/ 1333365 w 2992697"/>
                <a:gd name="connsiteY932" fmla="*/ 213276 h 1030680"/>
                <a:gd name="connsiteX933" fmla="*/ 1309460 w 2992697"/>
                <a:gd name="connsiteY933" fmla="*/ 228178 h 1030680"/>
                <a:gd name="connsiteX934" fmla="*/ 1282452 w 2992697"/>
                <a:gd name="connsiteY934" fmla="*/ 237801 h 1030680"/>
                <a:gd name="connsiteX935" fmla="*/ 1250165 w 2992697"/>
                <a:gd name="connsiteY935" fmla="*/ 243079 h 1030680"/>
                <a:gd name="connsiteX936" fmla="*/ 1250165 w 2992697"/>
                <a:gd name="connsiteY936" fmla="*/ 249288 h 1030680"/>
                <a:gd name="connsiteX937" fmla="*/ 1250165 w 2992697"/>
                <a:gd name="connsiteY937" fmla="*/ 252392 h 1030680"/>
                <a:gd name="connsiteX938" fmla="*/ 1250165 w 2992697"/>
                <a:gd name="connsiteY938" fmla="*/ 254566 h 1030680"/>
                <a:gd name="connsiteX939" fmla="*/ 1247992 w 2992697"/>
                <a:gd name="connsiteY939" fmla="*/ 256739 h 1030680"/>
                <a:gd name="connsiteX940" fmla="*/ 1250165 w 2992697"/>
                <a:gd name="connsiteY940" fmla="*/ 257670 h 1030680"/>
                <a:gd name="connsiteX941" fmla="*/ 1250165 w 2992697"/>
                <a:gd name="connsiteY941" fmla="*/ 259843 h 1030680"/>
                <a:gd name="connsiteX942" fmla="*/ 1253270 w 2992697"/>
                <a:gd name="connsiteY942" fmla="*/ 264189 h 1030680"/>
                <a:gd name="connsiteX943" fmla="*/ 1258547 w 2992697"/>
                <a:gd name="connsiteY943" fmla="*/ 267294 h 1030680"/>
                <a:gd name="connsiteX944" fmla="*/ 1262583 w 2992697"/>
                <a:gd name="connsiteY944" fmla="*/ 269467 h 1030680"/>
                <a:gd name="connsiteX945" fmla="*/ 1265687 w 2992697"/>
                <a:gd name="connsiteY945" fmla="*/ 272571 h 1030680"/>
                <a:gd name="connsiteX946" fmla="*/ 1269723 w 2992697"/>
                <a:gd name="connsiteY946" fmla="*/ 274745 h 1030680"/>
                <a:gd name="connsiteX947" fmla="*/ 1272828 w 2992697"/>
                <a:gd name="connsiteY947" fmla="*/ 280022 h 1030680"/>
                <a:gd name="connsiteX948" fmla="*/ 1269723 w 2992697"/>
                <a:gd name="connsiteY948" fmla="*/ 287473 h 1030680"/>
                <a:gd name="connsiteX949" fmla="*/ 1265687 w 2992697"/>
                <a:gd name="connsiteY949" fmla="*/ 304237 h 1030680"/>
                <a:gd name="connsiteX950" fmla="*/ 1262583 w 2992697"/>
                <a:gd name="connsiteY950" fmla="*/ 324416 h 1030680"/>
                <a:gd name="connsiteX951" fmla="*/ 1258547 w 2992697"/>
                <a:gd name="connsiteY951" fmla="*/ 344595 h 1030680"/>
                <a:gd name="connsiteX952" fmla="*/ 1258547 w 2992697"/>
                <a:gd name="connsiteY952" fmla="*/ 361359 h 1030680"/>
                <a:gd name="connsiteX953" fmla="*/ 1262583 w 2992697"/>
                <a:gd name="connsiteY953" fmla="*/ 359186 h 1030680"/>
                <a:gd name="connsiteX954" fmla="*/ 1265687 w 2992697"/>
                <a:gd name="connsiteY954" fmla="*/ 359186 h 1030680"/>
                <a:gd name="connsiteX955" fmla="*/ 1267861 w 2992697"/>
                <a:gd name="connsiteY955" fmla="*/ 359186 h 1030680"/>
                <a:gd name="connsiteX956" fmla="*/ 1271896 w 2992697"/>
                <a:gd name="connsiteY956" fmla="*/ 359186 h 1030680"/>
                <a:gd name="connsiteX957" fmla="*/ 1272828 w 2992697"/>
                <a:gd name="connsiteY957" fmla="*/ 359186 h 1030680"/>
                <a:gd name="connsiteX958" fmla="*/ 1279037 w 2992697"/>
                <a:gd name="connsiteY958" fmla="*/ 361359 h 1030680"/>
                <a:gd name="connsiteX959" fmla="*/ 1276864 w 2992697"/>
                <a:gd name="connsiteY959" fmla="*/ 366636 h 1030680"/>
                <a:gd name="connsiteX960" fmla="*/ 1276864 w 2992697"/>
                <a:gd name="connsiteY960" fmla="*/ 368810 h 1030680"/>
                <a:gd name="connsiteX961" fmla="*/ 1276864 w 2992697"/>
                <a:gd name="connsiteY961" fmla="*/ 373156 h 1030680"/>
                <a:gd name="connsiteX962" fmla="*/ 1276864 w 2992697"/>
                <a:gd name="connsiteY962" fmla="*/ 374087 h 1030680"/>
                <a:gd name="connsiteX963" fmla="*/ 1276864 w 2992697"/>
                <a:gd name="connsiteY963" fmla="*/ 378433 h 1030680"/>
                <a:gd name="connsiteX964" fmla="*/ 1279037 w 2992697"/>
                <a:gd name="connsiteY964" fmla="*/ 385884 h 1030680"/>
                <a:gd name="connsiteX965" fmla="*/ 1272828 w 2992697"/>
                <a:gd name="connsiteY965" fmla="*/ 385884 h 1030680"/>
                <a:gd name="connsiteX966" fmla="*/ 1272828 w 2992697"/>
                <a:gd name="connsiteY966" fmla="*/ 388989 h 1030680"/>
                <a:gd name="connsiteX967" fmla="*/ 1269723 w 2992697"/>
                <a:gd name="connsiteY967" fmla="*/ 388057 h 1030680"/>
                <a:gd name="connsiteX968" fmla="*/ 1265687 w 2992697"/>
                <a:gd name="connsiteY968" fmla="*/ 383711 h 1030680"/>
                <a:gd name="connsiteX969" fmla="*/ 1264756 w 2992697"/>
                <a:gd name="connsiteY969" fmla="*/ 381538 h 1030680"/>
                <a:gd name="connsiteX970" fmla="*/ 1260720 w 2992697"/>
                <a:gd name="connsiteY970" fmla="*/ 380607 h 1030680"/>
                <a:gd name="connsiteX971" fmla="*/ 1257616 w 2992697"/>
                <a:gd name="connsiteY971" fmla="*/ 378433 h 1030680"/>
                <a:gd name="connsiteX972" fmla="*/ 1250165 w 2992697"/>
                <a:gd name="connsiteY972" fmla="*/ 378433 h 1030680"/>
                <a:gd name="connsiteX973" fmla="*/ 1246129 w 2992697"/>
                <a:gd name="connsiteY973" fmla="*/ 380607 h 1030680"/>
                <a:gd name="connsiteX974" fmla="*/ 1243025 w 2992697"/>
                <a:gd name="connsiteY974" fmla="*/ 381538 h 1030680"/>
                <a:gd name="connsiteX975" fmla="*/ 1238989 w 2992697"/>
                <a:gd name="connsiteY975" fmla="*/ 383711 h 1030680"/>
                <a:gd name="connsiteX976" fmla="*/ 1236816 w 2992697"/>
                <a:gd name="connsiteY976" fmla="*/ 385884 h 1030680"/>
                <a:gd name="connsiteX977" fmla="*/ 1233711 w 2992697"/>
                <a:gd name="connsiteY977" fmla="*/ 388057 h 1030680"/>
                <a:gd name="connsiteX978" fmla="*/ 1231538 w 2992697"/>
                <a:gd name="connsiteY978" fmla="*/ 391162 h 1030680"/>
                <a:gd name="connsiteX979" fmla="*/ 1229365 w 2992697"/>
                <a:gd name="connsiteY979" fmla="*/ 398612 h 1030680"/>
                <a:gd name="connsiteX980" fmla="*/ 1253270 w 2992697"/>
                <a:gd name="connsiteY980" fmla="*/ 406063 h 1030680"/>
                <a:gd name="connsiteX981" fmla="*/ 1258547 w 2992697"/>
                <a:gd name="connsiteY981" fmla="*/ 438660 h 1030680"/>
                <a:gd name="connsiteX982" fmla="*/ 1253270 w 2992697"/>
                <a:gd name="connsiteY982" fmla="*/ 438660 h 1030680"/>
                <a:gd name="connsiteX983" fmla="*/ 1250165 w 2992697"/>
                <a:gd name="connsiteY983" fmla="*/ 438660 h 1030680"/>
                <a:gd name="connsiteX984" fmla="*/ 1246129 w 2992697"/>
                <a:gd name="connsiteY984" fmla="*/ 440833 h 1030680"/>
                <a:gd name="connsiteX985" fmla="*/ 1243025 w 2992697"/>
                <a:gd name="connsiteY985" fmla="*/ 443006 h 1030680"/>
                <a:gd name="connsiteX986" fmla="*/ 1243025 w 2992697"/>
                <a:gd name="connsiteY986" fmla="*/ 450457 h 1030680"/>
                <a:gd name="connsiteX987" fmla="*/ 1251407 w 2992697"/>
                <a:gd name="connsiteY987" fmla="*/ 455734 h 1030680"/>
                <a:gd name="connsiteX988" fmla="*/ 1257616 w 2992697"/>
                <a:gd name="connsiteY988" fmla="*/ 463185 h 1030680"/>
                <a:gd name="connsiteX989" fmla="*/ 1260720 w 2992697"/>
                <a:gd name="connsiteY989" fmla="*/ 472809 h 1030680"/>
                <a:gd name="connsiteX990" fmla="*/ 1262893 w 2992697"/>
                <a:gd name="connsiteY990" fmla="*/ 487710 h 1030680"/>
                <a:gd name="connsiteX991" fmla="*/ 1253580 w 2992697"/>
                <a:gd name="connsiteY991" fmla="*/ 487710 h 1030680"/>
                <a:gd name="connsiteX992" fmla="*/ 1251407 w 2992697"/>
                <a:gd name="connsiteY992" fmla="*/ 487710 h 1030680"/>
                <a:gd name="connsiteX993" fmla="*/ 1246129 w 2992697"/>
                <a:gd name="connsiteY993" fmla="*/ 485537 h 1030680"/>
                <a:gd name="connsiteX994" fmla="*/ 1243025 w 2992697"/>
                <a:gd name="connsiteY994" fmla="*/ 487710 h 1030680"/>
                <a:gd name="connsiteX995" fmla="*/ 1236816 w 2992697"/>
                <a:gd name="connsiteY995" fmla="*/ 487710 h 1030680"/>
                <a:gd name="connsiteX996" fmla="*/ 1233711 w 2992697"/>
                <a:gd name="connsiteY996" fmla="*/ 490815 h 1030680"/>
                <a:gd name="connsiteX997" fmla="*/ 1229676 w 2992697"/>
                <a:gd name="connsiteY997" fmla="*/ 495161 h 1030680"/>
                <a:gd name="connsiteX998" fmla="*/ 1235885 w 2992697"/>
                <a:gd name="connsiteY998" fmla="*/ 498266 h 1030680"/>
                <a:gd name="connsiteX999" fmla="*/ 1238989 w 2992697"/>
                <a:gd name="connsiteY999" fmla="*/ 500439 h 1030680"/>
                <a:gd name="connsiteX1000" fmla="*/ 1241162 w 2992697"/>
                <a:gd name="connsiteY1000" fmla="*/ 502612 h 1030680"/>
                <a:gd name="connsiteX1001" fmla="*/ 1243335 w 2992697"/>
                <a:gd name="connsiteY1001" fmla="*/ 503543 h 1030680"/>
                <a:gd name="connsiteX1002" fmla="*/ 1244267 w 2992697"/>
                <a:gd name="connsiteY1002" fmla="*/ 509752 h 1030680"/>
                <a:gd name="connsiteX1003" fmla="*/ 1246440 w 2992697"/>
                <a:gd name="connsiteY1003" fmla="*/ 515030 h 1030680"/>
                <a:gd name="connsiteX1004" fmla="*/ 1244267 w 2992697"/>
                <a:gd name="connsiteY1004" fmla="*/ 517203 h 1030680"/>
                <a:gd name="connsiteX1005" fmla="*/ 1244267 w 2992697"/>
                <a:gd name="connsiteY1005" fmla="*/ 518134 h 1030680"/>
                <a:gd name="connsiteX1006" fmla="*/ 1244267 w 2992697"/>
                <a:gd name="connsiteY1006" fmla="*/ 518134 h 1030680"/>
                <a:gd name="connsiteX1007" fmla="*/ 1243335 w 2992697"/>
                <a:gd name="connsiteY1007" fmla="*/ 520307 h 1030680"/>
                <a:gd name="connsiteX1008" fmla="*/ 1243335 w 2992697"/>
                <a:gd name="connsiteY1008" fmla="*/ 524653 h 1030680"/>
                <a:gd name="connsiteX1009" fmla="*/ 1228124 w 2992697"/>
                <a:gd name="connsiteY1009" fmla="*/ 524653 h 1030680"/>
                <a:gd name="connsiteX1010" fmla="*/ 1213533 w 2992697"/>
                <a:gd name="connsiteY1010" fmla="*/ 527758 h 1030680"/>
                <a:gd name="connsiteX1011" fmla="*/ 1202046 w 2992697"/>
                <a:gd name="connsiteY1011" fmla="*/ 532104 h 1030680"/>
                <a:gd name="connsiteX1012" fmla="*/ 1206082 w 2992697"/>
                <a:gd name="connsiteY1012" fmla="*/ 532104 h 1030680"/>
                <a:gd name="connsiteX1013" fmla="*/ 1211359 w 2992697"/>
                <a:gd name="connsiteY1013" fmla="*/ 535209 h 1030680"/>
                <a:gd name="connsiteX1014" fmla="*/ 1215395 w 2992697"/>
                <a:gd name="connsiteY1014" fmla="*/ 537382 h 1030680"/>
                <a:gd name="connsiteX1015" fmla="*/ 1218500 w 2992697"/>
                <a:gd name="connsiteY1015" fmla="*/ 537382 h 1030680"/>
                <a:gd name="connsiteX1016" fmla="*/ 1222536 w 2992697"/>
                <a:gd name="connsiteY1016" fmla="*/ 539555 h 1030680"/>
                <a:gd name="connsiteX1017" fmla="*/ 1225640 w 2992697"/>
                <a:gd name="connsiteY1017" fmla="*/ 542659 h 1030680"/>
                <a:gd name="connsiteX1018" fmla="*/ 1228744 w 2992697"/>
                <a:gd name="connsiteY1018" fmla="*/ 547937 h 1030680"/>
                <a:gd name="connsiteX1019" fmla="*/ 1222536 w 2992697"/>
                <a:gd name="connsiteY1019" fmla="*/ 557561 h 1030680"/>
                <a:gd name="connsiteX1020" fmla="*/ 1218500 w 2992697"/>
                <a:gd name="connsiteY1020" fmla="*/ 569047 h 1030680"/>
                <a:gd name="connsiteX1021" fmla="*/ 1213222 w 2992697"/>
                <a:gd name="connsiteY1021" fmla="*/ 581775 h 1030680"/>
                <a:gd name="connsiteX1022" fmla="*/ 1211049 w 2992697"/>
                <a:gd name="connsiteY1022" fmla="*/ 576498 h 1030680"/>
                <a:gd name="connsiteX1023" fmla="*/ 1207945 w 2992697"/>
                <a:gd name="connsiteY1023" fmla="*/ 572152 h 1030680"/>
                <a:gd name="connsiteX1024" fmla="*/ 1205771 w 2992697"/>
                <a:gd name="connsiteY1024" fmla="*/ 569979 h 1030680"/>
                <a:gd name="connsiteX1025" fmla="*/ 1201736 w 2992697"/>
                <a:gd name="connsiteY1025" fmla="*/ 569979 h 1030680"/>
                <a:gd name="connsiteX1026" fmla="*/ 1196458 w 2992697"/>
                <a:gd name="connsiteY1026" fmla="*/ 569047 h 1030680"/>
                <a:gd name="connsiteX1027" fmla="*/ 1189007 w 2992697"/>
                <a:gd name="connsiteY1027" fmla="*/ 569047 h 1030680"/>
                <a:gd name="connsiteX1028" fmla="*/ 1189007 w 2992697"/>
                <a:gd name="connsiteY1028" fmla="*/ 572152 h 1030680"/>
                <a:gd name="connsiteX1029" fmla="*/ 1193043 w 2992697"/>
                <a:gd name="connsiteY1029" fmla="*/ 572152 h 1030680"/>
                <a:gd name="connsiteX1030" fmla="*/ 1205461 w 2992697"/>
                <a:gd name="connsiteY1030" fmla="*/ 584880 h 1030680"/>
                <a:gd name="connsiteX1031" fmla="*/ 1216016 w 2992697"/>
                <a:gd name="connsiteY1031" fmla="*/ 599781 h 1030680"/>
                <a:gd name="connsiteX1032" fmla="*/ 1222225 w 2992697"/>
                <a:gd name="connsiteY1032" fmla="*/ 618719 h 1030680"/>
                <a:gd name="connsiteX1033" fmla="*/ 1225329 w 2992697"/>
                <a:gd name="connsiteY1033" fmla="*/ 640760 h 1030680"/>
                <a:gd name="connsiteX1034" fmla="*/ 1222225 w 2992697"/>
                <a:gd name="connsiteY1034" fmla="*/ 640760 h 1030680"/>
                <a:gd name="connsiteX1035" fmla="*/ 1222225 w 2992697"/>
                <a:gd name="connsiteY1035" fmla="*/ 646038 h 1030680"/>
                <a:gd name="connsiteX1036" fmla="*/ 1193043 w 2992697"/>
                <a:gd name="connsiteY1036" fmla="*/ 649142 h 1030680"/>
                <a:gd name="connsiteX1037" fmla="*/ 1193043 w 2992697"/>
                <a:gd name="connsiteY1037" fmla="*/ 628963 h 1030680"/>
                <a:gd name="connsiteX1038" fmla="*/ 1189007 w 2992697"/>
                <a:gd name="connsiteY1038" fmla="*/ 625859 h 1030680"/>
                <a:gd name="connsiteX1039" fmla="*/ 1185903 w 2992697"/>
                <a:gd name="connsiteY1039" fmla="*/ 623686 h 1030680"/>
                <a:gd name="connsiteX1040" fmla="*/ 1183730 w 2992697"/>
                <a:gd name="connsiteY1040" fmla="*/ 621513 h 1030680"/>
                <a:gd name="connsiteX1041" fmla="*/ 1178452 w 2992697"/>
                <a:gd name="connsiteY1041" fmla="*/ 618408 h 1030680"/>
                <a:gd name="connsiteX1042" fmla="*/ 1172243 w 2992697"/>
                <a:gd name="connsiteY1042" fmla="*/ 616235 h 1030680"/>
                <a:gd name="connsiteX1043" fmla="*/ 1163861 w 2992697"/>
                <a:gd name="connsiteY1043" fmla="*/ 621513 h 1030680"/>
                <a:gd name="connsiteX1044" fmla="*/ 1152375 w 2992697"/>
                <a:gd name="connsiteY1044" fmla="*/ 625859 h 1030680"/>
                <a:gd name="connsiteX1045" fmla="*/ 1139957 w 2992697"/>
                <a:gd name="connsiteY1045" fmla="*/ 626790 h 1030680"/>
                <a:gd name="connsiteX1046" fmla="*/ 1128470 w 2992697"/>
                <a:gd name="connsiteY1046" fmla="*/ 631136 h 1030680"/>
                <a:gd name="connsiteX1047" fmla="*/ 1122262 w 2992697"/>
                <a:gd name="connsiteY1047" fmla="*/ 636414 h 1030680"/>
                <a:gd name="connsiteX1048" fmla="*/ 1128470 w 2992697"/>
                <a:gd name="connsiteY1048" fmla="*/ 636414 h 1030680"/>
                <a:gd name="connsiteX1049" fmla="*/ 1137784 w 2992697"/>
                <a:gd name="connsiteY1049" fmla="*/ 636414 h 1030680"/>
                <a:gd name="connsiteX1050" fmla="*/ 1152375 w 2992697"/>
                <a:gd name="connsiteY1050" fmla="*/ 634241 h 1030680"/>
                <a:gd name="connsiteX1051" fmla="*/ 1169139 w 2992697"/>
                <a:gd name="connsiteY1051" fmla="*/ 633309 h 1030680"/>
                <a:gd name="connsiteX1052" fmla="*/ 1169139 w 2992697"/>
                <a:gd name="connsiteY1052" fmla="*/ 640760 h 1030680"/>
                <a:gd name="connsiteX1053" fmla="*/ 1132506 w 2992697"/>
                <a:gd name="connsiteY1053" fmla="*/ 653488 h 1030680"/>
                <a:gd name="connsiteX1054" fmla="*/ 1132506 w 2992697"/>
                <a:gd name="connsiteY1054" fmla="*/ 656593 h 1030680"/>
                <a:gd name="connsiteX1055" fmla="*/ 1141820 w 2992697"/>
                <a:gd name="connsiteY1055" fmla="*/ 656593 h 1030680"/>
                <a:gd name="connsiteX1056" fmla="*/ 1147097 w 2992697"/>
                <a:gd name="connsiteY1056" fmla="*/ 655662 h 1030680"/>
                <a:gd name="connsiteX1057" fmla="*/ 1154548 w 2992697"/>
                <a:gd name="connsiteY1057" fmla="*/ 653488 h 1030680"/>
                <a:gd name="connsiteX1058" fmla="*/ 1161999 w 2992697"/>
                <a:gd name="connsiteY1058" fmla="*/ 651315 h 1030680"/>
                <a:gd name="connsiteX1059" fmla="*/ 1169449 w 2992697"/>
                <a:gd name="connsiteY1059" fmla="*/ 649142 h 1030680"/>
                <a:gd name="connsiteX1060" fmla="*/ 1171622 w 2992697"/>
                <a:gd name="connsiteY1060" fmla="*/ 658766 h 1030680"/>
                <a:gd name="connsiteX1061" fmla="*/ 1179073 w 2992697"/>
                <a:gd name="connsiteY1061" fmla="*/ 663112 h 1030680"/>
                <a:gd name="connsiteX1062" fmla="*/ 1186524 w 2992697"/>
                <a:gd name="connsiteY1062" fmla="*/ 664044 h 1030680"/>
                <a:gd name="connsiteX1063" fmla="*/ 1198942 w 2992697"/>
                <a:gd name="connsiteY1063" fmla="*/ 663112 h 1030680"/>
                <a:gd name="connsiteX1064" fmla="*/ 1213533 w 2992697"/>
                <a:gd name="connsiteY1064" fmla="*/ 663112 h 1030680"/>
                <a:gd name="connsiteX1065" fmla="*/ 1213533 w 2992697"/>
                <a:gd name="connsiteY1065" fmla="*/ 666217 h 1030680"/>
                <a:gd name="connsiteX1066" fmla="*/ 1209497 w 2992697"/>
                <a:gd name="connsiteY1066" fmla="*/ 666217 h 1030680"/>
                <a:gd name="connsiteX1067" fmla="*/ 1189628 w 2992697"/>
                <a:gd name="connsiteY1067" fmla="*/ 685154 h 1030680"/>
                <a:gd name="connsiteX1068" fmla="*/ 1167587 w 2992697"/>
                <a:gd name="connsiteY1068" fmla="*/ 703160 h 1030680"/>
                <a:gd name="connsiteX1069" fmla="*/ 1145545 w 2992697"/>
                <a:gd name="connsiteY1069" fmla="*/ 718061 h 1030680"/>
                <a:gd name="connsiteX1070" fmla="*/ 1120399 w 2992697"/>
                <a:gd name="connsiteY1070" fmla="*/ 730789 h 1030680"/>
                <a:gd name="connsiteX1071" fmla="*/ 1093390 w 2992697"/>
                <a:gd name="connsiteY1071" fmla="*/ 736067 h 1030680"/>
                <a:gd name="connsiteX1072" fmla="*/ 1062035 w 2992697"/>
                <a:gd name="connsiteY1072" fmla="*/ 735136 h 1030680"/>
                <a:gd name="connsiteX1073" fmla="*/ 1062035 w 2992697"/>
                <a:gd name="connsiteY1073" fmla="*/ 740413 h 1030680"/>
                <a:gd name="connsiteX1074" fmla="*/ 1062035 w 2992697"/>
                <a:gd name="connsiteY1074" fmla="*/ 745691 h 1030680"/>
                <a:gd name="connsiteX1075" fmla="*/ 1059862 w 2992697"/>
                <a:gd name="connsiteY1075" fmla="*/ 750037 h 1030680"/>
                <a:gd name="connsiteX1076" fmla="*/ 1057689 w 2992697"/>
                <a:gd name="connsiteY1076" fmla="*/ 750968 h 1030680"/>
                <a:gd name="connsiteX1077" fmla="*/ 1056757 w 2992697"/>
                <a:gd name="connsiteY1077" fmla="*/ 750968 h 1030680"/>
                <a:gd name="connsiteX1078" fmla="*/ 1054584 w 2992697"/>
                <a:gd name="connsiteY1078" fmla="*/ 753142 h 1030680"/>
                <a:gd name="connsiteX1079" fmla="*/ 1050548 w 2992697"/>
                <a:gd name="connsiteY1079" fmla="*/ 755315 h 1030680"/>
                <a:gd name="connsiteX1080" fmla="*/ 1047444 w 2992697"/>
                <a:gd name="connsiteY1080" fmla="*/ 757488 h 1030680"/>
                <a:gd name="connsiteX1081" fmla="*/ 1045271 w 2992697"/>
                <a:gd name="connsiteY1081" fmla="*/ 758419 h 1030680"/>
                <a:gd name="connsiteX1082" fmla="*/ 1042166 w 2992697"/>
                <a:gd name="connsiteY1082" fmla="*/ 762765 h 1030680"/>
                <a:gd name="connsiteX1083" fmla="*/ 1038131 w 2992697"/>
                <a:gd name="connsiteY1083" fmla="*/ 773321 h 1030680"/>
                <a:gd name="connsiteX1084" fmla="*/ 1035957 w 2992697"/>
                <a:gd name="connsiteY1084" fmla="*/ 786980 h 1030680"/>
                <a:gd name="connsiteX1085" fmla="*/ 1032853 w 2992697"/>
                <a:gd name="connsiteY1085" fmla="*/ 795362 h 1030680"/>
                <a:gd name="connsiteX1086" fmla="*/ 1023540 w 2992697"/>
                <a:gd name="connsiteY1086" fmla="*/ 804986 h 1030680"/>
                <a:gd name="connsiteX1087" fmla="*/ 1008017 w 2992697"/>
                <a:gd name="connsiteY1087" fmla="*/ 815541 h 1030680"/>
                <a:gd name="connsiteX1088" fmla="*/ 987218 w 2992697"/>
                <a:gd name="connsiteY1088" fmla="*/ 825165 h 1030680"/>
                <a:gd name="connsiteX1089" fmla="*/ 969522 w 2992697"/>
                <a:gd name="connsiteY1089" fmla="*/ 832616 h 1030680"/>
                <a:gd name="connsiteX1090" fmla="*/ 952758 w 2992697"/>
                <a:gd name="connsiteY1090" fmla="*/ 836962 h 1030680"/>
                <a:gd name="connsiteX1091" fmla="*/ 952758 w 2992697"/>
                <a:gd name="connsiteY1091" fmla="*/ 832616 h 1030680"/>
                <a:gd name="connsiteX1092" fmla="*/ 952758 w 2992697"/>
                <a:gd name="connsiteY1092" fmla="*/ 829511 h 1030680"/>
                <a:gd name="connsiteX1093" fmla="*/ 950585 w 2992697"/>
                <a:gd name="connsiteY1093" fmla="*/ 829511 h 1030680"/>
                <a:gd name="connsiteX1094" fmla="*/ 950585 w 2992697"/>
                <a:gd name="connsiteY1094" fmla="*/ 827338 h 1030680"/>
                <a:gd name="connsiteX1095" fmla="*/ 949654 w 2992697"/>
                <a:gd name="connsiteY1095" fmla="*/ 825165 h 1030680"/>
                <a:gd name="connsiteX1096" fmla="*/ 947480 w 2992697"/>
                <a:gd name="connsiteY1096" fmla="*/ 840066 h 1030680"/>
                <a:gd name="connsiteX1097" fmla="*/ 942203 w 2992697"/>
                <a:gd name="connsiteY1097" fmla="*/ 852795 h 1030680"/>
                <a:gd name="connsiteX1098" fmla="*/ 938167 w 2992697"/>
                <a:gd name="connsiteY1098" fmla="*/ 864281 h 1030680"/>
                <a:gd name="connsiteX1099" fmla="*/ 932890 w 2992697"/>
                <a:gd name="connsiteY1099" fmla="*/ 874836 h 1030680"/>
                <a:gd name="connsiteX1100" fmla="*/ 928854 w 2992697"/>
                <a:gd name="connsiteY1100" fmla="*/ 889738 h 1030680"/>
                <a:gd name="connsiteX1101" fmla="*/ 932890 w 2992697"/>
                <a:gd name="connsiteY1101" fmla="*/ 891911 h 1030680"/>
                <a:gd name="connsiteX1102" fmla="*/ 932890 w 2992697"/>
                <a:gd name="connsiteY1102" fmla="*/ 894084 h 1030680"/>
                <a:gd name="connsiteX1103" fmla="*/ 935063 w 2992697"/>
                <a:gd name="connsiteY1103" fmla="*/ 894084 h 1030680"/>
                <a:gd name="connsiteX1104" fmla="*/ 935063 w 2992697"/>
                <a:gd name="connsiteY1104" fmla="*/ 894084 h 1030680"/>
                <a:gd name="connsiteX1105" fmla="*/ 935063 w 2992697"/>
                <a:gd name="connsiteY1105" fmla="*/ 896257 h 1030680"/>
                <a:gd name="connsiteX1106" fmla="*/ 932890 w 2992697"/>
                <a:gd name="connsiteY1106" fmla="*/ 897188 h 1030680"/>
                <a:gd name="connsiteX1107" fmla="*/ 928854 w 2992697"/>
                <a:gd name="connsiteY1107" fmla="*/ 901535 h 1030680"/>
                <a:gd name="connsiteX1108" fmla="*/ 925749 w 2992697"/>
                <a:gd name="connsiteY1108" fmla="*/ 903708 h 1030680"/>
                <a:gd name="connsiteX1109" fmla="*/ 922645 w 2992697"/>
                <a:gd name="connsiteY1109" fmla="*/ 906812 h 1030680"/>
                <a:gd name="connsiteX1110" fmla="*/ 918609 w 2992697"/>
                <a:gd name="connsiteY1110" fmla="*/ 908985 h 1030680"/>
                <a:gd name="connsiteX1111" fmla="*/ 916436 w 2992697"/>
                <a:gd name="connsiteY1111" fmla="*/ 912090 h 1030680"/>
                <a:gd name="connsiteX1112" fmla="*/ 913331 w 2992697"/>
                <a:gd name="connsiteY1112" fmla="*/ 917367 h 1030680"/>
                <a:gd name="connsiteX1113" fmla="*/ 905881 w 2992697"/>
                <a:gd name="connsiteY1113" fmla="*/ 938478 h 1030680"/>
                <a:gd name="connsiteX1114" fmla="*/ 900603 w 2992697"/>
                <a:gd name="connsiteY1114" fmla="*/ 960519 h 1030680"/>
                <a:gd name="connsiteX1115" fmla="*/ 898430 w 2992697"/>
                <a:gd name="connsiteY1115" fmla="*/ 985976 h 1030680"/>
                <a:gd name="connsiteX1116" fmla="*/ 894394 w 2992697"/>
                <a:gd name="connsiteY1116" fmla="*/ 1010191 h 1030680"/>
                <a:gd name="connsiteX1117" fmla="*/ 889117 w 2992697"/>
                <a:gd name="connsiteY1117" fmla="*/ 1032232 h 1030680"/>
                <a:gd name="connsiteX1118" fmla="*/ 886012 w 2992697"/>
                <a:gd name="connsiteY1118" fmla="*/ 1030059 h 1030680"/>
                <a:gd name="connsiteX1119" fmla="*/ 886012 w 2992697"/>
                <a:gd name="connsiteY1119" fmla="*/ 1030059 h 1030680"/>
                <a:gd name="connsiteX1120" fmla="*/ 883839 w 2992697"/>
                <a:gd name="connsiteY1120" fmla="*/ 1030059 h 1030680"/>
                <a:gd name="connsiteX1121" fmla="*/ 883839 w 2992697"/>
                <a:gd name="connsiteY1121" fmla="*/ 1027886 h 1030680"/>
                <a:gd name="connsiteX1122" fmla="*/ 881666 w 2992697"/>
                <a:gd name="connsiteY1122" fmla="*/ 1027886 h 1030680"/>
                <a:gd name="connsiteX1123" fmla="*/ 876388 w 2992697"/>
                <a:gd name="connsiteY1123" fmla="*/ 1024782 h 1030680"/>
                <a:gd name="connsiteX1124" fmla="*/ 867075 w 2992697"/>
                <a:gd name="connsiteY1124" fmla="*/ 1017331 h 1030680"/>
                <a:gd name="connsiteX1125" fmla="*/ 852484 w 2992697"/>
                <a:gd name="connsiteY1125" fmla="*/ 1005844 h 1030680"/>
                <a:gd name="connsiteX1126" fmla="*/ 835720 w 2992697"/>
                <a:gd name="connsiteY1126" fmla="*/ 996221 h 1030680"/>
                <a:gd name="connsiteX1127" fmla="*/ 820198 w 2992697"/>
                <a:gd name="connsiteY1127" fmla="*/ 985665 h 1030680"/>
                <a:gd name="connsiteX1128" fmla="*/ 807780 w 2992697"/>
                <a:gd name="connsiteY1128" fmla="*/ 976042 h 1030680"/>
                <a:gd name="connsiteX1129" fmla="*/ 796294 w 2992697"/>
                <a:gd name="connsiteY1129" fmla="*/ 970764 h 1030680"/>
                <a:gd name="connsiteX1130" fmla="*/ 793189 w 2992697"/>
                <a:gd name="connsiteY1130" fmla="*/ 968591 h 1030680"/>
                <a:gd name="connsiteX1131" fmla="*/ 789153 w 2992697"/>
                <a:gd name="connsiteY1131" fmla="*/ 928543 h 1030680"/>
                <a:gd name="connsiteX1132" fmla="*/ 786980 w 2992697"/>
                <a:gd name="connsiteY1132" fmla="*/ 924197 h 1030680"/>
                <a:gd name="connsiteX1133" fmla="*/ 781703 w 2992697"/>
                <a:gd name="connsiteY1133" fmla="*/ 921093 h 1030680"/>
                <a:gd name="connsiteX1134" fmla="*/ 778598 w 2992697"/>
                <a:gd name="connsiteY1134" fmla="*/ 918920 h 1030680"/>
                <a:gd name="connsiteX1135" fmla="*/ 772389 w 2992697"/>
                <a:gd name="connsiteY1135" fmla="*/ 914573 h 1030680"/>
                <a:gd name="connsiteX1136" fmla="*/ 769285 w 2992697"/>
                <a:gd name="connsiteY1136" fmla="*/ 911469 h 1030680"/>
                <a:gd name="connsiteX1137" fmla="*/ 772389 w 2992697"/>
                <a:gd name="connsiteY1137" fmla="*/ 909296 h 1030680"/>
                <a:gd name="connsiteX1138" fmla="*/ 772389 w 2992697"/>
                <a:gd name="connsiteY1138" fmla="*/ 907123 h 1030680"/>
                <a:gd name="connsiteX1139" fmla="*/ 774562 w 2992697"/>
                <a:gd name="connsiteY1139" fmla="*/ 906191 h 1030680"/>
                <a:gd name="connsiteX1140" fmla="*/ 774562 w 2992697"/>
                <a:gd name="connsiteY1140" fmla="*/ 906191 h 1030680"/>
                <a:gd name="connsiteX1141" fmla="*/ 776735 w 2992697"/>
                <a:gd name="connsiteY1141" fmla="*/ 901845 h 1030680"/>
                <a:gd name="connsiteX1142" fmla="*/ 778908 w 2992697"/>
                <a:gd name="connsiteY1142" fmla="*/ 898741 h 1030680"/>
                <a:gd name="connsiteX1143" fmla="*/ 769595 w 2992697"/>
                <a:gd name="connsiteY1143" fmla="*/ 898741 h 1030680"/>
                <a:gd name="connsiteX1144" fmla="*/ 764317 w 2992697"/>
                <a:gd name="connsiteY1144" fmla="*/ 898741 h 1030680"/>
                <a:gd name="connsiteX1145" fmla="*/ 760282 w 2992697"/>
                <a:gd name="connsiteY1145" fmla="*/ 898741 h 1030680"/>
                <a:gd name="connsiteX1146" fmla="*/ 758109 w 2992697"/>
                <a:gd name="connsiteY1146" fmla="*/ 896567 h 1030680"/>
                <a:gd name="connsiteX1147" fmla="*/ 757177 w 2992697"/>
                <a:gd name="connsiteY1147" fmla="*/ 893463 h 1030680"/>
                <a:gd name="connsiteX1148" fmla="*/ 753141 w 2992697"/>
                <a:gd name="connsiteY1148" fmla="*/ 887254 h 1030680"/>
                <a:gd name="connsiteX1149" fmla="*/ 750968 w 2992697"/>
                <a:gd name="connsiteY1149" fmla="*/ 884150 h 1030680"/>
                <a:gd name="connsiteX1150" fmla="*/ 750968 w 2992697"/>
                <a:gd name="connsiteY1150" fmla="*/ 879803 h 1030680"/>
                <a:gd name="connsiteX1151" fmla="*/ 750968 w 2992697"/>
                <a:gd name="connsiteY1151" fmla="*/ 878872 h 1030680"/>
                <a:gd name="connsiteX1152" fmla="*/ 750968 w 2992697"/>
                <a:gd name="connsiteY1152" fmla="*/ 874526 h 1030680"/>
                <a:gd name="connsiteX1153" fmla="*/ 753141 w 2992697"/>
                <a:gd name="connsiteY1153" fmla="*/ 871421 h 1030680"/>
                <a:gd name="connsiteX1154" fmla="*/ 753141 w 2992697"/>
                <a:gd name="connsiteY1154" fmla="*/ 867075 h 1030680"/>
                <a:gd name="connsiteX1155" fmla="*/ 742586 w 2992697"/>
                <a:gd name="connsiteY1155" fmla="*/ 867075 h 1030680"/>
                <a:gd name="connsiteX1156" fmla="*/ 742586 w 2992697"/>
                <a:gd name="connsiteY1156" fmla="*/ 861798 h 1030680"/>
                <a:gd name="connsiteX1157" fmla="*/ 743518 w 2992697"/>
                <a:gd name="connsiteY1157" fmla="*/ 856520 h 1030680"/>
                <a:gd name="connsiteX1158" fmla="*/ 745691 w 2992697"/>
                <a:gd name="connsiteY1158" fmla="*/ 854347 h 1030680"/>
                <a:gd name="connsiteX1159" fmla="*/ 745691 w 2992697"/>
                <a:gd name="connsiteY1159" fmla="*/ 850622 h 1030680"/>
                <a:gd name="connsiteX1160" fmla="*/ 747864 w 2992697"/>
                <a:gd name="connsiteY1160" fmla="*/ 847517 h 1030680"/>
                <a:gd name="connsiteX1161" fmla="*/ 750037 w 2992697"/>
                <a:gd name="connsiteY1161" fmla="*/ 842239 h 1030680"/>
                <a:gd name="connsiteX1162" fmla="*/ 743828 w 2992697"/>
                <a:gd name="connsiteY1162" fmla="*/ 842239 h 1030680"/>
                <a:gd name="connsiteX1163" fmla="*/ 737619 w 2992697"/>
                <a:gd name="connsiteY1163" fmla="*/ 842239 h 1030680"/>
                <a:gd name="connsiteX1164" fmla="*/ 734515 w 2992697"/>
                <a:gd name="connsiteY1164" fmla="*/ 840066 h 1030680"/>
                <a:gd name="connsiteX1165" fmla="*/ 728306 w 2992697"/>
                <a:gd name="connsiteY1165" fmla="*/ 837893 h 1030680"/>
                <a:gd name="connsiteX1166" fmla="*/ 727375 w 2992697"/>
                <a:gd name="connsiteY1166" fmla="*/ 810574 h 1030680"/>
                <a:gd name="connsiteX1167" fmla="*/ 725201 w 2992697"/>
                <a:gd name="connsiteY1167" fmla="*/ 785117 h 1030680"/>
                <a:gd name="connsiteX1168" fmla="*/ 725201 w 2992697"/>
                <a:gd name="connsiteY1168" fmla="*/ 760903 h 1030680"/>
                <a:gd name="connsiteX1169" fmla="*/ 732652 w 2992697"/>
                <a:gd name="connsiteY1169" fmla="*/ 736688 h 1030680"/>
                <a:gd name="connsiteX1170" fmla="*/ 740103 w 2992697"/>
                <a:gd name="connsiteY1170" fmla="*/ 726133 h 1030680"/>
                <a:gd name="connsiteX1171" fmla="*/ 749416 w 2992697"/>
                <a:gd name="connsiteY1171" fmla="*/ 718682 h 1030680"/>
                <a:gd name="connsiteX1172" fmla="*/ 756867 w 2992697"/>
                <a:gd name="connsiteY1172" fmla="*/ 712473 h 1030680"/>
                <a:gd name="connsiteX1173" fmla="*/ 762144 w 2992697"/>
                <a:gd name="connsiteY1173" fmla="*/ 704091 h 1030680"/>
                <a:gd name="connsiteX1174" fmla="*/ 767422 w 2992697"/>
                <a:gd name="connsiteY1174" fmla="*/ 692605 h 1030680"/>
                <a:gd name="connsiteX1175" fmla="*/ 769595 w 2992697"/>
                <a:gd name="connsiteY1175" fmla="*/ 672426 h 1030680"/>
                <a:gd name="connsiteX1176" fmla="*/ 765559 w 2992697"/>
                <a:gd name="connsiteY1176" fmla="*/ 672426 h 1030680"/>
                <a:gd name="connsiteX1177" fmla="*/ 762455 w 2992697"/>
                <a:gd name="connsiteY1177" fmla="*/ 676772 h 1030680"/>
                <a:gd name="connsiteX1178" fmla="*/ 758419 w 2992697"/>
                <a:gd name="connsiteY1178" fmla="*/ 677703 h 1030680"/>
                <a:gd name="connsiteX1179" fmla="*/ 757488 w 2992697"/>
                <a:gd name="connsiteY1179" fmla="*/ 677703 h 1030680"/>
                <a:gd name="connsiteX1180" fmla="*/ 753452 w 2992697"/>
                <a:gd name="connsiteY1180" fmla="*/ 677703 h 1030680"/>
                <a:gd name="connsiteX1181" fmla="*/ 750347 w 2992697"/>
                <a:gd name="connsiteY1181" fmla="*/ 676772 h 1030680"/>
                <a:gd name="connsiteX1182" fmla="*/ 735757 w 2992697"/>
                <a:gd name="connsiteY1182" fmla="*/ 672426 h 1030680"/>
                <a:gd name="connsiteX1183" fmla="*/ 724270 w 2992697"/>
                <a:gd name="connsiteY1183" fmla="*/ 664975 h 1030680"/>
                <a:gd name="connsiteX1184" fmla="*/ 716819 w 2992697"/>
                <a:gd name="connsiteY1184" fmla="*/ 654420 h 1030680"/>
                <a:gd name="connsiteX1185" fmla="*/ 713715 w 2992697"/>
                <a:gd name="connsiteY1185" fmla="*/ 635483 h 1030680"/>
                <a:gd name="connsiteX1186" fmla="*/ 718992 w 2992697"/>
                <a:gd name="connsiteY1186" fmla="*/ 635483 h 1030680"/>
                <a:gd name="connsiteX1187" fmla="*/ 718992 w 2992697"/>
                <a:gd name="connsiteY1187" fmla="*/ 632378 h 1030680"/>
                <a:gd name="connsiteX1188" fmla="*/ 728306 w 2992697"/>
                <a:gd name="connsiteY1188" fmla="*/ 637656 h 1030680"/>
                <a:gd name="connsiteX1189" fmla="*/ 738861 w 2992697"/>
                <a:gd name="connsiteY1189" fmla="*/ 645106 h 1030680"/>
                <a:gd name="connsiteX1190" fmla="*/ 748174 w 2992697"/>
                <a:gd name="connsiteY1190" fmla="*/ 648211 h 1030680"/>
                <a:gd name="connsiteX1191" fmla="*/ 758729 w 2992697"/>
                <a:gd name="connsiteY1191" fmla="*/ 648211 h 1030680"/>
                <a:gd name="connsiteX1192" fmla="*/ 758729 w 2992697"/>
                <a:gd name="connsiteY1192" fmla="*/ 647280 h 1030680"/>
                <a:gd name="connsiteX1193" fmla="*/ 760903 w 2992697"/>
                <a:gd name="connsiteY1193" fmla="*/ 645106 h 1030680"/>
                <a:gd name="connsiteX1194" fmla="*/ 760903 w 2992697"/>
                <a:gd name="connsiteY1194" fmla="*/ 645106 h 1030680"/>
                <a:gd name="connsiteX1195" fmla="*/ 760903 w 2992697"/>
                <a:gd name="connsiteY1195" fmla="*/ 642623 h 1030680"/>
                <a:gd name="connsiteX1196" fmla="*/ 763076 w 2992697"/>
                <a:gd name="connsiteY1196" fmla="*/ 639518 h 1030680"/>
                <a:gd name="connsiteX1197" fmla="*/ 743207 w 2992697"/>
                <a:gd name="connsiteY1197" fmla="*/ 624617 h 1030680"/>
                <a:gd name="connsiteX1198" fmla="*/ 726443 w 2992697"/>
                <a:gd name="connsiteY1198" fmla="*/ 603507 h 1030680"/>
                <a:gd name="connsiteX1199" fmla="*/ 721166 w 2992697"/>
                <a:gd name="connsiteY1199" fmla="*/ 605680 h 1030680"/>
                <a:gd name="connsiteX1200" fmla="*/ 717130 w 2992697"/>
                <a:gd name="connsiteY1200" fmla="*/ 607853 h 1030680"/>
                <a:gd name="connsiteX1201" fmla="*/ 711852 w 2992697"/>
                <a:gd name="connsiteY1201" fmla="*/ 610026 h 1030680"/>
                <a:gd name="connsiteX1202" fmla="*/ 706575 w 2992697"/>
                <a:gd name="connsiteY1202" fmla="*/ 610957 h 1030680"/>
                <a:gd name="connsiteX1203" fmla="*/ 702539 w 2992697"/>
                <a:gd name="connsiteY1203" fmla="*/ 607853 h 1030680"/>
                <a:gd name="connsiteX1204" fmla="*/ 701608 w 2992697"/>
                <a:gd name="connsiteY1204" fmla="*/ 605680 h 1030680"/>
                <a:gd name="connsiteX1205" fmla="*/ 699434 w 2992697"/>
                <a:gd name="connsiteY1205" fmla="*/ 602575 h 1030680"/>
                <a:gd name="connsiteX1206" fmla="*/ 697261 w 2992697"/>
                <a:gd name="connsiteY1206" fmla="*/ 600402 h 1030680"/>
                <a:gd name="connsiteX1207" fmla="*/ 694157 w 2992697"/>
                <a:gd name="connsiteY1207" fmla="*/ 595125 h 1030680"/>
                <a:gd name="connsiteX1208" fmla="*/ 704712 w 2992697"/>
                <a:gd name="connsiteY1208" fmla="*/ 583638 h 1030680"/>
                <a:gd name="connsiteX1209" fmla="*/ 706885 w 2992697"/>
                <a:gd name="connsiteY1209" fmla="*/ 567805 h 1030680"/>
                <a:gd name="connsiteX1210" fmla="*/ 704712 w 2992697"/>
                <a:gd name="connsiteY1210" fmla="*/ 546695 h 1030680"/>
                <a:gd name="connsiteX1211" fmla="*/ 699434 w 2992697"/>
                <a:gd name="connsiteY1211" fmla="*/ 524653 h 1030680"/>
                <a:gd name="connsiteX1212" fmla="*/ 690121 w 2992697"/>
                <a:gd name="connsiteY1212" fmla="*/ 501370 h 1030680"/>
                <a:gd name="connsiteX1213" fmla="*/ 679566 w 2992697"/>
                <a:gd name="connsiteY1213" fmla="*/ 479328 h 1030680"/>
                <a:gd name="connsiteX1214" fmla="*/ 665906 w 2992697"/>
                <a:gd name="connsiteY1214" fmla="*/ 459149 h 1030680"/>
                <a:gd name="connsiteX1215" fmla="*/ 655351 w 2992697"/>
                <a:gd name="connsiteY1215" fmla="*/ 440212 h 1030680"/>
                <a:gd name="connsiteX1216" fmla="*/ 646038 w 2992697"/>
                <a:gd name="connsiteY1216" fmla="*/ 425311 h 1030680"/>
                <a:gd name="connsiteX1217" fmla="*/ 623996 w 2992697"/>
                <a:gd name="connsiteY1217" fmla="*/ 410409 h 1030680"/>
                <a:gd name="connsiteX1218" fmla="*/ 598850 w 2992697"/>
                <a:gd name="connsiteY1218" fmla="*/ 405132 h 1030680"/>
                <a:gd name="connsiteX1219" fmla="*/ 572772 w 2992697"/>
                <a:gd name="connsiteY1219" fmla="*/ 405132 h 1030680"/>
                <a:gd name="connsiteX1220" fmla="*/ 543591 w 2992697"/>
                <a:gd name="connsiteY1220" fmla="*/ 405132 h 1030680"/>
                <a:gd name="connsiteX1221" fmla="*/ 515340 w 2992697"/>
                <a:gd name="connsiteY1221" fmla="*/ 407305 h 1030680"/>
                <a:gd name="connsiteX1222" fmla="*/ 486158 w 2992697"/>
                <a:gd name="connsiteY1222" fmla="*/ 405132 h 1030680"/>
                <a:gd name="connsiteX1223" fmla="*/ 486158 w 2992697"/>
                <a:gd name="connsiteY1223" fmla="*/ 399854 h 1030680"/>
                <a:gd name="connsiteX1224" fmla="*/ 486158 w 2992697"/>
                <a:gd name="connsiteY1224" fmla="*/ 395508 h 1030680"/>
                <a:gd name="connsiteX1225" fmla="*/ 487089 w 2992697"/>
                <a:gd name="connsiteY1225" fmla="*/ 394577 h 1030680"/>
                <a:gd name="connsiteX1226" fmla="*/ 487089 w 2992697"/>
                <a:gd name="connsiteY1226" fmla="*/ 392404 h 1030680"/>
                <a:gd name="connsiteX1227" fmla="*/ 487089 w 2992697"/>
                <a:gd name="connsiteY1227" fmla="*/ 390230 h 1030680"/>
                <a:gd name="connsiteX1228" fmla="*/ 486158 w 2992697"/>
                <a:gd name="connsiteY1228" fmla="*/ 388057 h 1030680"/>
                <a:gd name="connsiteX1229" fmla="*/ 474672 w 2992697"/>
                <a:gd name="connsiteY1229" fmla="*/ 382780 h 1030680"/>
                <a:gd name="connsiteX1230" fmla="*/ 464116 w 2992697"/>
                <a:gd name="connsiteY1230" fmla="*/ 379675 h 1030680"/>
                <a:gd name="connsiteX1231" fmla="*/ 452630 w 2992697"/>
                <a:gd name="connsiteY1231" fmla="*/ 372225 h 1030680"/>
                <a:gd name="connsiteX1232" fmla="*/ 461943 w 2992697"/>
                <a:gd name="connsiteY1232" fmla="*/ 372225 h 1030680"/>
                <a:gd name="connsiteX1233" fmla="*/ 472499 w 2992697"/>
                <a:gd name="connsiteY1233" fmla="*/ 367878 h 1030680"/>
                <a:gd name="connsiteX1234" fmla="*/ 487089 w 2992697"/>
                <a:gd name="connsiteY1234" fmla="*/ 364774 h 1030680"/>
                <a:gd name="connsiteX1235" fmla="*/ 503854 w 2992697"/>
                <a:gd name="connsiteY1235" fmla="*/ 362601 h 1030680"/>
                <a:gd name="connsiteX1236" fmla="*/ 516271 w 2992697"/>
                <a:gd name="connsiteY1236" fmla="*/ 358254 h 1030680"/>
                <a:gd name="connsiteX1237" fmla="*/ 525585 w 2992697"/>
                <a:gd name="connsiteY1237" fmla="*/ 350804 h 1030680"/>
                <a:gd name="connsiteX1238" fmla="*/ 481812 w 2992697"/>
                <a:gd name="connsiteY1238" fmla="*/ 350804 h 1030680"/>
                <a:gd name="connsiteX1239" fmla="*/ 471257 w 2992697"/>
                <a:gd name="connsiteY1239" fmla="*/ 347699 h 1030680"/>
                <a:gd name="connsiteX1240" fmla="*/ 461943 w 2992697"/>
                <a:gd name="connsiteY1240" fmla="*/ 347699 h 1030680"/>
                <a:gd name="connsiteX1241" fmla="*/ 450457 w 2992697"/>
                <a:gd name="connsiteY1241" fmla="*/ 345526 h 1030680"/>
                <a:gd name="connsiteX1242" fmla="*/ 442075 w 2992697"/>
                <a:gd name="connsiteY1242" fmla="*/ 343353 h 1030680"/>
                <a:gd name="connsiteX1243" fmla="*/ 432761 w 2992697"/>
                <a:gd name="connsiteY1243" fmla="*/ 340249 h 1030680"/>
                <a:gd name="connsiteX1244" fmla="*/ 427484 w 2992697"/>
                <a:gd name="connsiteY1244" fmla="*/ 330625 h 1030680"/>
                <a:gd name="connsiteX1245" fmla="*/ 425311 w 2992697"/>
                <a:gd name="connsiteY1245" fmla="*/ 315723 h 1030680"/>
                <a:gd name="connsiteX1246" fmla="*/ 447352 w 2992697"/>
                <a:gd name="connsiteY1246" fmla="*/ 312619 h 1030680"/>
                <a:gd name="connsiteX1247" fmla="*/ 467221 w 2992697"/>
                <a:gd name="connsiteY1247" fmla="*/ 305168 h 1030680"/>
                <a:gd name="connsiteX1248" fmla="*/ 483985 w 2992697"/>
                <a:gd name="connsiteY1248" fmla="*/ 297718 h 1030680"/>
                <a:gd name="connsiteX1249" fmla="*/ 501680 w 2992697"/>
                <a:gd name="connsiteY1249" fmla="*/ 290267 h 1030680"/>
                <a:gd name="connsiteX1250" fmla="*/ 538313 w 2992697"/>
                <a:gd name="connsiteY1250" fmla="*/ 290267 h 1030680"/>
                <a:gd name="connsiteX1251" fmla="*/ 552904 w 2992697"/>
                <a:gd name="connsiteY1251" fmla="*/ 241837 h 1030680"/>
                <a:gd name="connsiteX1252" fmla="*/ 518444 w 2992697"/>
                <a:gd name="connsiteY1252" fmla="*/ 241837 h 1030680"/>
                <a:gd name="connsiteX1253" fmla="*/ 509131 w 2992697"/>
                <a:gd name="connsiteY1253" fmla="*/ 229109 h 1030680"/>
                <a:gd name="connsiteX1254" fmla="*/ 520618 w 2992697"/>
                <a:gd name="connsiteY1254" fmla="*/ 221658 h 1030680"/>
                <a:gd name="connsiteX1255" fmla="*/ 529000 w 2992697"/>
                <a:gd name="connsiteY1255" fmla="*/ 214208 h 1030680"/>
                <a:gd name="connsiteX1256" fmla="*/ 540486 w 2992697"/>
                <a:gd name="connsiteY1256" fmla="*/ 208930 h 1030680"/>
                <a:gd name="connsiteX1257" fmla="*/ 552904 w 2992697"/>
                <a:gd name="connsiteY1257" fmla="*/ 204584 h 1030680"/>
                <a:gd name="connsiteX1258" fmla="*/ 552904 w 2992697"/>
                <a:gd name="connsiteY1258" fmla="*/ 191856 h 1030680"/>
                <a:gd name="connsiteX1259" fmla="*/ 567495 w 2992697"/>
                <a:gd name="connsiteY1259" fmla="*/ 184405 h 1030680"/>
                <a:gd name="connsiteX1260" fmla="*/ 574946 w 2992697"/>
                <a:gd name="connsiteY1260" fmla="*/ 176023 h 1030680"/>
                <a:gd name="connsiteX1261" fmla="*/ 582396 w 2992697"/>
                <a:gd name="connsiteY1261" fmla="*/ 164536 h 1030680"/>
                <a:gd name="connsiteX1262" fmla="*/ 593883 w 2992697"/>
                <a:gd name="connsiteY1262" fmla="*/ 157086 h 1030680"/>
                <a:gd name="connsiteX1263" fmla="*/ 606301 w 2992697"/>
                <a:gd name="connsiteY1263" fmla="*/ 151808 h 1030680"/>
                <a:gd name="connsiteX1264" fmla="*/ 616856 w 2992697"/>
                <a:gd name="connsiteY1264" fmla="*/ 151808 h 1030680"/>
                <a:gd name="connsiteX1265" fmla="*/ 626169 w 2992697"/>
                <a:gd name="connsiteY1265" fmla="*/ 154912 h 1030680"/>
                <a:gd name="connsiteX1266" fmla="*/ 638587 w 2992697"/>
                <a:gd name="connsiteY1266" fmla="*/ 153981 h 1030680"/>
                <a:gd name="connsiteX1267" fmla="*/ 629274 w 2992697"/>
                <a:gd name="connsiteY1267" fmla="*/ 149635 h 1030680"/>
                <a:gd name="connsiteX1268" fmla="*/ 623996 w 2992697"/>
                <a:gd name="connsiteY1268" fmla="*/ 147462 h 1030680"/>
                <a:gd name="connsiteX1269" fmla="*/ 618718 w 2992697"/>
                <a:gd name="connsiteY1269" fmla="*/ 146530 h 1030680"/>
                <a:gd name="connsiteX1270" fmla="*/ 613441 w 2992697"/>
                <a:gd name="connsiteY1270" fmla="*/ 140322 h 1030680"/>
                <a:gd name="connsiteX1271" fmla="*/ 631136 w 2992697"/>
                <a:gd name="connsiteY1271" fmla="*/ 137217 h 1030680"/>
                <a:gd name="connsiteX1272" fmla="*/ 647900 w 2992697"/>
                <a:gd name="connsiteY1272" fmla="*/ 131939 h 1030680"/>
                <a:gd name="connsiteX1273" fmla="*/ 662491 w 2992697"/>
                <a:gd name="connsiteY1273" fmla="*/ 127593 h 1030680"/>
                <a:gd name="connsiteX1274" fmla="*/ 679255 w 2992697"/>
                <a:gd name="connsiteY1274" fmla="*/ 124489 h 1030680"/>
                <a:gd name="connsiteX1275" fmla="*/ 680187 w 2992697"/>
                <a:gd name="connsiteY1275" fmla="*/ 131939 h 1030680"/>
                <a:gd name="connsiteX1276" fmla="*/ 682360 w 2992697"/>
                <a:gd name="connsiteY1276" fmla="*/ 135044 h 1030680"/>
                <a:gd name="connsiteX1277" fmla="*/ 684533 w 2992697"/>
                <a:gd name="connsiteY1277" fmla="*/ 140322 h 1030680"/>
                <a:gd name="connsiteX1278" fmla="*/ 686706 w 2992697"/>
                <a:gd name="connsiteY1278" fmla="*/ 144668 h 1030680"/>
                <a:gd name="connsiteX1279" fmla="*/ 691984 w 2992697"/>
                <a:gd name="connsiteY1279" fmla="*/ 146841 h 1030680"/>
                <a:gd name="connsiteX1280" fmla="*/ 699434 w 2992697"/>
                <a:gd name="connsiteY1280" fmla="*/ 147772 h 1030680"/>
                <a:gd name="connsiteX1281" fmla="*/ 699434 w 2992697"/>
                <a:gd name="connsiteY1281" fmla="*/ 142495 h 1030680"/>
                <a:gd name="connsiteX1282" fmla="*/ 702539 w 2992697"/>
                <a:gd name="connsiteY1282" fmla="*/ 137217 h 1030680"/>
                <a:gd name="connsiteX1283" fmla="*/ 704712 w 2992697"/>
                <a:gd name="connsiteY1283" fmla="*/ 129766 h 1030680"/>
                <a:gd name="connsiteX1284" fmla="*/ 706885 w 2992697"/>
                <a:gd name="connsiteY1284" fmla="*/ 124489 h 1030680"/>
                <a:gd name="connsiteX1285" fmla="*/ 709989 w 2992697"/>
                <a:gd name="connsiteY1285" fmla="*/ 129766 h 1030680"/>
                <a:gd name="connsiteX1286" fmla="*/ 716198 w 2992697"/>
                <a:gd name="connsiteY1286" fmla="*/ 135044 h 1030680"/>
                <a:gd name="connsiteX1287" fmla="*/ 719303 w 2992697"/>
                <a:gd name="connsiteY1287" fmla="*/ 139390 h 1030680"/>
                <a:gd name="connsiteX1288" fmla="*/ 726754 w 2992697"/>
                <a:gd name="connsiteY1288" fmla="*/ 142495 h 1030680"/>
                <a:gd name="connsiteX1289" fmla="*/ 734204 w 2992697"/>
                <a:gd name="connsiteY1289" fmla="*/ 144668 h 1030680"/>
                <a:gd name="connsiteX1290" fmla="*/ 730168 w 2992697"/>
                <a:gd name="connsiteY1290" fmla="*/ 120453 h 1030680"/>
                <a:gd name="connsiteX1291" fmla="*/ 743828 w 2992697"/>
                <a:gd name="connsiteY1291" fmla="*/ 117349 h 1030680"/>
                <a:gd name="connsiteX1292" fmla="*/ 754383 w 2992697"/>
                <a:gd name="connsiteY1292" fmla="*/ 113002 h 1030680"/>
                <a:gd name="connsiteX1293" fmla="*/ 771147 w 2992697"/>
                <a:gd name="connsiteY1293" fmla="*/ 117349 h 1030680"/>
                <a:gd name="connsiteX1294" fmla="*/ 788843 w 2992697"/>
                <a:gd name="connsiteY1294" fmla="*/ 124799 h 1030680"/>
                <a:gd name="connsiteX1295" fmla="*/ 807780 w 2992697"/>
                <a:gd name="connsiteY1295" fmla="*/ 135354 h 1030680"/>
                <a:gd name="connsiteX1296" fmla="*/ 827648 w 2992697"/>
                <a:gd name="connsiteY1296" fmla="*/ 144978 h 1030680"/>
                <a:gd name="connsiteX1297" fmla="*/ 844413 w 2992697"/>
                <a:gd name="connsiteY1297" fmla="*/ 152429 h 1030680"/>
                <a:gd name="connsiteX1298" fmla="*/ 859935 w 2992697"/>
                <a:gd name="connsiteY1298" fmla="*/ 157706 h 1030680"/>
                <a:gd name="connsiteX1299" fmla="*/ 859935 w 2992697"/>
                <a:gd name="connsiteY1299" fmla="*/ 154602 h 1030680"/>
                <a:gd name="connsiteX1300" fmla="*/ 849380 w 2992697"/>
                <a:gd name="connsiteY1300" fmla="*/ 144978 h 1030680"/>
                <a:gd name="connsiteX1301" fmla="*/ 841929 w 2992697"/>
                <a:gd name="connsiteY1301" fmla="*/ 137527 h 1030680"/>
                <a:gd name="connsiteX1302" fmla="*/ 837893 w 2992697"/>
                <a:gd name="connsiteY1302" fmla="*/ 127904 h 1030680"/>
                <a:gd name="connsiteX1303" fmla="*/ 844102 w 2992697"/>
                <a:gd name="connsiteY1303" fmla="*/ 117349 h 1030680"/>
                <a:gd name="connsiteX1304" fmla="*/ 840066 w 2992697"/>
                <a:gd name="connsiteY1304" fmla="*/ 113002 h 1030680"/>
                <a:gd name="connsiteX1305" fmla="*/ 834789 w 2992697"/>
                <a:gd name="connsiteY1305" fmla="*/ 107725 h 1030680"/>
                <a:gd name="connsiteX1306" fmla="*/ 829511 w 2992697"/>
                <a:gd name="connsiteY1306" fmla="*/ 103378 h 1030680"/>
                <a:gd name="connsiteX1307" fmla="*/ 824234 w 2992697"/>
                <a:gd name="connsiteY1307" fmla="*/ 100274 h 1030680"/>
                <a:gd name="connsiteX1308" fmla="*/ 820198 w 2992697"/>
                <a:gd name="connsiteY1308" fmla="*/ 95928 h 1030680"/>
                <a:gd name="connsiteX1309" fmla="*/ 824234 w 2992697"/>
                <a:gd name="connsiteY1309" fmla="*/ 87546 h 1030680"/>
                <a:gd name="connsiteX1310" fmla="*/ 834789 w 2992697"/>
                <a:gd name="connsiteY1310" fmla="*/ 90650 h 1030680"/>
                <a:gd name="connsiteX1311" fmla="*/ 849380 w 2992697"/>
                <a:gd name="connsiteY1311" fmla="*/ 92823 h 1030680"/>
                <a:gd name="connsiteX1312" fmla="*/ 861797 w 2992697"/>
                <a:gd name="connsiteY1312" fmla="*/ 90650 h 1030680"/>
                <a:gd name="connsiteX1313" fmla="*/ 871111 w 2992697"/>
                <a:gd name="connsiteY1313" fmla="*/ 83199 h 1030680"/>
                <a:gd name="connsiteX1314" fmla="*/ 827338 w 2992697"/>
                <a:gd name="connsiteY1314" fmla="*/ 83199 h 1030680"/>
                <a:gd name="connsiteX1315" fmla="*/ 827338 w 2992697"/>
                <a:gd name="connsiteY1315" fmla="*/ 80095 h 1030680"/>
                <a:gd name="connsiteX1316" fmla="*/ 824234 w 2992697"/>
                <a:gd name="connsiteY1316" fmla="*/ 80095 h 1030680"/>
                <a:gd name="connsiteX1317" fmla="*/ 824234 w 2992697"/>
                <a:gd name="connsiteY1317" fmla="*/ 75749 h 1030680"/>
                <a:gd name="connsiteX1318" fmla="*/ 829511 w 2992697"/>
                <a:gd name="connsiteY1318" fmla="*/ 72644 h 1030680"/>
                <a:gd name="connsiteX1319" fmla="*/ 834789 w 2992697"/>
                <a:gd name="connsiteY1319" fmla="*/ 68298 h 1030680"/>
                <a:gd name="connsiteX1320" fmla="*/ 840066 w 2992697"/>
                <a:gd name="connsiteY1320" fmla="*/ 65194 h 1030680"/>
                <a:gd name="connsiteX1321" fmla="*/ 845344 w 2992697"/>
                <a:gd name="connsiteY1321" fmla="*/ 60847 h 1030680"/>
                <a:gd name="connsiteX1322" fmla="*/ 851553 w 2992697"/>
                <a:gd name="connsiteY1322" fmla="*/ 59916 h 1030680"/>
                <a:gd name="connsiteX1323" fmla="*/ 874526 w 2992697"/>
                <a:gd name="connsiteY1323" fmla="*/ 63020 h 1030680"/>
                <a:gd name="connsiteX1324" fmla="*/ 880735 w 2992697"/>
                <a:gd name="connsiteY1324" fmla="*/ 46256 h 1030680"/>
                <a:gd name="connsiteX1325" fmla="*/ 907743 w 2992697"/>
                <a:gd name="connsiteY1325" fmla="*/ 50603 h 1030680"/>
                <a:gd name="connsiteX1326" fmla="*/ 909917 w 2992697"/>
                <a:gd name="connsiteY1326" fmla="*/ 50603 h 1030680"/>
                <a:gd name="connsiteX1327" fmla="*/ 910848 w 2992697"/>
                <a:gd name="connsiteY1327" fmla="*/ 46256 h 1030680"/>
                <a:gd name="connsiteX1328" fmla="*/ 913021 w 2992697"/>
                <a:gd name="connsiteY1328" fmla="*/ 45325 h 1030680"/>
                <a:gd name="connsiteX1329" fmla="*/ 915194 w 2992697"/>
                <a:gd name="connsiteY1329" fmla="*/ 40979 h 1030680"/>
                <a:gd name="connsiteX1330" fmla="*/ 920472 w 2992697"/>
                <a:gd name="connsiteY1330" fmla="*/ 38806 h 1030680"/>
                <a:gd name="connsiteX1331" fmla="*/ 924508 w 2992697"/>
                <a:gd name="connsiteY1331" fmla="*/ 45015 h 1030680"/>
                <a:gd name="connsiteX1332" fmla="*/ 929785 w 2992697"/>
                <a:gd name="connsiteY1332" fmla="*/ 50292 h 1030680"/>
                <a:gd name="connsiteX1333" fmla="*/ 935063 w 2992697"/>
                <a:gd name="connsiteY1333" fmla="*/ 55570 h 1030680"/>
                <a:gd name="connsiteX1334" fmla="*/ 935063 w 2992697"/>
                <a:gd name="connsiteY1334" fmla="*/ 45946 h 1030680"/>
                <a:gd name="connsiteX1335" fmla="*/ 937236 w 2992697"/>
                <a:gd name="connsiteY1335" fmla="*/ 45015 h 1030680"/>
                <a:gd name="connsiteX1336" fmla="*/ 937236 w 2992697"/>
                <a:gd name="connsiteY1336" fmla="*/ 42842 h 1030680"/>
                <a:gd name="connsiteX1337" fmla="*/ 937236 w 2992697"/>
                <a:gd name="connsiteY1337" fmla="*/ 40668 h 1030680"/>
                <a:gd name="connsiteX1338" fmla="*/ 937236 w 2992697"/>
                <a:gd name="connsiteY1338" fmla="*/ 38495 h 1030680"/>
                <a:gd name="connsiteX1339" fmla="*/ 938167 w 2992697"/>
                <a:gd name="connsiteY1339" fmla="*/ 35391 h 1030680"/>
                <a:gd name="connsiteX1340" fmla="*/ 940340 w 2992697"/>
                <a:gd name="connsiteY1340" fmla="*/ 33218 h 1030680"/>
                <a:gd name="connsiteX1341" fmla="*/ 944376 w 2992697"/>
                <a:gd name="connsiteY1341" fmla="*/ 31045 h 1030680"/>
                <a:gd name="connsiteX1342" fmla="*/ 962071 w 2992697"/>
                <a:gd name="connsiteY1342" fmla="*/ 22663 h 1030680"/>
                <a:gd name="connsiteX1343" fmla="*/ 984113 w 2992697"/>
                <a:gd name="connsiteY1343" fmla="*/ 20179 h 1030680"/>
                <a:gd name="connsiteX1344" fmla="*/ 984113 w 2992697"/>
                <a:gd name="connsiteY1344" fmla="*/ 20179 h 1030680"/>
                <a:gd name="connsiteX1345" fmla="*/ 984113 w 2992697"/>
                <a:gd name="connsiteY1345" fmla="*/ 20179 h 1030680"/>
                <a:gd name="connsiteX1346" fmla="*/ 2301024 w 2992697"/>
                <a:gd name="connsiteY1346" fmla="*/ 16764 h 1030680"/>
                <a:gd name="connsiteX1347" fmla="*/ 2311579 w 2992697"/>
                <a:gd name="connsiteY1347" fmla="*/ 19869 h 1030680"/>
                <a:gd name="connsiteX1348" fmla="*/ 2311579 w 2992697"/>
                <a:gd name="connsiteY1348" fmla="*/ 27319 h 1030680"/>
                <a:gd name="connsiteX1349" fmla="*/ 2296057 w 2992697"/>
                <a:gd name="connsiteY1349" fmla="*/ 27319 h 1030680"/>
                <a:gd name="connsiteX1350" fmla="*/ 2301024 w 2992697"/>
                <a:gd name="connsiteY1350" fmla="*/ 16764 h 1030680"/>
                <a:gd name="connsiteX1351" fmla="*/ 2301024 w 2992697"/>
                <a:gd name="connsiteY1351" fmla="*/ 16764 h 1030680"/>
                <a:gd name="connsiteX1352" fmla="*/ 2301024 w 2992697"/>
                <a:gd name="connsiteY1352" fmla="*/ 16764 h 1030680"/>
                <a:gd name="connsiteX1353" fmla="*/ 2792460 w 2992697"/>
                <a:gd name="connsiteY1353" fmla="*/ 0 h 1030680"/>
                <a:gd name="connsiteX1354" fmla="*/ 2797737 w 2992697"/>
                <a:gd name="connsiteY1354" fmla="*/ 3104 h 1030680"/>
                <a:gd name="connsiteX1355" fmla="*/ 2801773 w 2992697"/>
                <a:gd name="connsiteY1355" fmla="*/ 7451 h 1030680"/>
                <a:gd name="connsiteX1356" fmla="*/ 2803946 w 2992697"/>
                <a:gd name="connsiteY1356" fmla="*/ 10555 h 1030680"/>
                <a:gd name="connsiteX1357" fmla="*/ 2804878 w 2992697"/>
                <a:gd name="connsiteY1357" fmla="*/ 16764 h 1030680"/>
                <a:gd name="connsiteX1358" fmla="*/ 2807051 w 2992697"/>
                <a:gd name="connsiteY1358" fmla="*/ 19869 h 1030680"/>
                <a:gd name="connsiteX1359" fmla="*/ 2809224 w 2992697"/>
                <a:gd name="connsiteY1359" fmla="*/ 25146 h 1030680"/>
                <a:gd name="connsiteX1360" fmla="*/ 2812328 w 2992697"/>
                <a:gd name="connsiteY1360" fmla="*/ 27319 h 1030680"/>
                <a:gd name="connsiteX1361" fmla="*/ 2823815 w 2992697"/>
                <a:gd name="connsiteY1361" fmla="*/ 32597 h 1030680"/>
                <a:gd name="connsiteX1362" fmla="*/ 2834370 w 2992697"/>
                <a:gd name="connsiteY1362" fmla="*/ 34770 h 1030680"/>
                <a:gd name="connsiteX1363" fmla="*/ 2841821 w 2992697"/>
                <a:gd name="connsiteY1363" fmla="*/ 34770 h 1030680"/>
                <a:gd name="connsiteX1364" fmla="*/ 2847098 w 2992697"/>
                <a:gd name="connsiteY1364" fmla="*/ 39116 h 1030680"/>
                <a:gd name="connsiteX1365" fmla="*/ 2851134 w 2992697"/>
                <a:gd name="connsiteY1365" fmla="*/ 46567 h 1030680"/>
                <a:gd name="connsiteX1366" fmla="*/ 2853307 w 2992697"/>
                <a:gd name="connsiteY1366" fmla="*/ 61468 h 1030680"/>
                <a:gd name="connsiteX1367" fmla="*/ 2851134 w 2992697"/>
                <a:gd name="connsiteY1367" fmla="*/ 62400 h 1030680"/>
                <a:gd name="connsiteX1368" fmla="*/ 2851134 w 2992697"/>
                <a:gd name="connsiteY1368" fmla="*/ 62400 h 1030680"/>
                <a:gd name="connsiteX1369" fmla="*/ 2851134 w 2992697"/>
                <a:gd name="connsiteY1369" fmla="*/ 64573 h 1030680"/>
                <a:gd name="connsiteX1370" fmla="*/ 2851134 w 2992697"/>
                <a:gd name="connsiteY1370" fmla="*/ 66746 h 1030680"/>
                <a:gd name="connsiteX1371" fmla="*/ 2848961 w 2992697"/>
                <a:gd name="connsiteY1371" fmla="*/ 68919 h 1030680"/>
                <a:gd name="connsiteX1372" fmla="*/ 2825988 w 2992697"/>
                <a:gd name="connsiteY1372" fmla="*/ 68919 h 1030680"/>
                <a:gd name="connsiteX1373" fmla="*/ 2802084 w 2992697"/>
                <a:gd name="connsiteY1373" fmla="*/ 68919 h 1030680"/>
                <a:gd name="connsiteX1374" fmla="*/ 2782215 w 2992697"/>
                <a:gd name="connsiteY1374" fmla="*/ 77301 h 1030680"/>
                <a:gd name="connsiteX1375" fmla="*/ 2778179 w 2992697"/>
                <a:gd name="connsiteY1375" fmla="*/ 79474 h 1030680"/>
                <a:gd name="connsiteX1376" fmla="*/ 2776006 w 2992697"/>
                <a:gd name="connsiteY1376" fmla="*/ 83820 h 1030680"/>
                <a:gd name="connsiteX1377" fmla="*/ 2775075 w 2992697"/>
                <a:gd name="connsiteY1377" fmla="*/ 84752 h 1030680"/>
                <a:gd name="connsiteX1378" fmla="*/ 2772902 w 2992697"/>
                <a:gd name="connsiteY1378" fmla="*/ 86925 h 1030680"/>
                <a:gd name="connsiteX1379" fmla="*/ 2770729 w 2992697"/>
                <a:gd name="connsiteY1379" fmla="*/ 89098 h 1030680"/>
                <a:gd name="connsiteX1380" fmla="*/ 2767624 w 2992697"/>
                <a:gd name="connsiteY1380" fmla="*/ 91271 h 1030680"/>
                <a:gd name="connsiteX1381" fmla="*/ 2761415 w 2992697"/>
                <a:gd name="connsiteY1381" fmla="*/ 94376 h 1030680"/>
                <a:gd name="connsiteX1382" fmla="*/ 2758311 w 2992697"/>
                <a:gd name="connsiteY1382" fmla="*/ 89098 h 1030680"/>
                <a:gd name="connsiteX1383" fmla="*/ 2756137 w 2992697"/>
                <a:gd name="connsiteY1383" fmla="*/ 84752 h 1030680"/>
                <a:gd name="connsiteX1384" fmla="*/ 2753033 w 2992697"/>
                <a:gd name="connsiteY1384" fmla="*/ 81647 h 1030680"/>
                <a:gd name="connsiteX1385" fmla="*/ 2765451 w 2992697"/>
                <a:gd name="connsiteY1385" fmla="*/ 49982 h 1030680"/>
                <a:gd name="connsiteX1386" fmla="*/ 2777869 w 2992697"/>
                <a:gd name="connsiteY1386" fmla="*/ 24525 h 1030680"/>
                <a:gd name="connsiteX1387" fmla="*/ 2792460 w 2992697"/>
                <a:gd name="connsiteY1387" fmla="*/ 0 h 1030680"/>
                <a:gd name="connsiteX1388" fmla="*/ 2792460 w 2992697"/>
                <a:gd name="connsiteY1388" fmla="*/ 0 h 1030680"/>
                <a:gd name="connsiteX1389" fmla="*/ 2792460 w 2992697"/>
                <a:gd name="connsiteY1389" fmla="*/ 0 h 1030680"/>
                <a:gd name="connsiteX1390" fmla="*/ 2665177 w 2992697"/>
                <a:gd name="connsiteY1390" fmla="*/ 0 h 1030680"/>
                <a:gd name="connsiteX1391" fmla="*/ 2674490 w 2992697"/>
                <a:gd name="connsiteY1391" fmla="*/ 9624 h 1030680"/>
                <a:gd name="connsiteX1392" fmla="*/ 2679768 w 2992697"/>
                <a:gd name="connsiteY1392" fmla="*/ 20179 h 1030680"/>
                <a:gd name="connsiteX1393" fmla="*/ 2685046 w 2992697"/>
                <a:gd name="connsiteY1393" fmla="*/ 32907 h 1030680"/>
                <a:gd name="connsiteX1394" fmla="*/ 2675732 w 2992697"/>
                <a:gd name="connsiteY1394" fmla="*/ 32907 h 1030680"/>
                <a:gd name="connsiteX1395" fmla="*/ 2675732 w 2992697"/>
                <a:gd name="connsiteY1395" fmla="*/ 27319 h 1030680"/>
                <a:gd name="connsiteX1396" fmla="*/ 2672628 w 2992697"/>
                <a:gd name="connsiteY1396" fmla="*/ 24215 h 1030680"/>
                <a:gd name="connsiteX1397" fmla="*/ 2668592 w 2992697"/>
                <a:gd name="connsiteY1397" fmla="*/ 19869 h 1030680"/>
                <a:gd name="connsiteX1398" fmla="*/ 2667660 w 2992697"/>
                <a:gd name="connsiteY1398" fmla="*/ 14591 h 1030680"/>
                <a:gd name="connsiteX1399" fmla="*/ 2665487 w 2992697"/>
                <a:gd name="connsiteY1399" fmla="*/ 9313 h 1030680"/>
                <a:gd name="connsiteX1400" fmla="*/ 2665487 w 2992697"/>
                <a:gd name="connsiteY1400" fmla="*/ 0 h 1030680"/>
                <a:gd name="connsiteX1401" fmla="*/ 2665177 w 2992697"/>
                <a:gd name="connsiteY1401" fmla="*/ 0 h 1030680"/>
                <a:gd name="connsiteX1402" fmla="*/ 2665177 w 2992697"/>
                <a:gd name="connsiteY1402" fmla="*/ 0 h 1030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</a:cxnLst>
              <a:rect l="l" t="t" r="r" b="b"/>
              <a:pathLst>
                <a:path w="2992697" h="1030680">
                  <a:moveTo>
                    <a:pt x="7140" y="256428"/>
                  </a:moveTo>
                  <a:lnTo>
                    <a:pt x="26077" y="261706"/>
                  </a:lnTo>
                  <a:lnTo>
                    <a:pt x="38495" y="271330"/>
                  </a:lnTo>
                  <a:lnTo>
                    <a:pt x="49050" y="279712"/>
                  </a:lnTo>
                  <a:lnTo>
                    <a:pt x="60537" y="291198"/>
                  </a:lnTo>
                  <a:lnTo>
                    <a:pt x="71092" y="299580"/>
                  </a:lnTo>
                  <a:lnTo>
                    <a:pt x="71092" y="296476"/>
                  </a:lnTo>
                  <a:lnTo>
                    <a:pt x="77301" y="296476"/>
                  </a:lnTo>
                  <a:lnTo>
                    <a:pt x="77301" y="299580"/>
                  </a:lnTo>
                  <a:lnTo>
                    <a:pt x="78232" y="303926"/>
                  </a:lnTo>
                  <a:lnTo>
                    <a:pt x="82268" y="309204"/>
                  </a:lnTo>
                  <a:lnTo>
                    <a:pt x="84441" y="316655"/>
                  </a:lnTo>
                  <a:lnTo>
                    <a:pt x="76991" y="316655"/>
                  </a:lnTo>
                  <a:lnTo>
                    <a:pt x="72955" y="316655"/>
                  </a:lnTo>
                  <a:lnTo>
                    <a:pt x="72955" y="318828"/>
                  </a:lnTo>
                  <a:lnTo>
                    <a:pt x="70782" y="318828"/>
                  </a:lnTo>
                  <a:lnTo>
                    <a:pt x="67677" y="318828"/>
                  </a:lnTo>
                  <a:lnTo>
                    <a:pt x="63641" y="321001"/>
                  </a:lnTo>
                  <a:lnTo>
                    <a:pt x="49050" y="309514"/>
                  </a:lnTo>
                  <a:lnTo>
                    <a:pt x="34460" y="304237"/>
                  </a:lnTo>
                  <a:lnTo>
                    <a:pt x="16764" y="299891"/>
                  </a:lnTo>
                  <a:lnTo>
                    <a:pt x="0" y="291509"/>
                  </a:lnTo>
                  <a:lnTo>
                    <a:pt x="6209" y="286231"/>
                  </a:lnTo>
                  <a:lnTo>
                    <a:pt x="7140" y="280022"/>
                  </a:lnTo>
                  <a:lnTo>
                    <a:pt x="6209" y="274745"/>
                  </a:lnTo>
                  <a:lnTo>
                    <a:pt x="6209" y="266983"/>
                  </a:lnTo>
                  <a:lnTo>
                    <a:pt x="7140" y="256428"/>
                  </a:lnTo>
                  <a:lnTo>
                    <a:pt x="7140" y="256428"/>
                  </a:lnTo>
                  <a:lnTo>
                    <a:pt x="7140" y="256428"/>
                  </a:lnTo>
                  <a:close/>
                  <a:moveTo>
                    <a:pt x="1275001" y="248978"/>
                  </a:moveTo>
                  <a:lnTo>
                    <a:pt x="1279037" y="248978"/>
                  </a:lnTo>
                  <a:lnTo>
                    <a:pt x="1282141" y="249909"/>
                  </a:lnTo>
                  <a:lnTo>
                    <a:pt x="1284314" y="252082"/>
                  </a:lnTo>
                  <a:lnTo>
                    <a:pt x="1286487" y="254255"/>
                  </a:lnTo>
                  <a:lnTo>
                    <a:pt x="1287419" y="256428"/>
                  </a:lnTo>
                  <a:lnTo>
                    <a:pt x="1287419" y="257670"/>
                  </a:lnTo>
                  <a:lnTo>
                    <a:pt x="1287419" y="259843"/>
                  </a:lnTo>
                  <a:lnTo>
                    <a:pt x="1289592" y="264189"/>
                  </a:lnTo>
                  <a:lnTo>
                    <a:pt x="1282141" y="264189"/>
                  </a:lnTo>
                  <a:lnTo>
                    <a:pt x="1279037" y="265121"/>
                  </a:lnTo>
                  <a:lnTo>
                    <a:pt x="1275001" y="265121"/>
                  </a:lnTo>
                  <a:lnTo>
                    <a:pt x="1271896" y="267294"/>
                  </a:lnTo>
                  <a:lnTo>
                    <a:pt x="1265687" y="267294"/>
                  </a:lnTo>
                  <a:lnTo>
                    <a:pt x="1265687" y="264189"/>
                  </a:lnTo>
                  <a:lnTo>
                    <a:pt x="1262583" y="264189"/>
                  </a:lnTo>
                  <a:lnTo>
                    <a:pt x="1262583" y="250530"/>
                  </a:lnTo>
                  <a:lnTo>
                    <a:pt x="1267861" y="250530"/>
                  </a:lnTo>
                  <a:lnTo>
                    <a:pt x="1273138" y="249598"/>
                  </a:lnTo>
                  <a:lnTo>
                    <a:pt x="1275001" y="249598"/>
                  </a:lnTo>
                  <a:lnTo>
                    <a:pt x="1275001" y="248978"/>
                  </a:lnTo>
                  <a:lnTo>
                    <a:pt x="1275001" y="248978"/>
                  </a:lnTo>
                  <a:close/>
                  <a:moveTo>
                    <a:pt x="63641" y="239664"/>
                  </a:moveTo>
                  <a:lnTo>
                    <a:pt x="80405" y="239664"/>
                  </a:lnTo>
                  <a:lnTo>
                    <a:pt x="80405" y="242769"/>
                  </a:lnTo>
                  <a:lnTo>
                    <a:pt x="77301" y="242769"/>
                  </a:lnTo>
                  <a:lnTo>
                    <a:pt x="73265" y="242769"/>
                  </a:lnTo>
                  <a:lnTo>
                    <a:pt x="71092" y="244942"/>
                  </a:lnTo>
                  <a:lnTo>
                    <a:pt x="70161" y="244942"/>
                  </a:lnTo>
                  <a:lnTo>
                    <a:pt x="70161" y="244942"/>
                  </a:lnTo>
                  <a:lnTo>
                    <a:pt x="67988" y="244942"/>
                  </a:lnTo>
                  <a:lnTo>
                    <a:pt x="65815" y="242769"/>
                  </a:lnTo>
                  <a:lnTo>
                    <a:pt x="63641" y="239664"/>
                  </a:lnTo>
                  <a:lnTo>
                    <a:pt x="63641" y="239664"/>
                  </a:lnTo>
                  <a:lnTo>
                    <a:pt x="63641" y="239664"/>
                  </a:lnTo>
                  <a:close/>
                  <a:moveTo>
                    <a:pt x="1790651" y="213276"/>
                  </a:moveTo>
                  <a:lnTo>
                    <a:pt x="1803069" y="213276"/>
                  </a:lnTo>
                  <a:lnTo>
                    <a:pt x="1807105" y="228178"/>
                  </a:lnTo>
                  <a:lnTo>
                    <a:pt x="1810209" y="237801"/>
                  </a:lnTo>
                  <a:lnTo>
                    <a:pt x="1817660" y="242148"/>
                  </a:lnTo>
                  <a:lnTo>
                    <a:pt x="1830078" y="247425"/>
                  </a:lnTo>
                  <a:lnTo>
                    <a:pt x="1824800" y="269467"/>
                  </a:lnTo>
                  <a:lnTo>
                    <a:pt x="1817350" y="291509"/>
                  </a:lnTo>
                  <a:lnTo>
                    <a:pt x="1806794" y="307341"/>
                  </a:lnTo>
                  <a:lnTo>
                    <a:pt x="1806794" y="287162"/>
                  </a:lnTo>
                  <a:lnTo>
                    <a:pt x="1782890" y="287162"/>
                  </a:lnTo>
                  <a:lnTo>
                    <a:pt x="1785063" y="263879"/>
                  </a:lnTo>
                  <a:lnTo>
                    <a:pt x="1787236" y="241837"/>
                  </a:lnTo>
                  <a:lnTo>
                    <a:pt x="1790651" y="213276"/>
                  </a:lnTo>
                  <a:lnTo>
                    <a:pt x="1790651" y="213276"/>
                  </a:lnTo>
                  <a:lnTo>
                    <a:pt x="1790651" y="213276"/>
                  </a:lnTo>
                  <a:close/>
                  <a:moveTo>
                    <a:pt x="2941784" y="165778"/>
                  </a:moveTo>
                  <a:lnTo>
                    <a:pt x="2945820" y="165778"/>
                  </a:lnTo>
                  <a:lnTo>
                    <a:pt x="2945820" y="170124"/>
                  </a:lnTo>
                  <a:lnTo>
                    <a:pt x="2946751" y="175402"/>
                  </a:lnTo>
                  <a:lnTo>
                    <a:pt x="2948925" y="177575"/>
                  </a:lnTo>
                  <a:lnTo>
                    <a:pt x="2951098" y="180679"/>
                  </a:lnTo>
                  <a:lnTo>
                    <a:pt x="2953271" y="182853"/>
                  </a:lnTo>
                  <a:lnTo>
                    <a:pt x="2956375" y="185957"/>
                  </a:lnTo>
                  <a:lnTo>
                    <a:pt x="2960411" y="182853"/>
                  </a:lnTo>
                  <a:lnTo>
                    <a:pt x="2961342" y="178506"/>
                  </a:lnTo>
                  <a:lnTo>
                    <a:pt x="2963515" y="177575"/>
                  </a:lnTo>
                  <a:lnTo>
                    <a:pt x="2967551" y="177575"/>
                  </a:lnTo>
                  <a:lnTo>
                    <a:pt x="2972829" y="175402"/>
                  </a:lnTo>
                  <a:lnTo>
                    <a:pt x="2975933" y="185957"/>
                  </a:lnTo>
                  <a:lnTo>
                    <a:pt x="2982142" y="193408"/>
                  </a:lnTo>
                  <a:lnTo>
                    <a:pt x="2987420" y="200858"/>
                  </a:lnTo>
                  <a:lnTo>
                    <a:pt x="2990524" y="210482"/>
                  </a:lnTo>
                  <a:lnTo>
                    <a:pt x="2992697" y="223211"/>
                  </a:lnTo>
                  <a:lnTo>
                    <a:pt x="2992697" y="225384"/>
                  </a:lnTo>
                  <a:lnTo>
                    <a:pt x="2990524" y="227557"/>
                  </a:lnTo>
                  <a:lnTo>
                    <a:pt x="2990524" y="228488"/>
                  </a:lnTo>
                  <a:lnTo>
                    <a:pt x="2990524" y="230661"/>
                  </a:lnTo>
                  <a:lnTo>
                    <a:pt x="2990524" y="232834"/>
                  </a:lnTo>
                  <a:lnTo>
                    <a:pt x="2989593" y="235939"/>
                  </a:lnTo>
                  <a:lnTo>
                    <a:pt x="2978106" y="243390"/>
                  </a:lnTo>
                  <a:lnTo>
                    <a:pt x="2961342" y="250840"/>
                  </a:lnTo>
                  <a:lnTo>
                    <a:pt x="2941474" y="255186"/>
                  </a:lnTo>
                  <a:lnTo>
                    <a:pt x="2921605" y="258291"/>
                  </a:lnTo>
                  <a:lnTo>
                    <a:pt x="2904841" y="260464"/>
                  </a:lnTo>
                  <a:lnTo>
                    <a:pt x="2907014" y="250840"/>
                  </a:lnTo>
                  <a:lnTo>
                    <a:pt x="2909187" y="247736"/>
                  </a:lnTo>
                  <a:lnTo>
                    <a:pt x="2911360" y="243390"/>
                  </a:lnTo>
                  <a:lnTo>
                    <a:pt x="2912292" y="242458"/>
                  </a:lnTo>
                  <a:lnTo>
                    <a:pt x="2914465" y="242458"/>
                  </a:lnTo>
                  <a:lnTo>
                    <a:pt x="2918501" y="240285"/>
                  </a:lnTo>
                  <a:lnTo>
                    <a:pt x="2919432" y="240285"/>
                  </a:lnTo>
                  <a:lnTo>
                    <a:pt x="2921605" y="238112"/>
                  </a:lnTo>
                  <a:lnTo>
                    <a:pt x="2925641" y="235939"/>
                  </a:lnTo>
                  <a:lnTo>
                    <a:pt x="2930919" y="221037"/>
                  </a:lnTo>
                  <a:lnTo>
                    <a:pt x="2930919" y="206136"/>
                  </a:lnTo>
                  <a:lnTo>
                    <a:pt x="2928746" y="192476"/>
                  </a:lnTo>
                  <a:lnTo>
                    <a:pt x="2931850" y="180990"/>
                  </a:lnTo>
                  <a:lnTo>
                    <a:pt x="2941163" y="170435"/>
                  </a:lnTo>
                  <a:lnTo>
                    <a:pt x="2941163" y="165778"/>
                  </a:lnTo>
                  <a:lnTo>
                    <a:pt x="2941784" y="165778"/>
                  </a:lnTo>
                  <a:lnTo>
                    <a:pt x="2941784" y="165778"/>
                  </a:lnTo>
                  <a:close/>
                  <a:moveTo>
                    <a:pt x="148083" y="158327"/>
                  </a:moveTo>
                  <a:lnTo>
                    <a:pt x="167951" y="180369"/>
                  </a:lnTo>
                  <a:lnTo>
                    <a:pt x="193097" y="197133"/>
                  </a:lnTo>
                  <a:lnTo>
                    <a:pt x="224452" y="209861"/>
                  </a:lnTo>
                  <a:lnTo>
                    <a:pt x="226625" y="227867"/>
                  </a:lnTo>
                  <a:lnTo>
                    <a:pt x="231903" y="241527"/>
                  </a:lnTo>
                  <a:lnTo>
                    <a:pt x="237181" y="248978"/>
                  </a:lnTo>
                  <a:lnTo>
                    <a:pt x="244631" y="256428"/>
                  </a:lnTo>
                  <a:lnTo>
                    <a:pt x="252082" y="266983"/>
                  </a:lnTo>
                  <a:lnTo>
                    <a:pt x="239664" y="269157"/>
                  </a:lnTo>
                  <a:lnTo>
                    <a:pt x="227246" y="271330"/>
                  </a:lnTo>
                  <a:lnTo>
                    <a:pt x="215760" y="276607"/>
                  </a:lnTo>
                  <a:lnTo>
                    <a:pt x="208309" y="284058"/>
                  </a:lnTo>
                  <a:lnTo>
                    <a:pt x="207378" y="287162"/>
                  </a:lnTo>
                  <a:lnTo>
                    <a:pt x="205205" y="291509"/>
                  </a:lnTo>
                  <a:lnTo>
                    <a:pt x="203032" y="294613"/>
                  </a:lnTo>
                  <a:lnTo>
                    <a:pt x="200858" y="296786"/>
                  </a:lnTo>
                  <a:lnTo>
                    <a:pt x="197754" y="299891"/>
                  </a:lnTo>
                  <a:lnTo>
                    <a:pt x="186267" y="302064"/>
                  </a:lnTo>
                  <a:lnTo>
                    <a:pt x="170745" y="304237"/>
                  </a:lnTo>
                  <a:lnTo>
                    <a:pt x="151808" y="302064"/>
                  </a:lnTo>
                  <a:lnTo>
                    <a:pt x="137217" y="299891"/>
                  </a:lnTo>
                  <a:lnTo>
                    <a:pt x="134113" y="289335"/>
                  </a:lnTo>
                  <a:lnTo>
                    <a:pt x="131939" y="281885"/>
                  </a:lnTo>
                  <a:lnTo>
                    <a:pt x="129766" y="276607"/>
                  </a:lnTo>
                  <a:lnTo>
                    <a:pt x="124489" y="266983"/>
                  </a:lnTo>
                  <a:lnTo>
                    <a:pt x="148393" y="259533"/>
                  </a:lnTo>
                  <a:lnTo>
                    <a:pt x="148393" y="256428"/>
                  </a:lnTo>
                  <a:lnTo>
                    <a:pt x="129456" y="254255"/>
                  </a:lnTo>
                  <a:lnTo>
                    <a:pt x="117038" y="249909"/>
                  </a:lnTo>
                  <a:lnTo>
                    <a:pt x="107725" y="242458"/>
                  </a:lnTo>
                  <a:lnTo>
                    <a:pt x="106793" y="237181"/>
                  </a:lnTo>
                  <a:lnTo>
                    <a:pt x="102758" y="231903"/>
                  </a:lnTo>
                  <a:lnTo>
                    <a:pt x="100584" y="226625"/>
                  </a:lnTo>
                  <a:lnTo>
                    <a:pt x="100584" y="220417"/>
                  </a:lnTo>
                  <a:lnTo>
                    <a:pt x="100584" y="217312"/>
                  </a:lnTo>
                  <a:lnTo>
                    <a:pt x="100584" y="212966"/>
                  </a:lnTo>
                  <a:lnTo>
                    <a:pt x="102758" y="212966"/>
                  </a:lnTo>
                  <a:lnTo>
                    <a:pt x="104931" y="212034"/>
                  </a:lnTo>
                  <a:lnTo>
                    <a:pt x="107104" y="212034"/>
                  </a:lnTo>
                  <a:lnTo>
                    <a:pt x="108035" y="212034"/>
                  </a:lnTo>
                  <a:lnTo>
                    <a:pt x="112071" y="209861"/>
                  </a:lnTo>
                  <a:lnTo>
                    <a:pt x="113623" y="204894"/>
                  </a:lnTo>
                  <a:lnTo>
                    <a:pt x="113623" y="198685"/>
                  </a:lnTo>
                  <a:lnTo>
                    <a:pt x="113623" y="195581"/>
                  </a:lnTo>
                  <a:lnTo>
                    <a:pt x="114554" y="193408"/>
                  </a:lnTo>
                  <a:lnTo>
                    <a:pt x="116728" y="190303"/>
                  </a:lnTo>
                  <a:lnTo>
                    <a:pt x="118901" y="190303"/>
                  </a:lnTo>
                  <a:lnTo>
                    <a:pt x="121074" y="188130"/>
                  </a:lnTo>
                  <a:lnTo>
                    <a:pt x="122005" y="188130"/>
                  </a:lnTo>
                  <a:lnTo>
                    <a:pt x="124178" y="188130"/>
                  </a:lnTo>
                  <a:lnTo>
                    <a:pt x="127283" y="185957"/>
                  </a:lnTo>
                  <a:lnTo>
                    <a:pt x="129456" y="178506"/>
                  </a:lnTo>
                  <a:lnTo>
                    <a:pt x="131629" y="173229"/>
                  </a:lnTo>
                  <a:lnTo>
                    <a:pt x="133802" y="167951"/>
                  </a:lnTo>
                  <a:lnTo>
                    <a:pt x="136907" y="162674"/>
                  </a:lnTo>
                  <a:lnTo>
                    <a:pt x="139080" y="160500"/>
                  </a:lnTo>
                  <a:lnTo>
                    <a:pt x="141253" y="160500"/>
                  </a:lnTo>
                  <a:lnTo>
                    <a:pt x="142184" y="158327"/>
                  </a:lnTo>
                  <a:lnTo>
                    <a:pt x="144357" y="158327"/>
                  </a:lnTo>
                  <a:lnTo>
                    <a:pt x="148083" y="158327"/>
                  </a:lnTo>
                  <a:lnTo>
                    <a:pt x="148083" y="158327"/>
                  </a:lnTo>
                  <a:lnTo>
                    <a:pt x="148083" y="158327"/>
                  </a:lnTo>
                  <a:close/>
                  <a:moveTo>
                    <a:pt x="1222846" y="138148"/>
                  </a:moveTo>
                  <a:lnTo>
                    <a:pt x="1228124" y="140322"/>
                  </a:lnTo>
                  <a:lnTo>
                    <a:pt x="1233401" y="141253"/>
                  </a:lnTo>
                  <a:lnTo>
                    <a:pt x="1236506" y="143426"/>
                  </a:lnTo>
                  <a:lnTo>
                    <a:pt x="1242714" y="145599"/>
                  </a:lnTo>
                  <a:lnTo>
                    <a:pt x="1242714" y="150877"/>
                  </a:lnTo>
                  <a:lnTo>
                    <a:pt x="1243646" y="155223"/>
                  </a:lnTo>
                  <a:lnTo>
                    <a:pt x="1243646" y="158327"/>
                  </a:lnTo>
                  <a:lnTo>
                    <a:pt x="1245819" y="162674"/>
                  </a:lnTo>
                  <a:lnTo>
                    <a:pt x="1233401" y="162674"/>
                  </a:lnTo>
                  <a:lnTo>
                    <a:pt x="1231228" y="158327"/>
                  </a:lnTo>
                  <a:lnTo>
                    <a:pt x="1229055" y="155223"/>
                  </a:lnTo>
                  <a:lnTo>
                    <a:pt x="1225950" y="150877"/>
                  </a:lnTo>
                  <a:lnTo>
                    <a:pt x="1223777" y="148704"/>
                  </a:lnTo>
                  <a:lnTo>
                    <a:pt x="1223777" y="143426"/>
                  </a:lnTo>
                  <a:lnTo>
                    <a:pt x="1222846" y="138148"/>
                  </a:lnTo>
                  <a:lnTo>
                    <a:pt x="1222846" y="138148"/>
                  </a:lnTo>
                  <a:lnTo>
                    <a:pt x="1222846" y="138148"/>
                  </a:lnTo>
                  <a:close/>
                  <a:moveTo>
                    <a:pt x="1730114" y="113934"/>
                  </a:moveTo>
                  <a:lnTo>
                    <a:pt x="1736323" y="123557"/>
                  </a:lnTo>
                  <a:lnTo>
                    <a:pt x="1741601" y="141563"/>
                  </a:lnTo>
                  <a:lnTo>
                    <a:pt x="1749051" y="158327"/>
                  </a:lnTo>
                  <a:lnTo>
                    <a:pt x="1758365" y="175091"/>
                  </a:lnTo>
                  <a:lnTo>
                    <a:pt x="1763642" y="182542"/>
                  </a:lnTo>
                  <a:lnTo>
                    <a:pt x="1766747" y="178196"/>
                  </a:lnTo>
                  <a:lnTo>
                    <a:pt x="1768920" y="177265"/>
                  </a:lnTo>
                  <a:lnTo>
                    <a:pt x="1772956" y="177265"/>
                  </a:lnTo>
                  <a:lnTo>
                    <a:pt x="1776060" y="175091"/>
                  </a:lnTo>
                  <a:lnTo>
                    <a:pt x="1783511" y="175091"/>
                  </a:lnTo>
                  <a:lnTo>
                    <a:pt x="1783511" y="178196"/>
                  </a:lnTo>
                  <a:lnTo>
                    <a:pt x="1787547" y="178196"/>
                  </a:lnTo>
                  <a:lnTo>
                    <a:pt x="1787547" y="189682"/>
                  </a:lnTo>
                  <a:lnTo>
                    <a:pt x="1759296" y="192787"/>
                  </a:lnTo>
                  <a:lnTo>
                    <a:pt x="1756192" y="222279"/>
                  </a:lnTo>
                  <a:lnTo>
                    <a:pt x="1746878" y="246494"/>
                  </a:lnTo>
                  <a:lnTo>
                    <a:pt x="1739428" y="270709"/>
                  </a:lnTo>
                  <a:lnTo>
                    <a:pt x="1736323" y="290888"/>
                  </a:lnTo>
                  <a:lnTo>
                    <a:pt x="1734150" y="311067"/>
                  </a:lnTo>
                  <a:lnTo>
                    <a:pt x="1734150" y="327831"/>
                  </a:lnTo>
                  <a:lnTo>
                    <a:pt x="1730114" y="343664"/>
                  </a:lnTo>
                  <a:lnTo>
                    <a:pt x="1727010" y="343664"/>
                  </a:lnTo>
                  <a:lnTo>
                    <a:pt x="1727010" y="340559"/>
                  </a:lnTo>
                  <a:lnTo>
                    <a:pt x="1721732" y="333108"/>
                  </a:lnTo>
                  <a:lnTo>
                    <a:pt x="1712419" y="323485"/>
                  </a:lnTo>
                  <a:lnTo>
                    <a:pt x="1701864" y="310756"/>
                  </a:lnTo>
                  <a:lnTo>
                    <a:pt x="1692550" y="298028"/>
                  </a:lnTo>
                  <a:lnTo>
                    <a:pt x="1685100" y="285300"/>
                  </a:lnTo>
                  <a:lnTo>
                    <a:pt x="1681064" y="273813"/>
                  </a:lnTo>
                  <a:lnTo>
                    <a:pt x="1683237" y="266363"/>
                  </a:lnTo>
                  <a:lnTo>
                    <a:pt x="1687273" y="264189"/>
                  </a:lnTo>
                  <a:lnTo>
                    <a:pt x="1690377" y="264189"/>
                  </a:lnTo>
                  <a:lnTo>
                    <a:pt x="1692550" y="264189"/>
                  </a:lnTo>
                  <a:lnTo>
                    <a:pt x="1694723" y="264189"/>
                  </a:lnTo>
                  <a:lnTo>
                    <a:pt x="1695655" y="264189"/>
                  </a:lnTo>
                  <a:lnTo>
                    <a:pt x="1697828" y="264189"/>
                  </a:lnTo>
                  <a:lnTo>
                    <a:pt x="1700001" y="263879"/>
                  </a:lnTo>
                  <a:lnTo>
                    <a:pt x="1703106" y="259533"/>
                  </a:lnTo>
                  <a:lnTo>
                    <a:pt x="1700001" y="259533"/>
                  </a:lnTo>
                  <a:lnTo>
                    <a:pt x="1700001" y="256428"/>
                  </a:lnTo>
                  <a:lnTo>
                    <a:pt x="1683237" y="254255"/>
                  </a:lnTo>
                  <a:lnTo>
                    <a:pt x="1673924" y="248978"/>
                  </a:lnTo>
                  <a:lnTo>
                    <a:pt x="1666473" y="239354"/>
                  </a:lnTo>
                  <a:lnTo>
                    <a:pt x="1673924" y="237181"/>
                  </a:lnTo>
                  <a:lnTo>
                    <a:pt x="1680132" y="235007"/>
                  </a:lnTo>
                  <a:lnTo>
                    <a:pt x="1683237" y="234076"/>
                  </a:lnTo>
                  <a:lnTo>
                    <a:pt x="1687273" y="231903"/>
                  </a:lnTo>
                  <a:lnTo>
                    <a:pt x="1690377" y="229730"/>
                  </a:lnTo>
                  <a:lnTo>
                    <a:pt x="1694413" y="226625"/>
                  </a:lnTo>
                  <a:lnTo>
                    <a:pt x="1694413" y="222279"/>
                  </a:lnTo>
                  <a:lnTo>
                    <a:pt x="1679822" y="222279"/>
                  </a:lnTo>
                  <a:lnTo>
                    <a:pt x="1675786" y="224452"/>
                  </a:lnTo>
                  <a:lnTo>
                    <a:pt x="1672682" y="224452"/>
                  </a:lnTo>
                  <a:lnTo>
                    <a:pt x="1668646" y="226625"/>
                  </a:lnTo>
                  <a:lnTo>
                    <a:pt x="1663369" y="226625"/>
                  </a:lnTo>
                  <a:lnTo>
                    <a:pt x="1654055" y="209861"/>
                  </a:lnTo>
                  <a:lnTo>
                    <a:pt x="1643500" y="193097"/>
                  </a:lnTo>
                  <a:lnTo>
                    <a:pt x="1644431" y="187820"/>
                  </a:lnTo>
                  <a:lnTo>
                    <a:pt x="1644431" y="184715"/>
                  </a:lnTo>
                  <a:lnTo>
                    <a:pt x="1646604" y="182542"/>
                  </a:lnTo>
                  <a:lnTo>
                    <a:pt x="1648778" y="178196"/>
                  </a:lnTo>
                  <a:lnTo>
                    <a:pt x="1648778" y="175091"/>
                  </a:lnTo>
                  <a:lnTo>
                    <a:pt x="1650951" y="169814"/>
                  </a:lnTo>
                  <a:lnTo>
                    <a:pt x="1646915" y="169814"/>
                  </a:lnTo>
                  <a:lnTo>
                    <a:pt x="1646915" y="165468"/>
                  </a:lnTo>
                  <a:lnTo>
                    <a:pt x="1643810" y="167641"/>
                  </a:lnTo>
                  <a:lnTo>
                    <a:pt x="1641637" y="167641"/>
                  </a:lnTo>
                  <a:lnTo>
                    <a:pt x="1639464" y="167641"/>
                  </a:lnTo>
                  <a:lnTo>
                    <a:pt x="1639464" y="167641"/>
                  </a:lnTo>
                  <a:lnTo>
                    <a:pt x="1637291" y="167641"/>
                  </a:lnTo>
                  <a:lnTo>
                    <a:pt x="1637291" y="165468"/>
                  </a:lnTo>
                  <a:lnTo>
                    <a:pt x="1634187" y="162363"/>
                  </a:lnTo>
                  <a:lnTo>
                    <a:pt x="1632013" y="158017"/>
                  </a:lnTo>
                  <a:lnTo>
                    <a:pt x="1629840" y="154912"/>
                  </a:lnTo>
                  <a:lnTo>
                    <a:pt x="1628909" y="152739"/>
                  </a:lnTo>
                  <a:lnTo>
                    <a:pt x="1628909" y="147462"/>
                  </a:lnTo>
                  <a:lnTo>
                    <a:pt x="1626736" y="141253"/>
                  </a:lnTo>
                  <a:lnTo>
                    <a:pt x="1646604" y="128525"/>
                  </a:lnTo>
                  <a:lnTo>
                    <a:pt x="1666473" y="117969"/>
                  </a:lnTo>
                  <a:lnTo>
                    <a:pt x="1668646" y="123247"/>
                  </a:lnTo>
                  <a:lnTo>
                    <a:pt x="1670819" y="128525"/>
                  </a:lnTo>
                  <a:lnTo>
                    <a:pt x="1672992" y="130698"/>
                  </a:lnTo>
                  <a:lnTo>
                    <a:pt x="1676097" y="132871"/>
                  </a:lnTo>
                  <a:lnTo>
                    <a:pt x="1678270" y="132871"/>
                  </a:lnTo>
                  <a:lnTo>
                    <a:pt x="1680443" y="133802"/>
                  </a:lnTo>
                  <a:lnTo>
                    <a:pt x="1683547" y="135975"/>
                  </a:lnTo>
                  <a:lnTo>
                    <a:pt x="1687583" y="138148"/>
                  </a:lnTo>
                  <a:lnTo>
                    <a:pt x="1690688" y="148704"/>
                  </a:lnTo>
                  <a:lnTo>
                    <a:pt x="1692861" y="162363"/>
                  </a:lnTo>
                  <a:lnTo>
                    <a:pt x="1695034" y="175091"/>
                  </a:lnTo>
                  <a:lnTo>
                    <a:pt x="1703416" y="175091"/>
                  </a:lnTo>
                  <a:lnTo>
                    <a:pt x="1703416" y="165468"/>
                  </a:lnTo>
                  <a:lnTo>
                    <a:pt x="1700311" y="154912"/>
                  </a:lnTo>
                  <a:lnTo>
                    <a:pt x="1700311" y="141253"/>
                  </a:lnTo>
                  <a:lnTo>
                    <a:pt x="1703416" y="128525"/>
                  </a:lnTo>
                  <a:lnTo>
                    <a:pt x="1707452" y="117969"/>
                  </a:lnTo>
                  <a:lnTo>
                    <a:pt x="1730114" y="113934"/>
                  </a:lnTo>
                  <a:lnTo>
                    <a:pt x="1730114" y="113934"/>
                  </a:lnTo>
                  <a:lnTo>
                    <a:pt x="1730114" y="113934"/>
                  </a:lnTo>
                  <a:close/>
                  <a:moveTo>
                    <a:pt x="2755827" y="104620"/>
                  </a:moveTo>
                  <a:lnTo>
                    <a:pt x="2761105" y="108966"/>
                  </a:lnTo>
                  <a:lnTo>
                    <a:pt x="2765140" y="112071"/>
                  </a:lnTo>
                  <a:lnTo>
                    <a:pt x="2770418" y="112071"/>
                  </a:lnTo>
                  <a:lnTo>
                    <a:pt x="2775696" y="112071"/>
                  </a:lnTo>
                  <a:lnTo>
                    <a:pt x="2785009" y="114244"/>
                  </a:lnTo>
                  <a:lnTo>
                    <a:pt x="2782836" y="118590"/>
                  </a:lnTo>
                  <a:lnTo>
                    <a:pt x="2782836" y="119522"/>
                  </a:lnTo>
                  <a:lnTo>
                    <a:pt x="2782836" y="121695"/>
                  </a:lnTo>
                  <a:lnTo>
                    <a:pt x="2781905" y="123868"/>
                  </a:lnTo>
                  <a:lnTo>
                    <a:pt x="2781905" y="126041"/>
                  </a:lnTo>
                  <a:lnTo>
                    <a:pt x="2768245" y="133492"/>
                  </a:lnTo>
                  <a:lnTo>
                    <a:pt x="2750550" y="136596"/>
                  </a:lnTo>
                  <a:lnTo>
                    <a:pt x="2731613" y="138769"/>
                  </a:lnTo>
                  <a:lnTo>
                    <a:pt x="2730681" y="134423"/>
                  </a:lnTo>
                  <a:lnTo>
                    <a:pt x="2730681" y="131319"/>
                  </a:lnTo>
                  <a:lnTo>
                    <a:pt x="2728508" y="126972"/>
                  </a:lnTo>
                  <a:lnTo>
                    <a:pt x="2728508" y="121695"/>
                  </a:lnTo>
                  <a:lnTo>
                    <a:pt x="2733786" y="118590"/>
                  </a:lnTo>
                  <a:lnTo>
                    <a:pt x="2737821" y="114244"/>
                  </a:lnTo>
                  <a:lnTo>
                    <a:pt x="2740926" y="112071"/>
                  </a:lnTo>
                  <a:lnTo>
                    <a:pt x="2744961" y="108966"/>
                  </a:lnTo>
                  <a:lnTo>
                    <a:pt x="2748066" y="106793"/>
                  </a:lnTo>
                  <a:lnTo>
                    <a:pt x="2755827" y="104620"/>
                  </a:lnTo>
                  <a:lnTo>
                    <a:pt x="2755827" y="104620"/>
                  </a:lnTo>
                  <a:lnTo>
                    <a:pt x="2755827" y="104620"/>
                  </a:lnTo>
                  <a:close/>
                  <a:moveTo>
                    <a:pt x="2195472" y="104620"/>
                  </a:moveTo>
                  <a:lnTo>
                    <a:pt x="2210063" y="106793"/>
                  </a:lnTo>
                  <a:lnTo>
                    <a:pt x="2220619" y="112071"/>
                  </a:lnTo>
                  <a:lnTo>
                    <a:pt x="2231174" y="118280"/>
                  </a:lnTo>
                  <a:lnTo>
                    <a:pt x="2228069" y="121384"/>
                  </a:lnTo>
                  <a:lnTo>
                    <a:pt x="2225896" y="126662"/>
                  </a:lnTo>
                  <a:lnTo>
                    <a:pt x="2222792" y="128835"/>
                  </a:lnTo>
                  <a:lnTo>
                    <a:pt x="2217514" y="131008"/>
                  </a:lnTo>
                  <a:lnTo>
                    <a:pt x="2211305" y="133181"/>
                  </a:lnTo>
                  <a:lnTo>
                    <a:pt x="2203855" y="133181"/>
                  </a:lnTo>
                  <a:lnTo>
                    <a:pt x="2198577" y="136286"/>
                  </a:lnTo>
                  <a:lnTo>
                    <a:pt x="2193300" y="136286"/>
                  </a:lnTo>
                  <a:lnTo>
                    <a:pt x="2188022" y="138459"/>
                  </a:lnTo>
                  <a:lnTo>
                    <a:pt x="2180571" y="138459"/>
                  </a:lnTo>
                  <a:lnTo>
                    <a:pt x="2180571" y="126972"/>
                  </a:lnTo>
                  <a:lnTo>
                    <a:pt x="2181502" y="119522"/>
                  </a:lnTo>
                  <a:lnTo>
                    <a:pt x="2188953" y="114244"/>
                  </a:lnTo>
                  <a:lnTo>
                    <a:pt x="2195472" y="104620"/>
                  </a:lnTo>
                  <a:lnTo>
                    <a:pt x="2195472" y="104620"/>
                  </a:lnTo>
                  <a:lnTo>
                    <a:pt x="2195472" y="104620"/>
                  </a:lnTo>
                  <a:close/>
                  <a:moveTo>
                    <a:pt x="798156" y="104620"/>
                  </a:moveTo>
                  <a:lnTo>
                    <a:pt x="812747" y="104620"/>
                  </a:lnTo>
                  <a:lnTo>
                    <a:pt x="815852" y="114244"/>
                  </a:lnTo>
                  <a:lnTo>
                    <a:pt x="819887" y="119522"/>
                  </a:lnTo>
                  <a:lnTo>
                    <a:pt x="822992" y="126972"/>
                  </a:lnTo>
                  <a:lnTo>
                    <a:pt x="825165" y="138459"/>
                  </a:lnTo>
                  <a:lnTo>
                    <a:pt x="822060" y="138459"/>
                  </a:lnTo>
                  <a:lnTo>
                    <a:pt x="810574" y="131008"/>
                  </a:lnTo>
                  <a:lnTo>
                    <a:pt x="803123" y="123557"/>
                  </a:lnTo>
                  <a:lnTo>
                    <a:pt x="797846" y="116107"/>
                  </a:lnTo>
                  <a:lnTo>
                    <a:pt x="797846" y="104620"/>
                  </a:lnTo>
                  <a:lnTo>
                    <a:pt x="798156" y="104620"/>
                  </a:lnTo>
                  <a:lnTo>
                    <a:pt x="798156" y="104620"/>
                  </a:lnTo>
                  <a:close/>
                  <a:moveTo>
                    <a:pt x="2852997" y="81337"/>
                  </a:moveTo>
                  <a:lnTo>
                    <a:pt x="2856101" y="81337"/>
                  </a:lnTo>
                  <a:lnTo>
                    <a:pt x="2860137" y="83510"/>
                  </a:lnTo>
                  <a:lnTo>
                    <a:pt x="2861068" y="83510"/>
                  </a:lnTo>
                  <a:lnTo>
                    <a:pt x="2863241" y="83510"/>
                  </a:lnTo>
                  <a:lnTo>
                    <a:pt x="2865415" y="84441"/>
                  </a:lnTo>
                  <a:lnTo>
                    <a:pt x="2861379" y="88788"/>
                  </a:lnTo>
                  <a:lnTo>
                    <a:pt x="2858274" y="91892"/>
                  </a:lnTo>
                  <a:lnTo>
                    <a:pt x="2856101" y="97170"/>
                  </a:lnTo>
                  <a:lnTo>
                    <a:pt x="2853928" y="101516"/>
                  </a:lnTo>
                  <a:lnTo>
                    <a:pt x="2852997" y="108966"/>
                  </a:lnTo>
                  <a:lnTo>
                    <a:pt x="2856101" y="108966"/>
                  </a:lnTo>
                  <a:lnTo>
                    <a:pt x="2860137" y="103689"/>
                  </a:lnTo>
                  <a:lnTo>
                    <a:pt x="2863241" y="99343"/>
                  </a:lnTo>
                  <a:lnTo>
                    <a:pt x="2867277" y="96238"/>
                  </a:lnTo>
                  <a:lnTo>
                    <a:pt x="2872555" y="94065"/>
                  </a:lnTo>
                  <a:lnTo>
                    <a:pt x="2883110" y="104620"/>
                  </a:lnTo>
                  <a:lnTo>
                    <a:pt x="2896770" y="114244"/>
                  </a:lnTo>
                  <a:lnTo>
                    <a:pt x="2905151" y="121695"/>
                  </a:lnTo>
                  <a:lnTo>
                    <a:pt x="2905151" y="145910"/>
                  </a:lnTo>
                  <a:lnTo>
                    <a:pt x="2911360" y="151187"/>
                  </a:lnTo>
                  <a:lnTo>
                    <a:pt x="2916638" y="155533"/>
                  </a:lnTo>
                  <a:lnTo>
                    <a:pt x="2921916" y="156465"/>
                  </a:lnTo>
                  <a:lnTo>
                    <a:pt x="2925952" y="163915"/>
                  </a:lnTo>
                  <a:lnTo>
                    <a:pt x="2929056" y="178817"/>
                  </a:lnTo>
                  <a:lnTo>
                    <a:pt x="2921605" y="188441"/>
                  </a:lnTo>
                  <a:lnTo>
                    <a:pt x="2918501" y="198064"/>
                  </a:lnTo>
                  <a:lnTo>
                    <a:pt x="2911050" y="203342"/>
                  </a:lnTo>
                  <a:lnTo>
                    <a:pt x="2901737" y="205515"/>
                  </a:lnTo>
                  <a:lnTo>
                    <a:pt x="2884972" y="206446"/>
                  </a:lnTo>
                  <a:lnTo>
                    <a:pt x="2872555" y="195891"/>
                  </a:lnTo>
                  <a:lnTo>
                    <a:pt x="2853618" y="186267"/>
                  </a:lnTo>
                  <a:lnTo>
                    <a:pt x="2833749" y="180990"/>
                  </a:lnTo>
                  <a:lnTo>
                    <a:pt x="2813881" y="173539"/>
                  </a:lnTo>
                  <a:lnTo>
                    <a:pt x="2796185" y="166089"/>
                  </a:lnTo>
                  <a:lnTo>
                    <a:pt x="2784699" y="155533"/>
                  </a:lnTo>
                  <a:lnTo>
                    <a:pt x="2792149" y="151187"/>
                  </a:lnTo>
                  <a:lnTo>
                    <a:pt x="2797427" y="148083"/>
                  </a:lnTo>
                  <a:lnTo>
                    <a:pt x="2801463" y="143736"/>
                  </a:lnTo>
                  <a:lnTo>
                    <a:pt x="2803636" y="138459"/>
                  </a:lnTo>
                  <a:lnTo>
                    <a:pt x="2804567" y="128835"/>
                  </a:lnTo>
                  <a:lnTo>
                    <a:pt x="2803636" y="125731"/>
                  </a:lnTo>
                  <a:lnTo>
                    <a:pt x="2801463" y="119522"/>
                  </a:lnTo>
                  <a:lnTo>
                    <a:pt x="2801463" y="111760"/>
                  </a:lnTo>
                  <a:lnTo>
                    <a:pt x="2801463" y="104310"/>
                  </a:lnTo>
                  <a:lnTo>
                    <a:pt x="2801463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4567" y="101205"/>
                  </a:lnTo>
                  <a:lnTo>
                    <a:pt x="2821331" y="96859"/>
                  </a:lnTo>
                  <a:lnTo>
                    <a:pt x="2839027" y="88477"/>
                  </a:lnTo>
                  <a:lnTo>
                    <a:pt x="2852997" y="81337"/>
                  </a:lnTo>
                  <a:lnTo>
                    <a:pt x="2852997" y="81337"/>
                  </a:lnTo>
                  <a:lnTo>
                    <a:pt x="2852997" y="81337"/>
                  </a:lnTo>
                  <a:close/>
                  <a:moveTo>
                    <a:pt x="2621404" y="76991"/>
                  </a:moveTo>
                  <a:lnTo>
                    <a:pt x="2631959" y="76991"/>
                  </a:lnTo>
                  <a:lnTo>
                    <a:pt x="2646550" y="91892"/>
                  </a:lnTo>
                  <a:lnTo>
                    <a:pt x="2665487" y="104620"/>
                  </a:lnTo>
                  <a:lnTo>
                    <a:pt x="2665487" y="108656"/>
                  </a:lnTo>
                  <a:lnTo>
                    <a:pt x="2661451" y="108656"/>
                  </a:lnTo>
                  <a:lnTo>
                    <a:pt x="2661451" y="113934"/>
                  </a:lnTo>
                  <a:lnTo>
                    <a:pt x="2643756" y="104310"/>
                  </a:lnTo>
                  <a:lnTo>
                    <a:pt x="2631338" y="91582"/>
                  </a:lnTo>
                  <a:lnTo>
                    <a:pt x="2621404" y="76991"/>
                  </a:lnTo>
                  <a:lnTo>
                    <a:pt x="2621404" y="76991"/>
                  </a:lnTo>
                  <a:lnTo>
                    <a:pt x="2621404" y="76991"/>
                  </a:lnTo>
                  <a:close/>
                  <a:moveTo>
                    <a:pt x="2255078" y="71713"/>
                  </a:moveTo>
                  <a:lnTo>
                    <a:pt x="2269669" y="76059"/>
                  </a:lnTo>
                  <a:lnTo>
                    <a:pt x="2281155" y="79164"/>
                  </a:lnTo>
                  <a:lnTo>
                    <a:pt x="2291711" y="84441"/>
                  </a:lnTo>
                  <a:lnTo>
                    <a:pt x="2291711" y="94065"/>
                  </a:lnTo>
                  <a:lnTo>
                    <a:pt x="2282397" y="96238"/>
                  </a:lnTo>
                  <a:lnTo>
                    <a:pt x="2274015" y="99343"/>
                  </a:lnTo>
                  <a:lnTo>
                    <a:pt x="2260356" y="101516"/>
                  </a:lnTo>
                  <a:lnTo>
                    <a:pt x="2255078" y="103689"/>
                  </a:lnTo>
                  <a:lnTo>
                    <a:pt x="2251974" y="104620"/>
                  </a:lnTo>
                  <a:lnTo>
                    <a:pt x="2245765" y="104620"/>
                  </a:lnTo>
                  <a:lnTo>
                    <a:pt x="2240487" y="104620"/>
                  </a:lnTo>
                  <a:lnTo>
                    <a:pt x="2240487" y="94065"/>
                  </a:lnTo>
                  <a:lnTo>
                    <a:pt x="2244523" y="88788"/>
                  </a:lnTo>
                  <a:lnTo>
                    <a:pt x="2249800" y="81337"/>
                  </a:lnTo>
                  <a:lnTo>
                    <a:pt x="2255078" y="71713"/>
                  </a:lnTo>
                  <a:lnTo>
                    <a:pt x="2255078" y="71713"/>
                  </a:lnTo>
                  <a:lnTo>
                    <a:pt x="2255078" y="71713"/>
                  </a:lnTo>
                  <a:close/>
                  <a:moveTo>
                    <a:pt x="1810520" y="61158"/>
                  </a:moveTo>
                  <a:lnTo>
                    <a:pt x="1810520" y="81337"/>
                  </a:lnTo>
                  <a:lnTo>
                    <a:pt x="1817970" y="81337"/>
                  </a:lnTo>
                  <a:lnTo>
                    <a:pt x="1822006" y="79164"/>
                  </a:lnTo>
                  <a:lnTo>
                    <a:pt x="1825111" y="79164"/>
                  </a:lnTo>
                  <a:lnTo>
                    <a:pt x="1829146" y="79164"/>
                  </a:lnTo>
                  <a:lnTo>
                    <a:pt x="1830078" y="79164"/>
                  </a:lnTo>
                  <a:lnTo>
                    <a:pt x="1834114" y="81337"/>
                  </a:lnTo>
                  <a:lnTo>
                    <a:pt x="1839391" y="84441"/>
                  </a:lnTo>
                  <a:lnTo>
                    <a:pt x="1839391" y="94065"/>
                  </a:lnTo>
                  <a:lnTo>
                    <a:pt x="1843427" y="96238"/>
                  </a:lnTo>
                  <a:lnTo>
                    <a:pt x="1848705" y="96238"/>
                  </a:lnTo>
                  <a:lnTo>
                    <a:pt x="1851809" y="94065"/>
                  </a:lnTo>
                  <a:lnTo>
                    <a:pt x="1858018" y="94065"/>
                  </a:lnTo>
                  <a:lnTo>
                    <a:pt x="1858949" y="91892"/>
                  </a:lnTo>
                  <a:lnTo>
                    <a:pt x="1862985" y="94065"/>
                  </a:lnTo>
                  <a:lnTo>
                    <a:pt x="1866090" y="97170"/>
                  </a:lnTo>
                  <a:lnTo>
                    <a:pt x="1870125" y="103378"/>
                  </a:lnTo>
                  <a:lnTo>
                    <a:pt x="1873230" y="108656"/>
                  </a:lnTo>
                  <a:lnTo>
                    <a:pt x="1867952" y="121384"/>
                  </a:lnTo>
                  <a:lnTo>
                    <a:pt x="1862675" y="134113"/>
                  </a:lnTo>
                  <a:lnTo>
                    <a:pt x="1858639" y="149014"/>
                  </a:lnTo>
                  <a:lnTo>
                    <a:pt x="1846221" y="149014"/>
                  </a:lnTo>
                  <a:lnTo>
                    <a:pt x="1836908" y="153360"/>
                  </a:lnTo>
                  <a:lnTo>
                    <a:pt x="1828526" y="158638"/>
                  </a:lnTo>
                  <a:lnTo>
                    <a:pt x="1813935" y="162984"/>
                  </a:lnTo>
                  <a:lnTo>
                    <a:pt x="1804621" y="155533"/>
                  </a:lnTo>
                  <a:lnTo>
                    <a:pt x="1792203" y="151187"/>
                  </a:lnTo>
                  <a:lnTo>
                    <a:pt x="1779786" y="145910"/>
                  </a:lnTo>
                  <a:lnTo>
                    <a:pt x="1777613" y="141563"/>
                  </a:lnTo>
                  <a:lnTo>
                    <a:pt x="1777613" y="138459"/>
                  </a:lnTo>
                  <a:lnTo>
                    <a:pt x="1775439" y="134113"/>
                  </a:lnTo>
                  <a:lnTo>
                    <a:pt x="1773266" y="128835"/>
                  </a:lnTo>
                  <a:lnTo>
                    <a:pt x="1767989" y="123557"/>
                  </a:lnTo>
                  <a:lnTo>
                    <a:pt x="1762711" y="118280"/>
                  </a:lnTo>
                  <a:lnTo>
                    <a:pt x="1758675" y="113934"/>
                  </a:lnTo>
                  <a:lnTo>
                    <a:pt x="1755571" y="106483"/>
                  </a:lnTo>
                  <a:lnTo>
                    <a:pt x="1753398" y="93755"/>
                  </a:lnTo>
                  <a:lnTo>
                    <a:pt x="1760848" y="84131"/>
                  </a:lnTo>
                  <a:lnTo>
                    <a:pt x="1766126" y="76680"/>
                  </a:lnTo>
                  <a:lnTo>
                    <a:pt x="1773577" y="76680"/>
                  </a:lnTo>
                  <a:lnTo>
                    <a:pt x="1779786" y="78853"/>
                  </a:lnTo>
                  <a:lnTo>
                    <a:pt x="1787236" y="81026"/>
                  </a:lnTo>
                  <a:lnTo>
                    <a:pt x="1794687" y="81026"/>
                  </a:lnTo>
                  <a:lnTo>
                    <a:pt x="1794687" y="68298"/>
                  </a:lnTo>
                  <a:lnTo>
                    <a:pt x="1797791" y="66125"/>
                  </a:lnTo>
                  <a:lnTo>
                    <a:pt x="1801827" y="63952"/>
                  </a:lnTo>
                  <a:lnTo>
                    <a:pt x="1802759" y="63952"/>
                  </a:lnTo>
                  <a:lnTo>
                    <a:pt x="1806794" y="61779"/>
                  </a:lnTo>
                  <a:lnTo>
                    <a:pt x="1810520" y="61158"/>
                  </a:lnTo>
                  <a:lnTo>
                    <a:pt x="1810520" y="61158"/>
                  </a:lnTo>
                  <a:lnTo>
                    <a:pt x="1810520" y="61158"/>
                  </a:lnTo>
                  <a:close/>
                  <a:moveTo>
                    <a:pt x="2281155" y="47498"/>
                  </a:moveTo>
                  <a:lnTo>
                    <a:pt x="2295747" y="47498"/>
                  </a:lnTo>
                  <a:lnTo>
                    <a:pt x="2304129" y="57122"/>
                  </a:lnTo>
                  <a:lnTo>
                    <a:pt x="2313442" y="62400"/>
                  </a:lnTo>
                  <a:lnTo>
                    <a:pt x="2320893" y="69850"/>
                  </a:lnTo>
                  <a:lnTo>
                    <a:pt x="2328343" y="81337"/>
                  </a:lnTo>
                  <a:lnTo>
                    <a:pt x="2311579" y="81337"/>
                  </a:lnTo>
                  <a:lnTo>
                    <a:pt x="2301024" y="69850"/>
                  </a:lnTo>
                  <a:lnTo>
                    <a:pt x="2289538" y="61468"/>
                  </a:lnTo>
                  <a:lnTo>
                    <a:pt x="2281155" y="47498"/>
                  </a:lnTo>
                  <a:lnTo>
                    <a:pt x="2281155" y="47498"/>
                  </a:lnTo>
                  <a:lnTo>
                    <a:pt x="2281155" y="47498"/>
                  </a:lnTo>
                  <a:close/>
                  <a:moveTo>
                    <a:pt x="439281" y="47498"/>
                  </a:moveTo>
                  <a:lnTo>
                    <a:pt x="451699" y="47498"/>
                  </a:lnTo>
                  <a:lnTo>
                    <a:pt x="456976" y="51844"/>
                  </a:lnTo>
                  <a:lnTo>
                    <a:pt x="461012" y="54949"/>
                  </a:lnTo>
                  <a:lnTo>
                    <a:pt x="463185" y="59295"/>
                  </a:lnTo>
                  <a:lnTo>
                    <a:pt x="466290" y="64573"/>
                  </a:lnTo>
                  <a:lnTo>
                    <a:pt x="468463" y="68919"/>
                  </a:lnTo>
                  <a:lnTo>
                    <a:pt x="477776" y="59295"/>
                  </a:lnTo>
                  <a:lnTo>
                    <a:pt x="488331" y="54949"/>
                  </a:lnTo>
                  <a:lnTo>
                    <a:pt x="505095" y="57122"/>
                  </a:lnTo>
                  <a:lnTo>
                    <a:pt x="505095" y="72023"/>
                  </a:lnTo>
                  <a:lnTo>
                    <a:pt x="528068" y="74197"/>
                  </a:lnTo>
                  <a:lnTo>
                    <a:pt x="548868" y="77301"/>
                  </a:lnTo>
                  <a:lnTo>
                    <a:pt x="566564" y="81647"/>
                  </a:lnTo>
                  <a:lnTo>
                    <a:pt x="586432" y="83820"/>
                  </a:lnTo>
                  <a:lnTo>
                    <a:pt x="608474" y="81647"/>
                  </a:lnTo>
                  <a:lnTo>
                    <a:pt x="608474" y="94376"/>
                  </a:lnTo>
                  <a:lnTo>
                    <a:pt x="612510" y="94376"/>
                  </a:lnTo>
                  <a:lnTo>
                    <a:pt x="615614" y="94376"/>
                  </a:lnTo>
                  <a:lnTo>
                    <a:pt x="617787" y="94376"/>
                  </a:lnTo>
                  <a:lnTo>
                    <a:pt x="619960" y="96549"/>
                  </a:lnTo>
                  <a:lnTo>
                    <a:pt x="622133" y="97480"/>
                  </a:lnTo>
                  <a:lnTo>
                    <a:pt x="618098" y="97480"/>
                  </a:lnTo>
                  <a:lnTo>
                    <a:pt x="601023" y="108656"/>
                  </a:lnTo>
                  <a:lnTo>
                    <a:pt x="581155" y="121384"/>
                  </a:lnTo>
                  <a:lnTo>
                    <a:pt x="557250" y="132871"/>
                  </a:lnTo>
                  <a:lnTo>
                    <a:pt x="535209" y="145599"/>
                  </a:lnTo>
                  <a:lnTo>
                    <a:pt x="519686" y="156154"/>
                  </a:lnTo>
                  <a:lnTo>
                    <a:pt x="508200" y="165778"/>
                  </a:lnTo>
                  <a:lnTo>
                    <a:pt x="524964" y="165778"/>
                  </a:lnTo>
                  <a:lnTo>
                    <a:pt x="530241" y="162674"/>
                  </a:lnTo>
                  <a:lnTo>
                    <a:pt x="535519" y="160500"/>
                  </a:lnTo>
                  <a:lnTo>
                    <a:pt x="541728" y="158327"/>
                  </a:lnTo>
                  <a:lnTo>
                    <a:pt x="549179" y="158327"/>
                  </a:lnTo>
                  <a:lnTo>
                    <a:pt x="549179" y="162674"/>
                  </a:lnTo>
                  <a:lnTo>
                    <a:pt x="527137" y="178506"/>
                  </a:lnTo>
                  <a:lnTo>
                    <a:pt x="508200" y="195270"/>
                  </a:lnTo>
                  <a:lnTo>
                    <a:pt x="492677" y="212034"/>
                  </a:lnTo>
                  <a:lnTo>
                    <a:pt x="473740" y="226936"/>
                  </a:lnTo>
                  <a:lnTo>
                    <a:pt x="453872" y="239664"/>
                  </a:lnTo>
                  <a:lnTo>
                    <a:pt x="427794" y="247115"/>
                  </a:lnTo>
                  <a:lnTo>
                    <a:pt x="427794" y="259843"/>
                  </a:lnTo>
                  <a:lnTo>
                    <a:pt x="415377" y="262016"/>
                  </a:lnTo>
                  <a:lnTo>
                    <a:pt x="400786" y="267294"/>
                  </a:lnTo>
                  <a:lnTo>
                    <a:pt x="392403" y="274745"/>
                  </a:lnTo>
                  <a:lnTo>
                    <a:pt x="397681" y="279091"/>
                  </a:lnTo>
                  <a:lnTo>
                    <a:pt x="400786" y="282195"/>
                  </a:lnTo>
                  <a:lnTo>
                    <a:pt x="402959" y="284368"/>
                  </a:lnTo>
                  <a:lnTo>
                    <a:pt x="402959" y="287473"/>
                  </a:lnTo>
                  <a:lnTo>
                    <a:pt x="402959" y="291819"/>
                  </a:lnTo>
                  <a:lnTo>
                    <a:pt x="400786" y="297097"/>
                  </a:lnTo>
                  <a:lnTo>
                    <a:pt x="400786" y="304547"/>
                  </a:lnTo>
                  <a:lnTo>
                    <a:pt x="361048" y="307652"/>
                  </a:lnTo>
                  <a:lnTo>
                    <a:pt x="361048" y="311998"/>
                  </a:lnTo>
                  <a:lnTo>
                    <a:pt x="366326" y="314171"/>
                  </a:lnTo>
                  <a:lnTo>
                    <a:pt x="368499" y="314171"/>
                  </a:lnTo>
                  <a:lnTo>
                    <a:pt x="371604" y="314171"/>
                  </a:lnTo>
                  <a:lnTo>
                    <a:pt x="371604" y="314171"/>
                  </a:lnTo>
                  <a:lnTo>
                    <a:pt x="373777" y="315103"/>
                  </a:lnTo>
                  <a:lnTo>
                    <a:pt x="373777" y="317276"/>
                  </a:lnTo>
                  <a:lnTo>
                    <a:pt x="377813" y="321622"/>
                  </a:lnTo>
                  <a:lnTo>
                    <a:pt x="371604" y="321622"/>
                  </a:lnTo>
                  <a:lnTo>
                    <a:pt x="363222" y="324726"/>
                  </a:lnTo>
                  <a:lnTo>
                    <a:pt x="351735" y="329073"/>
                  </a:lnTo>
                  <a:lnTo>
                    <a:pt x="341180" y="332177"/>
                  </a:lnTo>
                  <a:lnTo>
                    <a:pt x="344284" y="334350"/>
                  </a:lnTo>
                  <a:lnTo>
                    <a:pt x="346458" y="334350"/>
                  </a:lnTo>
                  <a:lnTo>
                    <a:pt x="348631" y="334350"/>
                  </a:lnTo>
                  <a:lnTo>
                    <a:pt x="349562" y="336523"/>
                  </a:lnTo>
                  <a:lnTo>
                    <a:pt x="351735" y="336523"/>
                  </a:lnTo>
                  <a:lnTo>
                    <a:pt x="349562" y="339628"/>
                  </a:lnTo>
                  <a:lnTo>
                    <a:pt x="348631" y="343974"/>
                  </a:lnTo>
                  <a:lnTo>
                    <a:pt x="346458" y="344905"/>
                  </a:lnTo>
                  <a:lnTo>
                    <a:pt x="348631" y="347078"/>
                  </a:lnTo>
                  <a:lnTo>
                    <a:pt x="348631" y="349252"/>
                  </a:lnTo>
                  <a:lnTo>
                    <a:pt x="349562" y="352356"/>
                  </a:lnTo>
                  <a:lnTo>
                    <a:pt x="351735" y="356702"/>
                  </a:lnTo>
                  <a:lnTo>
                    <a:pt x="344284" y="358875"/>
                  </a:lnTo>
                  <a:lnTo>
                    <a:pt x="339007" y="358875"/>
                  </a:lnTo>
                  <a:lnTo>
                    <a:pt x="333729" y="358875"/>
                  </a:lnTo>
                  <a:lnTo>
                    <a:pt x="327520" y="361980"/>
                  </a:lnTo>
                  <a:lnTo>
                    <a:pt x="346458" y="361980"/>
                  </a:lnTo>
                  <a:lnTo>
                    <a:pt x="361048" y="366326"/>
                  </a:lnTo>
                  <a:lnTo>
                    <a:pt x="361048" y="373777"/>
                  </a:lnTo>
                  <a:lnTo>
                    <a:pt x="337144" y="373777"/>
                  </a:lnTo>
                  <a:lnTo>
                    <a:pt x="334971" y="379054"/>
                  </a:lnTo>
                  <a:lnTo>
                    <a:pt x="334971" y="381227"/>
                  </a:lnTo>
                  <a:lnTo>
                    <a:pt x="334971" y="382159"/>
                  </a:lnTo>
                  <a:lnTo>
                    <a:pt x="334040" y="384332"/>
                  </a:lnTo>
                  <a:lnTo>
                    <a:pt x="331867" y="386505"/>
                  </a:lnTo>
                  <a:lnTo>
                    <a:pt x="322553" y="389609"/>
                  </a:lnTo>
                  <a:lnTo>
                    <a:pt x="310135" y="389609"/>
                  </a:lnTo>
                  <a:lnTo>
                    <a:pt x="297717" y="389609"/>
                  </a:lnTo>
                  <a:lnTo>
                    <a:pt x="285300" y="382159"/>
                  </a:lnTo>
                  <a:lnTo>
                    <a:pt x="268536" y="382159"/>
                  </a:lnTo>
                  <a:lnTo>
                    <a:pt x="251772" y="384332"/>
                  </a:lnTo>
                  <a:lnTo>
                    <a:pt x="234076" y="386505"/>
                  </a:lnTo>
                  <a:lnTo>
                    <a:pt x="217312" y="384332"/>
                  </a:lnTo>
                  <a:lnTo>
                    <a:pt x="200548" y="379054"/>
                  </a:lnTo>
                  <a:lnTo>
                    <a:pt x="199617" y="376881"/>
                  </a:lnTo>
                  <a:lnTo>
                    <a:pt x="199617" y="374708"/>
                  </a:lnTo>
                  <a:lnTo>
                    <a:pt x="197444" y="374708"/>
                  </a:lnTo>
                  <a:lnTo>
                    <a:pt x="197444" y="372535"/>
                  </a:lnTo>
                  <a:lnTo>
                    <a:pt x="197444" y="368189"/>
                  </a:lnTo>
                  <a:lnTo>
                    <a:pt x="200548" y="368189"/>
                  </a:lnTo>
                  <a:lnTo>
                    <a:pt x="202721" y="365084"/>
                  </a:lnTo>
                  <a:lnTo>
                    <a:pt x="206757" y="360738"/>
                  </a:lnTo>
                  <a:lnTo>
                    <a:pt x="207688" y="358565"/>
                  </a:lnTo>
                  <a:lnTo>
                    <a:pt x="211724" y="357634"/>
                  </a:lnTo>
                  <a:lnTo>
                    <a:pt x="213897" y="353287"/>
                  </a:lnTo>
                  <a:lnTo>
                    <a:pt x="217002" y="348010"/>
                  </a:lnTo>
                  <a:lnTo>
                    <a:pt x="209551" y="345837"/>
                  </a:lnTo>
                  <a:lnTo>
                    <a:pt x="204273" y="342732"/>
                  </a:lnTo>
                  <a:lnTo>
                    <a:pt x="200238" y="336523"/>
                  </a:lnTo>
                  <a:lnTo>
                    <a:pt x="199306" y="331246"/>
                  </a:lnTo>
                  <a:lnTo>
                    <a:pt x="197133" y="323795"/>
                  </a:lnTo>
                  <a:lnTo>
                    <a:pt x="204584" y="323795"/>
                  </a:lnTo>
                  <a:lnTo>
                    <a:pt x="217002" y="320691"/>
                  </a:lnTo>
                  <a:lnTo>
                    <a:pt x="231593" y="323795"/>
                  </a:lnTo>
                  <a:lnTo>
                    <a:pt x="244010" y="329073"/>
                  </a:lnTo>
                  <a:lnTo>
                    <a:pt x="256428" y="335281"/>
                  </a:lnTo>
                  <a:lnTo>
                    <a:pt x="256428" y="327831"/>
                  </a:lnTo>
                  <a:lnTo>
                    <a:pt x="244010" y="321622"/>
                  </a:lnTo>
                  <a:lnTo>
                    <a:pt x="233455" y="316344"/>
                  </a:lnTo>
                  <a:lnTo>
                    <a:pt x="224142" y="306720"/>
                  </a:lnTo>
                  <a:lnTo>
                    <a:pt x="227246" y="306720"/>
                  </a:lnTo>
                  <a:lnTo>
                    <a:pt x="236560" y="293061"/>
                  </a:lnTo>
                  <a:lnTo>
                    <a:pt x="248046" y="283437"/>
                  </a:lnTo>
                  <a:lnTo>
                    <a:pt x="262637" y="275986"/>
                  </a:lnTo>
                  <a:lnTo>
                    <a:pt x="280333" y="270709"/>
                  </a:lnTo>
                  <a:lnTo>
                    <a:pt x="280333" y="266983"/>
                  </a:lnTo>
                  <a:lnTo>
                    <a:pt x="263568" y="261706"/>
                  </a:lnTo>
                  <a:lnTo>
                    <a:pt x="251151" y="252082"/>
                  </a:lnTo>
                  <a:lnTo>
                    <a:pt x="240595" y="239354"/>
                  </a:lnTo>
                  <a:lnTo>
                    <a:pt x="231282" y="226625"/>
                  </a:lnTo>
                  <a:lnTo>
                    <a:pt x="236560" y="224452"/>
                  </a:lnTo>
                  <a:lnTo>
                    <a:pt x="240595" y="224452"/>
                  </a:lnTo>
                  <a:lnTo>
                    <a:pt x="245873" y="222279"/>
                  </a:lnTo>
                  <a:lnTo>
                    <a:pt x="251151" y="222279"/>
                  </a:lnTo>
                  <a:lnTo>
                    <a:pt x="258601" y="227557"/>
                  </a:lnTo>
                  <a:lnTo>
                    <a:pt x="263879" y="233766"/>
                  </a:lnTo>
                  <a:lnTo>
                    <a:pt x="271330" y="239043"/>
                  </a:lnTo>
                  <a:lnTo>
                    <a:pt x="271330" y="234697"/>
                  </a:lnTo>
                  <a:lnTo>
                    <a:pt x="270398" y="231593"/>
                  </a:lnTo>
                  <a:lnTo>
                    <a:pt x="268225" y="231593"/>
                  </a:lnTo>
                  <a:lnTo>
                    <a:pt x="268225" y="229419"/>
                  </a:lnTo>
                  <a:lnTo>
                    <a:pt x="266052" y="227246"/>
                  </a:lnTo>
                  <a:lnTo>
                    <a:pt x="266052" y="226315"/>
                  </a:lnTo>
                  <a:lnTo>
                    <a:pt x="263879" y="221969"/>
                  </a:lnTo>
                  <a:lnTo>
                    <a:pt x="267915" y="221969"/>
                  </a:lnTo>
                  <a:lnTo>
                    <a:pt x="267915" y="218864"/>
                  </a:lnTo>
                  <a:lnTo>
                    <a:pt x="284679" y="212655"/>
                  </a:lnTo>
                  <a:lnTo>
                    <a:pt x="300201" y="209551"/>
                  </a:lnTo>
                  <a:lnTo>
                    <a:pt x="316965" y="207378"/>
                  </a:lnTo>
                  <a:lnTo>
                    <a:pt x="336834" y="209551"/>
                  </a:lnTo>
                  <a:lnTo>
                    <a:pt x="327520" y="198064"/>
                  </a:lnTo>
                  <a:lnTo>
                    <a:pt x="339007" y="194960"/>
                  </a:lnTo>
                  <a:lnTo>
                    <a:pt x="351425" y="189682"/>
                  </a:lnTo>
                  <a:lnTo>
                    <a:pt x="363842" y="184405"/>
                  </a:lnTo>
                  <a:lnTo>
                    <a:pt x="371293" y="178196"/>
                  </a:lnTo>
                  <a:lnTo>
                    <a:pt x="377502" y="178196"/>
                  </a:lnTo>
                  <a:lnTo>
                    <a:pt x="377502" y="175091"/>
                  </a:lnTo>
                  <a:lnTo>
                    <a:pt x="368189" y="175091"/>
                  </a:lnTo>
                  <a:lnTo>
                    <a:pt x="364153" y="177265"/>
                  </a:lnTo>
                  <a:lnTo>
                    <a:pt x="361048" y="178196"/>
                  </a:lnTo>
                  <a:lnTo>
                    <a:pt x="358875" y="178196"/>
                  </a:lnTo>
                  <a:lnTo>
                    <a:pt x="356702" y="178196"/>
                  </a:lnTo>
                  <a:lnTo>
                    <a:pt x="355771" y="178196"/>
                  </a:lnTo>
                  <a:lnTo>
                    <a:pt x="353598" y="177265"/>
                  </a:lnTo>
                  <a:lnTo>
                    <a:pt x="351425" y="175091"/>
                  </a:lnTo>
                  <a:lnTo>
                    <a:pt x="348320" y="175091"/>
                  </a:lnTo>
                  <a:lnTo>
                    <a:pt x="344284" y="178196"/>
                  </a:lnTo>
                  <a:lnTo>
                    <a:pt x="339007" y="184405"/>
                  </a:lnTo>
                  <a:lnTo>
                    <a:pt x="333729" y="189682"/>
                  </a:lnTo>
                  <a:lnTo>
                    <a:pt x="329693" y="194960"/>
                  </a:lnTo>
                  <a:lnTo>
                    <a:pt x="324416" y="198064"/>
                  </a:lnTo>
                  <a:lnTo>
                    <a:pt x="304547" y="204273"/>
                  </a:lnTo>
                  <a:lnTo>
                    <a:pt x="285610" y="204273"/>
                  </a:lnTo>
                  <a:lnTo>
                    <a:pt x="267915" y="199927"/>
                  </a:lnTo>
                  <a:lnTo>
                    <a:pt x="251151" y="192476"/>
                  </a:lnTo>
                  <a:lnTo>
                    <a:pt x="248978" y="192476"/>
                  </a:lnTo>
                  <a:lnTo>
                    <a:pt x="245873" y="194650"/>
                  </a:lnTo>
                  <a:lnTo>
                    <a:pt x="240595" y="196823"/>
                  </a:lnTo>
                  <a:lnTo>
                    <a:pt x="236560" y="197754"/>
                  </a:lnTo>
                  <a:lnTo>
                    <a:pt x="233455" y="199927"/>
                  </a:lnTo>
                  <a:lnTo>
                    <a:pt x="227246" y="202100"/>
                  </a:lnTo>
                  <a:lnTo>
                    <a:pt x="224142" y="192476"/>
                  </a:lnTo>
                  <a:lnTo>
                    <a:pt x="227246" y="191545"/>
                  </a:lnTo>
                  <a:lnTo>
                    <a:pt x="227246" y="191545"/>
                  </a:lnTo>
                  <a:lnTo>
                    <a:pt x="229419" y="189372"/>
                  </a:lnTo>
                  <a:lnTo>
                    <a:pt x="231593" y="185026"/>
                  </a:lnTo>
                  <a:lnTo>
                    <a:pt x="221037" y="185026"/>
                  </a:lnTo>
                  <a:lnTo>
                    <a:pt x="217002" y="187199"/>
                  </a:lnTo>
                  <a:lnTo>
                    <a:pt x="211724" y="189372"/>
                  </a:lnTo>
                  <a:lnTo>
                    <a:pt x="206446" y="189372"/>
                  </a:lnTo>
                  <a:lnTo>
                    <a:pt x="200238" y="189372"/>
                  </a:lnTo>
                  <a:lnTo>
                    <a:pt x="197133" y="177885"/>
                  </a:lnTo>
                  <a:lnTo>
                    <a:pt x="200238" y="176954"/>
                  </a:lnTo>
                  <a:lnTo>
                    <a:pt x="202411" y="176954"/>
                  </a:lnTo>
                  <a:lnTo>
                    <a:pt x="204584" y="176954"/>
                  </a:lnTo>
                  <a:lnTo>
                    <a:pt x="206757" y="174781"/>
                  </a:lnTo>
                  <a:lnTo>
                    <a:pt x="207688" y="174781"/>
                  </a:lnTo>
                  <a:lnTo>
                    <a:pt x="184715" y="177885"/>
                  </a:lnTo>
                  <a:lnTo>
                    <a:pt x="182542" y="172608"/>
                  </a:lnTo>
                  <a:lnTo>
                    <a:pt x="178506" y="169503"/>
                  </a:lnTo>
                  <a:lnTo>
                    <a:pt x="177575" y="167330"/>
                  </a:lnTo>
                  <a:lnTo>
                    <a:pt x="175402" y="162984"/>
                  </a:lnTo>
                  <a:lnTo>
                    <a:pt x="171366" y="157706"/>
                  </a:lnTo>
                  <a:lnTo>
                    <a:pt x="177575" y="155533"/>
                  </a:lnTo>
                  <a:lnTo>
                    <a:pt x="180679" y="155533"/>
                  </a:lnTo>
                  <a:lnTo>
                    <a:pt x="182853" y="155533"/>
                  </a:lnTo>
                  <a:lnTo>
                    <a:pt x="185026" y="155533"/>
                  </a:lnTo>
                  <a:lnTo>
                    <a:pt x="185026" y="155223"/>
                  </a:lnTo>
                  <a:lnTo>
                    <a:pt x="185957" y="153050"/>
                  </a:lnTo>
                  <a:lnTo>
                    <a:pt x="188130" y="148704"/>
                  </a:lnTo>
                  <a:lnTo>
                    <a:pt x="180679" y="147772"/>
                  </a:lnTo>
                  <a:lnTo>
                    <a:pt x="173229" y="145599"/>
                  </a:lnTo>
                  <a:lnTo>
                    <a:pt x="170124" y="141253"/>
                  </a:lnTo>
                  <a:lnTo>
                    <a:pt x="163915" y="138148"/>
                  </a:lnTo>
                  <a:lnTo>
                    <a:pt x="167951" y="138148"/>
                  </a:lnTo>
                  <a:lnTo>
                    <a:pt x="167951" y="132871"/>
                  </a:lnTo>
                  <a:lnTo>
                    <a:pt x="185647" y="135975"/>
                  </a:lnTo>
                  <a:lnTo>
                    <a:pt x="194960" y="133802"/>
                  </a:lnTo>
                  <a:lnTo>
                    <a:pt x="202411" y="130698"/>
                  </a:lnTo>
                  <a:lnTo>
                    <a:pt x="206446" y="125420"/>
                  </a:lnTo>
                  <a:lnTo>
                    <a:pt x="211724" y="117969"/>
                  </a:lnTo>
                  <a:lnTo>
                    <a:pt x="221037" y="113623"/>
                  </a:lnTo>
                  <a:lnTo>
                    <a:pt x="231593" y="110519"/>
                  </a:lnTo>
                  <a:lnTo>
                    <a:pt x="239043" y="113623"/>
                  </a:lnTo>
                  <a:lnTo>
                    <a:pt x="248357" y="117969"/>
                  </a:lnTo>
                  <a:lnTo>
                    <a:pt x="255807" y="118901"/>
                  </a:lnTo>
                  <a:lnTo>
                    <a:pt x="264189" y="117969"/>
                  </a:lnTo>
                  <a:lnTo>
                    <a:pt x="261085" y="115796"/>
                  </a:lnTo>
                  <a:lnTo>
                    <a:pt x="257049" y="113623"/>
                  </a:lnTo>
                  <a:lnTo>
                    <a:pt x="256118" y="113623"/>
                  </a:lnTo>
                  <a:lnTo>
                    <a:pt x="256118" y="111760"/>
                  </a:lnTo>
                  <a:lnTo>
                    <a:pt x="253945" y="110829"/>
                  </a:lnTo>
                  <a:lnTo>
                    <a:pt x="253945" y="106483"/>
                  </a:lnTo>
                  <a:lnTo>
                    <a:pt x="251772" y="101205"/>
                  </a:lnTo>
                  <a:lnTo>
                    <a:pt x="257049" y="99032"/>
                  </a:lnTo>
                  <a:lnTo>
                    <a:pt x="261085" y="96859"/>
                  </a:lnTo>
                  <a:lnTo>
                    <a:pt x="264189" y="96859"/>
                  </a:lnTo>
                  <a:lnTo>
                    <a:pt x="266363" y="95928"/>
                  </a:lnTo>
                  <a:lnTo>
                    <a:pt x="270398" y="93755"/>
                  </a:lnTo>
                  <a:lnTo>
                    <a:pt x="277849" y="93755"/>
                  </a:lnTo>
                  <a:lnTo>
                    <a:pt x="280953" y="95928"/>
                  </a:lnTo>
                  <a:lnTo>
                    <a:pt x="284989" y="99032"/>
                  </a:lnTo>
                  <a:lnTo>
                    <a:pt x="288094" y="101205"/>
                  </a:lnTo>
                  <a:lnTo>
                    <a:pt x="288094" y="96859"/>
                  </a:lnTo>
                  <a:lnTo>
                    <a:pt x="285921" y="95928"/>
                  </a:lnTo>
                  <a:lnTo>
                    <a:pt x="285921" y="93755"/>
                  </a:lnTo>
                  <a:lnTo>
                    <a:pt x="285921" y="93755"/>
                  </a:lnTo>
                  <a:lnTo>
                    <a:pt x="285921" y="91582"/>
                  </a:lnTo>
                  <a:lnTo>
                    <a:pt x="284989" y="88477"/>
                  </a:lnTo>
                  <a:lnTo>
                    <a:pt x="290267" y="86304"/>
                  </a:lnTo>
                  <a:lnTo>
                    <a:pt x="293371" y="84131"/>
                  </a:lnTo>
                  <a:lnTo>
                    <a:pt x="299580" y="81026"/>
                  </a:lnTo>
                  <a:lnTo>
                    <a:pt x="302685" y="76680"/>
                  </a:lnTo>
                  <a:lnTo>
                    <a:pt x="304858" y="76680"/>
                  </a:lnTo>
                  <a:lnTo>
                    <a:pt x="312308" y="76680"/>
                  </a:lnTo>
                  <a:lnTo>
                    <a:pt x="317586" y="78853"/>
                  </a:lnTo>
                  <a:lnTo>
                    <a:pt x="321622" y="83199"/>
                  </a:lnTo>
                  <a:lnTo>
                    <a:pt x="327831" y="83199"/>
                  </a:lnTo>
                  <a:lnTo>
                    <a:pt x="337144" y="81026"/>
                  </a:lnTo>
                  <a:lnTo>
                    <a:pt x="341180" y="68298"/>
                  </a:lnTo>
                  <a:lnTo>
                    <a:pt x="346458" y="66125"/>
                  </a:lnTo>
                  <a:lnTo>
                    <a:pt x="351735" y="66125"/>
                  </a:lnTo>
                  <a:lnTo>
                    <a:pt x="357013" y="66125"/>
                  </a:lnTo>
                  <a:lnTo>
                    <a:pt x="361048" y="68298"/>
                  </a:lnTo>
                  <a:lnTo>
                    <a:pt x="364153" y="68298"/>
                  </a:lnTo>
                  <a:lnTo>
                    <a:pt x="371604" y="56812"/>
                  </a:lnTo>
                  <a:lnTo>
                    <a:pt x="383090" y="54638"/>
                  </a:lnTo>
                  <a:lnTo>
                    <a:pt x="390541" y="58985"/>
                  </a:lnTo>
                  <a:lnTo>
                    <a:pt x="397992" y="62089"/>
                  </a:lnTo>
                  <a:lnTo>
                    <a:pt x="405442" y="64262"/>
                  </a:lnTo>
                  <a:lnTo>
                    <a:pt x="414756" y="61158"/>
                  </a:lnTo>
                  <a:lnTo>
                    <a:pt x="427173" y="53707"/>
                  </a:lnTo>
                  <a:lnTo>
                    <a:pt x="439281" y="47498"/>
                  </a:lnTo>
                  <a:lnTo>
                    <a:pt x="439281" y="47498"/>
                  </a:lnTo>
                  <a:lnTo>
                    <a:pt x="439281" y="47498"/>
                  </a:lnTo>
                  <a:close/>
                  <a:moveTo>
                    <a:pt x="2195472" y="44394"/>
                  </a:moveTo>
                  <a:lnTo>
                    <a:pt x="2202923" y="46567"/>
                  </a:lnTo>
                  <a:lnTo>
                    <a:pt x="2210374" y="49671"/>
                  </a:lnTo>
                  <a:lnTo>
                    <a:pt x="2213478" y="54018"/>
                  </a:lnTo>
                  <a:lnTo>
                    <a:pt x="2218756" y="57122"/>
                  </a:lnTo>
                  <a:lnTo>
                    <a:pt x="2224965" y="61468"/>
                  </a:lnTo>
                  <a:lnTo>
                    <a:pt x="2220929" y="72023"/>
                  </a:lnTo>
                  <a:lnTo>
                    <a:pt x="2198888" y="84752"/>
                  </a:lnTo>
                  <a:lnTo>
                    <a:pt x="2182123" y="99653"/>
                  </a:lnTo>
                  <a:lnTo>
                    <a:pt x="2167532" y="118590"/>
                  </a:lnTo>
                  <a:lnTo>
                    <a:pt x="2164428" y="118590"/>
                  </a:lnTo>
                  <a:lnTo>
                    <a:pt x="2164428" y="114244"/>
                  </a:lnTo>
                  <a:lnTo>
                    <a:pt x="2159150" y="111140"/>
                  </a:lnTo>
                  <a:lnTo>
                    <a:pt x="2155115" y="106793"/>
                  </a:lnTo>
                  <a:lnTo>
                    <a:pt x="2152942" y="103689"/>
                  </a:lnTo>
                  <a:lnTo>
                    <a:pt x="2149837" y="99343"/>
                  </a:lnTo>
                  <a:lnTo>
                    <a:pt x="2147664" y="94065"/>
                  </a:lnTo>
                  <a:lnTo>
                    <a:pt x="2151700" y="86614"/>
                  </a:lnTo>
                  <a:lnTo>
                    <a:pt x="2152631" y="81337"/>
                  </a:lnTo>
                  <a:lnTo>
                    <a:pt x="2154804" y="71713"/>
                  </a:lnTo>
                  <a:lnTo>
                    <a:pt x="2127795" y="71713"/>
                  </a:lnTo>
                  <a:lnTo>
                    <a:pt x="2127795" y="64262"/>
                  </a:lnTo>
                  <a:lnTo>
                    <a:pt x="2142386" y="58985"/>
                  </a:lnTo>
                  <a:lnTo>
                    <a:pt x="2156977" y="54638"/>
                  </a:lnTo>
                  <a:lnTo>
                    <a:pt x="2174673" y="51534"/>
                  </a:lnTo>
                  <a:lnTo>
                    <a:pt x="2176846" y="56812"/>
                  </a:lnTo>
                  <a:lnTo>
                    <a:pt x="2179019" y="58985"/>
                  </a:lnTo>
                  <a:lnTo>
                    <a:pt x="2179019" y="61158"/>
                  </a:lnTo>
                  <a:lnTo>
                    <a:pt x="2181192" y="61158"/>
                  </a:lnTo>
                  <a:lnTo>
                    <a:pt x="2181192" y="62089"/>
                  </a:lnTo>
                  <a:lnTo>
                    <a:pt x="2184297" y="64262"/>
                  </a:lnTo>
                  <a:lnTo>
                    <a:pt x="2186470" y="58985"/>
                  </a:lnTo>
                  <a:lnTo>
                    <a:pt x="2188643" y="54638"/>
                  </a:lnTo>
                  <a:lnTo>
                    <a:pt x="2189574" y="51534"/>
                  </a:lnTo>
                  <a:lnTo>
                    <a:pt x="2193610" y="47188"/>
                  </a:lnTo>
                  <a:lnTo>
                    <a:pt x="2195472" y="44394"/>
                  </a:lnTo>
                  <a:lnTo>
                    <a:pt x="2195472" y="44394"/>
                  </a:lnTo>
                  <a:lnTo>
                    <a:pt x="2195472" y="44394"/>
                  </a:lnTo>
                  <a:close/>
                  <a:moveTo>
                    <a:pt x="2240487" y="24215"/>
                  </a:moveTo>
                  <a:lnTo>
                    <a:pt x="2244523" y="25146"/>
                  </a:lnTo>
                  <a:lnTo>
                    <a:pt x="2245454" y="25146"/>
                  </a:lnTo>
                  <a:lnTo>
                    <a:pt x="2247628" y="27319"/>
                  </a:lnTo>
                  <a:lnTo>
                    <a:pt x="2247628" y="27319"/>
                  </a:lnTo>
                  <a:lnTo>
                    <a:pt x="2249800" y="29492"/>
                  </a:lnTo>
                  <a:lnTo>
                    <a:pt x="2251974" y="32597"/>
                  </a:lnTo>
                  <a:lnTo>
                    <a:pt x="2255078" y="38806"/>
                  </a:lnTo>
                  <a:lnTo>
                    <a:pt x="2259114" y="44083"/>
                  </a:lnTo>
                  <a:lnTo>
                    <a:pt x="2260045" y="51534"/>
                  </a:lnTo>
                  <a:lnTo>
                    <a:pt x="2251663" y="51534"/>
                  </a:lnTo>
                  <a:lnTo>
                    <a:pt x="2251663" y="47188"/>
                  </a:lnTo>
                  <a:lnTo>
                    <a:pt x="2247628" y="44083"/>
                  </a:lnTo>
                  <a:lnTo>
                    <a:pt x="2244523" y="39737"/>
                  </a:lnTo>
                  <a:lnTo>
                    <a:pt x="2242350" y="36633"/>
                  </a:lnTo>
                  <a:lnTo>
                    <a:pt x="2240177" y="31355"/>
                  </a:lnTo>
                  <a:lnTo>
                    <a:pt x="2240177" y="24215"/>
                  </a:lnTo>
                  <a:lnTo>
                    <a:pt x="2240487" y="24215"/>
                  </a:lnTo>
                  <a:lnTo>
                    <a:pt x="2240487" y="24215"/>
                  </a:lnTo>
                  <a:close/>
                  <a:moveTo>
                    <a:pt x="984113" y="20179"/>
                  </a:moveTo>
                  <a:lnTo>
                    <a:pt x="1009259" y="20179"/>
                  </a:lnTo>
                  <a:lnTo>
                    <a:pt x="1035337" y="24525"/>
                  </a:lnTo>
                  <a:lnTo>
                    <a:pt x="1058310" y="27630"/>
                  </a:lnTo>
                  <a:lnTo>
                    <a:pt x="1079110" y="32907"/>
                  </a:lnTo>
                  <a:lnTo>
                    <a:pt x="1109223" y="27630"/>
                  </a:lnTo>
                  <a:lnTo>
                    <a:pt x="1113259" y="31976"/>
                  </a:lnTo>
                  <a:lnTo>
                    <a:pt x="1116363" y="32907"/>
                  </a:lnTo>
                  <a:lnTo>
                    <a:pt x="1120399" y="39116"/>
                  </a:lnTo>
                  <a:lnTo>
                    <a:pt x="1122572" y="42221"/>
                  </a:lnTo>
                  <a:lnTo>
                    <a:pt x="1125676" y="44394"/>
                  </a:lnTo>
                  <a:lnTo>
                    <a:pt x="1143372" y="51844"/>
                  </a:lnTo>
                  <a:lnTo>
                    <a:pt x="1164172" y="57122"/>
                  </a:lnTo>
                  <a:lnTo>
                    <a:pt x="1181867" y="61468"/>
                  </a:lnTo>
                  <a:lnTo>
                    <a:pt x="1181867" y="68919"/>
                  </a:lnTo>
                  <a:lnTo>
                    <a:pt x="1152685" y="68919"/>
                  </a:lnTo>
                  <a:lnTo>
                    <a:pt x="1140267" y="62710"/>
                  </a:lnTo>
                  <a:lnTo>
                    <a:pt x="1125676" y="62710"/>
                  </a:lnTo>
                  <a:lnTo>
                    <a:pt x="1108912" y="64883"/>
                  </a:lnTo>
                  <a:lnTo>
                    <a:pt x="1093390" y="69229"/>
                  </a:lnTo>
                  <a:lnTo>
                    <a:pt x="1093390" y="77611"/>
                  </a:lnTo>
                  <a:lnTo>
                    <a:pt x="1113259" y="77611"/>
                  </a:lnTo>
                  <a:lnTo>
                    <a:pt x="1127850" y="74507"/>
                  </a:lnTo>
                  <a:lnTo>
                    <a:pt x="1145545" y="72334"/>
                  </a:lnTo>
                  <a:lnTo>
                    <a:pt x="1167587" y="72334"/>
                  </a:lnTo>
                  <a:lnTo>
                    <a:pt x="1189628" y="72334"/>
                  </a:lnTo>
                  <a:lnTo>
                    <a:pt x="1206392" y="72334"/>
                  </a:lnTo>
                  <a:lnTo>
                    <a:pt x="1220983" y="87235"/>
                  </a:lnTo>
                  <a:lnTo>
                    <a:pt x="1238679" y="97790"/>
                  </a:lnTo>
                  <a:lnTo>
                    <a:pt x="1233401" y="109277"/>
                  </a:lnTo>
                  <a:lnTo>
                    <a:pt x="1222846" y="116728"/>
                  </a:lnTo>
                  <a:lnTo>
                    <a:pt x="1213533" y="122005"/>
                  </a:lnTo>
                  <a:lnTo>
                    <a:pt x="1201115" y="126351"/>
                  </a:lnTo>
                  <a:lnTo>
                    <a:pt x="1182178" y="126351"/>
                  </a:lnTo>
                  <a:lnTo>
                    <a:pt x="1165413" y="131629"/>
                  </a:lnTo>
                  <a:lnTo>
                    <a:pt x="1147718" y="131629"/>
                  </a:lnTo>
                  <a:lnTo>
                    <a:pt x="1127850" y="129456"/>
                  </a:lnTo>
                  <a:lnTo>
                    <a:pt x="1108912" y="127283"/>
                  </a:lnTo>
                  <a:lnTo>
                    <a:pt x="1091527" y="127283"/>
                  </a:lnTo>
                  <a:lnTo>
                    <a:pt x="1076936" y="131629"/>
                  </a:lnTo>
                  <a:lnTo>
                    <a:pt x="1065450" y="142184"/>
                  </a:lnTo>
                  <a:lnTo>
                    <a:pt x="1109223" y="142184"/>
                  </a:lnTo>
                  <a:lnTo>
                    <a:pt x="1122882" y="139080"/>
                  </a:lnTo>
                  <a:lnTo>
                    <a:pt x="1138405" y="136907"/>
                  </a:lnTo>
                  <a:lnTo>
                    <a:pt x="1157342" y="139080"/>
                  </a:lnTo>
                  <a:lnTo>
                    <a:pt x="1169760" y="142184"/>
                  </a:lnTo>
                  <a:lnTo>
                    <a:pt x="1172864" y="155844"/>
                  </a:lnTo>
                  <a:lnTo>
                    <a:pt x="1179073" y="153671"/>
                  </a:lnTo>
                  <a:lnTo>
                    <a:pt x="1187455" y="148393"/>
                  </a:lnTo>
                  <a:lnTo>
                    <a:pt x="1198942" y="144047"/>
                  </a:lnTo>
                  <a:lnTo>
                    <a:pt x="1209497" y="141874"/>
                  </a:lnTo>
                  <a:lnTo>
                    <a:pt x="1211670" y="148083"/>
                  </a:lnTo>
                  <a:lnTo>
                    <a:pt x="1213843" y="151187"/>
                  </a:lnTo>
                  <a:lnTo>
                    <a:pt x="1216016" y="153360"/>
                  </a:lnTo>
                  <a:lnTo>
                    <a:pt x="1219121" y="155533"/>
                  </a:lnTo>
                  <a:lnTo>
                    <a:pt x="1223156" y="158638"/>
                  </a:lnTo>
                  <a:lnTo>
                    <a:pt x="1206392" y="189993"/>
                  </a:lnTo>
                  <a:lnTo>
                    <a:pt x="1213843" y="189993"/>
                  </a:lnTo>
                  <a:lnTo>
                    <a:pt x="1226261" y="182542"/>
                  </a:lnTo>
                  <a:lnTo>
                    <a:pt x="1243025" y="172918"/>
                  </a:lnTo>
                  <a:lnTo>
                    <a:pt x="1262893" y="165468"/>
                  </a:lnTo>
                  <a:lnTo>
                    <a:pt x="1284935" y="158017"/>
                  </a:lnTo>
                  <a:lnTo>
                    <a:pt x="1308839" y="152739"/>
                  </a:lnTo>
                  <a:lnTo>
                    <a:pt x="1329639" y="152739"/>
                  </a:lnTo>
                  <a:lnTo>
                    <a:pt x="1350439" y="154912"/>
                  </a:lnTo>
                  <a:lnTo>
                    <a:pt x="1365030" y="163294"/>
                  </a:lnTo>
                  <a:lnTo>
                    <a:pt x="1373412" y="178196"/>
                  </a:lnTo>
                  <a:lnTo>
                    <a:pt x="1379621" y="178196"/>
                  </a:lnTo>
                  <a:lnTo>
                    <a:pt x="1379621" y="180369"/>
                  </a:lnTo>
                  <a:lnTo>
                    <a:pt x="1379621" y="180369"/>
                  </a:lnTo>
                  <a:lnTo>
                    <a:pt x="1377448" y="182542"/>
                  </a:lnTo>
                  <a:lnTo>
                    <a:pt x="1375275" y="182542"/>
                  </a:lnTo>
                  <a:lnTo>
                    <a:pt x="1375275" y="182542"/>
                  </a:lnTo>
                  <a:lnTo>
                    <a:pt x="1373102" y="182542"/>
                  </a:lnTo>
                  <a:lnTo>
                    <a:pt x="1369997" y="185647"/>
                  </a:lnTo>
                  <a:lnTo>
                    <a:pt x="1364720" y="187820"/>
                  </a:lnTo>
                  <a:lnTo>
                    <a:pt x="1358511" y="189993"/>
                  </a:lnTo>
                  <a:lnTo>
                    <a:pt x="1351060" y="192166"/>
                  </a:lnTo>
                  <a:lnTo>
                    <a:pt x="1345783" y="193097"/>
                  </a:lnTo>
                  <a:lnTo>
                    <a:pt x="1333365" y="213276"/>
                  </a:lnTo>
                  <a:lnTo>
                    <a:pt x="1309460" y="228178"/>
                  </a:lnTo>
                  <a:lnTo>
                    <a:pt x="1282452" y="237801"/>
                  </a:lnTo>
                  <a:lnTo>
                    <a:pt x="1250165" y="243079"/>
                  </a:lnTo>
                  <a:lnTo>
                    <a:pt x="1250165" y="249288"/>
                  </a:lnTo>
                  <a:lnTo>
                    <a:pt x="1250165" y="252392"/>
                  </a:lnTo>
                  <a:lnTo>
                    <a:pt x="1250165" y="254566"/>
                  </a:lnTo>
                  <a:lnTo>
                    <a:pt x="1247992" y="256739"/>
                  </a:lnTo>
                  <a:lnTo>
                    <a:pt x="1250165" y="257670"/>
                  </a:lnTo>
                  <a:lnTo>
                    <a:pt x="1250165" y="259843"/>
                  </a:lnTo>
                  <a:lnTo>
                    <a:pt x="1253270" y="264189"/>
                  </a:lnTo>
                  <a:lnTo>
                    <a:pt x="1258547" y="267294"/>
                  </a:lnTo>
                  <a:lnTo>
                    <a:pt x="1262583" y="269467"/>
                  </a:lnTo>
                  <a:lnTo>
                    <a:pt x="1265687" y="272571"/>
                  </a:lnTo>
                  <a:lnTo>
                    <a:pt x="1269723" y="274745"/>
                  </a:lnTo>
                  <a:lnTo>
                    <a:pt x="1272828" y="280022"/>
                  </a:lnTo>
                  <a:lnTo>
                    <a:pt x="1269723" y="287473"/>
                  </a:lnTo>
                  <a:lnTo>
                    <a:pt x="1265687" y="304237"/>
                  </a:lnTo>
                  <a:lnTo>
                    <a:pt x="1262583" y="324416"/>
                  </a:lnTo>
                  <a:lnTo>
                    <a:pt x="1258547" y="344595"/>
                  </a:lnTo>
                  <a:lnTo>
                    <a:pt x="1258547" y="361359"/>
                  </a:lnTo>
                  <a:lnTo>
                    <a:pt x="1262583" y="359186"/>
                  </a:lnTo>
                  <a:lnTo>
                    <a:pt x="1265687" y="359186"/>
                  </a:lnTo>
                  <a:lnTo>
                    <a:pt x="1267861" y="359186"/>
                  </a:lnTo>
                  <a:lnTo>
                    <a:pt x="1271896" y="359186"/>
                  </a:lnTo>
                  <a:lnTo>
                    <a:pt x="1272828" y="359186"/>
                  </a:lnTo>
                  <a:lnTo>
                    <a:pt x="1279037" y="361359"/>
                  </a:lnTo>
                  <a:lnTo>
                    <a:pt x="1276864" y="366636"/>
                  </a:lnTo>
                  <a:lnTo>
                    <a:pt x="1276864" y="368810"/>
                  </a:lnTo>
                  <a:lnTo>
                    <a:pt x="1276864" y="373156"/>
                  </a:lnTo>
                  <a:lnTo>
                    <a:pt x="1276864" y="374087"/>
                  </a:lnTo>
                  <a:lnTo>
                    <a:pt x="1276864" y="378433"/>
                  </a:lnTo>
                  <a:lnTo>
                    <a:pt x="1279037" y="385884"/>
                  </a:lnTo>
                  <a:lnTo>
                    <a:pt x="1272828" y="385884"/>
                  </a:lnTo>
                  <a:lnTo>
                    <a:pt x="1272828" y="388989"/>
                  </a:lnTo>
                  <a:lnTo>
                    <a:pt x="1269723" y="388057"/>
                  </a:lnTo>
                  <a:lnTo>
                    <a:pt x="1265687" y="383711"/>
                  </a:lnTo>
                  <a:lnTo>
                    <a:pt x="1264756" y="381538"/>
                  </a:lnTo>
                  <a:lnTo>
                    <a:pt x="1260720" y="380607"/>
                  </a:lnTo>
                  <a:lnTo>
                    <a:pt x="1257616" y="378433"/>
                  </a:lnTo>
                  <a:lnTo>
                    <a:pt x="1250165" y="378433"/>
                  </a:lnTo>
                  <a:lnTo>
                    <a:pt x="1246129" y="380607"/>
                  </a:lnTo>
                  <a:lnTo>
                    <a:pt x="1243025" y="381538"/>
                  </a:lnTo>
                  <a:lnTo>
                    <a:pt x="1238989" y="383711"/>
                  </a:lnTo>
                  <a:lnTo>
                    <a:pt x="1236816" y="385884"/>
                  </a:lnTo>
                  <a:lnTo>
                    <a:pt x="1233711" y="388057"/>
                  </a:lnTo>
                  <a:lnTo>
                    <a:pt x="1231538" y="391162"/>
                  </a:lnTo>
                  <a:lnTo>
                    <a:pt x="1229365" y="398612"/>
                  </a:lnTo>
                  <a:lnTo>
                    <a:pt x="1253270" y="406063"/>
                  </a:lnTo>
                  <a:lnTo>
                    <a:pt x="1258547" y="438660"/>
                  </a:lnTo>
                  <a:lnTo>
                    <a:pt x="1253270" y="438660"/>
                  </a:lnTo>
                  <a:lnTo>
                    <a:pt x="1250165" y="438660"/>
                  </a:lnTo>
                  <a:lnTo>
                    <a:pt x="1246129" y="440833"/>
                  </a:lnTo>
                  <a:lnTo>
                    <a:pt x="1243025" y="443006"/>
                  </a:lnTo>
                  <a:lnTo>
                    <a:pt x="1243025" y="450457"/>
                  </a:lnTo>
                  <a:lnTo>
                    <a:pt x="1251407" y="455734"/>
                  </a:lnTo>
                  <a:lnTo>
                    <a:pt x="1257616" y="463185"/>
                  </a:lnTo>
                  <a:lnTo>
                    <a:pt x="1260720" y="472809"/>
                  </a:lnTo>
                  <a:lnTo>
                    <a:pt x="1262893" y="487710"/>
                  </a:lnTo>
                  <a:lnTo>
                    <a:pt x="1253580" y="487710"/>
                  </a:lnTo>
                  <a:lnTo>
                    <a:pt x="1251407" y="487710"/>
                  </a:lnTo>
                  <a:lnTo>
                    <a:pt x="1246129" y="485537"/>
                  </a:lnTo>
                  <a:lnTo>
                    <a:pt x="1243025" y="487710"/>
                  </a:lnTo>
                  <a:lnTo>
                    <a:pt x="1236816" y="487710"/>
                  </a:lnTo>
                  <a:lnTo>
                    <a:pt x="1233711" y="490815"/>
                  </a:lnTo>
                  <a:lnTo>
                    <a:pt x="1229676" y="495161"/>
                  </a:lnTo>
                  <a:lnTo>
                    <a:pt x="1235885" y="498266"/>
                  </a:lnTo>
                  <a:lnTo>
                    <a:pt x="1238989" y="500439"/>
                  </a:lnTo>
                  <a:lnTo>
                    <a:pt x="1241162" y="502612"/>
                  </a:lnTo>
                  <a:lnTo>
                    <a:pt x="1243335" y="503543"/>
                  </a:lnTo>
                  <a:lnTo>
                    <a:pt x="1244267" y="509752"/>
                  </a:lnTo>
                  <a:lnTo>
                    <a:pt x="1246440" y="515030"/>
                  </a:lnTo>
                  <a:lnTo>
                    <a:pt x="1244267" y="517203"/>
                  </a:lnTo>
                  <a:lnTo>
                    <a:pt x="1244267" y="518134"/>
                  </a:lnTo>
                  <a:lnTo>
                    <a:pt x="1244267" y="518134"/>
                  </a:lnTo>
                  <a:lnTo>
                    <a:pt x="1243335" y="520307"/>
                  </a:lnTo>
                  <a:lnTo>
                    <a:pt x="1243335" y="524653"/>
                  </a:lnTo>
                  <a:lnTo>
                    <a:pt x="1228124" y="524653"/>
                  </a:lnTo>
                  <a:lnTo>
                    <a:pt x="1213533" y="527758"/>
                  </a:lnTo>
                  <a:lnTo>
                    <a:pt x="1202046" y="532104"/>
                  </a:lnTo>
                  <a:lnTo>
                    <a:pt x="1206082" y="532104"/>
                  </a:lnTo>
                  <a:lnTo>
                    <a:pt x="1211359" y="535209"/>
                  </a:lnTo>
                  <a:lnTo>
                    <a:pt x="1215395" y="537382"/>
                  </a:lnTo>
                  <a:lnTo>
                    <a:pt x="1218500" y="537382"/>
                  </a:lnTo>
                  <a:lnTo>
                    <a:pt x="1222536" y="539555"/>
                  </a:lnTo>
                  <a:lnTo>
                    <a:pt x="1225640" y="542659"/>
                  </a:lnTo>
                  <a:lnTo>
                    <a:pt x="1228744" y="547937"/>
                  </a:lnTo>
                  <a:lnTo>
                    <a:pt x="1222536" y="557561"/>
                  </a:lnTo>
                  <a:lnTo>
                    <a:pt x="1218500" y="569047"/>
                  </a:lnTo>
                  <a:lnTo>
                    <a:pt x="1213222" y="581775"/>
                  </a:lnTo>
                  <a:lnTo>
                    <a:pt x="1211049" y="576498"/>
                  </a:lnTo>
                  <a:lnTo>
                    <a:pt x="1207945" y="572152"/>
                  </a:lnTo>
                  <a:lnTo>
                    <a:pt x="1205771" y="569979"/>
                  </a:lnTo>
                  <a:lnTo>
                    <a:pt x="1201736" y="569979"/>
                  </a:lnTo>
                  <a:lnTo>
                    <a:pt x="1196458" y="569047"/>
                  </a:lnTo>
                  <a:lnTo>
                    <a:pt x="1189007" y="569047"/>
                  </a:lnTo>
                  <a:lnTo>
                    <a:pt x="1189007" y="572152"/>
                  </a:lnTo>
                  <a:lnTo>
                    <a:pt x="1193043" y="572152"/>
                  </a:lnTo>
                  <a:lnTo>
                    <a:pt x="1205461" y="584880"/>
                  </a:lnTo>
                  <a:lnTo>
                    <a:pt x="1216016" y="599781"/>
                  </a:lnTo>
                  <a:lnTo>
                    <a:pt x="1222225" y="618719"/>
                  </a:lnTo>
                  <a:lnTo>
                    <a:pt x="1225329" y="640760"/>
                  </a:lnTo>
                  <a:lnTo>
                    <a:pt x="1222225" y="640760"/>
                  </a:lnTo>
                  <a:lnTo>
                    <a:pt x="1222225" y="646038"/>
                  </a:lnTo>
                  <a:lnTo>
                    <a:pt x="1193043" y="649142"/>
                  </a:lnTo>
                  <a:lnTo>
                    <a:pt x="1193043" y="628963"/>
                  </a:lnTo>
                  <a:lnTo>
                    <a:pt x="1189007" y="625859"/>
                  </a:lnTo>
                  <a:lnTo>
                    <a:pt x="1185903" y="623686"/>
                  </a:lnTo>
                  <a:lnTo>
                    <a:pt x="1183730" y="621513"/>
                  </a:lnTo>
                  <a:lnTo>
                    <a:pt x="1178452" y="618408"/>
                  </a:lnTo>
                  <a:lnTo>
                    <a:pt x="1172243" y="616235"/>
                  </a:lnTo>
                  <a:lnTo>
                    <a:pt x="1163861" y="621513"/>
                  </a:lnTo>
                  <a:lnTo>
                    <a:pt x="1152375" y="625859"/>
                  </a:lnTo>
                  <a:lnTo>
                    <a:pt x="1139957" y="626790"/>
                  </a:lnTo>
                  <a:lnTo>
                    <a:pt x="1128470" y="631136"/>
                  </a:lnTo>
                  <a:lnTo>
                    <a:pt x="1122262" y="636414"/>
                  </a:lnTo>
                  <a:lnTo>
                    <a:pt x="1128470" y="636414"/>
                  </a:lnTo>
                  <a:lnTo>
                    <a:pt x="1137784" y="636414"/>
                  </a:lnTo>
                  <a:lnTo>
                    <a:pt x="1152375" y="634241"/>
                  </a:lnTo>
                  <a:lnTo>
                    <a:pt x="1169139" y="633309"/>
                  </a:lnTo>
                  <a:lnTo>
                    <a:pt x="1169139" y="640760"/>
                  </a:lnTo>
                  <a:lnTo>
                    <a:pt x="1132506" y="653488"/>
                  </a:lnTo>
                  <a:lnTo>
                    <a:pt x="1132506" y="656593"/>
                  </a:lnTo>
                  <a:lnTo>
                    <a:pt x="1141820" y="656593"/>
                  </a:lnTo>
                  <a:lnTo>
                    <a:pt x="1147097" y="655662"/>
                  </a:lnTo>
                  <a:lnTo>
                    <a:pt x="1154548" y="653488"/>
                  </a:lnTo>
                  <a:lnTo>
                    <a:pt x="1161999" y="651315"/>
                  </a:lnTo>
                  <a:lnTo>
                    <a:pt x="1169449" y="649142"/>
                  </a:lnTo>
                  <a:lnTo>
                    <a:pt x="1171622" y="658766"/>
                  </a:lnTo>
                  <a:lnTo>
                    <a:pt x="1179073" y="663112"/>
                  </a:lnTo>
                  <a:lnTo>
                    <a:pt x="1186524" y="664044"/>
                  </a:lnTo>
                  <a:lnTo>
                    <a:pt x="1198942" y="663112"/>
                  </a:lnTo>
                  <a:lnTo>
                    <a:pt x="1213533" y="663112"/>
                  </a:lnTo>
                  <a:lnTo>
                    <a:pt x="1213533" y="666217"/>
                  </a:lnTo>
                  <a:lnTo>
                    <a:pt x="1209497" y="666217"/>
                  </a:lnTo>
                  <a:lnTo>
                    <a:pt x="1189628" y="685154"/>
                  </a:lnTo>
                  <a:lnTo>
                    <a:pt x="1167587" y="703160"/>
                  </a:lnTo>
                  <a:lnTo>
                    <a:pt x="1145545" y="718061"/>
                  </a:lnTo>
                  <a:lnTo>
                    <a:pt x="1120399" y="730789"/>
                  </a:lnTo>
                  <a:lnTo>
                    <a:pt x="1093390" y="736067"/>
                  </a:lnTo>
                  <a:lnTo>
                    <a:pt x="1062035" y="735136"/>
                  </a:lnTo>
                  <a:lnTo>
                    <a:pt x="1062035" y="740413"/>
                  </a:lnTo>
                  <a:lnTo>
                    <a:pt x="1062035" y="745691"/>
                  </a:lnTo>
                  <a:lnTo>
                    <a:pt x="1059862" y="750037"/>
                  </a:lnTo>
                  <a:lnTo>
                    <a:pt x="1057689" y="750968"/>
                  </a:lnTo>
                  <a:lnTo>
                    <a:pt x="1056757" y="750968"/>
                  </a:lnTo>
                  <a:lnTo>
                    <a:pt x="1054584" y="753142"/>
                  </a:lnTo>
                  <a:lnTo>
                    <a:pt x="1050548" y="755315"/>
                  </a:lnTo>
                  <a:lnTo>
                    <a:pt x="1047444" y="757488"/>
                  </a:lnTo>
                  <a:lnTo>
                    <a:pt x="1045271" y="758419"/>
                  </a:lnTo>
                  <a:lnTo>
                    <a:pt x="1042166" y="762765"/>
                  </a:lnTo>
                  <a:lnTo>
                    <a:pt x="1038131" y="773321"/>
                  </a:lnTo>
                  <a:lnTo>
                    <a:pt x="1035957" y="786980"/>
                  </a:lnTo>
                  <a:lnTo>
                    <a:pt x="1032853" y="795362"/>
                  </a:lnTo>
                  <a:lnTo>
                    <a:pt x="1023540" y="804986"/>
                  </a:lnTo>
                  <a:lnTo>
                    <a:pt x="1008017" y="815541"/>
                  </a:lnTo>
                  <a:lnTo>
                    <a:pt x="987218" y="825165"/>
                  </a:lnTo>
                  <a:lnTo>
                    <a:pt x="969522" y="832616"/>
                  </a:lnTo>
                  <a:lnTo>
                    <a:pt x="952758" y="836962"/>
                  </a:lnTo>
                  <a:lnTo>
                    <a:pt x="952758" y="832616"/>
                  </a:lnTo>
                  <a:lnTo>
                    <a:pt x="952758" y="829511"/>
                  </a:lnTo>
                  <a:lnTo>
                    <a:pt x="950585" y="829511"/>
                  </a:lnTo>
                  <a:lnTo>
                    <a:pt x="950585" y="827338"/>
                  </a:lnTo>
                  <a:lnTo>
                    <a:pt x="949654" y="825165"/>
                  </a:lnTo>
                  <a:lnTo>
                    <a:pt x="947480" y="840066"/>
                  </a:lnTo>
                  <a:lnTo>
                    <a:pt x="942203" y="852795"/>
                  </a:lnTo>
                  <a:lnTo>
                    <a:pt x="938167" y="864281"/>
                  </a:lnTo>
                  <a:lnTo>
                    <a:pt x="932890" y="874836"/>
                  </a:lnTo>
                  <a:lnTo>
                    <a:pt x="928854" y="889738"/>
                  </a:lnTo>
                  <a:lnTo>
                    <a:pt x="932890" y="891911"/>
                  </a:lnTo>
                  <a:lnTo>
                    <a:pt x="932890" y="894084"/>
                  </a:lnTo>
                  <a:lnTo>
                    <a:pt x="935063" y="894084"/>
                  </a:lnTo>
                  <a:lnTo>
                    <a:pt x="935063" y="894084"/>
                  </a:lnTo>
                  <a:lnTo>
                    <a:pt x="935063" y="896257"/>
                  </a:lnTo>
                  <a:lnTo>
                    <a:pt x="932890" y="897188"/>
                  </a:lnTo>
                  <a:lnTo>
                    <a:pt x="928854" y="901535"/>
                  </a:lnTo>
                  <a:lnTo>
                    <a:pt x="925749" y="903708"/>
                  </a:lnTo>
                  <a:lnTo>
                    <a:pt x="922645" y="906812"/>
                  </a:lnTo>
                  <a:lnTo>
                    <a:pt x="918609" y="908985"/>
                  </a:lnTo>
                  <a:lnTo>
                    <a:pt x="916436" y="912090"/>
                  </a:lnTo>
                  <a:lnTo>
                    <a:pt x="913331" y="917367"/>
                  </a:lnTo>
                  <a:lnTo>
                    <a:pt x="905881" y="938478"/>
                  </a:lnTo>
                  <a:lnTo>
                    <a:pt x="900603" y="960519"/>
                  </a:lnTo>
                  <a:lnTo>
                    <a:pt x="898430" y="985976"/>
                  </a:lnTo>
                  <a:lnTo>
                    <a:pt x="894394" y="1010191"/>
                  </a:lnTo>
                  <a:lnTo>
                    <a:pt x="889117" y="1032232"/>
                  </a:lnTo>
                  <a:lnTo>
                    <a:pt x="886012" y="1030059"/>
                  </a:lnTo>
                  <a:lnTo>
                    <a:pt x="886012" y="1030059"/>
                  </a:lnTo>
                  <a:lnTo>
                    <a:pt x="883839" y="1030059"/>
                  </a:lnTo>
                  <a:lnTo>
                    <a:pt x="883839" y="1027886"/>
                  </a:lnTo>
                  <a:lnTo>
                    <a:pt x="881666" y="1027886"/>
                  </a:lnTo>
                  <a:lnTo>
                    <a:pt x="876388" y="1024782"/>
                  </a:lnTo>
                  <a:lnTo>
                    <a:pt x="867075" y="1017331"/>
                  </a:lnTo>
                  <a:lnTo>
                    <a:pt x="852484" y="1005844"/>
                  </a:lnTo>
                  <a:lnTo>
                    <a:pt x="835720" y="996221"/>
                  </a:lnTo>
                  <a:lnTo>
                    <a:pt x="820198" y="985665"/>
                  </a:lnTo>
                  <a:lnTo>
                    <a:pt x="807780" y="976042"/>
                  </a:lnTo>
                  <a:lnTo>
                    <a:pt x="796294" y="970764"/>
                  </a:lnTo>
                  <a:lnTo>
                    <a:pt x="793189" y="968591"/>
                  </a:lnTo>
                  <a:lnTo>
                    <a:pt x="789153" y="928543"/>
                  </a:lnTo>
                  <a:lnTo>
                    <a:pt x="786980" y="924197"/>
                  </a:lnTo>
                  <a:lnTo>
                    <a:pt x="781703" y="921093"/>
                  </a:lnTo>
                  <a:lnTo>
                    <a:pt x="778598" y="918920"/>
                  </a:lnTo>
                  <a:lnTo>
                    <a:pt x="772389" y="914573"/>
                  </a:lnTo>
                  <a:lnTo>
                    <a:pt x="769285" y="911469"/>
                  </a:lnTo>
                  <a:lnTo>
                    <a:pt x="772389" y="909296"/>
                  </a:lnTo>
                  <a:lnTo>
                    <a:pt x="772389" y="907123"/>
                  </a:lnTo>
                  <a:lnTo>
                    <a:pt x="774562" y="906191"/>
                  </a:lnTo>
                  <a:lnTo>
                    <a:pt x="774562" y="906191"/>
                  </a:lnTo>
                  <a:lnTo>
                    <a:pt x="776735" y="901845"/>
                  </a:lnTo>
                  <a:lnTo>
                    <a:pt x="778908" y="898741"/>
                  </a:lnTo>
                  <a:lnTo>
                    <a:pt x="769595" y="898741"/>
                  </a:lnTo>
                  <a:lnTo>
                    <a:pt x="764317" y="898741"/>
                  </a:lnTo>
                  <a:lnTo>
                    <a:pt x="760282" y="898741"/>
                  </a:lnTo>
                  <a:lnTo>
                    <a:pt x="758109" y="896567"/>
                  </a:lnTo>
                  <a:lnTo>
                    <a:pt x="757177" y="893463"/>
                  </a:lnTo>
                  <a:lnTo>
                    <a:pt x="753141" y="887254"/>
                  </a:lnTo>
                  <a:lnTo>
                    <a:pt x="750968" y="884150"/>
                  </a:lnTo>
                  <a:lnTo>
                    <a:pt x="750968" y="879803"/>
                  </a:lnTo>
                  <a:lnTo>
                    <a:pt x="750968" y="878872"/>
                  </a:lnTo>
                  <a:lnTo>
                    <a:pt x="750968" y="874526"/>
                  </a:lnTo>
                  <a:lnTo>
                    <a:pt x="753141" y="871421"/>
                  </a:lnTo>
                  <a:lnTo>
                    <a:pt x="753141" y="867075"/>
                  </a:lnTo>
                  <a:lnTo>
                    <a:pt x="742586" y="867075"/>
                  </a:lnTo>
                  <a:lnTo>
                    <a:pt x="742586" y="861798"/>
                  </a:lnTo>
                  <a:lnTo>
                    <a:pt x="743518" y="856520"/>
                  </a:lnTo>
                  <a:lnTo>
                    <a:pt x="745691" y="854347"/>
                  </a:lnTo>
                  <a:lnTo>
                    <a:pt x="745691" y="850622"/>
                  </a:lnTo>
                  <a:lnTo>
                    <a:pt x="747864" y="847517"/>
                  </a:lnTo>
                  <a:lnTo>
                    <a:pt x="750037" y="842239"/>
                  </a:lnTo>
                  <a:lnTo>
                    <a:pt x="743828" y="842239"/>
                  </a:lnTo>
                  <a:lnTo>
                    <a:pt x="737619" y="842239"/>
                  </a:lnTo>
                  <a:lnTo>
                    <a:pt x="734515" y="840066"/>
                  </a:lnTo>
                  <a:lnTo>
                    <a:pt x="728306" y="837893"/>
                  </a:lnTo>
                  <a:lnTo>
                    <a:pt x="727375" y="810574"/>
                  </a:lnTo>
                  <a:lnTo>
                    <a:pt x="725201" y="785117"/>
                  </a:lnTo>
                  <a:lnTo>
                    <a:pt x="725201" y="760903"/>
                  </a:lnTo>
                  <a:lnTo>
                    <a:pt x="732652" y="736688"/>
                  </a:lnTo>
                  <a:lnTo>
                    <a:pt x="740103" y="726133"/>
                  </a:lnTo>
                  <a:lnTo>
                    <a:pt x="749416" y="718682"/>
                  </a:lnTo>
                  <a:lnTo>
                    <a:pt x="756867" y="712473"/>
                  </a:lnTo>
                  <a:lnTo>
                    <a:pt x="762144" y="704091"/>
                  </a:lnTo>
                  <a:lnTo>
                    <a:pt x="767422" y="692605"/>
                  </a:lnTo>
                  <a:lnTo>
                    <a:pt x="769595" y="672426"/>
                  </a:lnTo>
                  <a:lnTo>
                    <a:pt x="765559" y="672426"/>
                  </a:lnTo>
                  <a:lnTo>
                    <a:pt x="762455" y="676772"/>
                  </a:lnTo>
                  <a:lnTo>
                    <a:pt x="758419" y="677703"/>
                  </a:lnTo>
                  <a:lnTo>
                    <a:pt x="757488" y="677703"/>
                  </a:lnTo>
                  <a:lnTo>
                    <a:pt x="753452" y="677703"/>
                  </a:lnTo>
                  <a:lnTo>
                    <a:pt x="750347" y="676772"/>
                  </a:lnTo>
                  <a:lnTo>
                    <a:pt x="735757" y="672426"/>
                  </a:lnTo>
                  <a:lnTo>
                    <a:pt x="724270" y="664975"/>
                  </a:lnTo>
                  <a:lnTo>
                    <a:pt x="716819" y="654420"/>
                  </a:lnTo>
                  <a:lnTo>
                    <a:pt x="713715" y="635483"/>
                  </a:lnTo>
                  <a:lnTo>
                    <a:pt x="718992" y="635483"/>
                  </a:lnTo>
                  <a:lnTo>
                    <a:pt x="718992" y="632378"/>
                  </a:lnTo>
                  <a:lnTo>
                    <a:pt x="728306" y="637656"/>
                  </a:lnTo>
                  <a:lnTo>
                    <a:pt x="738861" y="645106"/>
                  </a:lnTo>
                  <a:lnTo>
                    <a:pt x="748174" y="648211"/>
                  </a:lnTo>
                  <a:lnTo>
                    <a:pt x="758729" y="648211"/>
                  </a:lnTo>
                  <a:lnTo>
                    <a:pt x="758729" y="647280"/>
                  </a:lnTo>
                  <a:lnTo>
                    <a:pt x="760903" y="645106"/>
                  </a:lnTo>
                  <a:lnTo>
                    <a:pt x="760903" y="645106"/>
                  </a:lnTo>
                  <a:lnTo>
                    <a:pt x="760903" y="642623"/>
                  </a:lnTo>
                  <a:lnTo>
                    <a:pt x="763076" y="639518"/>
                  </a:lnTo>
                  <a:lnTo>
                    <a:pt x="743207" y="624617"/>
                  </a:lnTo>
                  <a:lnTo>
                    <a:pt x="726443" y="603507"/>
                  </a:lnTo>
                  <a:lnTo>
                    <a:pt x="721166" y="605680"/>
                  </a:lnTo>
                  <a:lnTo>
                    <a:pt x="717130" y="607853"/>
                  </a:lnTo>
                  <a:lnTo>
                    <a:pt x="711852" y="610026"/>
                  </a:lnTo>
                  <a:lnTo>
                    <a:pt x="706575" y="610957"/>
                  </a:lnTo>
                  <a:lnTo>
                    <a:pt x="702539" y="607853"/>
                  </a:lnTo>
                  <a:lnTo>
                    <a:pt x="701608" y="605680"/>
                  </a:lnTo>
                  <a:lnTo>
                    <a:pt x="699434" y="602575"/>
                  </a:lnTo>
                  <a:lnTo>
                    <a:pt x="697261" y="600402"/>
                  </a:lnTo>
                  <a:lnTo>
                    <a:pt x="694157" y="595125"/>
                  </a:lnTo>
                  <a:lnTo>
                    <a:pt x="704712" y="583638"/>
                  </a:lnTo>
                  <a:lnTo>
                    <a:pt x="706885" y="567805"/>
                  </a:lnTo>
                  <a:lnTo>
                    <a:pt x="704712" y="546695"/>
                  </a:lnTo>
                  <a:lnTo>
                    <a:pt x="699434" y="524653"/>
                  </a:lnTo>
                  <a:lnTo>
                    <a:pt x="690121" y="501370"/>
                  </a:lnTo>
                  <a:lnTo>
                    <a:pt x="679566" y="479328"/>
                  </a:lnTo>
                  <a:lnTo>
                    <a:pt x="665906" y="459149"/>
                  </a:lnTo>
                  <a:lnTo>
                    <a:pt x="655351" y="440212"/>
                  </a:lnTo>
                  <a:lnTo>
                    <a:pt x="646038" y="425311"/>
                  </a:lnTo>
                  <a:lnTo>
                    <a:pt x="623996" y="410409"/>
                  </a:lnTo>
                  <a:lnTo>
                    <a:pt x="598850" y="405132"/>
                  </a:lnTo>
                  <a:lnTo>
                    <a:pt x="572772" y="405132"/>
                  </a:lnTo>
                  <a:lnTo>
                    <a:pt x="543591" y="405132"/>
                  </a:lnTo>
                  <a:lnTo>
                    <a:pt x="515340" y="407305"/>
                  </a:lnTo>
                  <a:lnTo>
                    <a:pt x="486158" y="405132"/>
                  </a:lnTo>
                  <a:lnTo>
                    <a:pt x="486158" y="399854"/>
                  </a:lnTo>
                  <a:lnTo>
                    <a:pt x="486158" y="395508"/>
                  </a:lnTo>
                  <a:lnTo>
                    <a:pt x="487089" y="394577"/>
                  </a:lnTo>
                  <a:lnTo>
                    <a:pt x="487089" y="392404"/>
                  </a:lnTo>
                  <a:lnTo>
                    <a:pt x="487089" y="390230"/>
                  </a:lnTo>
                  <a:lnTo>
                    <a:pt x="486158" y="388057"/>
                  </a:lnTo>
                  <a:lnTo>
                    <a:pt x="474672" y="382780"/>
                  </a:lnTo>
                  <a:lnTo>
                    <a:pt x="464116" y="379675"/>
                  </a:lnTo>
                  <a:lnTo>
                    <a:pt x="452630" y="372225"/>
                  </a:lnTo>
                  <a:lnTo>
                    <a:pt x="461943" y="372225"/>
                  </a:lnTo>
                  <a:lnTo>
                    <a:pt x="472499" y="367878"/>
                  </a:lnTo>
                  <a:lnTo>
                    <a:pt x="487089" y="364774"/>
                  </a:lnTo>
                  <a:lnTo>
                    <a:pt x="503854" y="362601"/>
                  </a:lnTo>
                  <a:lnTo>
                    <a:pt x="516271" y="358254"/>
                  </a:lnTo>
                  <a:lnTo>
                    <a:pt x="525585" y="350804"/>
                  </a:lnTo>
                  <a:lnTo>
                    <a:pt x="481812" y="350804"/>
                  </a:lnTo>
                  <a:lnTo>
                    <a:pt x="471257" y="347699"/>
                  </a:lnTo>
                  <a:lnTo>
                    <a:pt x="461943" y="347699"/>
                  </a:lnTo>
                  <a:lnTo>
                    <a:pt x="450457" y="345526"/>
                  </a:lnTo>
                  <a:lnTo>
                    <a:pt x="442075" y="343353"/>
                  </a:lnTo>
                  <a:lnTo>
                    <a:pt x="432761" y="340249"/>
                  </a:lnTo>
                  <a:lnTo>
                    <a:pt x="427484" y="330625"/>
                  </a:lnTo>
                  <a:lnTo>
                    <a:pt x="425311" y="315723"/>
                  </a:lnTo>
                  <a:lnTo>
                    <a:pt x="447352" y="312619"/>
                  </a:lnTo>
                  <a:lnTo>
                    <a:pt x="467221" y="305168"/>
                  </a:lnTo>
                  <a:lnTo>
                    <a:pt x="483985" y="297718"/>
                  </a:lnTo>
                  <a:lnTo>
                    <a:pt x="501680" y="290267"/>
                  </a:lnTo>
                  <a:lnTo>
                    <a:pt x="538313" y="290267"/>
                  </a:lnTo>
                  <a:lnTo>
                    <a:pt x="552904" y="241837"/>
                  </a:lnTo>
                  <a:lnTo>
                    <a:pt x="518444" y="241837"/>
                  </a:lnTo>
                  <a:lnTo>
                    <a:pt x="509131" y="229109"/>
                  </a:lnTo>
                  <a:lnTo>
                    <a:pt x="520618" y="221658"/>
                  </a:lnTo>
                  <a:lnTo>
                    <a:pt x="529000" y="214208"/>
                  </a:lnTo>
                  <a:lnTo>
                    <a:pt x="540486" y="208930"/>
                  </a:lnTo>
                  <a:lnTo>
                    <a:pt x="552904" y="204584"/>
                  </a:lnTo>
                  <a:lnTo>
                    <a:pt x="552904" y="191856"/>
                  </a:lnTo>
                  <a:lnTo>
                    <a:pt x="567495" y="184405"/>
                  </a:lnTo>
                  <a:lnTo>
                    <a:pt x="574946" y="176023"/>
                  </a:lnTo>
                  <a:lnTo>
                    <a:pt x="582396" y="164536"/>
                  </a:lnTo>
                  <a:lnTo>
                    <a:pt x="593883" y="157086"/>
                  </a:lnTo>
                  <a:lnTo>
                    <a:pt x="606301" y="151808"/>
                  </a:lnTo>
                  <a:lnTo>
                    <a:pt x="616856" y="151808"/>
                  </a:lnTo>
                  <a:lnTo>
                    <a:pt x="626169" y="154912"/>
                  </a:lnTo>
                  <a:lnTo>
                    <a:pt x="638587" y="153981"/>
                  </a:lnTo>
                  <a:lnTo>
                    <a:pt x="629274" y="149635"/>
                  </a:lnTo>
                  <a:lnTo>
                    <a:pt x="623996" y="147462"/>
                  </a:lnTo>
                  <a:lnTo>
                    <a:pt x="618718" y="146530"/>
                  </a:lnTo>
                  <a:lnTo>
                    <a:pt x="613441" y="140322"/>
                  </a:lnTo>
                  <a:lnTo>
                    <a:pt x="631136" y="137217"/>
                  </a:lnTo>
                  <a:lnTo>
                    <a:pt x="647900" y="131939"/>
                  </a:lnTo>
                  <a:lnTo>
                    <a:pt x="662491" y="127593"/>
                  </a:lnTo>
                  <a:lnTo>
                    <a:pt x="679255" y="124489"/>
                  </a:lnTo>
                  <a:lnTo>
                    <a:pt x="680187" y="131939"/>
                  </a:lnTo>
                  <a:lnTo>
                    <a:pt x="682360" y="135044"/>
                  </a:lnTo>
                  <a:lnTo>
                    <a:pt x="684533" y="140322"/>
                  </a:lnTo>
                  <a:lnTo>
                    <a:pt x="686706" y="144668"/>
                  </a:lnTo>
                  <a:lnTo>
                    <a:pt x="691984" y="146841"/>
                  </a:lnTo>
                  <a:lnTo>
                    <a:pt x="699434" y="147772"/>
                  </a:lnTo>
                  <a:lnTo>
                    <a:pt x="699434" y="142495"/>
                  </a:lnTo>
                  <a:lnTo>
                    <a:pt x="702539" y="137217"/>
                  </a:lnTo>
                  <a:lnTo>
                    <a:pt x="704712" y="129766"/>
                  </a:lnTo>
                  <a:lnTo>
                    <a:pt x="706885" y="124489"/>
                  </a:lnTo>
                  <a:lnTo>
                    <a:pt x="709989" y="129766"/>
                  </a:lnTo>
                  <a:lnTo>
                    <a:pt x="716198" y="135044"/>
                  </a:lnTo>
                  <a:lnTo>
                    <a:pt x="719303" y="139390"/>
                  </a:lnTo>
                  <a:lnTo>
                    <a:pt x="726754" y="142495"/>
                  </a:lnTo>
                  <a:lnTo>
                    <a:pt x="734204" y="144668"/>
                  </a:lnTo>
                  <a:lnTo>
                    <a:pt x="730168" y="120453"/>
                  </a:lnTo>
                  <a:lnTo>
                    <a:pt x="743828" y="117349"/>
                  </a:lnTo>
                  <a:lnTo>
                    <a:pt x="754383" y="113002"/>
                  </a:lnTo>
                  <a:lnTo>
                    <a:pt x="771147" y="117349"/>
                  </a:lnTo>
                  <a:lnTo>
                    <a:pt x="788843" y="124799"/>
                  </a:lnTo>
                  <a:lnTo>
                    <a:pt x="807780" y="135354"/>
                  </a:lnTo>
                  <a:lnTo>
                    <a:pt x="827648" y="144978"/>
                  </a:lnTo>
                  <a:lnTo>
                    <a:pt x="844413" y="152429"/>
                  </a:lnTo>
                  <a:lnTo>
                    <a:pt x="859935" y="157706"/>
                  </a:lnTo>
                  <a:lnTo>
                    <a:pt x="859935" y="154602"/>
                  </a:lnTo>
                  <a:lnTo>
                    <a:pt x="849380" y="144978"/>
                  </a:lnTo>
                  <a:lnTo>
                    <a:pt x="841929" y="137527"/>
                  </a:lnTo>
                  <a:lnTo>
                    <a:pt x="837893" y="127904"/>
                  </a:lnTo>
                  <a:lnTo>
                    <a:pt x="844102" y="117349"/>
                  </a:lnTo>
                  <a:lnTo>
                    <a:pt x="840066" y="113002"/>
                  </a:lnTo>
                  <a:lnTo>
                    <a:pt x="834789" y="107725"/>
                  </a:lnTo>
                  <a:lnTo>
                    <a:pt x="829511" y="103378"/>
                  </a:lnTo>
                  <a:lnTo>
                    <a:pt x="824234" y="100274"/>
                  </a:lnTo>
                  <a:lnTo>
                    <a:pt x="820198" y="95928"/>
                  </a:lnTo>
                  <a:lnTo>
                    <a:pt x="824234" y="87546"/>
                  </a:lnTo>
                  <a:lnTo>
                    <a:pt x="834789" y="90650"/>
                  </a:lnTo>
                  <a:lnTo>
                    <a:pt x="849380" y="92823"/>
                  </a:lnTo>
                  <a:lnTo>
                    <a:pt x="861797" y="90650"/>
                  </a:lnTo>
                  <a:lnTo>
                    <a:pt x="871111" y="83199"/>
                  </a:lnTo>
                  <a:lnTo>
                    <a:pt x="827338" y="83199"/>
                  </a:lnTo>
                  <a:lnTo>
                    <a:pt x="827338" y="80095"/>
                  </a:lnTo>
                  <a:lnTo>
                    <a:pt x="824234" y="80095"/>
                  </a:lnTo>
                  <a:lnTo>
                    <a:pt x="824234" y="75749"/>
                  </a:lnTo>
                  <a:lnTo>
                    <a:pt x="829511" y="72644"/>
                  </a:lnTo>
                  <a:lnTo>
                    <a:pt x="834789" y="68298"/>
                  </a:lnTo>
                  <a:lnTo>
                    <a:pt x="840066" y="65194"/>
                  </a:lnTo>
                  <a:lnTo>
                    <a:pt x="845344" y="60847"/>
                  </a:lnTo>
                  <a:lnTo>
                    <a:pt x="851553" y="59916"/>
                  </a:lnTo>
                  <a:lnTo>
                    <a:pt x="874526" y="63020"/>
                  </a:lnTo>
                  <a:lnTo>
                    <a:pt x="880735" y="46256"/>
                  </a:lnTo>
                  <a:lnTo>
                    <a:pt x="907743" y="50603"/>
                  </a:lnTo>
                  <a:lnTo>
                    <a:pt x="909917" y="50603"/>
                  </a:lnTo>
                  <a:lnTo>
                    <a:pt x="910848" y="46256"/>
                  </a:lnTo>
                  <a:lnTo>
                    <a:pt x="913021" y="45325"/>
                  </a:lnTo>
                  <a:lnTo>
                    <a:pt x="915194" y="40979"/>
                  </a:lnTo>
                  <a:lnTo>
                    <a:pt x="920472" y="38806"/>
                  </a:lnTo>
                  <a:lnTo>
                    <a:pt x="924508" y="45015"/>
                  </a:lnTo>
                  <a:lnTo>
                    <a:pt x="929785" y="50292"/>
                  </a:lnTo>
                  <a:lnTo>
                    <a:pt x="935063" y="55570"/>
                  </a:lnTo>
                  <a:lnTo>
                    <a:pt x="935063" y="45946"/>
                  </a:lnTo>
                  <a:lnTo>
                    <a:pt x="937236" y="45015"/>
                  </a:lnTo>
                  <a:lnTo>
                    <a:pt x="937236" y="42842"/>
                  </a:lnTo>
                  <a:lnTo>
                    <a:pt x="937236" y="40668"/>
                  </a:lnTo>
                  <a:lnTo>
                    <a:pt x="937236" y="38495"/>
                  </a:lnTo>
                  <a:lnTo>
                    <a:pt x="938167" y="35391"/>
                  </a:lnTo>
                  <a:lnTo>
                    <a:pt x="940340" y="33218"/>
                  </a:lnTo>
                  <a:lnTo>
                    <a:pt x="944376" y="31045"/>
                  </a:lnTo>
                  <a:lnTo>
                    <a:pt x="962071" y="22663"/>
                  </a:lnTo>
                  <a:lnTo>
                    <a:pt x="984113" y="20179"/>
                  </a:lnTo>
                  <a:lnTo>
                    <a:pt x="984113" y="20179"/>
                  </a:lnTo>
                  <a:lnTo>
                    <a:pt x="984113" y="20179"/>
                  </a:lnTo>
                  <a:close/>
                  <a:moveTo>
                    <a:pt x="2301024" y="16764"/>
                  </a:moveTo>
                  <a:lnTo>
                    <a:pt x="2311579" y="19869"/>
                  </a:lnTo>
                  <a:lnTo>
                    <a:pt x="2311579" y="27319"/>
                  </a:lnTo>
                  <a:lnTo>
                    <a:pt x="2296057" y="27319"/>
                  </a:lnTo>
                  <a:lnTo>
                    <a:pt x="2301024" y="16764"/>
                  </a:lnTo>
                  <a:lnTo>
                    <a:pt x="2301024" y="16764"/>
                  </a:lnTo>
                  <a:lnTo>
                    <a:pt x="2301024" y="16764"/>
                  </a:lnTo>
                  <a:close/>
                  <a:moveTo>
                    <a:pt x="2792460" y="0"/>
                  </a:moveTo>
                  <a:lnTo>
                    <a:pt x="2797737" y="3104"/>
                  </a:lnTo>
                  <a:lnTo>
                    <a:pt x="2801773" y="7451"/>
                  </a:lnTo>
                  <a:lnTo>
                    <a:pt x="2803946" y="10555"/>
                  </a:lnTo>
                  <a:lnTo>
                    <a:pt x="2804878" y="16764"/>
                  </a:lnTo>
                  <a:lnTo>
                    <a:pt x="2807051" y="19869"/>
                  </a:lnTo>
                  <a:lnTo>
                    <a:pt x="2809224" y="25146"/>
                  </a:lnTo>
                  <a:lnTo>
                    <a:pt x="2812328" y="27319"/>
                  </a:lnTo>
                  <a:lnTo>
                    <a:pt x="2823815" y="32597"/>
                  </a:lnTo>
                  <a:lnTo>
                    <a:pt x="2834370" y="34770"/>
                  </a:lnTo>
                  <a:lnTo>
                    <a:pt x="2841821" y="34770"/>
                  </a:lnTo>
                  <a:lnTo>
                    <a:pt x="2847098" y="39116"/>
                  </a:lnTo>
                  <a:lnTo>
                    <a:pt x="2851134" y="46567"/>
                  </a:lnTo>
                  <a:lnTo>
                    <a:pt x="2853307" y="61468"/>
                  </a:lnTo>
                  <a:lnTo>
                    <a:pt x="2851134" y="62400"/>
                  </a:lnTo>
                  <a:lnTo>
                    <a:pt x="2851134" y="62400"/>
                  </a:lnTo>
                  <a:lnTo>
                    <a:pt x="2851134" y="64573"/>
                  </a:lnTo>
                  <a:lnTo>
                    <a:pt x="2851134" y="66746"/>
                  </a:lnTo>
                  <a:lnTo>
                    <a:pt x="2848961" y="68919"/>
                  </a:lnTo>
                  <a:lnTo>
                    <a:pt x="2825988" y="68919"/>
                  </a:lnTo>
                  <a:lnTo>
                    <a:pt x="2802084" y="68919"/>
                  </a:lnTo>
                  <a:lnTo>
                    <a:pt x="2782215" y="77301"/>
                  </a:lnTo>
                  <a:lnTo>
                    <a:pt x="2778179" y="79474"/>
                  </a:lnTo>
                  <a:lnTo>
                    <a:pt x="2776006" y="83820"/>
                  </a:lnTo>
                  <a:lnTo>
                    <a:pt x="2775075" y="84752"/>
                  </a:lnTo>
                  <a:lnTo>
                    <a:pt x="2772902" y="86925"/>
                  </a:lnTo>
                  <a:lnTo>
                    <a:pt x="2770729" y="89098"/>
                  </a:lnTo>
                  <a:lnTo>
                    <a:pt x="2767624" y="91271"/>
                  </a:lnTo>
                  <a:lnTo>
                    <a:pt x="2761415" y="94376"/>
                  </a:lnTo>
                  <a:lnTo>
                    <a:pt x="2758311" y="89098"/>
                  </a:lnTo>
                  <a:lnTo>
                    <a:pt x="2756137" y="84752"/>
                  </a:lnTo>
                  <a:lnTo>
                    <a:pt x="2753033" y="81647"/>
                  </a:lnTo>
                  <a:lnTo>
                    <a:pt x="2765451" y="49982"/>
                  </a:lnTo>
                  <a:lnTo>
                    <a:pt x="2777869" y="24525"/>
                  </a:lnTo>
                  <a:lnTo>
                    <a:pt x="2792460" y="0"/>
                  </a:lnTo>
                  <a:lnTo>
                    <a:pt x="2792460" y="0"/>
                  </a:lnTo>
                  <a:lnTo>
                    <a:pt x="2792460" y="0"/>
                  </a:lnTo>
                  <a:close/>
                  <a:moveTo>
                    <a:pt x="2665177" y="0"/>
                  </a:moveTo>
                  <a:lnTo>
                    <a:pt x="2674490" y="9624"/>
                  </a:lnTo>
                  <a:lnTo>
                    <a:pt x="2679768" y="20179"/>
                  </a:lnTo>
                  <a:lnTo>
                    <a:pt x="2685046" y="32907"/>
                  </a:lnTo>
                  <a:lnTo>
                    <a:pt x="2675732" y="32907"/>
                  </a:lnTo>
                  <a:lnTo>
                    <a:pt x="2675732" y="27319"/>
                  </a:lnTo>
                  <a:lnTo>
                    <a:pt x="2672628" y="24215"/>
                  </a:lnTo>
                  <a:lnTo>
                    <a:pt x="2668592" y="19869"/>
                  </a:lnTo>
                  <a:lnTo>
                    <a:pt x="2667660" y="14591"/>
                  </a:lnTo>
                  <a:lnTo>
                    <a:pt x="2665487" y="9313"/>
                  </a:lnTo>
                  <a:lnTo>
                    <a:pt x="2665487" y="0"/>
                  </a:lnTo>
                  <a:lnTo>
                    <a:pt x="2665177" y="0"/>
                  </a:lnTo>
                  <a:lnTo>
                    <a:pt x="2665177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311">
              <a:extLst>
                <a:ext uri="{FF2B5EF4-FFF2-40B4-BE49-F238E27FC236}">
                  <a16:creationId xmlns:a16="http://schemas.microsoft.com/office/drawing/2014/main" xmlns="" id="{646B8534-39D6-4C37-B667-224378BFCBF9}"/>
                </a:ext>
              </a:extLst>
            </p:cNvPr>
            <p:cNvSpPr/>
            <p:nvPr/>
          </p:nvSpPr>
          <p:spPr>
            <a:xfrm>
              <a:off x="3709769" y="4075070"/>
              <a:ext cx="34149" cy="15522"/>
            </a:xfrm>
            <a:custGeom>
              <a:avLst/>
              <a:gdLst>
                <a:gd name="connsiteX0" fmla="*/ 13660 w 34149"/>
                <a:gd name="connsiteY0" fmla="*/ 14591 h 15522"/>
                <a:gd name="connsiteX1" fmla="*/ 20800 w 34149"/>
                <a:gd name="connsiteY1" fmla="*/ 16764 h 15522"/>
                <a:gd name="connsiteX2" fmla="*/ 23904 w 34149"/>
                <a:gd name="connsiteY2" fmla="*/ 16764 h 15522"/>
                <a:gd name="connsiteX3" fmla="*/ 28251 w 34149"/>
                <a:gd name="connsiteY3" fmla="*/ 16764 h 15522"/>
                <a:gd name="connsiteX4" fmla="*/ 36633 w 34149"/>
                <a:gd name="connsiteY4" fmla="*/ 16764 h 15522"/>
                <a:gd name="connsiteX5" fmla="*/ 35391 w 34149"/>
                <a:gd name="connsiteY5" fmla="*/ 10555 h 15522"/>
                <a:gd name="connsiteX6" fmla="*/ 35391 w 34149"/>
                <a:gd name="connsiteY6" fmla="*/ 7140 h 15522"/>
                <a:gd name="connsiteX7" fmla="*/ 33528 w 34149"/>
                <a:gd name="connsiteY7" fmla="*/ 3104 h 15522"/>
                <a:gd name="connsiteX8" fmla="*/ 33528 w 34149"/>
                <a:gd name="connsiteY8" fmla="*/ 0 h 15522"/>
                <a:gd name="connsiteX9" fmla="*/ 0 w 34149"/>
                <a:gd name="connsiteY9" fmla="*/ 0 h 15522"/>
                <a:gd name="connsiteX10" fmla="*/ 0 w 34149"/>
                <a:gd name="connsiteY10" fmla="*/ 12418 h 15522"/>
                <a:gd name="connsiteX11" fmla="*/ 7451 w 34149"/>
                <a:gd name="connsiteY11" fmla="*/ 1459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15522">
                  <a:moveTo>
                    <a:pt x="13660" y="14591"/>
                  </a:moveTo>
                  <a:lnTo>
                    <a:pt x="20800" y="16764"/>
                  </a:lnTo>
                  <a:lnTo>
                    <a:pt x="23904" y="16764"/>
                  </a:lnTo>
                  <a:lnTo>
                    <a:pt x="28251" y="16764"/>
                  </a:lnTo>
                  <a:lnTo>
                    <a:pt x="36633" y="16764"/>
                  </a:lnTo>
                  <a:lnTo>
                    <a:pt x="35391" y="10555"/>
                  </a:lnTo>
                  <a:lnTo>
                    <a:pt x="35391" y="7140"/>
                  </a:lnTo>
                  <a:lnTo>
                    <a:pt x="33528" y="3104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12418"/>
                  </a:lnTo>
                  <a:lnTo>
                    <a:pt x="7451" y="1459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312">
              <a:extLst>
                <a:ext uri="{FF2B5EF4-FFF2-40B4-BE49-F238E27FC236}">
                  <a16:creationId xmlns:a16="http://schemas.microsoft.com/office/drawing/2014/main" xmlns="" id="{DFE8A5A4-D5ED-4379-AA2A-7AE44D896BD8}"/>
                </a:ext>
              </a:extLst>
            </p:cNvPr>
            <p:cNvSpPr/>
            <p:nvPr/>
          </p:nvSpPr>
          <p:spPr>
            <a:xfrm>
              <a:off x="3530642" y="4043094"/>
              <a:ext cx="34149" cy="9313"/>
            </a:xfrm>
            <a:custGeom>
              <a:avLst/>
              <a:gdLst>
                <a:gd name="connsiteX0" fmla="*/ 22973 w 34149"/>
                <a:gd name="connsiteY0" fmla="*/ 11797 h 9313"/>
                <a:gd name="connsiteX1" fmla="*/ 32286 w 34149"/>
                <a:gd name="connsiteY1" fmla="*/ 7451 h 9313"/>
                <a:gd name="connsiteX2" fmla="*/ 36633 w 34149"/>
                <a:gd name="connsiteY2" fmla="*/ 7451 h 9313"/>
                <a:gd name="connsiteX3" fmla="*/ 30424 w 34149"/>
                <a:gd name="connsiteY3" fmla="*/ 4346 h 9313"/>
                <a:gd name="connsiteX4" fmla="*/ 22973 w 34149"/>
                <a:gd name="connsiteY4" fmla="*/ 2173 h 9313"/>
                <a:gd name="connsiteX5" fmla="*/ 15833 w 34149"/>
                <a:gd name="connsiteY5" fmla="*/ 0 h 9313"/>
                <a:gd name="connsiteX6" fmla="*/ 12728 w 34149"/>
                <a:gd name="connsiteY6" fmla="*/ 2173 h 9313"/>
                <a:gd name="connsiteX7" fmla="*/ 7451 w 34149"/>
                <a:gd name="connsiteY7" fmla="*/ 4346 h 9313"/>
                <a:gd name="connsiteX8" fmla="*/ 3104 w 34149"/>
                <a:gd name="connsiteY8" fmla="*/ 7451 h 9313"/>
                <a:gd name="connsiteX9" fmla="*/ 0 w 34149"/>
                <a:gd name="connsiteY9" fmla="*/ 7451 h 9313"/>
                <a:gd name="connsiteX10" fmla="*/ 0 w 34149"/>
                <a:gd name="connsiteY10" fmla="*/ 11797 h 9313"/>
                <a:gd name="connsiteX11" fmla="*/ 12728 w 34149"/>
                <a:gd name="connsiteY11" fmla="*/ 11797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9313">
                  <a:moveTo>
                    <a:pt x="22973" y="11797"/>
                  </a:moveTo>
                  <a:lnTo>
                    <a:pt x="32286" y="7451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12728" y="2173"/>
                  </a:lnTo>
                  <a:lnTo>
                    <a:pt x="7451" y="4346"/>
                  </a:lnTo>
                  <a:lnTo>
                    <a:pt x="3104" y="7451"/>
                  </a:lnTo>
                  <a:lnTo>
                    <a:pt x="0" y="7451"/>
                  </a:lnTo>
                  <a:lnTo>
                    <a:pt x="0" y="11797"/>
                  </a:lnTo>
                  <a:lnTo>
                    <a:pt x="12728" y="11797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313">
              <a:extLst>
                <a:ext uri="{FF2B5EF4-FFF2-40B4-BE49-F238E27FC236}">
                  <a16:creationId xmlns:a16="http://schemas.microsoft.com/office/drawing/2014/main" xmlns="" id="{D5EB6830-0FAC-4286-8734-8812156D77B7}"/>
                </a:ext>
              </a:extLst>
            </p:cNvPr>
            <p:cNvSpPr/>
            <p:nvPr/>
          </p:nvSpPr>
          <p:spPr>
            <a:xfrm>
              <a:off x="3730569" y="4013602"/>
              <a:ext cx="37253" cy="40358"/>
            </a:xfrm>
            <a:custGeom>
              <a:avLst/>
              <a:gdLst>
                <a:gd name="connsiteX0" fmla="*/ 10555 w 37253"/>
                <a:gd name="connsiteY0" fmla="*/ 39116 h 40357"/>
                <a:gd name="connsiteX1" fmla="*/ 14591 w 37253"/>
                <a:gd name="connsiteY1" fmla="*/ 41289 h 40357"/>
                <a:gd name="connsiteX2" fmla="*/ 22042 w 37253"/>
                <a:gd name="connsiteY2" fmla="*/ 41289 h 40357"/>
                <a:gd name="connsiteX3" fmla="*/ 27319 w 37253"/>
                <a:gd name="connsiteY3" fmla="*/ 41289 h 40357"/>
                <a:gd name="connsiteX4" fmla="*/ 29182 w 37253"/>
                <a:gd name="connsiteY4" fmla="*/ 34770 h 40357"/>
                <a:gd name="connsiteX5" fmla="*/ 30424 w 37253"/>
                <a:gd name="connsiteY5" fmla="*/ 31665 h 40357"/>
                <a:gd name="connsiteX6" fmla="*/ 32286 w 37253"/>
                <a:gd name="connsiteY6" fmla="*/ 27630 h 40357"/>
                <a:gd name="connsiteX7" fmla="*/ 34460 w 37253"/>
                <a:gd name="connsiteY7" fmla="*/ 26388 h 40357"/>
                <a:gd name="connsiteX8" fmla="*/ 36633 w 37253"/>
                <a:gd name="connsiteY8" fmla="*/ 24215 h 40357"/>
                <a:gd name="connsiteX9" fmla="*/ 39737 w 37253"/>
                <a:gd name="connsiteY9" fmla="*/ 20179 h 40357"/>
                <a:gd name="connsiteX10" fmla="*/ 32286 w 37253"/>
                <a:gd name="connsiteY10" fmla="*/ 14901 h 40357"/>
                <a:gd name="connsiteX11" fmla="*/ 25146 w 37253"/>
                <a:gd name="connsiteY11" fmla="*/ 7451 h 40357"/>
                <a:gd name="connsiteX12" fmla="*/ 19869 w 37253"/>
                <a:gd name="connsiteY12" fmla="*/ 0 h 40357"/>
                <a:gd name="connsiteX13" fmla="*/ 3104 w 37253"/>
                <a:gd name="connsiteY13" fmla="*/ 0 h 40357"/>
                <a:gd name="connsiteX14" fmla="*/ 3104 w 37253"/>
                <a:gd name="connsiteY14" fmla="*/ 9624 h 40357"/>
                <a:gd name="connsiteX15" fmla="*/ 3104 w 37253"/>
                <a:gd name="connsiteY15" fmla="*/ 16764 h 40357"/>
                <a:gd name="connsiteX16" fmla="*/ 1242 w 37253"/>
                <a:gd name="connsiteY16" fmla="*/ 24215 h 40357"/>
                <a:gd name="connsiteX17" fmla="*/ 0 w 37253"/>
                <a:gd name="connsiteY17" fmla="*/ 29492 h 40357"/>
                <a:gd name="connsiteX18" fmla="*/ 0 w 37253"/>
                <a:gd name="connsiteY18" fmla="*/ 36943 h 40357"/>
                <a:gd name="connsiteX19" fmla="*/ 5278 w 37253"/>
                <a:gd name="connsiteY19" fmla="*/ 39116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253" h="40357">
                  <a:moveTo>
                    <a:pt x="10555" y="39116"/>
                  </a:moveTo>
                  <a:lnTo>
                    <a:pt x="14591" y="41289"/>
                  </a:lnTo>
                  <a:lnTo>
                    <a:pt x="22042" y="41289"/>
                  </a:lnTo>
                  <a:lnTo>
                    <a:pt x="27319" y="41289"/>
                  </a:lnTo>
                  <a:lnTo>
                    <a:pt x="29182" y="34770"/>
                  </a:lnTo>
                  <a:lnTo>
                    <a:pt x="30424" y="31665"/>
                  </a:lnTo>
                  <a:lnTo>
                    <a:pt x="32286" y="27630"/>
                  </a:lnTo>
                  <a:lnTo>
                    <a:pt x="34460" y="26388"/>
                  </a:lnTo>
                  <a:lnTo>
                    <a:pt x="36633" y="24215"/>
                  </a:lnTo>
                  <a:lnTo>
                    <a:pt x="39737" y="20179"/>
                  </a:lnTo>
                  <a:lnTo>
                    <a:pt x="32286" y="14901"/>
                  </a:lnTo>
                  <a:lnTo>
                    <a:pt x="25146" y="7451"/>
                  </a:lnTo>
                  <a:lnTo>
                    <a:pt x="19869" y="0"/>
                  </a:lnTo>
                  <a:lnTo>
                    <a:pt x="3104" y="0"/>
                  </a:lnTo>
                  <a:lnTo>
                    <a:pt x="3104" y="9624"/>
                  </a:lnTo>
                  <a:lnTo>
                    <a:pt x="3104" y="16764"/>
                  </a:lnTo>
                  <a:lnTo>
                    <a:pt x="1242" y="24215"/>
                  </a:lnTo>
                  <a:lnTo>
                    <a:pt x="0" y="29492"/>
                  </a:lnTo>
                  <a:lnTo>
                    <a:pt x="0" y="36943"/>
                  </a:lnTo>
                  <a:lnTo>
                    <a:pt x="5278" y="3911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314">
              <a:extLst>
                <a:ext uri="{FF2B5EF4-FFF2-40B4-BE49-F238E27FC236}">
                  <a16:creationId xmlns:a16="http://schemas.microsoft.com/office/drawing/2014/main" xmlns="" id="{E0ED0D12-833E-4BB5-ACA2-C62681A9AC7C}"/>
                </a:ext>
              </a:extLst>
            </p:cNvPr>
            <p:cNvSpPr/>
            <p:nvPr/>
          </p:nvSpPr>
          <p:spPr>
            <a:xfrm>
              <a:off x="3457998" y="4104562"/>
              <a:ext cx="170745" cy="90029"/>
            </a:xfrm>
            <a:custGeom>
              <a:avLst/>
              <a:gdLst>
                <a:gd name="connsiteX0" fmla="*/ 170745 w 170745"/>
                <a:gd name="connsiteY0" fmla="*/ 30734 h 90029"/>
                <a:gd name="connsiteX1" fmla="*/ 170745 w 170745"/>
                <a:gd name="connsiteY1" fmla="*/ 29492 h 90029"/>
                <a:gd name="connsiteX2" fmla="*/ 168572 w 170745"/>
                <a:gd name="connsiteY2" fmla="*/ 27630 h 90029"/>
                <a:gd name="connsiteX3" fmla="*/ 165468 w 170745"/>
                <a:gd name="connsiteY3" fmla="*/ 25457 h 90029"/>
                <a:gd name="connsiteX4" fmla="*/ 163294 w 170745"/>
                <a:gd name="connsiteY4" fmla="*/ 25457 h 90029"/>
                <a:gd name="connsiteX5" fmla="*/ 161121 w 170745"/>
                <a:gd name="connsiteY5" fmla="*/ 25457 h 90029"/>
                <a:gd name="connsiteX6" fmla="*/ 159259 w 170745"/>
                <a:gd name="connsiteY6" fmla="*/ 27630 h 90029"/>
                <a:gd name="connsiteX7" fmla="*/ 156154 w 170745"/>
                <a:gd name="connsiteY7" fmla="*/ 30734 h 90029"/>
                <a:gd name="connsiteX8" fmla="*/ 148704 w 170745"/>
                <a:gd name="connsiteY8" fmla="*/ 30734 h 90029"/>
                <a:gd name="connsiteX9" fmla="*/ 143426 w 170745"/>
                <a:gd name="connsiteY9" fmla="*/ 30734 h 90029"/>
                <a:gd name="connsiteX10" fmla="*/ 137217 w 170745"/>
                <a:gd name="connsiteY10" fmla="*/ 29492 h 90029"/>
                <a:gd name="connsiteX11" fmla="*/ 132250 w 170745"/>
                <a:gd name="connsiteY11" fmla="*/ 27630 h 90029"/>
                <a:gd name="connsiteX12" fmla="*/ 128835 w 170745"/>
                <a:gd name="connsiteY12" fmla="*/ 27630 h 90029"/>
                <a:gd name="connsiteX13" fmla="*/ 128835 w 170745"/>
                <a:gd name="connsiteY13" fmla="*/ 23283 h 90029"/>
                <a:gd name="connsiteX14" fmla="*/ 132250 w 170745"/>
                <a:gd name="connsiteY14" fmla="*/ 23283 h 90029"/>
                <a:gd name="connsiteX15" fmla="*/ 132250 w 170745"/>
                <a:gd name="connsiteY15" fmla="*/ 17075 h 90029"/>
                <a:gd name="connsiteX16" fmla="*/ 130077 w 170745"/>
                <a:gd name="connsiteY16" fmla="*/ 12728 h 90029"/>
                <a:gd name="connsiteX17" fmla="*/ 130077 w 170745"/>
                <a:gd name="connsiteY17" fmla="*/ 9624 h 90029"/>
                <a:gd name="connsiteX18" fmla="*/ 128835 w 170745"/>
                <a:gd name="connsiteY18" fmla="*/ 5278 h 90029"/>
                <a:gd name="connsiteX19" fmla="*/ 126972 w 170745"/>
                <a:gd name="connsiteY19" fmla="*/ 3104 h 90029"/>
                <a:gd name="connsiteX20" fmla="*/ 124799 w 170745"/>
                <a:gd name="connsiteY20" fmla="*/ 0 h 90029"/>
                <a:gd name="connsiteX21" fmla="*/ 117659 w 170745"/>
                <a:gd name="connsiteY21" fmla="*/ 0 h 90029"/>
                <a:gd name="connsiteX22" fmla="*/ 112381 w 170745"/>
                <a:gd name="connsiteY22" fmla="*/ 0 h 90029"/>
                <a:gd name="connsiteX23" fmla="*/ 109277 w 170745"/>
                <a:gd name="connsiteY23" fmla="*/ 2173 h 90029"/>
                <a:gd name="connsiteX24" fmla="*/ 104931 w 170745"/>
                <a:gd name="connsiteY24" fmla="*/ 3104 h 90029"/>
                <a:gd name="connsiteX25" fmla="*/ 107104 w 170745"/>
                <a:gd name="connsiteY25" fmla="*/ 17075 h 90029"/>
                <a:gd name="connsiteX26" fmla="*/ 109277 w 170745"/>
                <a:gd name="connsiteY26" fmla="*/ 22352 h 90029"/>
                <a:gd name="connsiteX27" fmla="*/ 112381 w 170745"/>
                <a:gd name="connsiteY27" fmla="*/ 29492 h 90029"/>
                <a:gd name="connsiteX28" fmla="*/ 115486 w 170745"/>
                <a:gd name="connsiteY28" fmla="*/ 38185 h 90029"/>
                <a:gd name="connsiteX29" fmla="*/ 95617 w 170745"/>
                <a:gd name="connsiteY29" fmla="*/ 36943 h 90029"/>
                <a:gd name="connsiteX30" fmla="*/ 80095 w 170745"/>
                <a:gd name="connsiteY30" fmla="*/ 30734 h 90029"/>
                <a:gd name="connsiteX31" fmla="*/ 65504 w 170745"/>
                <a:gd name="connsiteY31" fmla="*/ 23283 h 90029"/>
                <a:gd name="connsiteX32" fmla="*/ 48740 w 170745"/>
                <a:gd name="connsiteY32" fmla="*/ 17075 h 90029"/>
                <a:gd name="connsiteX33" fmla="*/ 28871 w 170745"/>
                <a:gd name="connsiteY33" fmla="*/ 10555 h 90029"/>
                <a:gd name="connsiteX34" fmla="*/ 27009 w 170745"/>
                <a:gd name="connsiteY34" fmla="*/ 12728 h 90029"/>
                <a:gd name="connsiteX35" fmla="*/ 24836 w 170745"/>
                <a:gd name="connsiteY35" fmla="*/ 12728 h 90029"/>
                <a:gd name="connsiteX36" fmla="*/ 22663 w 170745"/>
                <a:gd name="connsiteY36" fmla="*/ 14901 h 90029"/>
                <a:gd name="connsiteX37" fmla="*/ 19558 w 170745"/>
                <a:gd name="connsiteY37" fmla="*/ 14901 h 90029"/>
                <a:gd name="connsiteX38" fmla="*/ 21731 w 170745"/>
                <a:gd name="connsiteY38" fmla="*/ 18006 h 90029"/>
                <a:gd name="connsiteX39" fmla="*/ 22663 w 170745"/>
                <a:gd name="connsiteY39" fmla="*/ 20179 h 90029"/>
                <a:gd name="connsiteX40" fmla="*/ 22663 w 170745"/>
                <a:gd name="connsiteY40" fmla="*/ 22352 h 90029"/>
                <a:gd name="connsiteX41" fmla="*/ 24836 w 170745"/>
                <a:gd name="connsiteY41" fmla="*/ 23283 h 90029"/>
                <a:gd name="connsiteX42" fmla="*/ 27009 w 170745"/>
                <a:gd name="connsiteY42" fmla="*/ 25457 h 90029"/>
                <a:gd name="connsiteX43" fmla="*/ 28871 w 170745"/>
                <a:gd name="connsiteY43" fmla="*/ 27630 h 90029"/>
                <a:gd name="connsiteX44" fmla="*/ 24836 w 170745"/>
                <a:gd name="connsiteY44" fmla="*/ 29492 h 90029"/>
                <a:gd name="connsiteX45" fmla="*/ 21731 w 170745"/>
                <a:gd name="connsiteY45" fmla="*/ 29492 h 90029"/>
                <a:gd name="connsiteX46" fmla="*/ 17695 w 170745"/>
                <a:gd name="connsiteY46" fmla="*/ 30734 h 90029"/>
                <a:gd name="connsiteX47" fmla="*/ 12418 w 170745"/>
                <a:gd name="connsiteY47" fmla="*/ 30734 h 90029"/>
                <a:gd name="connsiteX48" fmla="*/ 12418 w 170745"/>
                <a:gd name="connsiteY48" fmla="*/ 34770 h 90029"/>
                <a:gd name="connsiteX49" fmla="*/ 15522 w 170745"/>
                <a:gd name="connsiteY49" fmla="*/ 34770 h 90029"/>
                <a:gd name="connsiteX50" fmla="*/ 14280 w 170745"/>
                <a:gd name="connsiteY50" fmla="*/ 40047 h 90029"/>
                <a:gd name="connsiteX51" fmla="*/ 10245 w 170745"/>
                <a:gd name="connsiteY51" fmla="*/ 42221 h 90029"/>
                <a:gd name="connsiteX52" fmla="*/ 9313 w 170745"/>
                <a:gd name="connsiteY52" fmla="*/ 44394 h 90029"/>
                <a:gd name="connsiteX53" fmla="*/ 4967 w 170745"/>
                <a:gd name="connsiteY53" fmla="*/ 45636 h 90029"/>
                <a:gd name="connsiteX54" fmla="*/ 0 w 170745"/>
                <a:gd name="connsiteY54" fmla="*/ 47498 h 90029"/>
                <a:gd name="connsiteX55" fmla="*/ 0 w 170745"/>
                <a:gd name="connsiteY55" fmla="*/ 51844 h 90029"/>
                <a:gd name="connsiteX56" fmla="*/ 4967 w 170745"/>
                <a:gd name="connsiteY56" fmla="*/ 51844 h 90029"/>
                <a:gd name="connsiteX57" fmla="*/ 15522 w 170745"/>
                <a:gd name="connsiteY57" fmla="*/ 57122 h 90029"/>
                <a:gd name="connsiteX58" fmla="*/ 32286 w 170745"/>
                <a:gd name="connsiteY58" fmla="*/ 59295 h 90029"/>
                <a:gd name="connsiteX59" fmla="*/ 46567 w 170745"/>
                <a:gd name="connsiteY59" fmla="*/ 57122 h 90029"/>
                <a:gd name="connsiteX60" fmla="*/ 59295 w 170745"/>
                <a:gd name="connsiteY60" fmla="*/ 51844 h 90029"/>
                <a:gd name="connsiteX61" fmla="*/ 80095 w 170745"/>
                <a:gd name="connsiteY61" fmla="*/ 51844 h 90029"/>
                <a:gd name="connsiteX62" fmla="*/ 77922 w 170745"/>
                <a:gd name="connsiteY62" fmla="*/ 57122 h 90029"/>
                <a:gd name="connsiteX63" fmla="*/ 73886 w 170745"/>
                <a:gd name="connsiteY63" fmla="*/ 62400 h 90029"/>
                <a:gd name="connsiteX64" fmla="*/ 70782 w 170745"/>
                <a:gd name="connsiteY64" fmla="*/ 67677 h 90029"/>
                <a:gd name="connsiteX65" fmla="*/ 65504 w 170745"/>
                <a:gd name="connsiteY65" fmla="*/ 72023 h 90029"/>
                <a:gd name="connsiteX66" fmla="*/ 59295 w 170745"/>
                <a:gd name="connsiteY66" fmla="*/ 75128 h 90029"/>
                <a:gd name="connsiteX67" fmla="*/ 61158 w 170745"/>
                <a:gd name="connsiteY67" fmla="*/ 81337 h 90029"/>
                <a:gd name="connsiteX68" fmla="*/ 61158 w 170745"/>
                <a:gd name="connsiteY68" fmla="*/ 84752 h 90029"/>
                <a:gd name="connsiteX69" fmla="*/ 63331 w 170745"/>
                <a:gd name="connsiteY69" fmla="*/ 88787 h 90029"/>
                <a:gd name="connsiteX70" fmla="*/ 65504 w 170745"/>
                <a:gd name="connsiteY70" fmla="*/ 91892 h 90029"/>
                <a:gd name="connsiteX71" fmla="*/ 81026 w 170745"/>
                <a:gd name="connsiteY71" fmla="*/ 86614 h 90029"/>
                <a:gd name="connsiteX72" fmla="*/ 92513 w 170745"/>
                <a:gd name="connsiteY72" fmla="*/ 77301 h 90029"/>
                <a:gd name="connsiteX73" fmla="*/ 104931 w 170745"/>
                <a:gd name="connsiteY73" fmla="*/ 67677 h 90029"/>
                <a:gd name="connsiteX74" fmla="*/ 115486 w 170745"/>
                <a:gd name="connsiteY74" fmla="*/ 60226 h 90029"/>
                <a:gd name="connsiteX75" fmla="*/ 130077 w 170745"/>
                <a:gd name="connsiteY75" fmla="*/ 57122 h 90029"/>
                <a:gd name="connsiteX76" fmla="*/ 144668 w 170745"/>
                <a:gd name="connsiteY76" fmla="*/ 57122 h 90029"/>
                <a:gd name="connsiteX77" fmla="*/ 158017 w 170745"/>
                <a:gd name="connsiteY77" fmla="*/ 57122 h 90029"/>
                <a:gd name="connsiteX78" fmla="*/ 168572 w 170745"/>
                <a:gd name="connsiteY78" fmla="*/ 51844 h 90029"/>
                <a:gd name="connsiteX79" fmla="*/ 170745 w 170745"/>
                <a:gd name="connsiteY79" fmla="*/ 47498 h 90029"/>
                <a:gd name="connsiteX80" fmla="*/ 170745 w 170745"/>
                <a:gd name="connsiteY80" fmla="*/ 45636 h 90029"/>
                <a:gd name="connsiteX81" fmla="*/ 170745 w 170745"/>
                <a:gd name="connsiteY81" fmla="*/ 44394 h 90029"/>
                <a:gd name="connsiteX82" fmla="*/ 170745 w 170745"/>
                <a:gd name="connsiteY82" fmla="*/ 42221 h 90029"/>
                <a:gd name="connsiteX83" fmla="*/ 172608 w 170745"/>
                <a:gd name="connsiteY83" fmla="*/ 38185 h 90029"/>
                <a:gd name="connsiteX84" fmla="*/ 172608 w 170745"/>
                <a:gd name="connsiteY84" fmla="*/ 34770 h 90029"/>
                <a:gd name="connsiteX85" fmla="*/ 170745 w 170745"/>
                <a:gd name="connsiteY85" fmla="*/ 32907 h 9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170745" h="90029">
                  <a:moveTo>
                    <a:pt x="170745" y="30734"/>
                  </a:moveTo>
                  <a:lnTo>
                    <a:pt x="170745" y="29492"/>
                  </a:lnTo>
                  <a:lnTo>
                    <a:pt x="168572" y="27630"/>
                  </a:lnTo>
                  <a:lnTo>
                    <a:pt x="165468" y="25457"/>
                  </a:lnTo>
                  <a:lnTo>
                    <a:pt x="163294" y="25457"/>
                  </a:lnTo>
                  <a:lnTo>
                    <a:pt x="161121" y="25457"/>
                  </a:lnTo>
                  <a:lnTo>
                    <a:pt x="159259" y="27630"/>
                  </a:lnTo>
                  <a:lnTo>
                    <a:pt x="156154" y="30734"/>
                  </a:lnTo>
                  <a:lnTo>
                    <a:pt x="148704" y="30734"/>
                  </a:lnTo>
                  <a:lnTo>
                    <a:pt x="143426" y="30734"/>
                  </a:lnTo>
                  <a:lnTo>
                    <a:pt x="137217" y="29492"/>
                  </a:lnTo>
                  <a:lnTo>
                    <a:pt x="132250" y="27630"/>
                  </a:lnTo>
                  <a:lnTo>
                    <a:pt x="128835" y="27630"/>
                  </a:lnTo>
                  <a:lnTo>
                    <a:pt x="128835" y="23283"/>
                  </a:lnTo>
                  <a:lnTo>
                    <a:pt x="132250" y="23283"/>
                  </a:lnTo>
                  <a:lnTo>
                    <a:pt x="132250" y="17075"/>
                  </a:lnTo>
                  <a:lnTo>
                    <a:pt x="130077" y="12728"/>
                  </a:lnTo>
                  <a:lnTo>
                    <a:pt x="130077" y="9624"/>
                  </a:lnTo>
                  <a:lnTo>
                    <a:pt x="128835" y="5278"/>
                  </a:lnTo>
                  <a:lnTo>
                    <a:pt x="126972" y="3104"/>
                  </a:lnTo>
                  <a:lnTo>
                    <a:pt x="124799" y="0"/>
                  </a:lnTo>
                  <a:lnTo>
                    <a:pt x="117659" y="0"/>
                  </a:lnTo>
                  <a:lnTo>
                    <a:pt x="112381" y="0"/>
                  </a:lnTo>
                  <a:lnTo>
                    <a:pt x="109277" y="2173"/>
                  </a:lnTo>
                  <a:lnTo>
                    <a:pt x="104931" y="3104"/>
                  </a:lnTo>
                  <a:lnTo>
                    <a:pt x="107104" y="17075"/>
                  </a:lnTo>
                  <a:lnTo>
                    <a:pt x="109277" y="22352"/>
                  </a:lnTo>
                  <a:lnTo>
                    <a:pt x="112381" y="29492"/>
                  </a:lnTo>
                  <a:lnTo>
                    <a:pt x="115486" y="38185"/>
                  </a:lnTo>
                  <a:lnTo>
                    <a:pt x="95617" y="36943"/>
                  </a:lnTo>
                  <a:lnTo>
                    <a:pt x="80095" y="30734"/>
                  </a:lnTo>
                  <a:lnTo>
                    <a:pt x="65504" y="23283"/>
                  </a:lnTo>
                  <a:lnTo>
                    <a:pt x="48740" y="17075"/>
                  </a:lnTo>
                  <a:lnTo>
                    <a:pt x="28871" y="10555"/>
                  </a:lnTo>
                  <a:lnTo>
                    <a:pt x="27009" y="12728"/>
                  </a:lnTo>
                  <a:lnTo>
                    <a:pt x="24836" y="12728"/>
                  </a:lnTo>
                  <a:lnTo>
                    <a:pt x="22663" y="14901"/>
                  </a:lnTo>
                  <a:lnTo>
                    <a:pt x="19558" y="14901"/>
                  </a:lnTo>
                  <a:lnTo>
                    <a:pt x="21731" y="18006"/>
                  </a:lnTo>
                  <a:lnTo>
                    <a:pt x="22663" y="20179"/>
                  </a:lnTo>
                  <a:lnTo>
                    <a:pt x="22663" y="22352"/>
                  </a:lnTo>
                  <a:lnTo>
                    <a:pt x="24836" y="23283"/>
                  </a:lnTo>
                  <a:lnTo>
                    <a:pt x="27009" y="25457"/>
                  </a:lnTo>
                  <a:lnTo>
                    <a:pt x="28871" y="27630"/>
                  </a:lnTo>
                  <a:lnTo>
                    <a:pt x="24836" y="29492"/>
                  </a:lnTo>
                  <a:lnTo>
                    <a:pt x="21731" y="29492"/>
                  </a:lnTo>
                  <a:lnTo>
                    <a:pt x="17695" y="30734"/>
                  </a:lnTo>
                  <a:lnTo>
                    <a:pt x="12418" y="30734"/>
                  </a:lnTo>
                  <a:lnTo>
                    <a:pt x="12418" y="34770"/>
                  </a:lnTo>
                  <a:lnTo>
                    <a:pt x="15522" y="34770"/>
                  </a:lnTo>
                  <a:lnTo>
                    <a:pt x="14280" y="40047"/>
                  </a:lnTo>
                  <a:lnTo>
                    <a:pt x="10245" y="42221"/>
                  </a:lnTo>
                  <a:lnTo>
                    <a:pt x="9313" y="44394"/>
                  </a:lnTo>
                  <a:lnTo>
                    <a:pt x="4967" y="45636"/>
                  </a:lnTo>
                  <a:lnTo>
                    <a:pt x="0" y="47498"/>
                  </a:lnTo>
                  <a:lnTo>
                    <a:pt x="0" y="51844"/>
                  </a:lnTo>
                  <a:lnTo>
                    <a:pt x="4967" y="51844"/>
                  </a:lnTo>
                  <a:lnTo>
                    <a:pt x="15522" y="57122"/>
                  </a:lnTo>
                  <a:lnTo>
                    <a:pt x="32286" y="59295"/>
                  </a:lnTo>
                  <a:lnTo>
                    <a:pt x="46567" y="57122"/>
                  </a:lnTo>
                  <a:lnTo>
                    <a:pt x="59295" y="51844"/>
                  </a:lnTo>
                  <a:lnTo>
                    <a:pt x="80095" y="51844"/>
                  </a:lnTo>
                  <a:lnTo>
                    <a:pt x="77922" y="57122"/>
                  </a:lnTo>
                  <a:lnTo>
                    <a:pt x="73886" y="62400"/>
                  </a:lnTo>
                  <a:lnTo>
                    <a:pt x="70782" y="67677"/>
                  </a:lnTo>
                  <a:lnTo>
                    <a:pt x="65504" y="72023"/>
                  </a:lnTo>
                  <a:lnTo>
                    <a:pt x="59295" y="75128"/>
                  </a:lnTo>
                  <a:lnTo>
                    <a:pt x="61158" y="81337"/>
                  </a:lnTo>
                  <a:lnTo>
                    <a:pt x="61158" y="84752"/>
                  </a:lnTo>
                  <a:lnTo>
                    <a:pt x="63331" y="88787"/>
                  </a:lnTo>
                  <a:lnTo>
                    <a:pt x="65504" y="91892"/>
                  </a:lnTo>
                  <a:lnTo>
                    <a:pt x="81026" y="86614"/>
                  </a:lnTo>
                  <a:lnTo>
                    <a:pt x="92513" y="77301"/>
                  </a:lnTo>
                  <a:lnTo>
                    <a:pt x="104931" y="67677"/>
                  </a:lnTo>
                  <a:lnTo>
                    <a:pt x="115486" y="60226"/>
                  </a:lnTo>
                  <a:lnTo>
                    <a:pt x="130077" y="57122"/>
                  </a:lnTo>
                  <a:lnTo>
                    <a:pt x="144668" y="57122"/>
                  </a:lnTo>
                  <a:lnTo>
                    <a:pt x="158017" y="57122"/>
                  </a:lnTo>
                  <a:lnTo>
                    <a:pt x="168572" y="51844"/>
                  </a:lnTo>
                  <a:lnTo>
                    <a:pt x="170745" y="47498"/>
                  </a:lnTo>
                  <a:lnTo>
                    <a:pt x="170745" y="45636"/>
                  </a:lnTo>
                  <a:lnTo>
                    <a:pt x="170745" y="44394"/>
                  </a:lnTo>
                  <a:lnTo>
                    <a:pt x="170745" y="42221"/>
                  </a:lnTo>
                  <a:lnTo>
                    <a:pt x="172608" y="38185"/>
                  </a:lnTo>
                  <a:lnTo>
                    <a:pt x="172608" y="34770"/>
                  </a:lnTo>
                  <a:lnTo>
                    <a:pt x="170745" y="32907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315">
              <a:extLst>
                <a:ext uri="{FF2B5EF4-FFF2-40B4-BE49-F238E27FC236}">
                  <a16:creationId xmlns:a16="http://schemas.microsoft.com/office/drawing/2014/main" xmlns="" id="{340CEA4F-4802-4CD9-B8CD-3FFC15742FFD}"/>
                </a:ext>
              </a:extLst>
            </p:cNvPr>
            <p:cNvSpPr/>
            <p:nvPr/>
          </p:nvSpPr>
          <p:spPr>
            <a:xfrm>
              <a:off x="3317366" y="4178759"/>
              <a:ext cx="139701" cy="152118"/>
            </a:xfrm>
            <a:custGeom>
              <a:avLst/>
              <a:gdLst>
                <a:gd name="connsiteX0" fmla="*/ 133181 w 139700"/>
                <a:gd name="connsiteY0" fmla="*/ 30424 h 152118"/>
                <a:gd name="connsiteX1" fmla="*/ 129145 w 139700"/>
                <a:gd name="connsiteY1" fmla="*/ 22042 h 152118"/>
                <a:gd name="connsiteX2" fmla="*/ 126041 w 139700"/>
                <a:gd name="connsiteY2" fmla="*/ 14591 h 152118"/>
                <a:gd name="connsiteX3" fmla="*/ 109277 w 139700"/>
                <a:gd name="connsiteY3" fmla="*/ 14591 h 152118"/>
                <a:gd name="connsiteX4" fmla="*/ 94686 w 139700"/>
                <a:gd name="connsiteY4" fmla="*/ 14591 h 152118"/>
                <a:gd name="connsiteX5" fmla="*/ 76991 w 139700"/>
                <a:gd name="connsiteY5" fmla="*/ 14591 h 152118"/>
                <a:gd name="connsiteX6" fmla="*/ 76991 w 139700"/>
                <a:gd name="connsiteY6" fmla="*/ 931 h 152118"/>
                <a:gd name="connsiteX7" fmla="*/ 62400 w 139700"/>
                <a:gd name="connsiteY7" fmla="*/ 0 h 152118"/>
                <a:gd name="connsiteX8" fmla="*/ 50913 w 139700"/>
                <a:gd name="connsiteY8" fmla="*/ 931 h 152118"/>
                <a:gd name="connsiteX9" fmla="*/ 42531 w 139700"/>
                <a:gd name="connsiteY9" fmla="*/ 5278 h 152118"/>
                <a:gd name="connsiteX10" fmla="*/ 31045 w 139700"/>
                <a:gd name="connsiteY10" fmla="*/ 7140 h 152118"/>
                <a:gd name="connsiteX11" fmla="*/ 16454 w 139700"/>
                <a:gd name="connsiteY11" fmla="*/ 10555 h 152118"/>
                <a:gd name="connsiteX12" fmla="*/ 18627 w 139700"/>
                <a:gd name="connsiteY12" fmla="*/ 17695 h 152118"/>
                <a:gd name="connsiteX13" fmla="*/ 20800 w 139700"/>
                <a:gd name="connsiteY13" fmla="*/ 25146 h 152118"/>
                <a:gd name="connsiteX14" fmla="*/ 21731 w 139700"/>
                <a:gd name="connsiteY14" fmla="*/ 29492 h 152118"/>
                <a:gd name="connsiteX15" fmla="*/ 23904 w 139700"/>
                <a:gd name="connsiteY15" fmla="*/ 34770 h 152118"/>
                <a:gd name="connsiteX16" fmla="*/ 29182 w 139700"/>
                <a:gd name="connsiteY16" fmla="*/ 37874 h 152118"/>
                <a:gd name="connsiteX17" fmla="*/ 21731 w 139700"/>
                <a:gd name="connsiteY17" fmla="*/ 60227 h 152118"/>
                <a:gd name="connsiteX18" fmla="*/ 13349 w 139700"/>
                <a:gd name="connsiteY18" fmla="*/ 80095 h 152118"/>
                <a:gd name="connsiteX19" fmla="*/ 0 w 139700"/>
                <a:gd name="connsiteY19" fmla="*/ 94996 h 152118"/>
                <a:gd name="connsiteX20" fmla="*/ 0 w 139700"/>
                <a:gd name="connsiteY20" fmla="*/ 106793 h 152118"/>
                <a:gd name="connsiteX21" fmla="*/ 6209 w 139700"/>
                <a:gd name="connsiteY21" fmla="*/ 106793 h 152118"/>
                <a:gd name="connsiteX22" fmla="*/ 7140 w 139700"/>
                <a:gd name="connsiteY22" fmla="*/ 106793 h 152118"/>
                <a:gd name="connsiteX23" fmla="*/ 9313 w 139700"/>
                <a:gd name="connsiteY23" fmla="*/ 106793 h 152118"/>
                <a:gd name="connsiteX24" fmla="*/ 11486 w 139700"/>
                <a:gd name="connsiteY24" fmla="*/ 106793 h 152118"/>
                <a:gd name="connsiteX25" fmla="*/ 13349 w 139700"/>
                <a:gd name="connsiteY25" fmla="*/ 106793 h 152118"/>
                <a:gd name="connsiteX26" fmla="*/ 16454 w 139700"/>
                <a:gd name="connsiteY26" fmla="*/ 109898 h 152118"/>
                <a:gd name="connsiteX27" fmla="*/ 18627 w 139700"/>
                <a:gd name="connsiteY27" fmla="*/ 112071 h 152118"/>
                <a:gd name="connsiteX28" fmla="*/ 18627 w 139700"/>
                <a:gd name="connsiteY28" fmla="*/ 114244 h 152118"/>
                <a:gd name="connsiteX29" fmla="*/ 20800 w 139700"/>
                <a:gd name="connsiteY29" fmla="*/ 116107 h 152118"/>
                <a:gd name="connsiteX30" fmla="*/ 20800 w 139700"/>
                <a:gd name="connsiteY30" fmla="*/ 117349 h 152118"/>
                <a:gd name="connsiteX31" fmla="*/ 20800 w 139700"/>
                <a:gd name="connsiteY31" fmla="*/ 123557 h 152118"/>
                <a:gd name="connsiteX32" fmla="*/ 33218 w 139700"/>
                <a:gd name="connsiteY32" fmla="*/ 123557 h 152118"/>
                <a:gd name="connsiteX33" fmla="*/ 33218 w 139700"/>
                <a:gd name="connsiteY33" fmla="*/ 126662 h 152118"/>
                <a:gd name="connsiteX34" fmla="*/ 31045 w 139700"/>
                <a:gd name="connsiteY34" fmla="*/ 131008 h 152118"/>
                <a:gd name="connsiteX35" fmla="*/ 31045 w 139700"/>
                <a:gd name="connsiteY35" fmla="*/ 131939 h 152118"/>
                <a:gd name="connsiteX36" fmla="*/ 31045 w 139700"/>
                <a:gd name="connsiteY36" fmla="*/ 134113 h 152118"/>
                <a:gd name="connsiteX37" fmla="*/ 29182 w 139700"/>
                <a:gd name="connsiteY37" fmla="*/ 136286 h 152118"/>
                <a:gd name="connsiteX38" fmla="*/ 31045 w 139700"/>
                <a:gd name="connsiteY38" fmla="*/ 139390 h 152118"/>
                <a:gd name="connsiteX39" fmla="*/ 31045 w 139700"/>
                <a:gd name="connsiteY39" fmla="*/ 143736 h 152118"/>
                <a:gd name="connsiteX40" fmla="*/ 33218 w 139700"/>
                <a:gd name="connsiteY40" fmla="*/ 145910 h 152118"/>
                <a:gd name="connsiteX41" fmla="*/ 35391 w 139700"/>
                <a:gd name="connsiteY41" fmla="*/ 149014 h 152118"/>
                <a:gd name="connsiteX42" fmla="*/ 36322 w 139700"/>
                <a:gd name="connsiteY42" fmla="*/ 152118 h 152118"/>
                <a:gd name="connsiteX43" fmla="*/ 54949 w 139700"/>
                <a:gd name="connsiteY43" fmla="*/ 146841 h 152118"/>
                <a:gd name="connsiteX44" fmla="*/ 69540 w 139700"/>
                <a:gd name="connsiteY44" fmla="*/ 141563 h 152118"/>
                <a:gd name="connsiteX45" fmla="*/ 85373 w 139700"/>
                <a:gd name="connsiteY45" fmla="*/ 139390 h 152118"/>
                <a:gd name="connsiteX46" fmla="*/ 82268 w 139700"/>
                <a:gd name="connsiteY46" fmla="*/ 123557 h 152118"/>
                <a:gd name="connsiteX47" fmla="*/ 84131 w 139700"/>
                <a:gd name="connsiteY47" fmla="*/ 106793 h 152118"/>
                <a:gd name="connsiteX48" fmla="*/ 91582 w 139700"/>
                <a:gd name="connsiteY48" fmla="*/ 91892 h 152118"/>
                <a:gd name="connsiteX49" fmla="*/ 99964 w 139700"/>
                <a:gd name="connsiteY49" fmla="*/ 74817 h 152118"/>
                <a:gd name="connsiteX50" fmla="*/ 114554 w 139700"/>
                <a:gd name="connsiteY50" fmla="*/ 69540 h 152118"/>
                <a:gd name="connsiteX51" fmla="*/ 129145 w 139700"/>
                <a:gd name="connsiteY51" fmla="*/ 64262 h 152118"/>
                <a:gd name="connsiteX52" fmla="*/ 140632 w 139700"/>
                <a:gd name="connsiteY52" fmla="*/ 50603 h 152118"/>
                <a:gd name="connsiteX53" fmla="*/ 140632 w 139700"/>
                <a:gd name="connsiteY53" fmla="*/ 47498 h 152118"/>
                <a:gd name="connsiteX54" fmla="*/ 136286 w 139700"/>
                <a:gd name="connsiteY54" fmla="*/ 4004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39700" h="152118">
                  <a:moveTo>
                    <a:pt x="133181" y="30424"/>
                  </a:moveTo>
                  <a:lnTo>
                    <a:pt x="129145" y="22042"/>
                  </a:lnTo>
                  <a:lnTo>
                    <a:pt x="126041" y="14591"/>
                  </a:lnTo>
                  <a:lnTo>
                    <a:pt x="109277" y="14591"/>
                  </a:lnTo>
                  <a:lnTo>
                    <a:pt x="94686" y="14591"/>
                  </a:lnTo>
                  <a:lnTo>
                    <a:pt x="76991" y="14591"/>
                  </a:lnTo>
                  <a:lnTo>
                    <a:pt x="76991" y="931"/>
                  </a:lnTo>
                  <a:lnTo>
                    <a:pt x="62400" y="0"/>
                  </a:lnTo>
                  <a:lnTo>
                    <a:pt x="50913" y="931"/>
                  </a:lnTo>
                  <a:lnTo>
                    <a:pt x="42531" y="5278"/>
                  </a:lnTo>
                  <a:lnTo>
                    <a:pt x="31045" y="7140"/>
                  </a:lnTo>
                  <a:lnTo>
                    <a:pt x="16454" y="10555"/>
                  </a:lnTo>
                  <a:lnTo>
                    <a:pt x="18627" y="17695"/>
                  </a:lnTo>
                  <a:lnTo>
                    <a:pt x="20800" y="25146"/>
                  </a:lnTo>
                  <a:lnTo>
                    <a:pt x="21731" y="29492"/>
                  </a:lnTo>
                  <a:lnTo>
                    <a:pt x="23904" y="34770"/>
                  </a:lnTo>
                  <a:lnTo>
                    <a:pt x="29182" y="37874"/>
                  </a:lnTo>
                  <a:lnTo>
                    <a:pt x="21731" y="60227"/>
                  </a:lnTo>
                  <a:lnTo>
                    <a:pt x="13349" y="80095"/>
                  </a:lnTo>
                  <a:lnTo>
                    <a:pt x="0" y="94996"/>
                  </a:lnTo>
                  <a:lnTo>
                    <a:pt x="0" y="106793"/>
                  </a:lnTo>
                  <a:lnTo>
                    <a:pt x="6209" y="106793"/>
                  </a:lnTo>
                  <a:lnTo>
                    <a:pt x="7140" y="106793"/>
                  </a:lnTo>
                  <a:lnTo>
                    <a:pt x="9313" y="106793"/>
                  </a:lnTo>
                  <a:lnTo>
                    <a:pt x="11486" y="106793"/>
                  </a:lnTo>
                  <a:lnTo>
                    <a:pt x="13349" y="106793"/>
                  </a:lnTo>
                  <a:lnTo>
                    <a:pt x="16454" y="109898"/>
                  </a:lnTo>
                  <a:lnTo>
                    <a:pt x="18627" y="112071"/>
                  </a:lnTo>
                  <a:lnTo>
                    <a:pt x="18627" y="114244"/>
                  </a:lnTo>
                  <a:lnTo>
                    <a:pt x="20800" y="116107"/>
                  </a:lnTo>
                  <a:lnTo>
                    <a:pt x="20800" y="117349"/>
                  </a:lnTo>
                  <a:lnTo>
                    <a:pt x="20800" y="123557"/>
                  </a:lnTo>
                  <a:lnTo>
                    <a:pt x="33218" y="123557"/>
                  </a:lnTo>
                  <a:lnTo>
                    <a:pt x="33218" y="126662"/>
                  </a:lnTo>
                  <a:lnTo>
                    <a:pt x="31045" y="131008"/>
                  </a:lnTo>
                  <a:lnTo>
                    <a:pt x="31045" y="131939"/>
                  </a:lnTo>
                  <a:lnTo>
                    <a:pt x="31045" y="134113"/>
                  </a:lnTo>
                  <a:lnTo>
                    <a:pt x="29182" y="136286"/>
                  </a:lnTo>
                  <a:lnTo>
                    <a:pt x="31045" y="139390"/>
                  </a:lnTo>
                  <a:lnTo>
                    <a:pt x="31045" y="143736"/>
                  </a:lnTo>
                  <a:lnTo>
                    <a:pt x="33218" y="145910"/>
                  </a:lnTo>
                  <a:lnTo>
                    <a:pt x="35391" y="149014"/>
                  </a:lnTo>
                  <a:lnTo>
                    <a:pt x="36322" y="152118"/>
                  </a:lnTo>
                  <a:lnTo>
                    <a:pt x="54949" y="146841"/>
                  </a:lnTo>
                  <a:lnTo>
                    <a:pt x="69540" y="141563"/>
                  </a:lnTo>
                  <a:lnTo>
                    <a:pt x="85373" y="139390"/>
                  </a:lnTo>
                  <a:lnTo>
                    <a:pt x="82268" y="123557"/>
                  </a:lnTo>
                  <a:lnTo>
                    <a:pt x="84131" y="106793"/>
                  </a:lnTo>
                  <a:lnTo>
                    <a:pt x="91582" y="91892"/>
                  </a:lnTo>
                  <a:lnTo>
                    <a:pt x="99964" y="74817"/>
                  </a:lnTo>
                  <a:lnTo>
                    <a:pt x="114554" y="69540"/>
                  </a:lnTo>
                  <a:lnTo>
                    <a:pt x="129145" y="64262"/>
                  </a:lnTo>
                  <a:lnTo>
                    <a:pt x="140632" y="50603"/>
                  </a:lnTo>
                  <a:lnTo>
                    <a:pt x="140632" y="47498"/>
                  </a:lnTo>
                  <a:lnTo>
                    <a:pt x="136286" y="4004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316">
              <a:extLst>
                <a:ext uri="{FF2B5EF4-FFF2-40B4-BE49-F238E27FC236}">
                  <a16:creationId xmlns:a16="http://schemas.microsoft.com/office/drawing/2014/main" xmlns="" id="{75ABDC9D-FA7F-4843-92F5-1F6419EE4CF4}"/>
                </a:ext>
              </a:extLst>
            </p:cNvPr>
            <p:cNvSpPr/>
            <p:nvPr/>
          </p:nvSpPr>
          <p:spPr>
            <a:xfrm>
              <a:off x="3770306" y="4054891"/>
              <a:ext cx="24836" cy="12418"/>
            </a:xfrm>
            <a:custGeom>
              <a:avLst/>
              <a:gdLst>
                <a:gd name="connsiteX0" fmla="*/ 3104 w 24835"/>
                <a:gd name="connsiteY0" fmla="*/ 12728 h 12417"/>
                <a:gd name="connsiteX1" fmla="*/ 27009 w 24835"/>
                <a:gd name="connsiteY1" fmla="*/ 7451 h 12417"/>
                <a:gd name="connsiteX2" fmla="*/ 27009 w 24835"/>
                <a:gd name="connsiteY2" fmla="*/ 0 h 12417"/>
                <a:gd name="connsiteX3" fmla="*/ 21731 w 24835"/>
                <a:gd name="connsiteY3" fmla="*/ 0 h 12417"/>
                <a:gd name="connsiteX4" fmla="*/ 17695 w 24835"/>
                <a:gd name="connsiteY4" fmla="*/ 0 h 12417"/>
                <a:gd name="connsiteX5" fmla="*/ 14591 w 24835"/>
                <a:gd name="connsiteY5" fmla="*/ 0 h 12417"/>
                <a:gd name="connsiteX6" fmla="*/ 12418 w 24835"/>
                <a:gd name="connsiteY6" fmla="*/ 0 h 12417"/>
                <a:gd name="connsiteX7" fmla="*/ 9313 w 24835"/>
                <a:gd name="connsiteY7" fmla="*/ 0 h 12417"/>
                <a:gd name="connsiteX8" fmla="*/ 5278 w 24835"/>
                <a:gd name="connsiteY8" fmla="*/ 0 h 12417"/>
                <a:gd name="connsiteX9" fmla="*/ 0 w 24835"/>
                <a:gd name="connsiteY9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12417">
                  <a:moveTo>
                    <a:pt x="3104" y="12728"/>
                  </a:moveTo>
                  <a:lnTo>
                    <a:pt x="27009" y="7451"/>
                  </a:lnTo>
                  <a:lnTo>
                    <a:pt x="27009" y="0"/>
                  </a:lnTo>
                  <a:lnTo>
                    <a:pt x="21731" y="0"/>
                  </a:lnTo>
                  <a:lnTo>
                    <a:pt x="17695" y="0"/>
                  </a:lnTo>
                  <a:lnTo>
                    <a:pt x="14591" y="0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52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317">
              <a:extLst>
                <a:ext uri="{FF2B5EF4-FFF2-40B4-BE49-F238E27FC236}">
                  <a16:creationId xmlns:a16="http://schemas.microsoft.com/office/drawing/2014/main" xmlns="" id="{823BE451-E967-4D74-A47F-66CFA8A45462}"/>
                </a:ext>
              </a:extLst>
            </p:cNvPr>
            <p:cNvSpPr/>
            <p:nvPr/>
          </p:nvSpPr>
          <p:spPr>
            <a:xfrm>
              <a:off x="3430679" y="4132192"/>
              <a:ext cx="12418" cy="6209"/>
            </a:xfrm>
            <a:custGeom>
              <a:avLst/>
              <a:gdLst>
                <a:gd name="connsiteX0" fmla="*/ 7451 w 12417"/>
                <a:gd name="connsiteY0" fmla="*/ 1863 h 6208"/>
                <a:gd name="connsiteX1" fmla="*/ 3104 w 12417"/>
                <a:gd name="connsiteY1" fmla="*/ 0 h 6208"/>
                <a:gd name="connsiteX2" fmla="*/ 0 w 12417"/>
                <a:gd name="connsiteY2" fmla="*/ 0 h 6208"/>
                <a:gd name="connsiteX3" fmla="*/ 0 w 12417"/>
                <a:gd name="connsiteY3" fmla="*/ 7140 h 6208"/>
                <a:gd name="connsiteX4" fmla="*/ 12728 w 12417"/>
                <a:gd name="connsiteY4" fmla="*/ 7140 h 6208"/>
                <a:gd name="connsiteX5" fmla="*/ 10555 w 12417"/>
                <a:gd name="connsiteY5" fmla="*/ 3104 h 6208"/>
                <a:gd name="connsiteX6" fmla="*/ 8382 w 12417"/>
                <a:gd name="connsiteY6" fmla="*/ 1863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7" h="6208">
                  <a:moveTo>
                    <a:pt x="7451" y="1863"/>
                  </a:moveTo>
                  <a:lnTo>
                    <a:pt x="3104" y="0"/>
                  </a:lnTo>
                  <a:lnTo>
                    <a:pt x="0" y="0"/>
                  </a:lnTo>
                  <a:lnTo>
                    <a:pt x="0" y="7140"/>
                  </a:lnTo>
                  <a:lnTo>
                    <a:pt x="12728" y="7140"/>
                  </a:lnTo>
                  <a:lnTo>
                    <a:pt x="10555" y="3104"/>
                  </a:lnTo>
                  <a:lnTo>
                    <a:pt x="8382" y="186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318">
              <a:extLst>
                <a:ext uri="{FF2B5EF4-FFF2-40B4-BE49-F238E27FC236}">
                  <a16:creationId xmlns:a16="http://schemas.microsoft.com/office/drawing/2014/main" xmlns="" id="{B7C7EAE9-F531-41BF-889A-EA418755BE37}"/>
                </a:ext>
              </a:extLst>
            </p:cNvPr>
            <p:cNvSpPr/>
            <p:nvPr/>
          </p:nvSpPr>
          <p:spPr>
            <a:xfrm>
              <a:off x="3367348" y="4082210"/>
              <a:ext cx="96238" cy="58985"/>
            </a:xfrm>
            <a:custGeom>
              <a:avLst/>
              <a:gdLst>
                <a:gd name="connsiteX0" fmla="*/ 24836 w 96238"/>
                <a:gd name="connsiteY0" fmla="*/ 60537 h 58984"/>
                <a:gd name="connsiteX1" fmla="*/ 35391 w 96238"/>
                <a:gd name="connsiteY1" fmla="*/ 60537 h 58984"/>
                <a:gd name="connsiteX2" fmla="*/ 48740 w 96238"/>
                <a:gd name="connsiteY2" fmla="*/ 57122 h 58984"/>
                <a:gd name="connsiteX3" fmla="*/ 54018 w 96238"/>
                <a:gd name="connsiteY3" fmla="*/ 47809 h 58984"/>
                <a:gd name="connsiteX4" fmla="*/ 56191 w 96238"/>
                <a:gd name="connsiteY4" fmla="*/ 29803 h 58984"/>
                <a:gd name="connsiteX5" fmla="*/ 59295 w 96238"/>
                <a:gd name="connsiteY5" fmla="*/ 32907 h 58984"/>
                <a:gd name="connsiteX6" fmla="*/ 61468 w 96238"/>
                <a:gd name="connsiteY6" fmla="*/ 35080 h 58984"/>
                <a:gd name="connsiteX7" fmla="*/ 64573 w 96238"/>
                <a:gd name="connsiteY7" fmla="*/ 37253 h 58984"/>
                <a:gd name="connsiteX8" fmla="*/ 68608 w 96238"/>
                <a:gd name="connsiteY8" fmla="*/ 39427 h 58984"/>
                <a:gd name="connsiteX9" fmla="*/ 76059 w 96238"/>
                <a:gd name="connsiteY9" fmla="*/ 42531 h 58984"/>
                <a:gd name="connsiteX10" fmla="*/ 79164 w 96238"/>
                <a:gd name="connsiteY10" fmla="*/ 37253 h 58984"/>
                <a:gd name="connsiteX11" fmla="*/ 85373 w 96238"/>
                <a:gd name="connsiteY11" fmla="*/ 32907 h 58984"/>
                <a:gd name="connsiteX12" fmla="*/ 90650 w 96238"/>
                <a:gd name="connsiteY12" fmla="*/ 29803 h 58984"/>
                <a:gd name="connsiteX13" fmla="*/ 95617 w 96238"/>
                <a:gd name="connsiteY13" fmla="*/ 25457 h 58984"/>
                <a:gd name="connsiteX14" fmla="*/ 95617 w 96238"/>
                <a:gd name="connsiteY14" fmla="*/ 22352 h 58984"/>
                <a:gd name="connsiteX15" fmla="*/ 97790 w 96238"/>
                <a:gd name="connsiteY15" fmla="*/ 18006 h 58984"/>
                <a:gd name="connsiteX16" fmla="*/ 95617 w 96238"/>
                <a:gd name="connsiteY16" fmla="*/ 12728 h 58984"/>
                <a:gd name="connsiteX17" fmla="*/ 95617 w 96238"/>
                <a:gd name="connsiteY17" fmla="*/ 7451 h 58984"/>
                <a:gd name="connsiteX18" fmla="*/ 95617 w 96238"/>
                <a:gd name="connsiteY18" fmla="*/ 0 h 58984"/>
                <a:gd name="connsiteX19" fmla="*/ 66435 w 96238"/>
                <a:gd name="connsiteY19" fmla="*/ 7451 h 58984"/>
                <a:gd name="connsiteX20" fmla="*/ 41600 w 96238"/>
                <a:gd name="connsiteY20" fmla="*/ 18006 h 58984"/>
                <a:gd name="connsiteX21" fmla="*/ 19558 w 96238"/>
                <a:gd name="connsiteY21" fmla="*/ 31976 h 58984"/>
                <a:gd name="connsiteX22" fmla="*/ 0 w 96238"/>
                <a:gd name="connsiteY22" fmla="*/ 45636 h 58984"/>
                <a:gd name="connsiteX23" fmla="*/ 0 w 96238"/>
                <a:gd name="connsiteY23" fmla="*/ 60537 h 58984"/>
                <a:gd name="connsiteX24" fmla="*/ 13349 w 96238"/>
                <a:gd name="connsiteY24" fmla="*/ 60537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6238" h="58984">
                  <a:moveTo>
                    <a:pt x="24836" y="60537"/>
                  </a:moveTo>
                  <a:lnTo>
                    <a:pt x="35391" y="60537"/>
                  </a:lnTo>
                  <a:lnTo>
                    <a:pt x="48740" y="57122"/>
                  </a:lnTo>
                  <a:lnTo>
                    <a:pt x="54018" y="47809"/>
                  </a:lnTo>
                  <a:lnTo>
                    <a:pt x="56191" y="29803"/>
                  </a:lnTo>
                  <a:lnTo>
                    <a:pt x="59295" y="32907"/>
                  </a:lnTo>
                  <a:lnTo>
                    <a:pt x="61468" y="35080"/>
                  </a:lnTo>
                  <a:lnTo>
                    <a:pt x="64573" y="37253"/>
                  </a:lnTo>
                  <a:lnTo>
                    <a:pt x="68608" y="39427"/>
                  </a:lnTo>
                  <a:lnTo>
                    <a:pt x="76059" y="42531"/>
                  </a:lnTo>
                  <a:lnTo>
                    <a:pt x="79164" y="37253"/>
                  </a:lnTo>
                  <a:lnTo>
                    <a:pt x="85373" y="32907"/>
                  </a:lnTo>
                  <a:lnTo>
                    <a:pt x="90650" y="29803"/>
                  </a:lnTo>
                  <a:lnTo>
                    <a:pt x="95617" y="25457"/>
                  </a:lnTo>
                  <a:lnTo>
                    <a:pt x="95617" y="22352"/>
                  </a:lnTo>
                  <a:lnTo>
                    <a:pt x="97790" y="18006"/>
                  </a:lnTo>
                  <a:lnTo>
                    <a:pt x="95617" y="12728"/>
                  </a:lnTo>
                  <a:lnTo>
                    <a:pt x="95617" y="7451"/>
                  </a:lnTo>
                  <a:lnTo>
                    <a:pt x="95617" y="0"/>
                  </a:lnTo>
                  <a:lnTo>
                    <a:pt x="66435" y="7451"/>
                  </a:lnTo>
                  <a:lnTo>
                    <a:pt x="41600" y="18006"/>
                  </a:lnTo>
                  <a:lnTo>
                    <a:pt x="19558" y="31976"/>
                  </a:lnTo>
                  <a:lnTo>
                    <a:pt x="0" y="45636"/>
                  </a:lnTo>
                  <a:lnTo>
                    <a:pt x="0" y="60537"/>
                  </a:lnTo>
                  <a:lnTo>
                    <a:pt x="13349" y="60537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319">
              <a:extLst>
                <a:ext uri="{FF2B5EF4-FFF2-40B4-BE49-F238E27FC236}">
                  <a16:creationId xmlns:a16="http://schemas.microsoft.com/office/drawing/2014/main" xmlns="" id="{B7BFC7D7-E776-49BC-8804-D03D8E44AB52}"/>
                </a:ext>
              </a:extLst>
            </p:cNvPr>
            <p:cNvSpPr/>
            <p:nvPr/>
          </p:nvSpPr>
          <p:spPr>
            <a:xfrm>
              <a:off x="3502702" y="4062342"/>
              <a:ext cx="43462" cy="27940"/>
            </a:xfrm>
            <a:custGeom>
              <a:avLst/>
              <a:gdLst>
                <a:gd name="connsiteX0" fmla="*/ 4036 w 43462"/>
                <a:gd name="connsiteY0" fmla="*/ 25146 h 27940"/>
                <a:gd name="connsiteX1" fmla="*/ 7140 w 43462"/>
                <a:gd name="connsiteY1" fmla="*/ 29492 h 27940"/>
                <a:gd name="connsiteX2" fmla="*/ 13349 w 43462"/>
                <a:gd name="connsiteY2" fmla="*/ 30734 h 27940"/>
                <a:gd name="connsiteX3" fmla="*/ 16454 w 43462"/>
                <a:gd name="connsiteY3" fmla="*/ 30734 h 27940"/>
                <a:gd name="connsiteX4" fmla="*/ 21731 w 43462"/>
                <a:gd name="connsiteY4" fmla="*/ 29492 h 27940"/>
                <a:gd name="connsiteX5" fmla="*/ 27940 w 43462"/>
                <a:gd name="connsiteY5" fmla="*/ 25146 h 27940"/>
                <a:gd name="connsiteX6" fmla="*/ 33218 w 43462"/>
                <a:gd name="connsiteY6" fmla="*/ 19869 h 27940"/>
                <a:gd name="connsiteX7" fmla="*/ 36322 w 43462"/>
                <a:gd name="connsiteY7" fmla="*/ 15833 h 27940"/>
                <a:gd name="connsiteX8" fmla="*/ 40668 w 43462"/>
                <a:gd name="connsiteY8" fmla="*/ 10555 h 27940"/>
                <a:gd name="connsiteX9" fmla="*/ 43773 w 43462"/>
                <a:gd name="connsiteY9" fmla="*/ 5278 h 27940"/>
                <a:gd name="connsiteX10" fmla="*/ 38495 w 43462"/>
                <a:gd name="connsiteY10" fmla="*/ 3104 h 27940"/>
                <a:gd name="connsiteX11" fmla="*/ 31045 w 43462"/>
                <a:gd name="connsiteY11" fmla="*/ 931 h 27940"/>
                <a:gd name="connsiteX12" fmla="*/ 23904 w 43462"/>
                <a:gd name="connsiteY12" fmla="*/ 931 h 27940"/>
                <a:gd name="connsiteX13" fmla="*/ 14591 w 43462"/>
                <a:gd name="connsiteY13" fmla="*/ 0 h 27940"/>
                <a:gd name="connsiteX14" fmla="*/ 7140 w 43462"/>
                <a:gd name="connsiteY14" fmla="*/ 7451 h 27940"/>
                <a:gd name="connsiteX15" fmla="*/ 0 w 43462"/>
                <a:gd name="connsiteY15" fmla="*/ 12728 h 27940"/>
                <a:gd name="connsiteX16" fmla="*/ 0 w 43462"/>
                <a:gd name="connsiteY16" fmla="*/ 18006 h 27940"/>
                <a:gd name="connsiteX17" fmla="*/ 1863 w 43462"/>
                <a:gd name="connsiteY17" fmla="*/ 22042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462" h="27940">
                  <a:moveTo>
                    <a:pt x="4036" y="25146"/>
                  </a:moveTo>
                  <a:lnTo>
                    <a:pt x="7140" y="29492"/>
                  </a:lnTo>
                  <a:lnTo>
                    <a:pt x="13349" y="30734"/>
                  </a:lnTo>
                  <a:lnTo>
                    <a:pt x="16454" y="30734"/>
                  </a:lnTo>
                  <a:lnTo>
                    <a:pt x="21731" y="29492"/>
                  </a:lnTo>
                  <a:lnTo>
                    <a:pt x="27940" y="25146"/>
                  </a:lnTo>
                  <a:lnTo>
                    <a:pt x="33218" y="19869"/>
                  </a:lnTo>
                  <a:lnTo>
                    <a:pt x="36322" y="15833"/>
                  </a:lnTo>
                  <a:lnTo>
                    <a:pt x="40668" y="10555"/>
                  </a:lnTo>
                  <a:lnTo>
                    <a:pt x="43773" y="5278"/>
                  </a:lnTo>
                  <a:lnTo>
                    <a:pt x="38495" y="3104"/>
                  </a:lnTo>
                  <a:lnTo>
                    <a:pt x="31045" y="931"/>
                  </a:lnTo>
                  <a:lnTo>
                    <a:pt x="23904" y="931"/>
                  </a:lnTo>
                  <a:lnTo>
                    <a:pt x="14591" y="0"/>
                  </a:lnTo>
                  <a:lnTo>
                    <a:pt x="7140" y="7451"/>
                  </a:lnTo>
                  <a:lnTo>
                    <a:pt x="0" y="12728"/>
                  </a:lnTo>
                  <a:lnTo>
                    <a:pt x="0" y="18006"/>
                  </a:lnTo>
                  <a:lnTo>
                    <a:pt x="1863" y="2204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320">
              <a:extLst>
                <a:ext uri="{FF2B5EF4-FFF2-40B4-BE49-F238E27FC236}">
                  <a16:creationId xmlns:a16="http://schemas.microsoft.com/office/drawing/2014/main" xmlns="" id="{B9F4F839-7137-4393-9EED-56FBC26FBCFC}"/>
                </a:ext>
              </a:extLst>
            </p:cNvPr>
            <p:cNvSpPr/>
            <p:nvPr/>
          </p:nvSpPr>
          <p:spPr>
            <a:xfrm>
              <a:off x="5862400" y="4041231"/>
              <a:ext cx="260774" cy="310446"/>
            </a:xfrm>
            <a:custGeom>
              <a:avLst/>
              <a:gdLst>
                <a:gd name="connsiteX0" fmla="*/ 16454 w 260774"/>
                <a:gd name="connsiteY0" fmla="*/ 264189 h 310445"/>
                <a:gd name="connsiteX1" fmla="*/ 24836 w 260774"/>
                <a:gd name="connsiteY1" fmla="*/ 273813 h 310445"/>
                <a:gd name="connsiteX2" fmla="*/ 34149 w 260774"/>
                <a:gd name="connsiteY2" fmla="*/ 286541 h 310445"/>
                <a:gd name="connsiteX3" fmla="*/ 39427 w 260774"/>
                <a:gd name="connsiteY3" fmla="*/ 301443 h 310445"/>
                <a:gd name="connsiteX4" fmla="*/ 56191 w 260774"/>
                <a:gd name="connsiteY4" fmla="*/ 304547 h 310445"/>
                <a:gd name="connsiteX5" fmla="*/ 70782 w 260774"/>
                <a:gd name="connsiteY5" fmla="*/ 310756 h 310445"/>
                <a:gd name="connsiteX6" fmla="*/ 74818 w 260774"/>
                <a:gd name="connsiteY6" fmla="*/ 301443 h 310445"/>
                <a:gd name="connsiteX7" fmla="*/ 80095 w 260774"/>
                <a:gd name="connsiteY7" fmla="*/ 301443 h 310445"/>
                <a:gd name="connsiteX8" fmla="*/ 80095 w 260774"/>
                <a:gd name="connsiteY8" fmla="*/ 297097 h 310445"/>
                <a:gd name="connsiteX9" fmla="*/ 68609 w 260774"/>
                <a:gd name="connsiteY9" fmla="*/ 288715 h 310445"/>
                <a:gd name="connsiteX10" fmla="*/ 60226 w 260774"/>
                <a:gd name="connsiteY10" fmla="*/ 276918 h 310445"/>
                <a:gd name="connsiteX11" fmla="*/ 53086 w 260774"/>
                <a:gd name="connsiteY11" fmla="*/ 266362 h 310445"/>
                <a:gd name="connsiteX12" fmla="*/ 50913 w 260774"/>
                <a:gd name="connsiteY12" fmla="*/ 257049 h 310445"/>
                <a:gd name="connsiteX13" fmla="*/ 56191 w 260774"/>
                <a:gd name="connsiteY13" fmla="*/ 229419 h 310445"/>
                <a:gd name="connsiteX14" fmla="*/ 67677 w 260774"/>
                <a:gd name="connsiteY14" fmla="*/ 199927 h 310445"/>
                <a:gd name="connsiteX15" fmla="*/ 83199 w 260774"/>
                <a:gd name="connsiteY15" fmla="*/ 170124 h 310445"/>
                <a:gd name="connsiteX16" fmla="*/ 104000 w 260774"/>
                <a:gd name="connsiteY16" fmla="*/ 140632 h 310445"/>
                <a:gd name="connsiteX17" fmla="*/ 124799 w 260774"/>
                <a:gd name="connsiteY17" fmla="*/ 115175 h 310445"/>
                <a:gd name="connsiteX18" fmla="*/ 145599 w 260774"/>
                <a:gd name="connsiteY18" fmla="*/ 92823 h 310445"/>
                <a:gd name="connsiteX19" fmla="*/ 163295 w 260774"/>
                <a:gd name="connsiteY19" fmla="*/ 78232 h 310445"/>
                <a:gd name="connsiteX20" fmla="*/ 180059 w 260774"/>
                <a:gd name="connsiteY20" fmla="*/ 70782 h 310445"/>
                <a:gd name="connsiteX21" fmla="*/ 197754 w 260774"/>
                <a:gd name="connsiteY21" fmla="*/ 63331 h 310445"/>
                <a:gd name="connsiteX22" fmla="*/ 217623 w 260774"/>
                <a:gd name="connsiteY22" fmla="*/ 55880 h 310445"/>
                <a:gd name="connsiteX23" fmla="*/ 234076 w 260774"/>
                <a:gd name="connsiteY23" fmla="*/ 46256 h 310445"/>
                <a:gd name="connsiteX24" fmla="*/ 248667 w 260774"/>
                <a:gd name="connsiteY24" fmla="*/ 35701 h 310445"/>
                <a:gd name="connsiteX25" fmla="*/ 260154 w 260774"/>
                <a:gd name="connsiteY25" fmla="*/ 21110 h 310445"/>
                <a:gd name="connsiteX26" fmla="*/ 261395 w 260774"/>
                <a:gd name="connsiteY26" fmla="*/ 18937 h 310445"/>
                <a:gd name="connsiteX27" fmla="*/ 261395 w 260774"/>
                <a:gd name="connsiteY27" fmla="*/ 16764 h 310445"/>
                <a:gd name="connsiteX28" fmla="*/ 263258 w 260774"/>
                <a:gd name="connsiteY28" fmla="*/ 13660 h 310445"/>
                <a:gd name="connsiteX29" fmla="*/ 260154 w 260774"/>
                <a:gd name="connsiteY29" fmla="*/ 9313 h 310445"/>
                <a:gd name="connsiteX30" fmla="*/ 258291 w 260774"/>
                <a:gd name="connsiteY30" fmla="*/ 6209 h 310445"/>
                <a:gd name="connsiteX31" fmla="*/ 253945 w 260774"/>
                <a:gd name="connsiteY31" fmla="*/ 1863 h 310445"/>
                <a:gd name="connsiteX32" fmla="*/ 236249 w 260774"/>
                <a:gd name="connsiteY32" fmla="*/ 0 h 310445"/>
                <a:gd name="connsiteX33" fmla="*/ 223832 w 260774"/>
                <a:gd name="connsiteY33" fmla="*/ 4036 h 310445"/>
                <a:gd name="connsiteX34" fmla="*/ 216381 w 260774"/>
                <a:gd name="connsiteY34" fmla="*/ 7140 h 310445"/>
                <a:gd name="connsiteX35" fmla="*/ 210172 w 260774"/>
                <a:gd name="connsiteY35" fmla="*/ 11486 h 310445"/>
                <a:gd name="connsiteX36" fmla="*/ 205205 w 260774"/>
                <a:gd name="connsiteY36" fmla="*/ 18937 h 310445"/>
                <a:gd name="connsiteX37" fmla="*/ 197754 w 260774"/>
                <a:gd name="connsiteY37" fmla="*/ 24215 h 310445"/>
                <a:gd name="connsiteX38" fmla="*/ 187199 w 260774"/>
                <a:gd name="connsiteY38" fmla="*/ 29492 h 310445"/>
                <a:gd name="connsiteX39" fmla="*/ 153981 w 260774"/>
                <a:gd name="connsiteY39" fmla="*/ 29492 h 310445"/>
                <a:gd name="connsiteX40" fmla="*/ 134113 w 260774"/>
                <a:gd name="connsiteY40" fmla="*/ 39116 h 310445"/>
                <a:gd name="connsiteX41" fmla="*/ 110208 w 260774"/>
                <a:gd name="connsiteY41" fmla="*/ 51844 h 310445"/>
                <a:gd name="connsiteX42" fmla="*/ 87235 w 260774"/>
                <a:gd name="connsiteY42" fmla="*/ 68609 h 310445"/>
                <a:gd name="connsiteX43" fmla="*/ 68609 w 260774"/>
                <a:gd name="connsiteY43" fmla="*/ 85683 h 310445"/>
                <a:gd name="connsiteX44" fmla="*/ 54017 w 260774"/>
                <a:gd name="connsiteY44" fmla="*/ 101516 h 310445"/>
                <a:gd name="connsiteX45" fmla="*/ 53086 w 260774"/>
                <a:gd name="connsiteY45" fmla="*/ 107725 h 310445"/>
                <a:gd name="connsiteX46" fmla="*/ 53086 w 260774"/>
                <a:gd name="connsiteY46" fmla="*/ 110829 h 310445"/>
                <a:gd name="connsiteX47" fmla="*/ 53086 w 260774"/>
                <a:gd name="connsiteY47" fmla="*/ 116107 h 310445"/>
                <a:gd name="connsiteX48" fmla="*/ 54017 w 260774"/>
                <a:gd name="connsiteY48" fmla="*/ 118280 h 310445"/>
                <a:gd name="connsiteX49" fmla="*/ 54017 w 260774"/>
                <a:gd name="connsiteY49" fmla="*/ 122626 h 310445"/>
                <a:gd name="connsiteX50" fmla="*/ 56191 w 260774"/>
                <a:gd name="connsiteY50" fmla="*/ 127904 h 310445"/>
                <a:gd name="connsiteX51" fmla="*/ 54017 w 260774"/>
                <a:gd name="connsiteY51" fmla="*/ 131008 h 310445"/>
                <a:gd name="connsiteX52" fmla="*/ 48740 w 260774"/>
                <a:gd name="connsiteY52" fmla="*/ 144668 h 310445"/>
                <a:gd name="connsiteX53" fmla="*/ 39427 w 260774"/>
                <a:gd name="connsiteY53" fmla="*/ 153360 h 310445"/>
                <a:gd name="connsiteX54" fmla="*/ 31045 w 260774"/>
                <a:gd name="connsiteY54" fmla="*/ 162674 h 310445"/>
                <a:gd name="connsiteX55" fmla="*/ 31045 w 260774"/>
                <a:gd name="connsiteY55" fmla="*/ 164847 h 310445"/>
                <a:gd name="connsiteX56" fmla="*/ 31045 w 260774"/>
                <a:gd name="connsiteY56" fmla="*/ 167020 h 310445"/>
                <a:gd name="connsiteX57" fmla="*/ 32286 w 260774"/>
                <a:gd name="connsiteY57" fmla="*/ 167020 h 310445"/>
                <a:gd name="connsiteX58" fmla="*/ 32286 w 260774"/>
                <a:gd name="connsiteY58" fmla="*/ 167951 h 310445"/>
                <a:gd name="connsiteX59" fmla="*/ 36322 w 260774"/>
                <a:gd name="connsiteY59" fmla="*/ 170124 h 310445"/>
                <a:gd name="connsiteX60" fmla="*/ 39427 w 260774"/>
                <a:gd name="connsiteY60" fmla="*/ 172297 h 310445"/>
                <a:gd name="connsiteX61" fmla="*/ 34149 w 260774"/>
                <a:gd name="connsiteY61" fmla="*/ 182853 h 310445"/>
                <a:gd name="connsiteX62" fmla="*/ 27009 w 260774"/>
                <a:gd name="connsiteY62" fmla="*/ 190303 h 310445"/>
                <a:gd name="connsiteX63" fmla="*/ 19558 w 260774"/>
                <a:gd name="connsiteY63" fmla="*/ 195581 h 310445"/>
                <a:gd name="connsiteX64" fmla="*/ 14591 w 260774"/>
                <a:gd name="connsiteY64" fmla="*/ 205205 h 310445"/>
                <a:gd name="connsiteX65" fmla="*/ 12418 w 260774"/>
                <a:gd name="connsiteY65" fmla="*/ 212345 h 310445"/>
                <a:gd name="connsiteX66" fmla="*/ 14591 w 260774"/>
                <a:gd name="connsiteY66" fmla="*/ 219796 h 310445"/>
                <a:gd name="connsiteX67" fmla="*/ 16454 w 260774"/>
                <a:gd name="connsiteY67" fmla="*/ 224142 h 310445"/>
                <a:gd name="connsiteX68" fmla="*/ 16454 w 260774"/>
                <a:gd name="connsiteY68" fmla="*/ 229419 h 310445"/>
                <a:gd name="connsiteX69" fmla="*/ 10245 w 260774"/>
                <a:gd name="connsiteY69" fmla="*/ 232524 h 310445"/>
                <a:gd name="connsiteX70" fmla="*/ 0 w 260774"/>
                <a:gd name="connsiteY70" fmla="*/ 239975 h 310445"/>
                <a:gd name="connsiteX71" fmla="*/ 7140 w 260774"/>
                <a:gd name="connsiteY71" fmla="*/ 254876 h 310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60774" h="310445">
                  <a:moveTo>
                    <a:pt x="16454" y="264189"/>
                  </a:moveTo>
                  <a:lnTo>
                    <a:pt x="24836" y="273813"/>
                  </a:lnTo>
                  <a:lnTo>
                    <a:pt x="34149" y="286541"/>
                  </a:lnTo>
                  <a:lnTo>
                    <a:pt x="39427" y="301443"/>
                  </a:lnTo>
                  <a:lnTo>
                    <a:pt x="56191" y="304547"/>
                  </a:lnTo>
                  <a:lnTo>
                    <a:pt x="70782" y="310756"/>
                  </a:lnTo>
                  <a:lnTo>
                    <a:pt x="74818" y="301443"/>
                  </a:lnTo>
                  <a:lnTo>
                    <a:pt x="80095" y="301443"/>
                  </a:lnTo>
                  <a:lnTo>
                    <a:pt x="80095" y="297097"/>
                  </a:lnTo>
                  <a:lnTo>
                    <a:pt x="68609" y="288715"/>
                  </a:lnTo>
                  <a:lnTo>
                    <a:pt x="60226" y="276918"/>
                  </a:lnTo>
                  <a:lnTo>
                    <a:pt x="53086" y="266362"/>
                  </a:lnTo>
                  <a:lnTo>
                    <a:pt x="50913" y="257049"/>
                  </a:lnTo>
                  <a:lnTo>
                    <a:pt x="56191" y="229419"/>
                  </a:lnTo>
                  <a:lnTo>
                    <a:pt x="67677" y="199927"/>
                  </a:lnTo>
                  <a:lnTo>
                    <a:pt x="83199" y="170124"/>
                  </a:lnTo>
                  <a:lnTo>
                    <a:pt x="104000" y="140632"/>
                  </a:lnTo>
                  <a:lnTo>
                    <a:pt x="124799" y="115175"/>
                  </a:lnTo>
                  <a:lnTo>
                    <a:pt x="145599" y="92823"/>
                  </a:lnTo>
                  <a:lnTo>
                    <a:pt x="163295" y="78232"/>
                  </a:lnTo>
                  <a:lnTo>
                    <a:pt x="180059" y="70782"/>
                  </a:lnTo>
                  <a:lnTo>
                    <a:pt x="197754" y="63331"/>
                  </a:lnTo>
                  <a:lnTo>
                    <a:pt x="217623" y="55880"/>
                  </a:lnTo>
                  <a:lnTo>
                    <a:pt x="234076" y="46256"/>
                  </a:lnTo>
                  <a:lnTo>
                    <a:pt x="248667" y="35701"/>
                  </a:lnTo>
                  <a:lnTo>
                    <a:pt x="260154" y="21110"/>
                  </a:lnTo>
                  <a:lnTo>
                    <a:pt x="261395" y="18937"/>
                  </a:lnTo>
                  <a:lnTo>
                    <a:pt x="261395" y="16764"/>
                  </a:lnTo>
                  <a:lnTo>
                    <a:pt x="263258" y="13660"/>
                  </a:lnTo>
                  <a:lnTo>
                    <a:pt x="260154" y="9313"/>
                  </a:lnTo>
                  <a:lnTo>
                    <a:pt x="258291" y="6209"/>
                  </a:lnTo>
                  <a:lnTo>
                    <a:pt x="253945" y="1863"/>
                  </a:lnTo>
                  <a:lnTo>
                    <a:pt x="236249" y="0"/>
                  </a:lnTo>
                  <a:lnTo>
                    <a:pt x="223832" y="4036"/>
                  </a:lnTo>
                  <a:lnTo>
                    <a:pt x="216381" y="7140"/>
                  </a:lnTo>
                  <a:lnTo>
                    <a:pt x="210172" y="11486"/>
                  </a:lnTo>
                  <a:lnTo>
                    <a:pt x="205205" y="18937"/>
                  </a:lnTo>
                  <a:lnTo>
                    <a:pt x="197754" y="24215"/>
                  </a:lnTo>
                  <a:lnTo>
                    <a:pt x="187199" y="29492"/>
                  </a:lnTo>
                  <a:lnTo>
                    <a:pt x="153981" y="29492"/>
                  </a:lnTo>
                  <a:lnTo>
                    <a:pt x="134113" y="39116"/>
                  </a:lnTo>
                  <a:lnTo>
                    <a:pt x="110208" y="51844"/>
                  </a:lnTo>
                  <a:lnTo>
                    <a:pt x="87235" y="68609"/>
                  </a:lnTo>
                  <a:lnTo>
                    <a:pt x="68609" y="85683"/>
                  </a:lnTo>
                  <a:lnTo>
                    <a:pt x="54017" y="101516"/>
                  </a:lnTo>
                  <a:lnTo>
                    <a:pt x="53086" y="107725"/>
                  </a:lnTo>
                  <a:lnTo>
                    <a:pt x="53086" y="110829"/>
                  </a:lnTo>
                  <a:lnTo>
                    <a:pt x="53086" y="116107"/>
                  </a:lnTo>
                  <a:lnTo>
                    <a:pt x="54017" y="118280"/>
                  </a:lnTo>
                  <a:lnTo>
                    <a:pt x="54017" y="122626"/>
                  </a:lnTo>
                  <a:lnTo>
                    <a:pt x="56191" y="127904"/>
                  </a:lnTo>
                  <a:lnTo>
                    <a:pt x="54017" y="131008"/>
                  </a:lnTo>
                  <a:lnTo>
                    <a:pt x="48740" y="144668"/>
                  </a:lnTo>
                  <a:lnTo>
                    <a:pt x="39427" y="153360"/>
                  </a:lnTo>
                  <a:lnTo>
                    <a:pt x="31045" y="162674"/>
                  </a:lnTo>
                  <a:lnTo>
                    <a:pt x="31045" y="164847"/>
                  </a:lnTo>
                  <a:lnTo>
                    <a:pt x="31045" y="167020"/>
                  </a:lnTo>
                  <a:lnTo>
                    <a:pt x="32286" y="167020"/>
                  </a:lnTo>
                  <a:lnTo>
                    <a:pt x="32286" y="167951"/>
                  </a:lnTo>
                  <a:lnTo>
                    <a:pt x="36322" y="170124"/>
                  </a:lnTo>
                  <a:lnTo>
                    <a:pt x="39427" y="172297"/>
                  </a:lnTo>
                  <a:lnTo>
                    <a:pt x="34149" y="182853"/>
                  </a:lnTo>
                  <a:lnTo>
                    <a:pt x="27009" y="190303"/>
                  </a:lnTo>
                  <a:lnTo>
                    <a:pt x="19558" y="195581"/>
                  </a:lnTo>
                  <a:lnTo>
                    <a:pt x="14591" y="205205"/>
                  </a:lnTo>
                  <a:lnTo>
                    <a:pt x="12418" y="212345"/>
                  </a:lnTo>
                  <a:lnTo>
                    <a:pt x="14591" y="219796"/>
                  </a:lnTo>
                  <a:lnTo>
                    <a:pt x="16454" y="224142"/>
                  </a:lnTo>
                  <a:lnTo>
                    <a:pt x="16454" y="229419"/>
                  </a:lnTo>
                  <a:lnTo>
                    <a:pt x="10245" y="232524"/>
                  </a:lnTo>
                  <a:lnTo>
                    <a:pt x="0" y="239975"/>
                  </a:lnTo>
                  <a:lnTo>
                    <a:pt x="7140" y="25487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321">
              <a:extLst>
                <a:ext uri="{FF2B5EF4-FFF2-40B4-BE49-F238E27FC236}">
                  <a16:creationId xmlns:a16="http://schemas.microsoft.com/office/drawing/2014/main" xmlns="" id="{D9E2C89F-0FD4-4787-BB47-E08F3E856210}"/>
                </a:ext>
              </a:extLst>
            </p:cNvPr>
            <p:cNvSpPr/>
            <p:nvPr/>
          </p:nvSpPr>
          <p:spPr>
            <a:xfrm>
              <a:off x="7125604" y="4179690"/>
              <a:ext cx="15522" cy="12418"/>
            </a:xfrm>
            <a:custGeom>
              <a:avLst/>
              <a:gdLst>
                <a:gd name="connsiteX0" fmla="*/ 0 w 15522"/>
                <a:gd name="connsiteY0" fmla="*/ 13660 h 12417"/>
                <a:gd name="connsiteX1" fmla="*/ 16454 w 15522"/>
                <a:gd name="connsiteY1" fmla="*/ 13660 h 12417"/>
                <a:gd name="connsiteX2" fmla="*/ 16454 w 15522"/>
                <a:gd name="connsiteY2" fmla="*/ 6209 h 12417"/>
                <a:gd name="connsiteX3" fmla="*/ 4036 w 15522"/>
                <a:gd name="connsiteY3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12417">
                  <a:moveTo>
                    <a:pt x="0" y="13660"/>
                  </a:moveTo>
                  <a:lnTo>
                    <a:pt x="16454" y="13660"/>
                  </a:lnTo>
                  <a:lnTo>
                    <a:pt x="16454" y="6209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322">
              <a:extLst>
                <a:ext uri="{FF2B5EF4-FFF2-40B4-BE49-F238E27FC236}">
                  <a16:creationId xmlns:a16="http://schemas.microsoft.com/office/drawing/2014/main" xmlns="" id="{671FDFD2-1E86-415A-A34C-67B7C154171C}"/>
                </a:ext>
              </a:extLst>
            </p:cNvPr>
            <p:cNvSpPr/>
            <p:nvPr/>
          </p:nvSpPr>
          <p:spPr>
            <a:xfrm>
              <a:off x="3826497" y="4062342"/>
              <a:ext cx="15522" cy="6209"/>
            </a:xfrm>
            <a:custGeom>
              <a:avLst/>
              <a:gdLst>
                <a:gd name="connsiteX0" fmla="*/ 0 w 15522"/>
                <a:gd name="connsiteY0" fmla="*/ 0 h 6208"/>
                <a:gd name="connsiteX1" fmla="*/ 16764 w 15522"/>
                <a:gd name="connsiteY1" fmla="*/ 0 h 6208"/>
                <a:gd name="connsiteX2" fmla="*/ 16764 w 15522"/>
                <a:gd name="connsiteY2" fmla="*/ 8382 h 6208"/>
                <a:gd name="connsiteX3" fmla="*/ 0 w 15522"/>
                <a:gd name="connsiteY3" fmla="*/ 8382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6208">
                  <a:moveTo>
                    <a:pt x="0" y="0"/>
                  </a:moveTo>
                  <a:lnTo>
                    <a:pt x="16764" y="0"/>
                  </a:lnTo>
                  <a:lnTo>
                    <a:pt x="16764" y="8382"/>
                  </a:lnTo>
                  <a:lnTo>
                    <a:pt x="0" y="838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323">
              <a:extLst>
                <a:ext uri="{FF2B5EF4-FFF2-40B4-BE49-F238E27FC236}">
                  <a16:creationId xmlns:a16="http://schemas.microsoft.com/office/drawing/2014/main" xmlns="" id="{32F1A739-902E-42B8-B6BC-97FAE8F702B1}"/>
                </a:ext>
              </a:extLst>
            </p:cNvPr>
            <p:cNvSpPr/>
            <p:nvPr/>
          </p:nvSpPr>
          <p:spPr>
            <a:xfrm>
              <a:off x="7212839" y="4119464"/>
              <a:ext cx="71403" cy="49671"/>
            </a:xfrm>
            <a:custGeom>
              <a:avLst/>
              <a:gdLst>
                <a:gd name="connsiteX0" fmla="*/ 27009 w 71402"/>
                <a:gd name="connsiteY0" fmla="*/ 37874 h 49671"/>
                <a:gd name="connsiteX1" fmla="*/ 49050 w 71402"/>
                <a:gd name="connsiteY1" fmla="*/ 45325 h 49671"/>
                <a:gd name="connsiteX2" fmla="*/ 72955 w 71402"/>
                <a:gd name="connsiteY2" fmla="*/ 49671 h 49671"/>
                <a:gd name="connsiteX3" fmla="*/ 68919 w 71402"/>
                <a:gd name="connsiteY3" fmla="*/ 32597 h 49671"/>
                <a:gd name="connsiteX4" fmla="*/ 61468 w 71402"/>
                <a:gd name="connsiteY4" fmla="*/ 19869 h 49671"/>
                <a:gd name="connsiteX5" fmla="*/ 51224 w 71402"/>
                <a:gd name="connsiteY5" fmla="*/ 10555 h 49671"/>
                <a:gd name="connsiteX6" fmla="*/ 36632 w 71402"/>
                <a:gd name="connsiteY6" fmla="*/ 5278 h 49671"/>
                <a:gd name="connsiteX7" fmla="*/ 19868 w 71402"/>
                <a:gd name="connsiteY7" fmla="*/ 2173 h 49671"/>
                <a:gd name="connsiteX8" fmla="*/ 3104 w 71402"/>
                <a:gd name="connsiteY8" fmla="*/ 0 h 49671"/>
                <a:gd name="connsiteX9" fmla="*/ 3104 w 71402"/>
                <a:gd name="connsiteY9" fmla="*/ 3104 h 49671"/>
                <a:gd name="connsiteX10" fmla="*/ 3104 w 71402"/>
                <a:gd name="connsiteY10" fmla="*/ 7451 h 49671"/>
                <a:gd name="connsiteX11" fmla="*/ 2173 w 71402"/>
                <a:gd name="connsiteY11" fmla="*/ 8382 h 49671"/>
                <a:gd name="connsiteX12" fmla="*/ 2173 w 71402"/>
                <a:gd name="connsiteY12" fmla="*/ 10555 h 49671"/>
                <a:gd name="connsiteX13" fmla="*/ 0 w 71402"/>
                <a:gd name="connsiteY13" fmla="*/ 12728 h 49671"/>
                <a:gd name="connsiteX14" fmla="*/ 10555 w 71402"/>
                <a:gd name="connsiteY14" fmla="*/ 27319 h 4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402" h="49671">
                  <a:moveTo>
                    <a:pt x="27009" y="37874"/>
                  </a:moveTo>
                  <a:lnTo>
                    <a:pt x="49050" y="45325"/>
                  </a:lnTo>
                  <a:lnTo>
                    <a:pt x="72955" y="49671"/>
                  </a:lnTo>
                  <a:lnTo>
                    <a:pt x="68919" y="32597"/>
                  </a:lnTo>
                  <a:lnTo>
                    <a:pt x="61468" y="19869"/>
                  </a:lnTo>
                  <a:lnTo>
                    <a:pt x="51224" y="10555"/>
                  </a:lnTo>
                  <a:lnTo>
                    <a:pt x="36632" y="5278"/>
                  </a:lnTo>
                  <a:lnTo>
                    <a:pt x="19868" y="2173"/>
                  </a:lnTo>
                  <a:lnTo>
                    <a:pt x="3104" y="0"/>
                  </a:lnTo>
                  <a:lnTo>
                    <a:pt x="3104" y="3104"/>
                  </a:lnTo>
                  <a:lnTo>
                    <a:pt x="3104" y="7451"/>
                  </a:lnTo>
                  <a:lnTo>
                    <a:pt x="2173" y="8382"/>
                  </a:lnTo>
                  <a:lnTo>
                    <a:pt x="2173" y="10555"/>
                  </a:lnTo>
                  <a:lnTo>
                    <a:pt x="0" y="12728"/>
                  </a:lnTo>
                  <a:lnTo>
                    <a:pt x="10555" y="2731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324">
              <a:extLst>
                <a:ext uri="{FF2B5EF4-FFF2-40B4-BE49-F238E27FC236}">
                  <a16:creationId xmlns:a16="http://schemas.microsoft.com/office/drawing/2014/main" xmlns="" id="{DDDD415D-97A0-4A09-8565-75926B97F5C1}"/>
                </a:ext>
              </a:extLst>
            </p:cNvPr>
            <p:cNvSpPr/>
            <p:nvPr/>
          </p:nvSpPr>
          <p:spPr>
            <a:xfrm>
              <a:off x="7085867" y="4082210"/>
              <a:ext cx="108656" cy="80716"/>
            </a:xfrm>
            <a:custGeom>
              <a:avLst/>
              <a:gdLst>
                <a:gd name="connsiteX0" fmla="*/ 14591 w 108656"/>
                <a:gd name="connsiteY0" fmla="*/ 72023 h 80715"/>
                <a:gd name="connsiteX1" fmla="*/ 27009 w 108656"/>
                <a:gd name="connsiteY1" fmla="*/ 82579 h 80715"/>
                <a:gd name="connsiteX2" fmla="*/ 32286 w 108656"/>
                <a:gd name="connsiteY2" fmla="*/ 81647 h 80715"/>
                <a:gd name="connsiteX3" fmla="*/ 43773 w 108656"/>
                <a:gd name="connsiteY3" fmla="*/ 79474 h 80715"/>
                <a:gd name="connsiteX4" fmla="*/ 58364 w 108656"/>
                <a:gd name="connsiteY4" fmla="*/ 77301 h 80715"/>
                <a:gd name="connsiteX5" fmla="*/ 76059 w 108656"/>
                <a:gd name="connsiteY5" fmla="*/ 75128 h 80715"/>
                <a:gd name="connsiteX6" fmla="*/ 93754 w 108656"/>
                <a:gd name="connsiteY6" fmla="*/ 74197 h 80715"/>
                <a:gd name="connsiteX7" fmla="*/ 107414 w 108656"/>
                <a:gd name="connsiteY7" fmla="*/ 74197 h 80715"/>
                <a:gd name="connsiteX8" fmla="*/ 108346 w 108656"/>
                <a:gd name="connsiteY8" fmla="*/ 72023 h 80715"/>
                <a:gd name="connsiteX9" fmla="*/ 110519 w 108656"/>
                <a:gd name="connsiteY9" fmla="*/ 72023 h 80715"/>
                <a:gd name="connsiteX10" fmla="*/ 110519 w 108656"/>
                <a:gd name="connsiteY10" fmla="*/ 69850 h 80715"/>
                <a:gd name="connsiteX11" fmla="*/ 110519 w 108656"/>
                <a:gd name="connsiteY11" fmla="*/ 12728 h 80715"/>
                <a:gd name="connsiteX12" fmla="*/ 95928 w 108656"/>
                <a:gd name="connsiteY12" fmla="*/ 20179 h 80715"/>
                <a:gd name="connsiteX13" fmla="*/ 83199 w 108656"/>
                <a:gd name="connsiteY13" fmla="*/ 27630 h 80715"/>
                <a:gd name="connsiteX14" fmla="*/ 66746 w 108656"/>
                <a:gd name="connsiteY14" fmla="*/ 32907 h 80715"/>
                <a:gd name="connsiteX15" fmla="*/ 66746 w 108656"/>
                <a:gd name="connsiteY15" fmla="*/ 20179 h 80715"/>
                <a:gd name="connsiteX16" fmla="*/ 66746 w 108656"/>
                <a:gd name="connsiteY16" fmla="*/ 9624 h 80715"/>
                <a:gd name="connsiteX17" fmla="*/ 63641 w 108656"/>
                <a:gd name="connsiteY17" fmla="*/ 0 h 80715"/>
                <a:gd name="connsiteX18" fmla="*/ 54018 w 108656"/>
                <a:gd name="connsiteY18" fmla="*/ 0 h 80715"/>
                <a:gd name="connsiteX19" fmla="*/ 39737 w 108656"/>
                <a:gd name="connsiteY19" fmla="*/ 2173 h 80715"/>
                <a:gd name="connsiteX20" fmla="*/ 25146 w 108656"/>
                <a:gd name="connsiteY20" fmla="*/ 7451 h 80715"/>
                <a:gd name="connsiteX21" fmla="*/ 15522 w 108656"/>
                <a:gd name="connsiteY21" fmla="*/ 12728 h 80715"/>
                <a:gd name="connsiteX22" fmla="*/ 8382 w 108656"/>
                <a:gd name="connsiteY22" fmla="*/ 17075 h 80715"/>
                <a:gd name="connsiteX23" fmla="*/ 7451 w 108656"/>
                <a:gd name="connsiteY23" fmla="*/ 20179 h 80715"/>
                <a:gd name="connsiteX24" fmla="*/ 5277 w 108656"/>
                <a:gd name="connsiteY24" fmla="*/ 24525 h 80715"/>
                <a:gd name="connsiteX25" fmla="*/ 3104 w 108656"/>
                <a:gd name="connsiteY25" fmla="*/ 27630 h 80715"/>
                <a:gd name="connsiteX26" fmla="*/ 931 w 108656"/>
                <a:gd name="connsiteY26" fmla="*/ 31976 h 80715"/>
                <a:gd name="connsiteX27" fmla="*/ 0 w 108656"/>
                <a:gd name="connsiteY27" fmla="*/ 37253 h 80715"/>
                <a:gd name="connsiteX28" fmla="*/ 5277 w 108656"/>
                <a:gd name="connsiteY28" fmla="*/ 57122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656" h="80715">
                  <a:moveTo>
                    <a:pt x="14591" y="72023"/>
                  </a:moveTo>
                  <a:lnTo>
                    <a:pt x="27009" y="82579"/>
                  </a:lnTo>
                  <a:lnTo>
                    <a:pt x="32286" y="81647"/>
                  </a:lnTo>
                  <a:lnTo>
                    <a:pt x="43773" y="79474"/>
                  </a:lnTo>
                  <a:lnTo>
                    <a:pt x="58364" y="77301"/>
                  </a:lnTo>
                  <a:lnTo>
                    <a:pt x="76059" y="75128"/>
                  </a:lnTo>
                  <a:lnTo>
                    <a:pt x="93754" y="74197"/>
                  </a:lnTo>
                  <a:lnTo>
                    <a:pt x="107414" y="74197"/>
                  </a:lnTo>
                  <a:lnTo>
                    <a:pt x="108346" y="72023"/>
                  </a:lnTo>
                  <a:lnTo>
                    <a:pt x="110519" y="72023"/>
                  </a:lnTo>
                  <a:lnTo>
                    <a:pt x="110519" y="69850"/>
                  </a:lnTo>
                  <a:lnTo>
                    <a:pt x="110519" y="12728"/>
                  </a:lnTo>
                  <a:lnTo>
                    <a:pt x="95928" y="20179"/>
                  </a:lnTo>
                  <a:lnTo>
                    <a:pt x="83199" y="27630"/>
                  </a:lnTo>
                  <a:lnTo>
                    <a:pt x="66746" y="32907"/>
                  </a:lnTo>
                  <a:lnTo>
                    <a:pt x="66746" y="20179"/>
                  </a:lnTo>
                  <a:lnTo>
                    <a:pt x="66746" y="9624"/>
                  </a:lnTo>
                  <a:lnTo>
                    <a:pt x="63641" y="0"/>
                  </a:lnTo>
                  <a:lnTo>
                    <a:pt x="54018" y="0"/>
                  </a:lnTo>
                  <a:lnTo>
                    <a:pt x="39737" y="2173"/>
                  </a:lnTo>
                  <a:lnTo>
                    <a:pt x="25146" y="7451"/>
                  </a:lnTo>
                  <a:lnTo>
                    <a:pt x="15522" y="12728"/>
                  </a:lnTo>
                  <a:lnTo>
                    <a:pt x="8382" y="17075"/>
                  </a:lnTo>
                  <a:lnTo>
                    <a:pt x="7451" y="20179"/>
                  </a:lnTo>
                  <a:lnTo>
                    <a:pt x="5277" y="24525"/>
                  </a:lnTo>
                  <a:lnTo>
                    <a:pt x="3104" y="27630"/>
                  </a:lnTo>
                  <a:lnTo>
                    <a:pt x="931" y="31976"/>
                  </a:lnTo>
                  <a:lnTo>
                    <a:pt x="0" y="37253"/>
                  </a:lnTo>
                  <a:lnTo>
                    <a:pt x="5277" y="5712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325">
              <a:extLst>
                <a:ext uri="{FF2B5EF4-FFF2-40B4-BE49-F238E27FC236}">
                  <a16:creationId xmlns:a16="http://schemas.microsoft.com/office/drawing/2014/main" xmlns="" id="{3D3B1931-D441-4E59-9DF1-D9B20F211329}"/>
                </a:ext>
              </a:extLst>
            </p:cNvPr>
            <p:cNvSpPr/>
            <p:nvPr/>
          </p:nvSpPr>
          <p:spPr>
            <a:xfrm>
              <a:off x="4090065" y="4082210"/>
              <a:ext cx="12418" cy="9313"/>
            </a:xfrm>
            <a:custGeom>
              <a:avLst/>
              <a:gdLst>
                <a:gd name="connsiteX0" fmla="*/ 4036 w 12417"/>
                <a:gd name="connsiteY0" fmla="*/ 9624 h 9313"/>
                <a:gd name="connsiteX1" fmla="*/ 7140 w 12417"/>
                <a:gd name="connsiteY1" fmla="*/ 9624 h 9313"/>
                <a:gd name="connsiteX2" fmla="*/ 12418 w 12417"/>
                <a:gd name="connsiteY2" fmla="*/ 9624 h 9313"/>
                <a:gd name="connsiteX3" fmla="*/ 12418 w 12417"/>
                <a:gd name="connsiteY3" fmla="*/ 5278 h 9313"/>
                <a:gd name="connsiteX4" fmla="*/ 0 w 12417"/>
                <a:gd name="connsiteY4" fmla="*/ 0 h 9313"/>
                <a:gd name="connsiteX5" fmla="*/ 0 w 12417"/>
                <a:gd name="connsiteY5" fmla="*/ 5278 h 9313"/>
                <a:gd name="connsiteX6" fmla="*/ 0 w 12417"/>
                <a:gd name="connsiteY6" fmla="*/ 7451 h 9313"/>
                <a:gd name="connsiteX7" fmla="*/ 1863 w 12417"/>
                <a:gd name="connsiteY7" fmla="*/ 9624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17" h="9313">
                  <a:moveTo>
                    <a:pt x="4036" y="9624"/>
                  </a:moveTo>
                  <a:lnTo>
                    <a:pt x="7140" y="9624"/>
                  </a:lnTo>
                  <a:lnTo>
                    <a:pt x="12418" y="9624"/>
                  </a:lnTo>
                  <a:lnTo>
                    <a:pt x="12418" y="5278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7451"/>
                  </a:lnTo>
                  <a:lnTo>
                    <a:pt x="1863" y="9624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326">
              <a:extLst>
                <a:ext uri="{FF2B5EF4-FFF2-40B4-BE49-F238E27FC236}">
                  <a16:creationId xmlns:a16="http://schemas.microsoft.com/office/drawing/2014/main" xmlns="" id="{D86A92D3-A34F-48C9-96F3-A830EA86BE13}"/>
                </a:ext>
              </a:extLst>
            </p:cNvPr>
            <p:cNvSpPr/>
            <p:nvPr/>
          </p:nvSpPr>
          <p:spPr>
            <a:xfrm>
              <a:off x="6122554" y="4209183"/>
              <a:ext cx="12418" cy="12418"/>
            </a:xfrm>
            <a:custGeom>
              <a:avLst/>
              <a:gdLst>
                <a:gd name="connsiteX0" fmla="*/ 1242 w 12417"/>
                <a:gd name="connsiteY0" fmla="*/ 4346 h 12417"/>
                <a:gd name="connsiteX1" fmla="*/ 0 w 12417"/>
                <a:gd name="connsiteY1" fmla="*/ 6519 h 12417"/>
                <a:gd name="connsiteX2" fmla="*/ 0 w 12417"/>
                <a:gd name="connsiteY2" fmla="*/ 9624 h 12417"/>
                <a:gd name="connsiteX3" fmla="*/ 0 w 12417"/>
                <a:gd name="connsiteY3" fmla="*/ 14901 h 12417"/>
                <a:gd name="connsiteX4" fmla="*/ 3104 w 12417"/>
                <a:gd name="connsiteY4" fmla="*/ 14901 h 12417"/>
                <a:gd name="connsiteX5" fmla="*/ 5278 w 12417"/>
                <a:gd name="connsiteY5" fmla="*/ 14901 h 12417"/>
                <a:gd name="connsiteX6" fmla="*/ 7451 w 12417"/>
                <a:gd name="connsiteY6" fmla="*/ 14901 h 12417"/>
                <a:gd name="connsiteX7" fmla="*/ 8382 w 12417"/>
                <a:gd name="connsiteY7" fmla="*/ 13970 h 12417"/>
                <a:gd name="connsiteX8" fmla="*/ 10555 w 12417"/>
                <a:gd name="connsiteY8" fmla="*/ 11797 h 12417"/>
                <a:gd name="connsiteX9" fmla="*/ 14591 w 12417"/>
                <a:gd name="connsiteY9" fmla="*/ 11797 h 12417"/>
                <a:gd name="connsiteX10" fmla="*/ 14591 w 12417"/>
                <a:gd name="connsiteY10" fmla="*/ 4346 h 12417"/>
                <a:gd name="connsiteX11" fmla="*/ 3104 w 12417"/>
                <a:gd name="connsiteY11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12417">
                  <a:moveTo>
                    <a:pt x="1242" y="4346"/>
                  </a:moveTo>
                  <a:lnTo>
                    <a:pt x="0" y="6519"/>
                  </a:lnTo>
                  <a:lnTo>
                    <a:pt x="0" y="9624"/>
                  </a:lnTo>
                  <a:lnTo>
                    <a:pt x="0" y="14901"/>
                  </a:lnTo>
                  <a:lnTo>
                    <a:pt x="3104" y="14901"/>
                  </a:lnTo>
                  <a:lnTo>
                    <a:pt x="5278" y="14901"/>
                  </a:lnTo>
                  <a:lnTo>
                    <a:pt x="7451" y="14901"/>
                  </a:lnTo>
                  <a:lnTo>
                    <a:pt x="8382" y="13970"/>
                  </a:lnTo>
                  <a:lnTo>
                    <a:pt x="10555" y="11797"/>
                  </a:lnTo>
                  <a:lnTo>
                    <a:pt x="14591" y="11797"/>
                  </a:lnTo>
                  <a:lnTo>
                    <a:pt x="14591" y="4346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327">
              <a:extLst>
                <a:ext uri="{FF2B5EF4-FFF2-40B4-BE49-F238E27FC236}">
                  <a16:creationId xmlns:a16="http://schemas.microsoft.com/office/drawing/2014/main" xmlns="" id="{1ED33045-C8FE-4225-9678-4F7F7047CB9A}"/>
                </a:ext>
              </a:extLst>
            </p:cNvPr>
            <p:cNvSpPr/>
            <p:nvPr/>
          </p:nvSpPr>
          <p:spPr>
            <a:xfrm>
              <a:off x="4937582" y="4135296"/>
              <a:ext cx="15522" cy="6209"/>
            </a:xfrm>
            <a:custGeom>
              <a:avLst/>
              <a:gdLst>
                <a:gd name="connsiteX0" fmla="*/ 5277 w 15522"/>
                <a:gd name="connsiteY0" fmla="*/ 6209 h 6208"/>
                <a:gd name="connsiteX1" fmla="*/ 7451 w 15522"/>
                <a:gd name="connsiteY1" fmla="*/ 6209 h 6208"/>
                <a:gd name="connsiteX2" fmla="*/ 8382 w 15522"/>
                <a:gd name="connsiteY2" fmla="*/ 6209 h 6208"/>
                <a:gd name="connsiteX3" fmla="*/ 12418 w 15522"/>
                <a:gd name="connsiteY3" fmla="*/ 4036 h 6208"/>
                <a:gd name="connsiteX4" fmla="*/ 15522 w 15522"/>
                <a:gd name="connsiteY4" fmla="*/ 4036 h 6208"/>
                <a:gd name="connsiteX5" fmla="*/ 15522 w 15522"/>
                <a:gd name="connsiteY5" fmla="*/ 0 h 6208"/>
                <a:gd name="connsiteX6" fmla="*/ 0 w 15522"/>
                <a:gd name="connsiteY6" fmla="*/ 0 h 6208"/>
                <a:gd name="connsiteX7" fmla="*/ 3104 w 15522"/>
                <a:gd name="connsiteY7" fmla="*/ 4036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2" h="6208">
                  <a:moveTo>
                    <a:pt x="5277" y="6209"/>
                  </a:moveTo>
                  <a:lnTo>
                    <a:pt x="7451" y="6209"/>
                  </a:lnTo>
                  <a:lnTo>
                    <a:pt x="8382" y="6209"/>
                  </a:lnTo>
                  <a:lnTo>
                    <a:pt x="12418" y="4036"/>
                  </a:lnTo>
                  <a:lnTo>
                    <a:pt x="15522" y="4036"/>
                  </a:lnTo>
                  <a:lnTo>
                    <a:pt x="15522" y="0"/>
                  </a:lnTo>
                  <a:lnTo>
                    <a:pt x="0" y="0"/>
                  </a:lnTo>
                  <a:lnTo>
                    <a:pt x="3104" y="403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328">
              <a:extLst>
                <a:ext uri="{FF2B5EF4-FFF2-40B4-BE49-F238E27FC236}">
                  <a16:creationId xmlns:a16="http://schemas.microsoft.com/office/drawing/2014/main" xmlns="" id="{05A4F32B-FD9D-423B-A5C8-870D06FD2938}"/>
                </a:ext>
              </a:extLst>
            </p:cNvPr>
            <p:cNvSpPr/>
            <p:nvPr/>
          </p:nvSpPr>
          <p:spPr>
            <a:xfrm>
              <a:off x="5256410" y="5105129"/>
              <a:ext cx="12418" cy="24836"/>
            </a:xfrm>
            <a:custGeom>
              <a:avLst/>
              <a:gdLst>
                <a:gd name="connsiteX0" fmla="*/ 9313 w 12417"/>
                <a:gd name="connsiteY0" fmla="*/ 22352 h 24835"/>
                <a:gd name="connsiteX1" fmla="*/ 10245 w 12417"/>
                <a:gd name="connsiteY1" fmla="*/ 18006 h 24835"/>
                <a:gd name="connsiteX2" fmla="*/ 10245 w 12417"/>
                <a:gd name="connsiteY2" fmla="*/ 12728 h 24835"/>
                <a:gd name="connsiteX3" fmla="*/ 10245 w 12417"/>
                <a:gd name="connsiteY3" fmla="*/ 7451 h 24835"/>
                <a:gd name="connsiteX4" fmla="*/ 12418 w 12417"/>
                <a:gd name="connsiteY4" fmla="*/ 0 h 24835"/>
                <a:gd name="connsiteX5" fmla="*/ 3104 w 12417"/>
                <a:gd name="connsiteY5" fmla="*/ 0 h 24835"/>
                <a:gd name="connsiteX6" fmla="*/ 2173 w 12417"/>
                <a:gd name="connsiteY6" fmla="*/ 5588 h 24835"/>
                <a:gd name="connsiteX7" fmla="*/ 2173 w 12417"/>
                <a:gd name="connsiteY7" fmla="*/ 12728 h 24835"/>
                <a:gd name="connsiteX8" fmla="*/ 0 w 12417"/>
                <a:gd name="connsiteY8" fmla="*/ 20179 h 24835"/>
                <a:gd name="connsiteX9" fmla="*/ 0 w 12417"/>
                <a:gd name="connsiteY9" fmla="*/ 27630 h 24835"/>
                <a:gd name="connsiteX10" fmla="*/ 7140 w 12417"/>
                <a:gd name="connsiteY10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417" h="24835">
                  <a:moveTo>
                    <a:pt x="9313" y="22352"/>
                  </a:moveTo>
                  <a:lnTo>
                    <a:pt x="10245" y="18006"/>
                  </a:lnTo>
                  <a:lnTo>
                    <a:pt x="10245" y="12728"/>
                  </a:lnTo>
                  <a:lnTo>
                    <a:pt x="10245" y="7451"/>
                  </a:lnTo>
                  <a:lnTo>
                    <a:pt x="12418" y="0"/>
                  </a:lnTo>
                  <a:lnTo>
                    <a:pt x="3104" y="0"/>
                  </a:lnTo>
                  <a:lnTo>
                    <a:pt x="2173" y="5588"/>
                  </a:lnTo>
                  <a:lnTo>
                    <a:pt x="2173" y="12728"/>
                  </a:lnTo>
                  <a:lnTo>
                    <a:pt x="0" y="20179"/>
                  </a:lnTo>
                  <a:lnTo>
                    <a:pt x="0" y="27630"/>
                  </a:lnTo>
                  <a:lnTo>
                    <a:pt x="7140" y="2763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329">
              <a:extLst>
                <a:ext uri="{FF2B5EF4-FFF2-40B4-BE49-F238E27FC236}">
                  <a16:creationId xmlns:a16="http://schemas.microsoft.com/office/drawing/2014/main" xmlns="" id="{FB4CAF90-FE64-4B15-8F87-F021A6860204}"/>
                </a:ext>
              </a:extLst>
            </p:cNvPr>
            <p:cNvSpPr/>
            <p:nvPr/>
          </p:nvSpPr>
          <p:spPr>
            <a:xfrm>
              <a:off x="3850401" y="4200801"/>
              <a:ext cx="406684" cy="447042"/>
            </a:xfrm>
            <a:custGeom>
              <a:avLst/>
              <a:gdLst>
                <a:gd name="connsiteX0" fmla="*/ 395818 w 406683"/>
                <a:gd name="connsiteY0" fmla="*/ 287783 h 447041"/>
                <a:gd name="connsiteX1" fmla="*/ 392714 w 406683"/>
                <a:gd name="connsiteY1" fmla="*/ 285610 h 447041"/>
                <a:gd name="connsiteX2" fmla="*/ 387436 w 406683"/>
                <a:gd name="connsiteY2" fmla="*/ 283437 h 447041"/>
                <a:gd name="connsiteX3" fmla="*/ 383401 w 406683"/>
                <a:gd name="connsiteY3" fmla="*/ 282506 h 447041"/>
                <a:gd name="connsiteX4" fmla="*/ 381227 w 406683"/>
                <a:gd name="connsiteY4" fmla="*/ 280333 h 447041"/>
                <a:gd name="connsiteX5" fmla="*/ 381227 w 406683"/>
                <a:gd name="connsiteY5" fmla="*/ 278159 h 447041"/>
                <a:gd name="connsiteX6" fmla="*/ 381227 w 406683"/>
                <a:gd name="connsiteY6" fmla="*/ 275986 h 447041"/>
                <a:gd name="connsiteX7" fmla="*/ 383401 w 406683"/>
                <a:gd name="connsiteY7" fmla="*/ 275055 h 447041"/>
                <a:gd name="connsiteX8" fmla="*/ 381227 w 406683"/>
                <a:gd name="connsiteY8" fmla="*/ 270709 h 447041"/>
                <a:gd name="connsiteX9" fmla="*/ 379986 w 406683"/>
                <a:gd name="connsiteY9" fmla="*/ 268846 h 447041"/>
                <a:gd name="connsiteX10" fmla="*/ 375950 w 406683"/>
                <a:gd name="connsiteY10" fmla="*/ 265431 h 447041"/>
                <a:gd name="connsiteX11" fmla="*/ 372845 w 406683"/>
                <a:gd name="connsiteY11" fmla="*/ 263568 h 447041"/>
                <a:gd name="connsiteX12" fmla="*/ 366636 w 406683"/>
                <a:gd name="connsiteY12" fmla="*/ 261395 h 447041"/>
                <a:gd name="connsiteX13" fmla="*/ 363532 w 406683"/>
                <a:gd name="connsiteY13" fmla="*/ 258291 h 447041"/>
                <a:gd name="connsiteX14" fmla="*/ 359186 w 406683"/>
                <a:gd name="connsiteY14" fmla="*/ 256118 h 447041"/>
                <a:gd name="connsiteX15" fmla="*/ 358254 w 406683"/>
                <a:gd name="connsiteY15" fmla="*/ 253945 h 447041"/>
                <a:gd name="connsiteX16" fmla="*/ 358254 w 406683"/>
                <a:gd name="connsiteY16" fmla="*/ 252703 h 447041"/>
                <a:gd name="connsiteX17" fmla="*/ 356081 w 406683"/>
                <a:gd name="connsiteY17" fmla="*/ 250840 h 447041"/>
                <a:gd name="connsiteX18" fmla="*/ 356081 w 406683"/>
                <a:gd name="connsiteY18" fmla="*/ 248667 h 447041"/>
                <a:gd name="connsiteX19" fmla="*/ 356081 w 406683"/>
                <a:gd name="connsiteY19" fmla="*/ 243389 h 447041"/>
                <a:gd name="connsiteX20" fmla="*/ 341490 w 406683"/>
                <a:gd name="connsiteY20" fmla="*/ 238112 h 447041"/>
                <a:gd name="connsiteX21" fmla="*/ 330004 w 406683"/>
                <a:gd name="connsiteY21" fmla="*/ 228488 h 447041"/>
                <a:gd name="connsiteX22" fmla="*/ 322864 w 406683"/>
                <a:gd name="connsiteY22" fmla="*/ 215760 h 447041"/>
                <a:gd name="connsiteX23" fmla="*/ 325037 w 406683"/>
                <a:gd name="connsiteY23" fmla="*/ 211724 h 447041"/>
                <a:gd name="connsiteX24" fmla="*/ 326899 w 406683"/>
                <a:gd name="connsiteY24" fmla="*/ 206446 h 447041"/>
                <a:gd name="connsiteX25" fmla="*/ 330004 w 406683"/>
                <a:gd name="connsiteY25" fmla="*/ 203032 h 447041"/>
                <a:gd name="connsiteX26" fmla="*/ 336523 w 406683"/>
                <a:gd name="connsiteY26" fmla="*/ 195581 h 447041"/>
                <a:gd name="connsiteX27" fmla="*/ 326899 w 406683"/>
                <a:gd name="connsiteY27" fmla="*/ 184094 h 447041"/>
                <a:gd name="connsiteX28" fmla="*/ 319759 w 406683"/>
                <a:gd name="connsiteY28" fmla="*/ 171366 h 447041"/>
                <a:gd name="connsiteX29" fmla="*/ 310446 w 406683"/>
                <a:gd name="connsiteY29" fmla="*/ 158638 h 447041"/>
                <a:gd name="connsiteX30" fmla="*/ 302995 w 406683"/>
                <a:gd name="connsiteY30" fmla="*/ 147151 h 447041"/>
                <a:gd name="connsiteX31" fmla="*/ 290577 w 406683"/>
                <a:gd name="connsiteY31" fmla="*/ 139701 h 447041"/>
                <a:gd name="connsiteX32" fmla="*/ 275986 w 406683"/>
                <a:gd name="connsiteY32" fmla="*/ 134423 h 447041"/>
                <a:gd name="connsiteX33" fmla="*/ 275986 w 406683"/>
                <a:gd name="connsiteY33" fmla="*/ 121695 h 447041"/>
                <a:gd name="connsiteX34" fmla="*/ 259222 w 406683"/>
                <a:gd name="connsiteY34" fmla="*/ 106793 h 447041"/>
                <a:gd name="connsiteX35" fmla="*/ 244631 w 406683"/>
                <a:gd name="connsiteY35" fmla="*/ 90029 h 447041"/>
                <a:gd name="connsiteX36" fmla="*/ 226936 w 406683"/>
                <a:gd name="connsiteY36" fmla="*/ 77301 h 447041"/>
                <a:gd name="connsiteX37" fmla="*/ 222900 w 406683"/>
                <a:gd name="connsiteY37" fmla="*/ 75128 h 447041"/>
                <a:gd name="connsiteX38" fmla="*/ 219796 w 406683"/>
                <a:gd name="connsiteY38" fmla="*/ 75128 h 447041"/>
                <a:gd name="connsiteX39" fmla="*/ 214518 w 406683"/>
                <a:gd name="connsiteY39" fmla="*/ 75128 h 447041"/>
                <a:gd name="connsiteX40" fmla="*/ 209240 w 406683"/>
                <a:gd name="connsiteY40" fmla="*/ 75128 h 447041"/>
                <a:gd name="connsiteX41" fmla="*/ 203032 w 406683"/>
                <a:gd name="connsiteY41" fmla="*/ 75128 h 447041"/>
                <a:gd name="connsiteX42" fmla="*/ 199927 w 406683"/>
                <a:gd name="connsiteY42" fmla="*/ 72955 h 447041"/>
                <a:gd name="connsiteX43" fmla="*/ 192787 w 406683"/>
                <a:gd name="connsiteY43" fmla="*/ 64573 h 447041"/>
                <a:gd name="connsiteX44" fmla="*/ 187509 w 406683"/>
                <a:gd name="connsiteY44" fmla="*/ 50913 h 447041"/>
                <a:gd name="connsiteX45" fmla="*/ 180059 w 406683"/>
                <a:gd name="connsiteY45" fmla="*/ 36012 h 447041"/>
                <a:gd name="connsiteX46" fmla="*/ 172918 w 406683"/>
                <a:gd name="connsiteY46" fmla="*/ 23283 h 447041"/>
                <a:gd name="connsiteX47" fmla="*/ 166709 w 406683"/>
                <a:gd name="connsiteY47" fmla="*/ 22352 h 447041"/>
                <a:gd name="connsiteX48" fmla="*/ 161432 w 406683"/>
                <a:gd name="connsiteY48" fmla="*/ 20179 h 447041"/>
                <a:gd name="connsiteX49" fmla="*/ 156154 w 406683"/>
                <a:gd name="connsiteY49" fmla="*/ 18006 h 447041"/>
                <a:gd name="connsiteX50" fmla="*/ 152118 w 406683"/>
                <a:gd name="connsiteY50" fmla="*/ 15833 h 447041"/>
                <a:gd name="connsiteX51" fmla="*/ 146841 w 406683"/>
                <a:gd name="connsiteY51" fmla="*/ 12728 h 447041"/>
                <a:gd name="connsiteX52" fmla="*/ 141563 w 406683"/>
                <a:gd name="connsiteY52" fmla="*/ 12728 h 447041"/>
                <a:gd name="connsiteX53" fmla="*/ 137527 w 406683"/>
                <a:gd name="connsiteY53" fmla="*/ 14901 h 447041"/>
                <a:gd name="connsiteX54" fmla="*/ 136596 w 406683"/>
                <a:gd name="connsiteY54" fmla="*/ 14901 h 447041"/>
                <a:gd name="connsiteX55" fmla="*/ 132250 w 406683"/>
                <a:gd name="connsiteY55" fmla="*/ 15833 h 447041"/>
                <a:gd name="connsiteX56" fmla="*/ 136596 w 406683"/>
                <a:gd name="connsiteY56" fmla="*/ 28561 h 447041"/>
                <a:gd name="connsiteX57" fmla="*/ 139701 w 406683"/>
                <a:gd name="connsiteY57" fmla="*/ 38185 h 447041"/>
                <a:gd name="connsiteX58" fmla="*/ 141563 w 406683"/>
                <a:gd name="connsiteY58" fmla="*/ 49671 h 447041"/>
                <a:gd name="connsiteX59" fmla="*/ 143736 w 406683"/>
                <a:gd name="connsiteY59" fmla="*/ 65504 h 447041"/>
                <a:gd name="connsiteX60" fmla="*/ 154291 w 406683"/>
                <a:gd name="connsiteY60" fmla="*/ 62400 h 447041"/>
                <a:gd name="connsiteX61" fmla="*/ 161432 w 406683"/>
                <a:gd name="connsiteY61" fmla="*/ 57122 h 447041"/>
                <a:gd name="connsiteX62" fmla="*/ 166709 w 406683"/>
                <a:gd name="connsiteY62" fmla="*/ 52776 h 447041"/>
                <a:gd name="connsiteX63" fmla="*/ 176023 w 406683"/>
                <a:gd name="connsiteY63" fmla="*/ 49671 h 447041"/>
                <a:gd name="connsiteX64" fmla="*/ 176023 w 406683"/>
                <a:gd name="connsiteY64" fmla="*/ 52776 h 447041"/>
                <a:gd name="connsiteX65" fmla="*/ 180059 w 406683"/>
                <a:gd name="connsiteY65" fmla="*/ 52776 h 447041"/>
                <a:gd name="connsiteX66" fmla="*/ 176023 w 406683"/>
                <a:gd name="connsiteY66" fmla="*/ 54949 h 447041"/>
                <a:gd name="connsiteX67" fmla="*/ 172918 w 406683"/>
                <a:gd name="connsiteY67" fmla="*/ 58053 h 447041"/>
                <a:gd name="connsiteX68" fmla="*/ 166709 w 406683"/>
                <a:gd name="connsiteY68" fmla="*/ 60226 h 447041"/>
                <a:gd name="connsiteX69" fmla="*/ 163605 w 406683"/>
                <a:gd name="connsiteY69" fmla="*/ 62400 h 447041"/>
                <a:gd name="connsiteX70" fmla="*/ 159259 w 406683"/>
                <a:gd name="connsiteY70" fmla="*/ 65504 h 447041"/>
                <a:gd name="connsiteX71" fmla="*/ 158327 w 406683"/>
                <a:gd name="connsiteY71" fmla="*/ 69850 h 447041"/>
                <a:gd name="connsiteX72" fmla="*/ 156154 w 406683"/>
                <a:gd name="connsiteY72" fmla="*/ 75128 h 447041"/>
                <a:gd name="connsiteX73" fmla="*/ 154291 w 406683"/>
                <a:gd name="connsiteY73" fmla="*/ 80405 h 447041"/>
                <a:gd name="connsiteX74" fmla="*/ 152118 w 406683"/>
                <a:gd name="connsiteY74" fmla="*/ 84752 h 447041"/>
                <a:gd name="connsiteX75" fmla="*/ 150877 w 406683"/>
                <a:gd name="connsiteY75" fmla="*/ 86614 h 447041"/>
                <a:gd name="connsiteX76" fmla="*/ 149014 w 406683"/>
                <a:gd name="connsiteY76" fmla="*/ 87856 h 447041"/>
                <a:gd name="connsiteX77" fmla="*/ 146841 w 406683"/>
                <a:gd name="connsiteY77" fmla="*/ 87856 h 447041"/>
                <a:gd name="connsiteX78" fmla="*/ 143736 w 406683"/>
                <a:gd name="connsiteY78" fmla="*/ 90029 h 447041"/>
                <a:gd name="connsiteX79" fmla="*/ 143736 w 406683"/>
                <a:gd name="connsiteY79" fmla="*/ 82579 h 447041"/>
                <a:gd name="connsiteX80" fmla="*/ 141563 w 406683"/>
                <a:gd name="connsiteY80" fmla="*/ 69850 h 447041"/>
                <a:gd name="connsiteX81" fmla="*/ 139701 w 406683"/>
                <a:gd name="connsiteY81" fmla="*/ 58053 h 447041"/>
                <a:gd name="connsiteX82" fmla="*/ 139701 w 406683"/>
                <a:gd name="connsiteY82" fmla="*/ 52776 h 447041"/>
                <a:gd name="connsiteX83" fmla="*/ 126972 w 406683"/>
                <a:gd name="connsiteY83" fmla="*/ 49671 h 447041"/>
                <a:gd name="connsiteX84" fmla="*/ 119832 w 406683"/>
                <a:gd name="connsiteY84" fmla="*/ 38185 h 447041"/>
                <a:gd name="connsiteX85" fmla="*/ 112381 w 406683"/>
                <a:gd name="connsiteY85" fmla="*/ 25457 h 447041"/>
                <a:gd name="connsiteX86" fmla="*/ 107414 w 406683"/>
                <a:gd name="connsiteY86" fmla="*/ 12728 h 447041"/>
                <a:gd name="connsiteX87" fmla="*/ 80095 w 406683"/>
                <a:gd name="connsiteY87" fmla="*/ 12728 h 447041"/>
                <a:gd name="connsiteX88" fmla="*/ 80095 w 406683"/>
                <a:gd name="connsiteY88" fmla="*/ 57122 h 447041"/>
                <a:gd name="connsiteX89" fmla="*/ 73886 w 406683"/>
                <a:gd name="connsiteY89" fmla="*/ 57122 h 447041"/>
                <a:gd name="connsiteX90" fmla="*/ 70782 w 406683"/>
                <a:gd name="connsiteY90" fmla="*/ 54949 h 447041"/>
                <a:gd name="connsiteX91" fmla="*/ 66746 w 406683"/>
                <a:gd name="connsiteY91" fmla="*/ 54949 h 447041"/>
                <a:gd name="connsiteX92" fmla="*/ 63641 w 406683"/>
                <a:gd name="connsiteY92" fmla="*/ 52776 h 447041"/>
                <a:gd name="connsiteX93" fmla="*/ 56191 w 406683"/>
                <a:gd name="connsiteY93" fmla="*/ 38185 h 447041"/>
                <a:gd name="connsiteX94" fmla="*/ 54328 w 406683"/>
                <a:gd name="connsiteY94" fmla="*/ 22352 h 447041"/>
                <a:gd name="connsiteX95" fmla="*/ 56191 w 406683"/>
                <a:gd name="connsiteY95" fmla="*/ 3104 h 447041"/>
                <a:gd name="connsiteX96" fmla="*/ 52155 w 406683"/>
                <a:gd name="connsiteY96" fmla="*/ 3104 h 447041"/>
                <a:gd name="connsiteX97" fmla="*/ 52155 w 406683"/>
                <a:gd name="connsiteY97" fmla="*/ 0 h 447041"/>
                <a:gd name="connsiteX98" fmla="*/ 22973 w 406683"/>
                <a:gd name="connsiteY98" fmla="*/ 3104 h 447041"/>
                <a:gd name="connsiteX99" fmla="*/ 19869 w 406683"/>
                <a:gd name="connsiteY99" fmla="*/ 28561 h 447041"/>
                <a:gd name="connsiteX100" fmla="*/ 16764 w 406683"/>
                <a:gd name="connsiteY100" fmla="*/ 54949 h 447041"/>
                <a:gd name="connsiteX101" fmla="*/ 9313 w 406683"/>
                <a:gd name="connsiteY101" fmla="*/ 79474 h 447041"/>
                <a:gd name="connsiteX102" fmla="*/ 0 w 406683"/>
                <a:gd name="connsiteY102" fmla="*/ 97480 h 447041"/>
                <a:gd name="connsiteX103" fmla="*/ 3104 w 406683"/>
                <a:gd name="connsiteY103" fmla="*/ 104620 h 447041"/>
                <a:gd name="connsiteX104" fmla="*/ 7451 w 406683"/>
                <a:gd name="connsiteY104" fmla="*/ 109898 h 447041"/>
                <a:gd name="connsiteX105" fmla="*/ 12418 w 406683"/>
                <a:gd name="connsiteY105" fmla="*/ 114244 h 447041"/>
                <a:gd name="connsiteX106" fmla="*/ 19869 w 406683"/>
                <a:gd name="connsiteY106" fmla="*/ 116417 h 447041"/>
                <a:gd name="connsiteX107" fmla="*/ 27009 w 406683"/>
                <a:gd name="connsiteY107" fmla="*/ 117349 h 447041"/>
                <a:gd name="connsiteX108" fmla="*/ 27009 w 406683"/>
                <a:gd name="connsiteY108" fmla="*/ 121695 h 447041"/>
                <a:gd name="connsiteX109" fmla="*/ 27009 w 406683"/>
                <a:gd name="connsiteY109" fmla="*/ 123868 h 447041"/>
                <a:gd name="connsiteX110" fmla="*/ 25146 w 406683"/>
                <a:gd name="connsiteY110" fmla="*/ 123868 h 447041"/>
                <a:gd name="connsiteX111" fmla="*/ 25146 w 406683"/>
                <a:gd name="connsiteY111" fmla="*/ 124799 h 447041"/>
                <a:gd name="connsiteX112" fmla="*/ 22973 w 406683"/>
                <a:gd name="connsiteY112" fmla="*/ 126972 h 447041"/>
                <a:gd name="connsiteX113" fmla="*/ 30113 w 406683"/>
                <a:gd name="connsiteY113" fmla="*/ 141874 h 447041"/>
                <a:gd name="connsiteX114" fmla="*/ 41600 w 406683"/>
                <a:gd name="connsiteY114" fmla="*/ 151187 h 447041"/>
                <a:gd name="connsiteX115" fmla="*/ 56191 w 406683"/>
                <a:gd name="connsiteY115" fmla="*/ 156465 h 447041"/>
                <a:gd name="connsiteX116" fmla="*/ 72955 w 406683"/>
                <a:gd name="connsiteY116" fmla="*/ 161742 h 447041"/>
                <a:gd name="connsiteX117" fmla="*/ 90650 w 406683"/>
                <a:gd name="connsiteY117" fmla="*/ 166089 h 447041"/>
                <a:gd name="connsiteX118" fmla="*/ 107414 w 406683"/>
                <a:gd name="connsiteY118" fmla="*/ 171366 h 447041"/>
                <a:gd name="connsiteX119" fmla="*/ 119832 w 406683"/>
                <a:gd name="connsiteY119" fmla="*/ 178817 h 447041"/>
                <a:gd name="connsiteX120" fmla="*/ 132250 w 406683"/>
                <a:gd name="connsiteY120" fmla="*/ 174471 h 447041"/>
                <a:gd name="connsiteX121" fmla="*/ 139701 w 406683"/>
                <a:gd name="connsiteY121" fmla="*/ 169193 h 447041"/>
                <a:gd name="connsiteX122" fmla="*/ 144668 w 406683"/>
                <a:gd name="connsiteY122" fmla="*/ 163915 h 447041"/>
                <a:gd name="connsiteX123" fmla="*/ 150877 w 406683"/>
                <a:gd name="connsiteY123" fmla="*/ 158638 h 447041"/>
                <a:gd name="connsiteX124" fmla="*/ 159259 w 406683"/>
                <a:gd name="connsiteY124" fmla="*/ 154602 h 447041"/>
                <a:gd name="connsiteX125" fmla="*/ 168882 w 406683"/>
                <a:gd name="connsiteY125" fmla="*/ 156465 h 447041"/>
                <a:gd name="connsiteX126" fmla="*/ 178196 w 406683"/>
                <a:gd name="connsiteY126" fmla="*/ 163915 h 447041"/>
                <a:gd name="connsiteX127" fmla="*/ 188441 w 406683"/>
                <a:gd name="connsiteY127" fmla="*/ 171366 h 447041"/>
                <a:gd name="connsiteX128" fmla="*/ 203032 w 406683"/>
                <a:gd name="connsiteY128" fmla="*/ 174471 h 447041"/>
                <a:gd name="connsiteX129" fmla="*/ 212345 w 406683"/>
                <a:gd name="connsiteY129" fmla="*/ 218864 h 447041"/>
                <a:gd name="connsiteX130" fmla="*/ 219796 w 406683"/>
                <a:gd name="connsiteY130" fmla="*/ 228488 h 447041"/>
                <a:gd name="connsiteX131" fmla="*/ 230040 w 406683"/>
                <a:gd name="connsiteY131" fmla="*/ 235939 h 447041"/>
                <a:gd name="connsiteX132" fmla="*/ 239664 w 406683"/>
                <a:gd name="connsiteY132" fmla="*/ 243389 h 447041"/>
                <a:gd name="connsiteX133" fmla="*/ 246804 w 406683"/>
                <a:gd name="connsiteY133" fmla="*/ 256118 h 447041"/>
                <a:gd name="connsiteX134" fmla="*/ 248977 w 406683"/>
                <a:gd name="connsiteY134" fmla="*/ 265431 h 447041"/>
                <a:gd name="connsiteX135" fmla="*/ 246804 w 406683"/>
                <a:gd name="connsiteY135" fmla="*/ 278159 h 447041"/>
                <a:gd name="connsiteX136" fmla="*/ 243700 w 406683"/>
                <a:gd name="connsiteY136" fmla="*/ 295234 h 447041"/>
                <a:gd name="connsiteX137" fmla="*/ 237491 w 406683"/>
                <a:gd name="connsiteY137" fmla="*/ 311998 h 447041"/>
                <a:gd name="connsiteX138" fmla="*/ 232213 w 406683"/>
                <a:gd name="connsiteY138" fmla="*/ 326899 h 447041"/>
                <a:gd name="connsiteX139" fmla="*/ 226936 w 406683"/>
                <a:gd name="connsiteY139" fmla="*/ 337455 h 447041"/>
                <a:gd name="connsiteX140" fmla="*/ 209240 w 406683"/>
                <a:gd name="connsiteY140" fmla="*/ 342732 h 447041"/>
                <a:gd name="connsiteX141" fmla="*/ 188441 w 406683"/>
                <a:gd name="connsiteY141" fmla="*/ 348010 h 447041"/>
                <a:gd name="connsiteX142" fmla="*/ 172918 w 406683"/>
                <a:gd name="connsiteY142" fmla="*/ 354529 h 447041"/>
                <a:gd name="connsiteX143" fmla="*/ 172918 w 406683"/>
                <a:gd name="connsiteY143" fmla="*/ 361669 h 447041"/>
                <a:gd name="connsiteX144" fmla="*/ 172918 w 406683"/>
                <a:gd name="connsiteY144" fmla="*/ 367257 h 447041"/>
                <a:gd name="connsiteX145" fmla="*/ 173850 w 406683"/>
                <a:gd name="connsiteY145" fmla="*/ 372535 h 447041"/>
                <a:gd name="connsiteX146" fmla="*/ 176023 w 406683"/>
                <a:gd name="connsiteY146" fmla="*/ 377813 h 447041"/>
                <a:gd name="connsiteX147" fmla="*/ 197754 w 406683"/>
                <a:gd name="connsiteY147" fmla="*/ 376571 h 447041"/>
                <a:gd name="connsiteX148" fmla="*/ 216691 w 406683"/>
                <a:gd name="connsiteY148" fmla="*/ 370362 h 447041"/>
                <a:gd name="connsiteX149" fmla="*/ 232213 w 406683"/>
                <a:gd name="connsiteY149" fmla="*/ 361669 h 447041"/>
                <a:gd name="connsiteX150" fmla="*/ 243700 w 406683"/>
                <a:gd name="connsiteY150" fmla="*/ 372535 h 447041"/>
                <a:gd name="connsiteX151" fmla="*/ 254255 w 406683"/>
                <a:gd name="connsiteY151" fmla="*/ 387126 h 447041"/>
                <a:gd name="connsiteX152" fmla="*/ 261395 w 406683"/>
                <a:gd name="connsiteY152" fmla="*/ 402027 h 447041"/>
                <a:gd name="connsiteX153" fmla="*/ 268846 w 406683"/>
                <a:gd name="connsiteY153" fmla="*/ 418791 h 447041"/>
                <a:gd name="connsiteX154" fmla="*/ 280022 w 406683"/>
                <a:gd name="connsiteY154" fmla="*/ 429657 h 447041"/>
                <a:gd name="connsiteX155" fmla="*/ 292750 w 406683"/>
                <a:gd name="connsiteY155" fmla="*/ 436797 h 447041"/>
                <a:gd name="connsiteX156" fmla="*/ 310446 w 406683"/>
                <a:gd name="connsiteY156" fmla="*/ 441143 h 447041"/>
                <a:gd name="connsiteX157" fmla="*/ 326899 w 406683"/>
                <a:gd name="connsiteY157" fmla="*/ 444248 h 447041"/>
                <a:gd name="connsiteX158" fmla="*/ 339628 w 406683"/>
                <a:gd name="connsiteY158" fmla="*/ 449526 h 447041"/>
                <a:gd name="connsiteX159" fmla="*/ 343663 w 406683"/>
                <a:gd name="connsiteY159" fmla="*/ 449526 h 447041"/>
                <a:gd name="connsiteX160" fmla="*/ 336523 w 406683"/>
                <a:gd name="connsiteY160" fmla="*/ 433693 h 447041"/>
                <a:gd name="connsiteX161" fmla="*/ 326899 w 406683"/>
                <a:gd name="connsiteY161" fmla="*/ 420964 h 447041"/>
                <a:gd name="connsiteX162" fmla="*/ 316655 w 406683"/>
                <a:gd name="connsiteY162" fmla="*/ 406374 h 447041"/>
                <a:gd name="connsiteX163" fmla="*/ 319759 w 406683"/>
                <a:gd name="connsiteY163" fmla="*/ 406374 h 447041"/>
                <a:gd name="connsiteX164" fmla="*/ 322864 w 406683"/>
                <a:gd name="connsiteY164" fmla="*/ 407305 h 447041"/>
                <a:gd name="connsiteX165" fmla="*/ 330004 w 406683"/>
                <a:gd name="connsiteY165" fmla="*/ 411651 h 447041"/>
                <a:gd name="connsiteX166" fmla="*/ 339628 w 406683"/>
                <a:gd name="connsiteY166" fmla="*/ 416929 h 447041"/>
                <a:gd name="connsiteX167" fmla="*/ 348941 w 406683"/>
                <a:gd name="connsiteY167" fmla="*/ 422206 h 447041"/>
                <a:gd name="connsiteX168" fmla="*/ 356081 w 406683"/>
                <a:gd name="connsiteY168" fmla="*/ 426242 h 447041"/>
                <a:gd name="connsiteX169" fmla="*/ 359186 w 406683"/>
                <a:gd name="connsiteY169" fmla="*/ 424379 h 447041"/>
                <a:gd name="connsiteX170" fmla="*/ 361359 w 406683"/>
                <a:gd name="connsiteY170" fmla="*/ 422206 h 447041"/>
                <a:gd name="connsiteX171" fmla="*/ 363532 w 406683"/>
                <a:gd name="connsiteY171" fmla="*/ 420964 h 447041"/>
                <a:gd name="connsiteX172" fmla="*/ 363532 w 406683"/>
                <a:gd name="connsiteY172" fmla="*/ 418791 h 447041"/>
                <a:gd name="connsiteX173" fmla="*/ 365395 w 406683"/>
                <a:gd name="connsiteY173" fmla="*/ 416929 h 447041"/>
                <a:gd name="connsiteX174" fmla="*/ 366636 w 406683"/>
                <a:gd name="connsiteY174" fmla="*/ 414756 h 447041"/>
                <a:gd name="connsiteX175" fmla="*/ 365395 w 406683"/>
                <a:gd name="connsiteY175" fmla="*/ 394577 h 447041"/>
                <a:gd name="connsiteX176" fmla="*/ 359186 w 406683"/>
                <a:gd name="connsiteY176" fmla="*/ 379675 h 447041"/>
                <a:gd name="connsiteX177" fmla="*/ 352045 w 406683"/>
                <a:gd name="connsiteY177" fmla="*/ 365084 h 447041"/>
                <a:gd name="connsiteX178" fmla="*/ 339628 w 406683"/>
                <a:gd name="connsiteY178" fmla="*/ 365084 h 447041"/>
                <a:gd name="connsiteX179" fmla="*/ 332177 w 406683"/>
                <a:gd name="connsiteY179" fmla="*/ 333108 h 447041"/>
                <a:gd name="connsiteX180" fmla="*/ 322864 w 406683"/>
                <a:gd name="connsiteY180" fmla="*/ 304547 h 447041"/>
                <a:gd name="connsiteX181" fmla="*/ 329073 w 406683"/>
                <a:gd name="connsiteY181" fmla="*/ 302685 h 447041"/>
                <a:gd name="connsiteX182" fmla="*/ 334350 w 406683"/>
                <a:gd name="connsiteY182" fmla="*/ 302685 h 447041"/>
                <a:gd name="connsiteX183" fmla="*/ 339628 w 406683"/>
                <a:gd name="connsiteY183" fmla="*/ 300512 h 447041"/>
                <a:gd name="connsiteX184" fmla="*/ 346768 w 406683"/>
                <a:gd name="connsiteY184" fmla="*/ 300512 h 447041"/>
                <a:gd name="connsiteX185" fmla="*/ 352045 w 406683"/>
                <a:gd name="connsiteY185" fmla="*/ 313240 h 447041"/>
                <a:gd name="connsiteX186" fmla="*/ 359186 w 406683"/>
                <a:gd name="connsiteY186" fmla="*/ 322553 h 447041"/>
                <a:gd name="connsiteX187" fmla="*/ 368810 w 406683"/>
                <a:gd name="connsiteY187" fmla="*/ 332177 h 447041"/>
                <a:gd name="connsiteX188" fmla="*/ 375950 w 406683"/>
                <a:gd name="connsiteY188" fmla="*/ 340559 h 447041"/>
                <a:gd name="connsiteX189" fmla="*/ 383401 w 406683"/>
                <a:gd name="connsiteY189" fmla="*/ 340559 h 447041"/>
                <a:gd name="connsiteX190" fmla="*/ 388368 w 406683"/>
                <a:gd name="connsiteY190" fmla="*/ 339628 h 447041"/>
                <a:gd name="connsiteX191" fmla="*/ 394577 w 406683"/>
                <a:gd name="connsiteY191" fmla="*/ 339628 h 447041"/>
                <a:gd name="connsiteX192" fmla="*/ 399854 w 406683"/>
                <a:gd name="connsiteY192" fmla="*/ 337455 h 447041"/>
                <a:gd name="connsiteX193" fmla="*/ 407305 w 406683"/>
                <a:gd name="connsiteY193" fmla="*/ 287783 h 447041"/>
                <a:gd name="connsiteX194" fmla="*/ 402027 w 406683"/>
                <a:gd name="connsiteY194" fmla="*/ 287783 h 447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406683" h="447041">
                  <a:moveTo>
                    <a:pt x="395818" y="287783"/>
                  </a:moveTo>
                  <a:lnTo>
                    <a:pt x="392714" y="285610"/>
                  </a:lnTo>
                  <a:lnTo>
                    <a:pt x="387436" y="283437"/>
                  </a:lnTo>
                  <a:lnTo>
                    <a:pt x="383401" y="282506"/>
                  </a:lnTo>
                  <a:lnTo>
                    <a:pt x="381227" y="280333"/>
                  </a:lnTo>
                  <a:lnTo>
                    <a:pt x="381227" y="278159"/>
                  </a:lnTo>
                  <a:lnTo>
                    <a:pt x="381227" y="275986"/>
                  </a:lnTo>
                  <a:lnTo>
                    <a:pt x="383401" y="275055"/>
                  </a:lnTo>
                  <a:lnTo>
                    <a:pt x="381227" y="270709"/>
                  </a:lnTo>
                  <a:lnTo>
                    <a:pt x="379986" y="268846"/>
                  </a:lnTo>
                  <a:lnTo>
                    <a:pt x="375950" y="265431"/>
                  </a:lnTo>
                  <a:lnTo>
                    <a:pt x="372845" y="263568"/>
                  </a:lnTo>
                  <a:lnTo>
                    <a:pt x="366636" y="261395"/>
                  </a:lnTo>
                  <a:lnTo>
                    <a:pt x="363532" y="258291"/>
                  </a:lnTo>
                  <a:lnTo>
                    <a:pt x="359186" y="256118"/>
                  </a:lnTo>
                  <a:lnTo>
                    <a:pt x="358254" y="253945"/>
                  </a:lnTo>
                  <a:lnTo>
                    <a:pt x="358254" y="252703"/>
                  </a:lnTo>
                  <a:lnTo>
                    <a:pt x="356081" y="250840"/>
                  </a:lnTo>
                  <a:lnTo>
                    <a:pt x="356081" y="248667"/>
                  </a:lnTo>
                  <a:lnTo>
                    <a:pt x="356081" y="243389"/>
                  </a:lnTo>
                  <a:lnTo>
                    <a:pt x="341490" y="238112"/>
                  </a:lnTo>
                  <a:lnTo>
                    <a:pt x="330004" y="228488"/>
                  </a:lnTo>
                  <a:lnTo>
                    <a:pt x="322864" y="215760"/>
                  </a:lnTo>
                  <a:lnTo>
                    <a:pt x="325037" y="211724"/>
                  </a:lnTo>
                  <a:lnTo>
                    <a:pt x="326899" y="206446"/>
                  </a:lnTo>
                  <a:lnTo>
                    <a:pt x="330004" y="203032"/>
                  </a:lnTo>
                  <a:lnTo>
                    <a:pt x="336523" y="195581"/>
                  </a:lnTo>
                  <a:lnTo>
                    <a:pt x="326899" y="184094"/>
                  </a:lnTo>
                  <a:lnTo>
                    <a:pt x="319759" y="171366"/>
                  </a:lnTo>
                  <a:lnTo>
                    <a:pt x="310446" y="158638"/>
                  </a:lnTo>
                  <a:lnTo>
                    <a:pt x="302995" y="147151"/>
                  </a:lnTo>
                  <a:lnTo>
                    <a:pt x="290577" y="139701"/>
                  </a:lnTo>
                  <a:lnTo>
                    <a:pt x="275986" y="134423"/>
                  </a:lnTo>
                  <a:lnTo>
                    <a:pt x="275986" y="121695"/>
                  </a:lnTo>
                  <a:lnTo>
                    <a:pt x="259222" y="106793"/>
                  </a:lnTo>
                  <a:lnTo>
                    <a:pt x="244631" y="90029"/>
                  </a:lnTo>
                  <a:lnTo>
                    <a:pt x="226936" y="77301"/>
                  </a:lnTo>
                  <a:lnTo>
                    <a:pt x="222900" y="75128"/>
                  </a:lnTo>
                  <a:lnTo>
                    <a:pt x="219796" y="75128"/>
                  </a:lnTo>
                  <a:lnTo>
                    <a:pt x="214518" y="75128"/>
                  </a:lnTo>
                  <a:lnTo>
                    <a:pt x="209240" y="75128"/>
                  </a:lnTo>
                  <a:lnTo>
                    <a:pt x="203032" y="75128"/>
                  </a:lnTo>
                  <a:lnTo>
                    <a:pt x="199927" y="72955"/>
                  </a:lnTo>
                  <a:lnTo>
                    <a:pt x="192787" y="64573"/>
                  </a:lnTo>
                  <a:lnTo>
                    <a:pt x="187509" y="50913"/>
                  </a:lnTo>
                  <a:lnTo>
                    <a:pt x="180059" y="36012"/>
                  </a:lnTo>
                  <a:lnTo>
                    <a:pt x="172918" y="23283"/>
                  </a:lnTo>
                  <a:lnTo>
                    <a:pt x="166709" y="22352"/>
                  </a:lnTo>
                  <a:lnTo>
                    <a:pt x="161432" y="20179"/>
                  </a:lnTo>
                  <a:lnTo>
                    <a:pt x="156154" y="18006"/>
                  </a:lnTo>
                  <a:lnTo>
                    <a:pt x="152118" y="15833"/>
                  </a:lnTo>
                  <a:lnTo>
                    <a:pt x="146841" y="12728"/>
                  </a:lnTo>
                  <a:lnTo>
                    <a:pt x="141563" y="12728"/>
                  </a:lnTo>
                  <a:lnTo>
                    <a:pt x="137527" y="14901"/>
                  </a:lnTo>
                  <a:lnTo>
                    <a:pt x="136596" y="14901"/>
                  </a:lnTo>
                  <a:lnTo>
                    <a:pt x="132250" y="15833"/>
                  </a:lnTo>
                  <a:lnTo>
                    <a:pt x="136596" y="28561"/>
                  </a:lnTo>
                  <a:lnTo>
                    <a:pt x="139701" y="38185"/>
                  </a:lnTo>
                  <a:lnTo>
                    <a:pt x="141563" y="49671"/>
                  </a:lnTo>
                  <a:lnTo>
                    <a:pt x="143736" y="65504"/>
                  </a:lnTo>
                  <a:lnTo>
                    <a:pt x="154291" y="62400"/>
                  </a:lnTo>
                  <a:lnTo>
                    <a:pt x="161432" y="57122"/>
                  </a:lnTo>
                  <a:lnTo>
                    <a:pt x="166709" y="52776"/>
                  </a:lnTo>
                  <a:lnTo>
                    <a:pt x="176023" y="49671"/>
                  </a:lnTo>
                  <a:lnTo>
                    <a:pt x="176023" y="52776"/>
                  </a:lnTo>
                  <a:lnTo>
                    <a:pt x="180059" y="52776"/>
                  </a:lnTo>
                  <a:lnTo>
                    <a:pt x="176023" y="54949"/>
                  </a:lnTo>
                  <a:lnTo>
                    <a:pt x="172918" y="58053"/>
                  </a:lnTo>
                  <a:lnTo>
                    <a:pt x="166709" y="60226"/>
                  </a:lnTo>
                  <a:lnTo>
                    <a:pt x="163605" y="62400"/>
                  </a:lnTo>
                  <a:lnTo>
                    <a:pt x="159259" y="65504"/>
                  </a:lnTo>
                  <a:lnTo>
                    <a:pt x="158327" y="69850"/>
                  </a:lnTo>
                  <a:lnTo>
                    <a:pt x="156154" y="75128"/>
                  </a:lnTo>
                  <a:lnTo>
                    <a:pt x="154291" y="80405"/>
                  </a:lnTo>
                  <a:lnTo>
                    <a:pt x="152118" y="84752"/>
                  </a:lnTo>
                  <a:lnTo>
                    <a:pt x="150877" y="86614"/>
                  </a:lnTo>
                  <a:lnTo>
                    <a:pt x="149014" y="87856"/>
                  </a:lnTo>
                  <a:lnTo>
                    <a:pt x="146841" y="87856"/>
                  </a:lnTo>
                  <a:lnTo>
                    <a:pt x="143736" y="90029"/>
                  </a:lnTo>
                  <a:lnTo>
                    <a:pt x="143736" y="82579"/>
                  </a:lnTo>
                  <a:lnTo>
                    <a:pt x="141563" y="69850"/>
                  </a:lnTo>
                  <a:lnTo>
                    <a:pt x="139701" y="58053"/>
                  </a:lnTo>
                  <a:lnTo>
                    <a:pt x="139701" y="52776"/>
                  </a:lnTo>
                  <a:lnTo>
                    <a:pt x="126972" y="49671"/>
                  </a:lnTo>
                  <a:lnTo>
                    <a:pt x="119832" y="38185"/>
                  </a:lnTo>
                  <a:lnTo>
                    <a:pt x="112381" y="25457"/>
                  </a:lnTo>
                  <a:lnTo>
                    <a:pt x="107414" y="12728"/>
                  </a:lnTo>
                  <a:lnTo>
                    <a:pt x="80095" y="12728"/>
                  </a:lnTo>
                  <a:lnTo>
                    <a:pt x="80095" y="57122"/>
                  </a:lnTo>
                  <a:lnTo>
                    <a:pt x="73886" y="57122"/>
                  </a:lnTo>
                  <a:lnTo>
                    <a:pt x="70782" y="54949"/>
                  </a:lnTo>
                  <a:lnTo>
                    <a:pt x="66746" y="54949"/>
                  </a:lnTo>
                  <a:lnTo>
                    <a:pt x="63641" y="52776"/>
                  </a:lnTo>
                  <a:lnTo>
                    <a:pt x="56191" y="38185"/>
                  </a:lnTo>
                  <a:lnTo>
                    <a:pt x="54328" y="22352"/>
                  </a:lnTo>
                  <a:lnTo>
                    <a:pt x="56191" y="3104"/>
                  </a:lnTo>
                  <a:lnTo>
                    <a:pt x="52155" y="3104"/>
                  </a:lnTo>
                  <a:lnTo>
                    <a:pt x="52155" y="0"/>
                  </a:lnTo>
                  <a:lnTo>
                    <a:pt x="22973" y="3104"/>
                  </a:lnTo>
                  <a:lnTo>
                    <a:pt x="19869" y="28561"/>
                  </a:lnTo>
                  <a:lnTo>
                    <a:pt x="16764" y="54949"/>
                  </a:lnTo>
                  <a:lnTo>
                    <a:pt x="9313" y="79474"/>
                  </a:lnTo>
                  <a:lnTo>
                    <a:pt x="0" y="97480"/>
                  </a:lnTo>
                  <a:lnTo>
                    <a:pt x="3104" y="104620"/>
                  </a:lnTo>
                  <a:lnTo>
                    <a:pt x="7451" y="109898"/>
                  </a:lnTo>
                  <a:lnTo>
                    <a:pt x="12418" y="114244"/>
                  </a:lnTo>
                  <a:lnTo>
                    <a:pt x="19869" y="116417"/>
                  </a:lnTo>
                  <a:lnTo>
                    <a:pt x="27009" y="117349"/>
                  </a:lnTo>
                  <a:lnTo>
                    <a:pt x="27009" y="121695"/>
                  </a:lnTo>
                  <a:lnTo>
                    <a:pt x="27009" y="123868"/>
                  </a:lnTo>
                  <a:lnTo>
                    <a:pt x="25146" y="123868"/>
                  </a:lnTo>
                  <a:lnTo>
                    <a:pt x="25146" y="124799"/>
                  </a:lnTo>
                  <a:lnTo>
                    <a:pt x="22973" y="126972"/>
                  </a:lnTo>
                  <a:lnTo>
                    <a:pt x="30113" y="141874"/>
                  </a:lnTo>
                  <a:lnTo>
                    <a:pt x="41600" y="151187"/>
                  </a:lnTo>
                  <a:lnTo>
                    <a:pt x="56191" y="156465"/>
                  </a:lnTo>
                  <a:lnTo>
                    <a:pt x="72955" y="161742"/>
                  </a:lnTo>
                  <a:lnTo>
                    <a:pt x="90650" y="166089"/>
                  </a:lnTo>
                  <a:lnTo>
                    <a:pt x="107414" y="171366"/>
                  </a:lnTo>
                  <a:lnTo>
                    <a:pt x="119832" y="178817"/>
                  </a:lnTo>
                  <a:lnTo>
                    <a:pt x="132250" y="174471"/>
                  </a:lnTo>
                  <a:lnTo>
                    <a:pt x="139701" y="169193"/>
                  </a:lnTo>
                  <a:lnTo>
                    <a:pt x="144668" y="163915"/>
                  </a:lnTo>
                  <a:lnTo>
                    <a:pt x="150877" y="158638"/>
                  </a:lnTo>
                  <a:lnTo>
                    <a:pt x="159259" y="154602"/>
                  </a:lnTo>
                  <a:lnTo>
                    <a:pt x="168882" y="156465"/>
                  </a:lnTo>
                  <a:lnTo>
                    <a:pt x="178196" y="163915"/>
                  </a:lnTo>
                  <a:lnTo>
                    <a:pt x="188441" y="171366"/>
                  </a:lnTo>
                  <a:lnTo>
                    <a:pt x="203032" y="174471"/>
                  </a:lnTo>
                  <a:lnTo>
                    <a:pt x="212345" y="218864"/>
                  </a:lnTo>
                  <a:lnTo>
                    <a:pt x="219796" y="228488"/>
                  </a:lnTo>
                  <a:lnTo>
                    <a:pt x="230040" y="235939"/>
                  </a:lnTo>
                  <a:lnTo>
                    <a:pt x="239664" y="243389"/>
                  </a:lnTo>
                  <a:lnTo>
                    <a:pt x="246804" y="256118"/>
                  </a:lnTo>
                  <a:lnTo>
                    <a:pt x="248977" y="265431"/>
                  </a:lnTo>
                  <a:lnTo>
                    <a:pt x="246804" y="278159"/>
                  </a:lnTo>
                  <a:lnTo>
                    <a:pt x="243700" y="295234"/>
                  </a:lnTo>
                  <a:lnTo>
                    <a:pt x="237491" y="311998"/>
                  </a:lnTo>
                  <a:lnTo>
                    <a:pt x="232213" y="326899"/>
                  </a:lnTo>
                  <a:lnTo>
                    <a:pt x="226936" y="337455"/>
                  </a:lnTo>
                  <a:lnTo>
                    <a:pt x="209240" y="342732"/>
                  </a:lnTo>
                  <a:lnTo>
                    <a:pt x="188441" y="348010"/>
                  </a:lnTo>
                  <a:lnTo>
                    <a:pt x="172918" y="354529"/>
                  </a:lnTo>
                  <a:lnTo>
                    <a:pt x="172918" y="361669"/>
                  </a:lnTo>
                  <a:lnTo>
                    <a:pt x="172918" y="367257"/>
                  </a:lnTo>
                  <a:lnTo>
                    <a:pt x="173850" y="372535"/>
                  </a:lnTo>
                  <a:lnTo>
                    <a:pt x="176023" y="377813"/>
                  </a:lnTo>
                  <a:lnTo>
                    <a:pt x="197754" y="376571"/>
                  </a:lnTo>
                  <a:lnTo>
                    <a:pt x="216691" y="370362"/>
                  </a:lnTo>
                  <a:lnTo>
                    <a:pt x="232213" y="361669"/>
                  </a:lnTo>
                  <a:lnTo>
                    <a:pt x="243700" y="372535"/>
                  </a:lnTo>
                  <a:lnTo>
                    <a:pt x="254255" y="387126"/>
                  </a:lnTo>
                  <a:lnTo>
                    <a:pt x="261395" y="402027"/>
                  </a:lnTo>
                  <a:lnTo>
                    <a:pt x="268846" y="418791"/>
                  </a:lnTo>
                  <a:lnTo>
                    <a:pt x="280022" y="429657"/>
                  </a:lnTo>
                  <a:lnTo>
                    <a:pt x="292750" y="436797"/>
                  </a:lnTo>
                  <a:lnTo>
                    <a:pt x="310446" y="441143"/>
                  </a:lnTo>
                  <a:lnTo>
                    <a:pt x="326899" y="444248"/>
                  </a:lnTo>
                  <a:lnTo>
                    <a:pt x="339628" y="449526"/>
                  </a:lnTo>
                  <a:lnTo>
                    <a:pt x="343663" y="449526"/>
                  </a:lnTo>
                  <a:lnTo>
                    <a:pt x="336523" y="433693"/>
                  </a:lnTo>
                  <a:lnTo>
                    <a:pt x="326899" y="420964"/>
                  </a:lnTo>
                  <a:lnTo>
                    <a:pt x="316655" y="406374"/>
                  </a:lnTo>
                  <a:lnTo>
                    <a:pt x="319759" y="406374"/>
                  </a:lnTo>
                  <a:lnTo>
                    <a:pt x="322864" y="407305"/>
                  </a:lnTo>
                  <a:lnTo>
                    <a:pt x="330004" y="411651"/>
                  </a:lnTo>
                  <a:lnTo>
                    <a:pt x="339628" y="416929"/>
                  </a:lnTo>
                  <a:lnTo>
                    <a:pt x="348941" y="422206"/>
                  </a:lnTo>
                  <a:lnTo>
                    <a:pt x="356081" y="426242"/>
                  </a:lnTo>
                  <a:lnTo>
                    <a:pt x="359186" y="424379"/>
                  </a:lnTo>
                  <a:lnTo>
                    <a:pt x="361359" y="422206"/>
                  </a:lnTo>
                  <a:lnTo>
                    <a:pt x="363532" y="420964"/>
                  </a:lnTo>
                  <a:lnTo>
                    <a:pt x="363532" y="418791"/>
                  </a:lnTo>
                  <a:lnTo>
                    <a:pt x="365395" y="416929"/>
                  </a:lnTo>
                  <a:lnTo>
                    <a:pt x="366636" y="414756"/>
                  </a:lnTo>
                  <a:lnTo>
                    <a:pt x="365395" y="394577"/>
                  </a:lnTo>
                  <a:lnTo>
                    <a:pt x="359186" y="379675"/>
                  </a:lnTo>
                  <a:lnTo>
                    <a:pt x="352045" y="365084"/>
                  </a:lnTo>
                  <a:lnTo>
                    <a:pt x="339628" y="365084"/>
                  </a:lnTo>
                  <a:lnTo>
                    <a:pt x="332177" y="333108"/>
                  </a:lnTo>
                  <a:lnTo>
                    <a:pt x="322864" y="304547"/>
                  </a:lnTo>
                  <a:lnTo>
                    <a:pt x="329073" y="302685"/>
                  </a:lnTo>
                  <a:lnTo>
                    <a:pt x="334350" y="302685"/>
                  </a:lnTo>
                  <a:lnTo>
                    <a:pt x="339628" y="300512"/>
                  </a:lnTo>
                  <a:lnTo>
                    <a:pt x="346768" y="300512"/>
                  </a:lnTo>
                  <a:lnTo>
                    <a:pt x="352045" y="313240"/>
                  </a:lnTo>
                  <a:lnTo>
                    <a:pt x="359186" y="322553"/>
                  </a:lnTo>
                  <a:lnTo>
                    <a:pt x="368810" y="332177"/>
                  </a:lnTo>
                  <a:lnTo>
                    <a:pt x="375950" y="340559"/>
                  </a:lnTo>
                  <a:lnTo>
                    <a:pt x="383401" y="340559"/>
                  </a:lnTo>
                  <a:lnTo>
                    <a:pt x="388368" y="339628"/>
                  </a:lnTo>
                  <a:lnTo>
                    <a:pt x="394577" y="339628"/>
                  </a:lnTo>
                  <a:lnTo>
                    <a:pt x="399854" y="337455"/>
                  </a:lnTo>
                  <a:lnTo>
                    <a:pt x="407305" y="287783"/>
                  </a:lnTo>
                  <a:lnTo>
                    <a:pt x="402027" y="28778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330">
              <a:extLst>
                <a:ext uri="{FF2B5EF4-FFF2-40B4-BE49-F238E27FC236}">
                  <a16:creationId xmlns:a16="http://schemas.microsoft.com/office/drawing/2014/main" xmlns="" id="{E0C14EDD-1FFA-492A-9681-283A708ED52E}"/>
                </a:ext>
              </a:extLst>
            </p:cNvPr>
            <p:cNvSpPr/>
            <p:nvPr/>
          </p:nvSpPr>
          <p:spPr>
            <a:xfrm>
              <a:off x="5463788" y="5234275"/>
              <a:ext cx="43462" cy="15522"/>
            </a:xfrm>
            <a:custGeom>
              <a:avLst/>
              <a:gdLst>
                <a:gd name="connsiteX0" fmla="*/ 24836 w 43462"/>
                <a:gd name="connsiteY0" fmla="*/ 7451 h 15522"/>
                <a:gd name="connsiteX1" fmla="*/ 14591 w 43462"/>
                <a:gd name="connsiteY1" fmla="*/ 3415 h 15522"/>
                <a:gd name="connsiteX2" fmla="*/ 4967 w 43462"/>
                <a:gd name="connsiteY2" fmla="*/ 0 h 15522"/>
                <a:gd name="connsiteX3" fmla="*/ 3104 w 43462"/>
                <a:gd name="connsiteY3" fmla="*/ 3415 h 15522"/>
                <a:gd name="connsiteX4" fmla="*/ 3104 w 43462"/>
                <a:gd name="connsiteY4" fmla="*/ 5278 h 15522"/>
                <a:gd name="connsiteX5" fmla="*/ 1863 w 43462"/>
                <a:gd name="connsiteY5" fmla="*/ 7451 h 15522"/>
                <a:gd name="connsiteX6" fmla="*/ 0 w 43462"/>
                <a:gd name="connsiteY6" fmla="*/ 8692 h 15522"/>
                <a:gd name="connsiteX7" fmla="*/ 0 w 43462"/>
                <a:gd name="connsiteY7" fmla="*/ 12728 h 15522"/>
                <a:gd name="connsiteX8" fmla="*/ 7140 w 43462"/>
                <a:gd name="connsiteY8" fmla="*/ 12728 h 15522"/>
                <a:gd name="connsiteX9" fmla="*/ 10245 w 43462"/>
                <a:gd name="connsiteY9" fmla="*/ 14901 h 15522"/>
                <a:gd name="connsiteX10" fmla="*/ 12418 w 43462"/>
                <a:gd name="connsiteY10" fmla="*/ 14901 h 15522"/>
                <a:gd name="connsiteX11" fmla="*/ 15522 w 43462"/>
                <a:gd name="connsiteY11" fmla="*/ 15833 h 15522"/>
                <a:gd name="connsiteX12" fmla="*/ 44704 w 43462"/>
                <a:gd name="connsiteY12" fmla="*/ 15833 h 15522"/>
                <a:gd name="connsiteX13" fmla="*/ 37253 w 43462"/>
                <a:gd name="connsiteY13" fmla="*/ 1055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62" h="15522">
                  <a:moveTo>
                    <a:pt x="24836" y="7451"/>
                  </a:moveTo>
                  <a:lnTo>
                    <a:pt x="14591" y="3415"/>
                  </a:lnTo>
                  <a:lnTo>
                    <a:pt x="4967" y="0"/>
                  </a:lnTo>
                  <a:lnTo>
                    <a:pt x="3104" y="3415"/>
                  </a:lnTo>
                  <a:lnTo>
                    <a:pt x="3104" y="5278"/>
                  </a:lnTo>
                  <a:lnTo>
                    <a:pt x="1863" y="7451"/>
                  </a:lnTo>
                  <a:lnTo>
                    <a:pt x="0" y="8692"/>
                  </a:lnTo>
                  <a:lnTo>
                    <a:pt x="0" y="12728"/>
                  </a:lnTo>
                  <a:lnTo>
                    <a:pt x="7140" y="12728"/>
                  </a:lnTo>
                  <a:lnTo>
                    <a:pt x="10245" y="14901"/>
                  </a:lnTo>
                  <a:lnTo>
                    <a:pt x="12418" y="14901"/>
                  </a:lnTo>
                  <a:lnTo>
                    <a:pt x="15522" y="15833"/>
                  </a:lnTo>
                  <a:lnTo>
                    <a:pt x="44704" y="15833"/>
                  </a:lnTo>
                  <a:lnTo>
                    <a:pt x="37253" y="1055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331">
              <a:extLst>
                <a:ext uri="{FF2B5EF4-FFF2-40B4-BE49-F238E27FC236}">
                  <a16:creationId xmlns:a16="http://schemas.microsoft.com/office/drawing/2014/main" xmlns="" id="{703BADE1-5B3F-403A-8800-4B55A884D05E}"/>
                </a:ext>
              </a:extLst>
            </p:cNvPr>
            <p:cNvSpPr/>
            <p:nvPr/>
          </p:nvSpPr>
          <p:spPr>
            <a:xfrm>
              <a:off x="5144029" y="5162562"/>
              <a:ext cx="24836" cy="9313"/>
            </a:xfrm>
            <a:custGeom>
              <a:avLst/>
              <a:gdLst>
                <a:gd name="connsiteX0" fmla="*/ 4967 w 24835"/>
                <a:gd name="connsiteY0" fmla="*/ 10555 h 9313"/>
                <a:gd name="connsiteX1" fmla="*/ 10245 w 24835"/>
                <a:gd name="connsiteY1" fmla="*/ 10555 h 9313"/>
                <a:gd name="connsiteX2" fmla="*/ 14280 w 24835"/>
                <a:gd name="connsiteY2" fmla="*/ 8382 h 9313"/>
                <a:gd name="connsiteX3" fmla="*/ 17695 w 24835"/>
                <a:gd name="connsiteY3" fmla="*/ 7140 h 9313"/>
                <a:gd name="connsiteX4" fmla="*/ 19558 w 24835"/>
                <a:gd name="connsiteY4" fmla="*/ 5278 h 9313"/>
                <a:gd name="connsiteX5" fmla="*/ 24836 w 24835"/>
                <a:gd name="connsiteY5" fmla="*/ 3104 h 9313"/>
                <a:gd name="connsiteX6" fmla="*/ 24836 w 24835"/>
                <a:gd name="connsiteY6" fmla="*/ 0 h 9313"/>
                <a:gd name="connsiteX7" fmla="*/ 0 w 24835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35" h="9313">
                  <a:moveTo>
                    <a:pt x="4967" y="10555"/>
                  </a:moveTo>
                  <a:lnTo>
                    <a:pt x="10245" y="10555"/>
                  </a:lnTo>
                  <a:lnTo>
                    <a:pt x="14280" y="8382"/>
                  </a:lnTo>
                  <a:lnTo>
                    <a:pt x="17695" y="7140"/>
                  </a:lnTo>
                  <a:lnTo>
                    <a:pt x="19558" y="5278"/>
                  </a:lnTo>
                  <a:lnTo>
                    <a:pt x="24836" y="3104"/>
                  </a:lnTo>
                  <a:lnTo>
                    <a:pt x="248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332">
              <a:extLst>
                <a:ext uri="{FF2B5EF4-FFF2-40B4-BE49-F238E27FC236}">
                  <a16:creationId xmlns:a16="http://schemas.microsoft.com/office/drawing/2014/main" xmlns="" id="{8079A49C-8A6F-4D57-9796-E88DC04169AA}"/>
                </a:ext>
              </a:extLst>
            </p:cNvPr>
            <p:cNvSpPr/>
            <p:nvPr/>
          </p:nvSpPr>
          <p:spPr>
            <a:xfrm>
              <a:off x="5247097" y="5141141"/>
              <a:ext cx="24836" cy="40358"/>
            </a:xfrm>
            <a:custGeom>
              <a:avLst/>
              <a:gdLst>
                <a:gd name="connsiteX0" fmla="*/ 21731 w 24835"/>
                <a:gd name="connsiteY0" fmla="*/ 0 h 40357"/>
                <a:gd name="connsiteX1" fmla="*/ 14591 w 24835"/>
                <a:gd name="connsiteY1" fmla="*/ 0 h 40357"/>
                <a:gd name="connsiteX2" fmla="*/ 9313 w 24835"/>
                <a:gd name="connsiteY2" fmla="*/ 0 h 40357"/>
                <a:gd name="connsiteX3" fmla="*/ 4967 w 24835"/>
                <a:gd name="connsiteY3" fmla="*/ 2173 h 40357"/>
                <a:gd name="connsiteX4" fmla="*/ 1863 w 24835"/>
                <a:gd name="connsiteY4" fmla="*/ 4346 h 40357"/>
                <a:gd name="connsiteX5" fmla="*/ 0 w 24835"/>
                <a:gd name="connsiteY5" fmla="*/ 11797 h 40357"/>
                <a:gd name="connsiteX6" fmla="*/ 0 w 24835"/>
                <a:gd name="connsiteY6" fmla="*/ 26698 h 40357"/>
                <a:gd name="connsiteX7" fmla="*/ 1863 w 24835"/>
                <a:gd name="connsiteY7" fmla="*/ 41289 h 40357"/>
                <a:gd name="connsiteX8" fmla="*/ 7140 w 24835"/>
                <a:gd name="connsiteY8" fmla="*/ 39116 h 40357"/>
                <a:gd name="connsiteX9" fmla="*/ 11487 w 24835"/>
                <a:gd name="connsiteY9" fmla="*/ 39116 h 40357"/>
                <a:gd name="connsiteX10" fmla="*/ 14591 w 24835"/>
                <a:gd name="connsiteY10" fmla="*/ 39116 h 40357"/>
                <a:gd name="connsiteX11" fmla="*/ 16454 w 24835"/>
                <a:gd name="connsiteY11" fmla="*/ 37253 h 40357"/>
                <a:gd name="connsiteX12" fmla="*/ 26078 w 24835"/>
                <a:gd name="connsiteY12" fmla="*/ 37253 h 40357"/>
                <a:gd name="connsiteX13" fmla="*/ 23904 w 24835"/>
                <a:gd name="connsiteY13" fmla="*/ 17075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35" h="40357">
                  <a:moveTo>
                    <a:pt x="21731" y="0"/>
                  </a:moveTo>
                  <a:lnTo>
                    <a:pt x="14591" y="0"/>
                  </a:lnTo>
                  <a:lnTo>
                    <a:pt x="9313" y="0"/>
                  </a:lnTo>
                  <a:lnTo>
                    <a:pt x="4967" y="2173"/>
                  </a:lnTo>
                  <a:lnTo>
                    <a:pt x="1863" y="4346"/>
                  </a:lnTo>
                  <a:lnTo>
                    <a:pt x="0" y="11797"/>
                  </a:lnTo>
                  <a:lnTo>
                    <a:pt x="0" y="26698"/>
                  </a:lnTo>
                  <a:lnTo>
                    <a:pt x="1863" y="41289"/>
                  </a:lnTo>
                  <a:lnTo>
                    <a:pt x="7140" y="39116"/>
                  </a:lnTo>
                  <a:lnTo>
                    <a:pt x="11487" y="39116"/>
                  </a:lnTo>
                  <a:lnTo>
                    <a:pt x="14591" y="39116"/>
                  </a:lnTo>
                  <a:lnTo>
                    <a:pt x="16454" y="37253"/>
                  </a:lnTo>
                  <a:lnTo>
                    <a:pt x="26078" y="37253"/>
                  </a:lnTo>
                  <a:lnTo>
                    <a:pt x="23904" y="1707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333">
              <a:extLst>
                <a:ext uri="{FF2B5EF4-FFF2-40B4-BE49-F238E27FC236}">
                  <a16:creationId xmlns:a16="http://schemas.microsoft.com/office/drawing/2014/main" xmlns="" id="{8BF6BAF8-E49D-4652-92A4-286F13828B17}"/>
                </a:ext>
              </a:extLst>
            </p:cNvPr>
            <p:cNvSpPr/>
            <p:nvPr/>
          </p:nvSpPr>
          <p:spPr>
            <a:xfrm>
              <a:off x="5592933" y="5239552"/>
              <a:ext cx="34149" cy="21731"/>
            </a:xfrm>
            <a:custGeom>
              <a:avLst/>
              <a:gdLst>
                <a:gd name="connsiteX0" fmla="*/ 21731 w 34149"/>
                <a:gd name="connsiteY0" fmla="*/ 3415 h 21731"/>
                <a:gd name="connsiteX1" fmla="*/ 14591 w 34149"/>
                <a:gd name="connsiteY1" fmla="*/ 5278 h 21731"/>
                <a:gd name="connsiteX2" fmla="*/ 7140 w 34149"/>
                <a:gd name="connsiteY2" fmla="*/ 9624 h 21731"/>
                <a:gd name="connsiteX3" fmla="*/ 0 w 34149"/>
                <a:gd name="connsiteY3" fmla="*/ 10555 h 21731"/>
                <a:gd name="connsiteX4" fmla="*/ 3104 w 34149"/>
                <a:gd name="connsiteY4" fmla="*/ 24525 h 21731"/>
                <a:gd name="connsiteX5" fmla="*/ 7140 w 34149"/>
                <a:gd name="connsiteY5" fmla="*/ 22352 h 21731"/>
                <a:gd name="connsiteX6" fmla="*/ 10245 w 34149"/>
                <a:gd name="connsiteY6" fmla="*/ 22352 h 21731"/>
                <a:gd name="connsiteX7" fmla="*/ 12418 w 34149"/>
                <a:gd name="connsiteY7" fmla="*/ 22352 h 21731"/>
                <a:gd name="connsiteX8" fmla="*/ 12418 w 34149"/>
                <a:gd name="connsiteY8" fmla="*/ 20179 h 21731"/>
                <a:gd name="connsiteX9" fmla="*/ 15522 w 34149"/>
                <a:gd name="connsiteY9" fmla="*/ 20179 h 21731"/>
                <a:gd name="connsiteX10" fmla="*/ 21731 w 34149"/>
                <a:gd name="connsiteY10" fmla="*/ 17075 h 21731"/>
                <a:gd name="connsiteX11" fmla="*/ 24836 w 34149"/>
                <a:gd name="connsiteY11" fmla="*/ 12728 h 21731"/>
                <a:gd name="connsiteX12" fmla="*/ 29182 w 34149"/>
                <a:gd name="connsiteY12" fmla="*/ 9624 h 21731"/>
                <a:gd name="connsiteX13" fmla="*/ 32286 w 34149"/>
                <a:gd name="connsiteY13" fmla="*/ 5278 h 21731"/>
                <a:gd name="connsiteX14" fmla="*/ 36322 w 34149"/>
                <a:gd name="connsiteY14" fmla="*/ 0 h 21731"/>
                <a:gd name="connsiteX15" fmla="*/ 27009 w 34149"/>
                <a:gd name="connsiteY15" fmla="*/ 0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21731">
                  <a:moveTo>
                    <a:pt x="21731" y="3415"/>
                  </a:moveTo>
                  <a:lnTo>
                    <a:pt x="14591" y="5278"/>
                  </a:lnTo>
                  <a:lnTo>
                    <a:pt x="7140" y="9624"/>
                  </a:lnTo>
                  <a:lnTo>
                    <a:pt x="0" y="10555"/>
                  </a:lnTo>
                  <a:lnTo>
                    <a:pt x="3104" y="24525"/>
                  </a:lnTo>
                  <a:lnTo>
                    <a:pt x="7140" y="22352"/>
                  </a:lnTo>
                  <a:lnTo>
                    <a:pt x="10245" y="22352"/>
                  </a:lnTo>
                  <a:lnTo>
                    <a:pt x="12418" y="22352"/>
                  </a:lnTo>
                  <a:lnTo>
                    <a:pt x="12418" y="20179"/>
                  </a:lnTo>
                  <a:lnTo>
                    <a:pt x="15522" y="20179"/>
                  </a:lnTo>
                  <a:lnTo>
                    <a:pt x="21731" y="17075"/>
                  </a:lnTo>
                  <a:lnTo>
                    <a:pt x="24836" y="12728"/>
                  </a:lnTo>
                  <a:lnTo>
                    <a:pt x="29182" y="9624"/>
                  </a:lnTo>
                  <a:lnTo>
                    <a:pt x="32286" y="5278"/>
                  </a:lnTo>
                  <a:lnTo>
                    <a:pt x="36322" y="0"/>
                  </a:lnTo>
                  <a:lnTo>
                    <a:pt x="27009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334">
              <a:extLst>
                <a:ext uri="{FF2B5EF4-FFF2-40B4-BE49-F238E27FC236}">
                  <a16:creationId xmlns:a16="http://schemas.microsoft.com/office/drawing/2014/main" xmlns="" id="{0F175CB0-D8A9-4EC3-B6EE-1503D4699425}"/>
                </a:ext>
              </a:extLst>
            </p:cNvPr>
            <p:cNvSpPr/>
            <p:nvPr/>
          </p:nvSpPr>
          <p:spPr>
            <a:xfrm>
              <a:off x="4877977" y="3996527"/>
              <a:ext cx="2967861" cy="2340761"/>
            </a:xfrm>
            <a:custGeom>
              <a:avLst/>
              <a:gdLst>
                <a:gd name="connsiteX0" fmla="*/ 2965999 w 2967861"/>
                <a:gd name="connsiteY0" fmla="*/ 516271 h 2340761"/>
                <a:gd name="connsiteX1" fmla="*/ 2956685 w 2967861"/>
                <a:gd name="connsiteY1" fmla="*/ 502612 h 2340761"/>
                <a:gd name="connsiteX2" fmla="*/ 2945199 w 2967861"/>
                <a:gd name="connsiteY2" fmla="*/ 489883 h 2340761"/>
                <a:gd name="connsiteX3" fmla="*/ 2934644 w 2967861"/>
                <a:gd name="connsiteY3" fmla="*/ 477155 h 2340761"/>
                <a:gd name="connsiteX4" fmla="*/ 2930608 w 2967861"/>
                <a:gd name="connsiteY4" fmla="*/ 477155 h 2340761"/>
                <a:gd name="connsiteX5" fmla="*/ 2929677 w 2967861"/>
                <a:gd name="connsiteY5" fmla="*/ 477155 h 2340761"/>
                <a:gd name="connsiteX6" fmla="*/ 2927503 w 2967861"/>
                <a:gd name="connsiteY6" fmla="*/ 479328 h 2340761"/>
                <a:gd name="connsiteX7" fmla="*/ 2925330 w 2967861"/>
                <a:gd name="connsiteY7" fmla="*/ 479328 h 2340761"/>
                <a:gd name="connsiteX8" fmla="*/ 2923158 w 2967861"/>
                <a:gd name="connsiteY8" fmla="*/ 480260 h 2340761"/>
                <a:gd name="connsiteX9" fmla="*/ 2905462 w 2967861"/>
                <a:gd name="connsiteY9" fmla="*/ 477155 h 2340761"/>
                <a:gd name="connsiteX10" fmla="*/ 2896149 w 2967861"/>
                <a:gd name="connsiteY10" fmla="*/ 469705 h 2340761"/>
                <a:gd name="connsiteX11" fmla="*/ 2889008 w 2967861"/>
                <a:gd name="connsiteY11" fmla="*/ 460081 h 2340761"/>
                <a:gd name="connsiteX12" fmla="*/ 2881868 w 2967861"/>
                <a:gd name="connsiteY12" fmla="*/ 449526 h 2340761"/>
                <a:gd name="connsiteX13" fmla="*/ 2871313 w 2967861"/>
                <a:gd name="connsiteY13" fmla="*/ 439902 h 2340761"/>
                <a:gd name="connsiteX14" fmla="*/ 2866035 w 2967861"/>
                <a:gd name="connsiteY14" fmla="*/ 435555 h 2340761"/>
                <a:gd name="connsiteX15" fmla="*/ 2859827 w 2967861"/>
                <a:gd name="connsiteY15" fmla="*/ 435555 h 2340761"/>
                <a:gd name="connsiteX16" fmla="*/ 2854549 w 2967861"/>
                <a:gd name="connsiteY16" fmla="*/ 434624 h 2340761"/>
                <a:gd name="connsiteX17" fmla="*/ 2849271 w 2967861"/>
                <a:gd name="connsiteY17" fmla="*/ 434624 h 2340761"/>
                <a:gd name="connsiteX18" fmla="*/ 2843994 w 2967861"/>
                <a:gd name="connsiteY18" fmla="*/ 430278 h 2340761"/>
                <a:gd name="connsiteX19" fmla="*/ 2810776 w 2967861"/>
                <a:gd name="connsiteY19" fmla="*/ 395508 h 2340761"/>
                <a:gd name="connsiteX20" fmla="*/ 2751481 w 2967861"/>
                <a:gd name="connsiteY20" fmla="*/ 370051 h 2340761"/>
                <a:gd name="connsiteX21" fmla="*/ 2747445 w 2967861"/>
                <a:gd name="connsiteY21" fmla="*/ 370983 h 2340761"/>
                <a:gd name="connsiteX22" fmla="*/ 2744340 w 2967861"/>
                <a:gd name="connsiteY22" fmla="*/ 373156 h 2340761"/>
                <a:gd name="connsiteX23" fmla="*/ 2740305 w 2967861"/>
                <a:gd name="connsiteY23" fmla="*/ 377502 h 2340761"/>
                <a:gd name="connsiteX24" fmla="*/ 2735027 w 2967861"/>
                <a:gd name="connsiteY24" fmla="*/ 378433 h 2340761"/>
                <a:gd name="connsiteX25" fmla="*/ 2729750 w 2967861"/>
                <a:gd name="connsiteY25" fmla="*/ 378433 h 2340761"/>
                <a:gd name="connsiteX26" fmla="*/ 2723541 w 2967861"/>
                <a:gd name="connsiteY26" fmla="*/ 378433 h 2340761"/>
                <a:gd name="connsiteX27" fmla="*/ 2708950 w 2967861"/>
                <a:gd name="connsiteY27" fmla="*/ 373156 h 2340761"/>
                <a:gd name="connsiteX28" fmla="*/ 2696532 w 2967861"/>
                <a:gd name="connsiteY28" fmla="*/ 365705 h 2340761"/>
                <a:gd name="connsiteX29" fmla="*/ 2678836 w 2967861"/>
                <a:gd name="connsiteY29" fmla="*/ 362601 h 2340761"/>
                <a:gd name="connsiteX30" fmla="*/ 2678836 w 2967861"/>
                <a:gd name="connsiteY30" fmla="*/ 367878 h 2340761"/>
                <a:gd name="connsiteX31" fmla="*/ 2678836 w 2967861"/>
                <a:gd name="connsiteY31" fmla="*/ 373156 h 2340761"/>
                <a:gd name="connsiteX32" fmla="*/ 2676664 w 2967861"/>
                <a:gd name="connsiteY32" fmla="*/ 377502 h 2340761"/>
                <a:gd name="connsiteX33" fmla="*/ 2676664 w 2967861"/>
                <a:gd name="connsiteY33" fmla="*/ 380607 h 2340761"/>
                <a:gd name="connsiteX34" fmla="*/ 2678836 w 2967861"/>
                <a:gd name="connsiteY34" fmla="*/ 382780 h 2340761"/>
                <a:gd name="connsiteX35" fmla="*/ 2681010 w 2967861"/>
                <a:gd name="connsiteY35" fmla="*/ 385884 h 2340761"/>
                <a:gd name="connsiteX36" fmla="*/ 2684114 w 2967861"/>
                <a:gd name="connsiteY36" fmla="*/ 392093 h 2340761"/>
                <a:gd name="connsiteX37" fmla="*/ 2681941 w 2967861"/>
                <a:gd name="connsiteY37" fmla="*/ 397371 h 2340761"/>
                <a:gd name="connsiteX38" fmla="*/ 2681941 w 2967861"/>
                <a:gd name="connsiteY38" fmla="*/ 400475 h 2340761"/>
                <a:gd name="connsiteX39" fmla="*/ 2681010 w 2967861"/>
                <a:gd name="connsiteY39" fmla="*/ 404821 h 2340761"/>
                <a:gd name="connsiteX40" fmla="*/ 2678836 w 2967861"/>
                <a:gd name="connsiteY40" fmla="*/ 406994 h 2340761"/>
                <a:gd name="connsiteX41" fmla="*/ 2678836 w 2967861"/>
                <a:gd name="connsiteY41" fmla="*/ 412272 h 2340761"/>
                <a:gd name="connsiteX42" fmla="*/ 2671696 w 2967861"/>
                <a:gd name="connsiteY42" fmla="*/ 406994 h 2340761"/>
                <a:gd name="connsiteX43" fmla="*/ 2666419 w 2967861"/>
                <a:gd name="connsiteY43" fmla="*/ 402648 h 2340761"/>
                <a:gd name="connsiteX44" fmla="*/ 2660210 w 2967861"/>
                <a:gd name="connsiteY44" fmla="*/ 395198 h 2340761"/>
                <a:gd name="connsiteX45" fmla="*/ 2654932 w 2967861"/>
                <a:gd name="connsiteY45" fmla="*/ 389920 h 2340761"/>
                <a:gd name="connsiteX46" fmla="*/ 2651828 w 2967861"/>
                <a:gd name="connsiteY46" fmla="*/ 382469 h 2340761"/>
                <a:gd name="connsiteX47" fmla="*/ 2616437 w 2967861"/>
                <a:gd name="connsiteY47" fmla="*/ 382469 h 2340761"/>
                <a:gd name="connsiteX48" fmla="*/ 2581978 w 2967861"/>
                <a:gd name="connsiteY48" fmla="*/ 382469 h 2340761"/>
                <a:gd name="connsiteX49" fmla="*/ 2547518 w 2967861"/>
                <a:gd name="connsiteY49" fmla="*/ 385574 h 2340761"/>
                <a:gd name="connsiteX50" fmla="*/ 2544414 w 2967861"/>
                <a:gd name="connsiteY50" fmla="*/ 384642 h 2340761"/>
                <a:gd name="connsiteX51" fmla="*/ 2542240 w 2967861"/>
                <a:gd name="connsiteY51" fmla="*/ 380296 h 2340761"/>
                <a:gd name="connsiteX52" fmla="*/ 2538205 w 2967861"/>
                <a:gd name="connsiteY52" fmla="*/ 378123 h 2340761"/>
                <a:gd name="connsiteX53" fmla="*/ 2535100 w 2967861"/>
                <a:gd name="connsiteY53" fmla="*/ 365395 h 2340761"/>
                <a:gd name="connsiteX54" fmla="*/ 2532927 w 2967861"/>
                <a:gd name="connsiteY54" fmla="*/ 350493 h 2340761"/>
                <a:gd name="connsiteX55" fmla="*/ 2527650 w 2967861"/>
                <a:gd name="connsiteY55" fmla="*/ 333419 h 2340761"/>
                <a:gd name="connsiteX56" fmla="*/ 2515232 w 2967861"/>
                <a:gd name="connsiteY56" fmla="*/ 330314 h 2340761"/>
                <a:gd name="connsiteX57" fmla="*/ 2498468 w 2967861"/>
                <a:gd name="connsiteY57" fmla="*/ 327210 h 2340761"/>
                <a:gd name="connsiteX58" fmla="*/ 2481703 w 2967861"/>
                <a:gd name="connsiteY58" fmla="*/ 325037 h 2340761"/>
                <a:gd name="connsiteX59" fmla="*/ 2464008 w 2967861"/>
                <a:gd name="connsiteY59" fmla="*/ 325037 h 2340761"/>
                <a:gd name="connsiteX60" fmla="*/ 2451590 w 2967861"/>
                <a:gd name="connsiteY60" fmla="*/ 330314 h 2340761"/>
                <a:gd name="connsiteX61" fmla="*/ 2437931 w 2967861"/>
                <a:gd name="connsiteY61" fmla="*/ 325037 h 2340761"/>
                <a:gd name="connsiteX62" fmla="*/ 2427375 w 2967861"/>
                <a:gd name="connsiteY62" fmla="*/ 315413 h 2340761"/>
                <a:gd name="connsiteX63" fmla="*/ 2420235 w 2967861"/>
                <a:gd name="connsiteY63" fmla="*/ 304858 h 2340761"/>
                <a:gd name="connsiteX64" fmla="*/ 2414958 w 2967861"/>
                <a:gd name="connsiteY64" fmla="*/ 293371 h 2340761"/>
                <a:gd name="connsiteX65" fmla="*/ 2401298 w 2967861"/>
                <a:gd name="connsiteY65" fmla="*/ 293371 h 2340761"/>
                <a:gd name="connsiteX66" fmla="*/ 2388880 w 2967861"/>
                <a:gd name="connsiteY66" fmla="*/ 293371 h 2340761"/>
                <a:gd name="connsiteX67" fmla="*/ 2378325 w 2967861"/>
                <a:gd name="connsiteY67" fmla="*/ 297718 h 2340761"/>
                <a:gd name="connsiteX68" fmla="*/ 2373047 w 2967861"/>
                <a:gd name="connsiteY68" fmla="*/ 295544 h 2340761"/>
                <a:gd name="connsiteX69" fmla="*/ 2369012 w 2967861"/>
                <a:gd name="connsiteY69" fmla="*/ 293371 h 2340761"/>
                <a:gd name="connsiteX70" fmla="*/ 2365907 w 2967861"/>
                <a:gd name="connsiteY70" fmla="*/ 291198 h 2340761"/>
                <a:gd name="connsiteX71" fmla="*/ 2365907 w 2967861"/>
                <a:gd name="connsiteY71" fmla="*/ 288094 h 2340761"/>
                <a:gd name="connsiteX72" fmla="*/ 2363734 w 2967861"/>
                <a:gd name="connsiteY72" fmla="*/ 285921 h 2340761"/>
                <a:gd name="connsiteX73" fmla="*/ 2363734 w 2967861"/>
                <a:gd name="connsiteY73" fmla="*/ 282816 h 2340761"/>
                <a:gd name="connsiteX74" fmla="*/ 2361561 w 2967861"/>
                <a:gd name="connsiteY74" fmla="*/ 276607 h 2340761"/>
                <a:gd name="connsiteX75" fmla="*/ 2358457 w 2967861"/>
                <a:gd name="connsiteY75" fmla="*/ 273503 h 2340761"/>
                <a:gd name="connsiteX76" fmla="*/ 2351316 w 2967861"/>
                <a:gd name="connsiteY76" fmla="*/ 268225 h 2340761"/>
                <a:gd name="connsiteX77" fmla="*/ 2334552 w 2967861"/>
                <a:gd name="connsiteY77" fmla="*/ 262016 h 2340761"/>
                <a:gd name="connsiteX78" fmla="*/ 2315925 w 2967861"/>
                <a:gd name="connsiteY78" fmla="*/ 256739 h 2340761"/>
                <a:gd name="connsiteX79" fmla="*/ 2296057 w 2967861"/>
                <a:gd name="connsiteY79" fmla="*/ 251461 h 2340761"/>
                <a:gd name="connsiteX80" fmla="*/ 2276188 w 2967861"/>
                <a:gd name="connsiteY80" fmla="*/ 249288 h 2340761"/>
                <a:gd name="connsiteX81" fmla="*/ 2258493 w 2967861"/>
                <a:gd name="connsiteY81" fmla="*/ 249288 h 2340761"/>
                <a:gd name="connsiteX82" fmla="*/ 2247007 w 2967861"/>
                <a:gd name="connsiteY82" fmla="*/ 253634 h 2340761"/>
                <a:gd name="connsiteX83" fmla="*/ 2234589 w 2967861"/>
                <a:gd name="connsiteY83" fmla="*/ 256739 h 2340761"/>
                <a:gd name="connsiteX84" fmla="*/ 2237693 w 2967861"/>
                <a:gd name="connsiteY84" fmla="*/ 273813 h 2340761"/>
                <a:gd name="connsiteX85" fmla="*/ 2241729 w 2967861"/>
                <a:gd name="connsiteY85" fmla="*/ 286541 h 2340761"/>
                <a:gd name="connsiteX86" fmla="*/ 2243902 w 2967861"/>
                <a:gd name="connsiteY86" fmla="*/ 305479 h 2340761"/>
                <a:gd name="connsiteX87" fmla="*/ 2236762 w 2967861"/>
                <a:gd name="connsiteY87" fmla="*/ 305479 h 2340761"/>
                <a:gd name="connsiteX88" fmla="*/ 2232726 w 2967861"/>
                <a:gd name="connsiteY88" fmla="*/ 303306 h 2340761"/>
                <a:gd name="connsiteX89" fmla="*/ 2227448 w 2967861"/>
                <a:gd name="connsiteY89" fmla="*/ 303306 h 2340761"/>
                <a:gd name="connsiteX90" fmla="*/ 2225275 w 2967861"/>
                <a:gd name="connsiteY90" fmla="*/ 303306 h 2340761"/>
                <a:gd name="connsiteX91" fmla="*/ 2222171 w 2967861"/>
                <a:gd name="connsiteY91" fmla="*/ 303306 h 2340761"/>
                <a:gd name="connsiteX92" fmla="*/ 2218135 w 2967861"/>
                <a:gd name="connsiteY92" fmla="*/ 306410 h 2340761"/>
                <a:gd name="connsiteX93" fmla="*/ 2215030 w 2967861"/>
                <a:gd name="connsiteY93" fmla="*/ 310756 h 2340761"/>
                <a:gd name="connsiteX94" fmla="*/ 2207890 w 2967861"/>
                <a:gd name="connsiteY94" fmla="*/ 306410 h 2340761"/>
                <a:gd name="connsiteX95" fmla="*/ 2201681 w 2967861"/>
                <a:gd name="connsiteY95" fmla="*/ 303306 h 2340761"/>
                <a:gd name="connsiteX96" fmla="*/ 2198577 w 2967861"/>
                <a:gd name="connsiteY96" fmla="*/ 298028 h 2340761"/>
                <a:gd name="connsiteX97" fmla="*/ 2193299 w 2967861"/>
                <a:gd name="connsiteY97" fmla="*/ 293682 h 2340761"/>
                <a:gd name="connsiteX98" fmla="*/ 2188022 w 2967861"/>
                <a:gd name="connsiteY98" fmla="*/ 288404 h 2340761"/>
                <a:gd name="connsiteX99" fmla="*/ 2174362 w 2967861"/>
                <a:gd name="connsiteY99" fmla="*/ 310756 h 2340761"/>
                <a:gd name="connsiteX100" fmla="*/ 2165980 w 2967861"/>
                <a:gd name="connsiteY100" fmla="*/ 308583 h 2340761"/>
                <a:gd name="connsiteX101" fmla="*/ 2158840 w 2967861"/>
                <a:gd name="connsiteY101" fmla="*/ 306410 h 2340761"/>
                <a:gd name="connsiteX102" fmla="*/ 2152631 w 2967861"/>
                <a:gd name="connsiteY102" fmla="*/ 303306 h 2340761"/>
                <a:gd name="connsiteX103" fmla="*/ 2149526 w 2967861"/>
                <a:gd name="connsiteY103" fmla="*/ 298028 h 2340761"/>
                <a:gd name="connsiteX104" fmla="*/ 2147353 w 2967861"/>
                <a:gd name="connsiteY104" fmla="*/ 290577 h 2340761"/>
                <a:gd name="connsiteX105" fmla="*/ 2147353 w 2967861"/>
                <a:gd name="connsiteY105" fmla="*/ 280953 h 2340761"/>
                <a:gd name="connsiteX106" fmla="*/ 2140213 w 2967861"/>
                <a:gd name="connsiteY106" fmla="*/ 290577 h 2340761"/>
                <a:gd name="connsiteX107" fmla="*/ 2137109 w 2967861"/>
                <a:gd name="connsiteY107" fmla="*/ 301132 h 2340761"/>
                <a:gd name="connsiteX108" fmla="*/ 2133073 w 2967861"/>
                <a:gd name="connsiteY108" fmla="*/ 312619 h 2340761"/>
                <a:gd name="connsiteX109" fmla="*/ 2127795 w 2967861"/>
                <a:gd name="connsiteY109" fmla="*/ 321001 h 2340761"/>
                <a:gd name="connsiteX110" fmla="*/ 2125622 w 2967861"/>
                <a:gd name="connsiteY110" fmla="*/ 323174 h 2340761"/>
                <a:gd name="connsiteX111" fmla="*/ 2123449 w 2967861"/>
                <a:gd name="connsiteY111" fmla="*/ 325347 h 2340761"/>
                <a:gd name="connsiteX112" fmla="*/ 2112894 w 2967861"/>
                <a:gd name="connsiteY112" fmla="*/ 317896 h 2340761"/>
                <a:gd name="connsiteX113" fmla="*/ 2100476 w 2967861"/>
                <a:gd name="connsiteY113" fmla="*/ 310446 h 2340761"/>
                <a:gd name="connsiteX114" fmla="*/ 2091163 w 2967861"/>
                <a:gd name="connsiteY114" fmla="*/ 300822 h 2340761"/>
                <a:gd name="connsiteX115" fmla="*/ 2088989 w 2967861"/>
                <a:gd name="connsiteY115" fmla="*/ 295544 h 2340761"/>
                <a:gd name="connsiteX116" fmla="*/ 2088058 w 2967861"/>
                <a:gd name="connsiteY116" fmla="*/ 291198 h 2340761"/>
                <a:gd name="connsiteX117" fmla="*/ 2088058 w 2967861"/>
                <a:gd name="connsiteY117" fmla="*/ 288094 h 2340761"/>
                <a:gd name="connsiteX118" fmla="*/ 2085885 w 2967861"/>
                <a:gd name="connsiteY118" fmla="*/ 283747 h 2340761"/>
                <a:gd name="connsiteX119" fmla="*/ 2083712 w 2967861"/>
                <a:gd name="connsiteY119" fmla="*/ 280643 h 2340761"/>
                <a:gd name="connsiteX120" fmla="*/ 2090852 w 2967861"/>
                <a:gd name="connsiteY120" fmla="*/ 261706 h 2340761"/>
                <a:gd name="connsiteX121" fmla="*/ 2103270 w 2967861"/>
                <a:gd name="connsiteY121" fmla="*/ 248978 h 2340761"/>
                <a:gd name="connsiteX122" fmla="*/ 2093957 w 2967861"/>
                <a:gd name="connsiteY122" fmla="*/ 212034 h 2340761"/>
                <a:gd name="connsiteX123" fmla="*/ 2090852 w 2967861"/>
                <a:gd name="connsiteY123" fmla="*/ 212034 h 2340761"/>
                <a:gd name="connsiteX124" fmla="*/ 2090852 w 2967861"/>
                <a:gd name="connsiteY124" fmla="*/ 206757 h 2340761"/>
                <a:gd name="connsiteX125" fmla="*/ 2070984 w 2967861"/>
                <a:gd name="connsiteY125" fmla="*/ 208930 h 2340761"/>
                <a:gd name="connsiteX126" fmla="*/ 2058566 w 2967861"/>
                <a:gd name="connsiteY126" fmla="*/ 214208 h 2340761"/>
                <a:gd name="connsiteX127" fmla="*/ 2047079 w 2967861"/>
                <a:gd name="connsiteY127" fmla="*/ 223831 h 2340761"/>
                <a:gd name="connsiteX128" fmla="*/ 2036524 w 2967861"/>
                <a:gd name="connsiteY128" fmla="*/ 218554 h 2340761"/>
                <a:gd name="connsiteX129" fmla="*/ 2025038 w 2967861"/>
                <a:gd name="connsiteY129" fmla="*/ 212345 h 2340761"/>
                <a:gd name="connsiteX130" fmla="*/ 2014482 w 2967861"/>
                <a:gd name="connsiteY130" fmla="*/ 207067 h 2340761"/>
                <a:gd name="connsiteX131" fmla="*/ 2012310 w 2967861"/>
                <a:gd name="connsiteY131" fmla="*/ 209240 h 2340761"/>
                <a:gd name="connsiteX132" fmla="*/ 2012310 w 2967861"/>
                <a:gd name="connsiteY132" fmla="*/ 211414 h 2340761"/>
                <a:gd name="connsiteX133" fmla="*/ 2010136 w 2967861"/>
                <a:gd name="connsiteY133" fmla="*/ 211414 h 2340761"/>
                <a:gd name="connsiteX134" fmla="*/ 2007032 w 2967861"/>
                <a:gd name="connsiteY134" fmla="*/ 212345 h 2340761"/>
                <a:gd name="connsiteX135" fmla="*/ 2007032 w 2967861"/>
                <a:gd name="connsiteY135" fmla="*/ 218554 h 2340761"/>
                <a:gd name="connsiteX136" fmla="*/ 2007032 w 2967861"/>
                <a:gd name="connsiteY136" fmla="*/ 223831 h 2340761"/>
                <a:gd name="connsiteX137" fmla="*/ 2007032 w 2967861"/>
                <a:gd name="connsiteY137" fmla="*/ 226936 h 2340761"/>
                <a:gd name="connsiteX138" fmla="*/ 2007032 w 2967861"/>
                <a:gd name="connsiteY138" fmla="*/ 229109 h 2340761"/>
                <a:gd name="connsiteX139" fmla="*/ 2007032 w 2967861"/>
                <a:gd name="connsiteY139" fmla="*/ 232213 h 2340761"/>
                <a:gd name="connsiteX140" fmla="*/ 2002996 w 2967861"/>
                <a:gd name="connsiteY140" fmla="*/ 243700 h 2340761"/>
                <a:gd name="connsiteX141" fmla="*/ 1950841 w 2967861"/>
                <a:gd name="connsiteY141" fmla="*/ 239354 h 2340761"/>
                <a:gd name="connsiteX142" fmla="*/ 1948668 w 2967861"/>
                <a:gd name="connsiteY142" fmla="*/ 234076 h 2340761"/>
                <a:gd name="connsiteX143" fmla="*/ 1948668 w 2967861"/>
                <a:gd name="connsiteY143" fmla="*/ 228799 h 2340761"/>
                <a:gd name="connsiteX144" fmla="*/ 1946495 w 2967861"/>
                <a:gd name="connsiteY144" fmla="*/ 223521 h 2340761"/>
                <a:gd name="connsiteX145" fmla="*/ 1946495 w 2967861"/>
                <a:gd name="connsiteY145" fmla="*/ 218243 h 2340761"/>
                <a:gd name="connsiteX146" fmla="*/ 1946495 w 2967861"/>
                <a:gd name="connsiteY146" fmla="*/ 216070 h 2340761"/>
                <a:gd name="connsiteX147" fmla="*/ 1934077 w 2967861"/>
                <a:gd name="connsiteY147" fmla="*/ 206446 h 2340761"/>
                <a:gd name="connsiteX148" fmla="*/ 1921659 w 2967861"/>
                <a:gd name="connsiteY148" fmla="*/ 204273 h 2340761"/>
                <a:gd name="connsiteX149" fmla="*/ 1904895 w 2967861"/>
                <a:gd name="connsiteY149" fmla="*/ 204273 h 2340761"/>
                <a:gd name="connsiteX150" fmla="*/ 1887200 w 2967861"/>
                <a:gd name="connsiteY150" fmla="*/ 206446 h 2340761"/>
                <a:gd name="connsiteX151" fmla="*/ 1887200 w 2967861"/>
                <a:gd name="connsiteY151" fmla="*/ 219175 h 2340761"/>
                <a:gd name="connsiteX152" fmla="*/ 1877886 w 2967861"/>
                <a:gd name="connsiteY152" fmla="*/ 219175 h 2340761"/>
                <a:gd name="connsiteX153" fmla="*/ 1877886 w 2967861"/>
                <a:gd name="connsiteY153" fmla="*/ 218243 h 2340761"/>
                <a:gd name="connsiteX154" fmla="*/ 1875713 w 2967861"/>
                <a:gd name="connsiteY154" fmla="*/ 218243 h 2340761"/>
                <a:gd name="connsiteX155" fmla="*/ 1873540 w 2967861"/>
                <a:gd name="connsiteY155" fmla="*/ 216070 h 2340761"/>
                <a:gd name="connsiteX156" fmla="*/ 1875713 w 2967861"/>
                <a:gd name="connsiteY156" fmla="*/ 206446 h 2340761"/>
                <a:gd name="connsiteX157" fmla="*/ 1877886 w 2967861"/>
                <a:gd name="connsiteY157" fmla="*/ 198996 h 2340761"/>
                <a:gd name="connsiteX158" fmla="*/ 1880060 w 2967861"/>
                <a:gd name="connsiteY158" fmla="*/ 193718 h 2340761"/>
                <a:gd name="connsiteX159" fmla="*/ 1883164 w 2967861"/>
                <a:gd name="connsiteY159" fmla="*/ 188441 h 2340761"/>
                <a:gd name="connsiteX160" fmla="*/ 1883164 w 2967861"/>
                <a:gd name="connsiteY160" fmla="*/ 182232 h 2340761"/>
                <a:gd name="connsiteX161" fmla="*/ 1873851 w 2967861"/>
                <a:gd name="connsiteY161" fmla="*/ 186578 h 2340761"/>
                <a:gd name="connsiteX162" fmla="*/ 1866710 w 2967861"/>
                <a:gd name="connsiteY162" fmla="*/ 191856 h 2340761"/>
                <a:gd name="connsiteX163" fmla="*/ 1859570 w 2967861"/>
                <a:gd name="connsiteY163" fmla="*/ 197133 h 2340761"/>
                <a:gd name="connsiteX164" fmla="*/ 1854293 w 2967861"/>
                <a:gd name="connsiteY164" fmla="*/ 203342 h 2340761"/>
                <a:gd name="connsiteX165" fmla="*/ 1851188 w 2967861"/>
                <a:gd name="connsiteY165" fmla="*/ 201169 h 2340761"/>
                <a:gd name="connsiteX166" fmla="*/ 1849015 w 2967861"/>
                <a:gd name="connsiteY166" fmla="*/ 201169 h 2340761"/>
                <a:gd name="connsiteX167" fmla="*/ 1849015 w 2967861"/>
                <a:gd name="connsiteY167" fmla="*/ 198996 h 2340761"/>
                <a:gd name="connsiteX168" fmla="*/ 1849015 w 2967861"/>
                <a:gd name="connsiteY168" fmla="*/ 196823 h 2340761"/>
                <a:gd name="connsiteX169" fmla="*/ 1849015 w 2967861"/>
                <a:gd name="connsiteY169" fmla="*/ 195891 h 2340761"/>
                <a:gd name="connsiteX170" fmla="*/ 1851188 w 2967861"/>
                <a:gd name="connsiteY170" fmla="*/ 191545 h 2340761"/>
                <a:gd name="connsiteX171" fmla="*/ 1851188 w 2967861"/>
                <a:gd name="connsiteY171" fmla="*/ 188441 h 2340761"/>
                <a:gd name="connsiteX172" fmla="*/ 1834424 w 2967861"/>
                <a:gd name="connsiteY172" fmla="*/ 186267 h 2340761"/>
                <a:gd name="connsiteX173" fmla="*/ 1819833 w 2967861"/>
                <a:gd name="connsiteY173" fmla="*/ 188441 h 2340761"/>
                <a:gd name="connsiteX174" fmla="*/ 1807415 w 2967861"/>
                <a:gd name="connsiteY174" fmla="*/ 195891 h 2340761"/>
                <a:gd name="connsiteX175" fmla="*/ 1803379 w 2967861"/>
                <a:gd name="connsiteY175" fmla="*/ 195891 h 2340761"/>
                <a:gd name="connsiteX176" fmla="*/ 1815797 w 2967861"/>
                <a:gd name="connsiteY176" fmla="*/ 180990 h 2340761"/>
                <a:gd name="connsiteX177" fmla="*/ 1832561 w 2967861"/>
                <a:gd name="connsiteY177" fmla="*/ 169503 h 2340761"/>
                <a:gd name="connsiteX178" fmla="*/ 1849325 w 2967861"/>
                <a:gd name="connsiteY178" fmla="*/ 159880 h 2340761"/>
                <a:gd name="connsiteX179" fmla="*/ 1863916 w 2967861"/>
                <a:gd name="connsiteY179" fmla="*/ 151498 h 2340761"/>
                <a:gd name="connsiteX180" fmla="*/ 1869194 w 2967861"/>
                <a:gd name="connsiteY180" fmla="*/ 141874 h 2340761"/>
                <a:gd name="connsiteX181" fmla="*/ 1873230 w 2967861"/>
                <a:gd name="connsiteY181" fmla="*/ 132250 h 2340761"/>
                <a:gd name="connsiteX182" fmla="*/ 1878507 w 2967861"/>
                <a:gd name="connsiteY182" fmla="*/ 123868 h 2340761"/>
                <a:gd name="connsiteX183" fmla="*/ 1890925 w 2967861"/>
                <a:gd name="connsiteY183" fmla="*/ 114244 h 2340761"/>
                <a:gd name="connsiteX184" fmla="*/ 1890925 w 2967861"/>
                <a:gd name="connsiteY184" fmla="*/ 90029 h 2340761"/>
                <a:gd name="connsiteX185" fmla="*/ 1881612 w 2967861"/>
                <a:gd name="connsiteY185" fmla="*/ 77301 h 2340761"/>
                <a:gd name="connsiteX186" fmla="*/ 1873230 w 2967861"/>
                <a:gd name="connsiteY186" fmla="*/ 65815 h 2340761"/>
                <a:gd name="connsiteX187" fmla="*/ 1861743 w 2967861"/>
                <a:gd name="connsiteY187" fmla="*/ 57432 h 2340761"/>
                <a:gd name="connsiteX188" fmla="*/ 1847152 w 2967861"/>
                <a:gd name="connsiteY188" fmla="*/ 49982 h 2340761"/>
                <a:gd name="connsiteX189" fmla="*/ 1847152 w 2967861"/>
                <a:gd name="connsiteY189" fmla="*/ 47809 h 2340761"/>
                <a:gd name="connsiteX190" fmla="*/ 1847152 w 2967861"/>
                <a:gd name="connsiteY190" fmla="*/ 45636 h 2340761"/>
                <a:gd name="connsiteX191" fmla="*/ 1844979 w 2967861"/>
                <a:gd name="connsiteY191" fmla="*/ 43462 h 2340761"/>
                <a:gd name="connsiteX192" fmla="*/ 1844048 w 2967861"/>
                <a:gd name="connsiteY192" fmla="*/ 45636 h 2340761"/>
                <a:gd name="connsiteX193" fmla="*/ 1827284 w 2967861"/>
                <a:gd name="connsiteY193" fmla="*/ 50913 h 2340761"/>
                <a:gd name="connsiteX194" fmla="*/ 1812693 w 2967861"/>
                <a:gd name="connsiteY194" fmla="*/ 53086 h 2340761"/>
                <a:gd name="connsiteX195" fmla="*/ 1800275 w 2967861"/>
                <a:gd name="connsiteY195" fmla="*/ 55259 h 2340761"/>
                <a:gd name="connsiteX196" fmla="*/ 1787857 w 2967861"/>
                <a:gd name="connsiteY196" fmla="*/ 60537 h 2340761"/>
                <a:gd name="connsiteX197" fmla="*/ 1780717 w 2967861"/>
                <a:gd name="connsiteY197" fmla="*/ 50913 h 2340761"/>
                <a:gd name="connsiteX198" fmla="*/ 1773577 w 2967861"/>
                <a:gd name="connsiteY198" fmla="*/ 43462 h 2340761"/>
                <a:gd name="connsiteX199" fmla="*/ 1766436 w 2967861"/>
                <a:gd name="connsiteY199" fmla="*/ 40358 h 2340761"/>
                <a:gd name="connsiteX200" fmla="*/ 1751845 w 2967861"/>
                <a:gd name="connsiteY200" fmla="*/ 36012 h 2340761"/>
                <a:gd name="connsiteX201" fmla="*/ 1752777 w 2967861"/>
                <a:gd name="connsiteY201" fmla="*/ 30734 h 2340761"/>
                <a:gd name="connsiteX202" fmla="*/ 1754950 w 2967861"/>
                <a:gd name="connsiteY202" fmla="*/ 28561 h 2340761"/>
                <a:gd name="connsiteX203" fmla="*/ 1757123 w 2967861"/>
                <a:gd name="connsiteY203" fmla="*/ 25457 h 2340761"/>
                <a:gd name="connsiteX204" fmla="*/ 1760227 w 2967861"/>
                <a:gd name="connsiteY204" fmla="*/ 23283 h 2340761"/>
                <a:gd name="connsiteX205" fmla="*/ 1762401 w 2967861"/>
                <a:gd name="connsiteY205" fmla="*/ 22352 h 2340761"/>
                <a:gd name="connsiteX206" fmla="*/ 1767678 w 2967861"/>
                <a:gd name="connsiteY206" fmla="*/ 20179 h 2340761"/>
                <a:gd name="connsiteX207" fmla="*/ 1766747 w 2967861"/>
                <a:gd name="connsiteY207" fmla="*/ 14901 h 2340761"/>
                <a:gd name="connsiteX208" fmla="*/ 1762711 w 2967861"/>
                <a:gd name="connsiteY208" fmla="*/ 10555 h 2340761"/>
                <a:gd name="connsiteX209" fmla="*/ 1760538 w 2967861"/>
                <a:gd name="connsiteY209" fmla="*/ 7451 h 2340761"/>
                <a:gd name="connsiteX210" fmla="*/ 1759607 w 2967861"/>
                <a:gd name="connsiteY210" fmla="*/ 5278 h 2340761"/>
                <a:gd name="connsiteX211" fmla="*/ 1755571 w 2967861"/>
                <a:gd name="connsiteY211" fmla="*/ 0 h 2340761"/>
                <a:gd name="connsiteX212" fmla="*/ 1735702 w 2967861"/>
                <a:gd name="connsiteY212" fmla="*/ 0 h 2340761"/>
                <a:gd name="connsiteX213" fmla="*/ 1731666 w 2967861"/>
                <a:gd name="connsiteY213" fmla="*/ 18006 h 2340761"/>
                <a:gd name="connsiteX214" fmla="*/ 1721111 w 2967861"/>
                <a:gd name="connsiteY214" fmla="*/ 28561 h 2340761"/>
                <a:gd name="connsiteX215" fmla="*/ 1708693 w 2967861"/>
                <a:gd name="connsiteY215" fmla="*/ 38185 h 2340761"/>
                <a:gd name="connsiteX216" fmla="*/ 1695034 w 2967861"/>
                <a:gd name="connsiteY216" fmla="*/ 45636 h 2340761"/>
                <a:gd name="connsiteX217" fmla="*/ 1679511 w 2967861"/>
                <a:gd name="connsiteY217" fmla="*/ 53086 h 2340761"/>
                <a:gd name="connsiteX218" fmla="*/ 1679511 w 2967861"/>
                <a:gd name="connsiteY218" fmla="*/ 73265 h 2340761"/>
                <a:gd name="connsiteX219" fmla="*/ 1674234 w 2967861"/>
                <a:gd name="connsiteY219" fmla="*/ 73265 h 2340761"/>
                <a:gd name="connsiteX220" fmla="*/ 1668025 w 2967861"/>
                <a:gd name="connsiteY220" fmla="*/ 72334 h 2340761"/>
                <a:gd name="connsiteX221" fmla="*/ 1664921 w 2967861"/>
                <a:gd name="connsiteY221" fmla="*/ 72334 h 2340761"/>
                <a:gd name="connsiteX222" fmla="*/ 1659643 w 2967861"/>
                <a:gd name="connsiteY222" fmla="*/ 70161 h 2340761"/>
                <a:gd name="connsiteX223" fmla="*/ 1653434 w 2967861"/>
                <a:gd name="connsiteY223" fmla="*/ 75438 h 2340761"/>
                <a:gd name="connsiteX224" fmla="*/ 1646294 w 2967861"/>
                <a:gd name="connsiteY224" fmla="*/ 82889 h 2340761"/>
                <a:gd name="connsiteX225" fmla="*/ 1639153 w 2967861"/>
                <a:gd name="connsiteY225" fmla="*/ 88167 h 2340761"/>
                <a:gd name="connsiteX226" fmla="*/ 1632013 w 2967861"/>
                <a:gd name="connsiteY226" fmla="*/ 94376 h 2340761"/>
                <a:gd name="connsiteX227" fmla="*/ 1626736 w 2967861"/>
                <a:gd name="connsiteY227" fmla="*/ 94376 h 2340761"/>
                <a:gd name="connsiteX228" fmla="*/ 1616181 w 2967861"/>
                <a:gd name="connsiteY228" fmla="*/ 94376 h 2340761"/>
                <a:gd name="connsiteX229" fmla="*/ 1601590 w 2967861"/>
                <a:gd name="connsiteY229" fmla="*/ 94376 h 2340761"/>
                <a:gd name="connsiteX230" fmla="*/ 1586999 w 2967861"/>
                <a:gd name="connsiteY230" fmla="*/ 94376 h 2340761"/>
                <a:gd name="connsiteX231" fmla="*/ 1575512 w 2967861"/>
                <a:gd name="connsiteY231" fmla="*/ 94376 h 2340761"/>
                <a:gd name="connsiteX232" fmla="*/ 1572408 w 2967861"/>
                <a:gd name="connsiteY232" fmla="*/ 99653 h 2340761"/>
                <a:gd name="connsiteX233" fmla="*/ 1570235 w 2967861"/>
                <a:gd name="connsiteY233" fmla="*/ 104931 h 2340761"/>
                <a:gd name="connsiteX234" fmla="*/ 1567130 w 2967861"/>
                <a:gd name="connsiteY234" fmla="*/ 110208 h 2340761"/>
                <a:gd name="connsiteX235" fmla="*/ 1564957 w 2967861"/>
                <a:gd name="connsiteY235" fmla="*/ 117659 h 2340761"/>
                <a:gd name="connsiteX236" fmla="*/ 1543226 w 2967861"/>
                <a:gd name="connsiteY236" fmla="*/ 117659 h 2340761"/>
                <a:gd name="connsiteX237" fmla="*/ 1526462 w 2967861"/>
                <a:gd name="connsiteY237" fmla="*/ 123868 h 2340761"/>
                <a:gd name="connsiteX238" fmla="*/ 1511871 w 2967861"/>
                <a:gd name="connsiteY238" fmla="*/ 130077 h 2340761"/>
                <a:gd name="connsiteX239" fmla="*/ 1497280 w 2967861"/>
                <a:gd name="connsiteY239" fmla="*/ 141563 h 2340761"/>
                <a:gd name="connsiteX240" fmla="*/ 1484862 w 2967861"/>
                <a:gd name="connsiteY240" fmla="*/ 152118 h 2340761"/>
                <a:gd name="connsiteX241" fmla="*/ 1468098 w 2967861"/>
                <a:gd name="connsiteY241" fmla="*/ 161742 h 2340761"/>
                <a:gd name="connsiteX242" fmla="*/ 1462821 w 2967861"/>
                <a:gd name="connsiteY242" fmla="*/ 180679 h 2340761"/>
                <a:gd name="connsiteX243" fmla="*/ 1459716 w 2967861"/>
                <a:gd name="connsiteY243" fmla="*/ 198685 h 2340761"/>
                <a:gd name="connsiteX244" fmla="*/ 1455680 w 2967861"/>
                <a:gd name="connsiteY244" fmla="*/ 215760 h 2340761"/>
                <a:gd name="connsiteX245" fmla="*/ 1452576 w 2967861"/>
                <a:gd name="connsiteY245" fmla="*/ 215760 h 2340761"/>
                <a:gd name="connsiteX246" fmla="*/ 1445436 w 2967861"/>
                <a:gd name="connsiteY246" fmla="*/ 198685 h 2340761"/>
                <a:gd name="connsiteX247" fmla="*/ 1419358 w 2967861"/>
                <a:gd name="connsiteY247" fmla="*/ 203963 h 2340761"/>
                <a:gd name="connsiteX248" fmla="*/ 1395454 w 2967861"/>
                <a:gd name="connsiteY248" fmla="*/ 211414 h 2340761"/>
                <a:gd name="connsiteX249" fmla="*/ 1399490 w 2967861"/>
                <a:gd name="connsiteY249" fmla="*/ 233766 h 2340761"/>
                <a:gd name="connsiteX250" fmla="*/ 1404767 w 2967861"/>
                <a:gd name="connsiteY250" fmla="*/ 253945 h 2340761"/>
                <a:gd name="connsiteX251" fmla="*/ 1410045 w 2967861"/>
                <a:gd name="connsiteY251" fmla="*/ 275055 h 2340761"/>
                <a:gd name="connsiteX252" fmla="*/ 1419358 w 2967861"/>
                <a:gd name="connsiteY252" fmla="*/ 290888 h 2340761"/>
                <a:gd name="connsiteX253" fmla="*/ 1431776 w 2967861"/>
                <a:gd name="connsiteY253" fmla="*/ 304547 h 2340761"/>
                <a:gd name="connsiteX254" fmla="*/ 1431776 w 2967861"/>
                <a:gd name="connsiteY254" fmla="*/ 312929 h 2340761"/>
                <a:gd name="connsiteX255" fmla="*/ 1416254 w 2967861"/>
                <a:gd name="connsiteY255" fmla="*/ 302374 h 2340761"/>
                <a:gd name="connsiteX256" fmla="*/ 1399490 w 2967861"/>
                <a:gd name="connsiteY256" fmla="*/ 287473 h 2340761"/>
                <a:gd name="connsiteX257" fmla="*/ 1388934 w 2967861"/>
                <a:gd name="connsiteY257" fmla="*/ 272571 h 2340761"/>
                <a:gd name="connsiteX258" fmla="*/ 1368135 w 2967861"/>
                <a:gd name="connsiteY258" fmla="*/ 272571 h 2340761"/>
                <a:gd name="connsiteX259" fmla="*/ 1352612 w 2967861"/>
                <a:gd name="connsiteY259" fmla="*/ 275676 h 2340761"/>
                <a:gd name="connsiteX260" fmla="*/ 1338953 w 2967861"/>
                <a:gd name="connsiteY260" fmla="*/ 283127 h 2340761"/>
                <a:gd name="connsiteX261" fmla="*/ 1331812 w 2967861"/>
                <a:gd name="connsiteY261" fmla="*/ 274745 h 2340761"/>
                <a:gd name="connsiteX262" fmla="*/ 1328708 w 2967861"/>
                <a:gd name="connsiteY262" fmla="*/ 263258 h 2340761"/>
                <a:gd name="connsiteX263" fmla="*/ 1324672 w 2967861"/>
                <a:gd name="connsiteY263" fmla="*/ 252703 h 2340761"/>
                <a:gd name="connsiteX264" fmla="*/ 1321568 w 2967861"/>
                <a:gd name="connsiteY264" fmla="*/ 250530 h 2340761"/>
                <a:gd name="connsiteX265" fmla="*/ 1321568 w 2967861"/>
                <a:gd name="connsiteY265" fmla="*/ 249909 h 2340761"/>
                <a:gd name="connsiteX266" fmla="*/ 1319394 w 2967861"/>
                <a:gd name="connsiteY266" fmla="*/ 249909 h 2340761"/>
                <a:gd name="connsiteX267" fmla="*/ 1316290 w 2967861"/>
                <a:gd name="connsiteY267" fmla="*/ 249909 h 2340761"/>
                <a:gd name="connsiteX268" fmla="*/ 1312254 w 2967861"/>
                <a:gd name="connsiteY268" fmla="*/ 249909 h 2340761"/>
                <a:gd name="connsiteX269" fmla="*/ 1312254 w 2967861"/>
                <a:gd name="connsiteY269" fmla="*/ 284679 h 2340761"/>
                <a:gd name="connsiteX270" fmla="*/ 1289281 w 2967861"/>
                <a:gd name="connsiteY270" fmla="*/ 305789 h 2340761"/>
                <a:gd name="connsiteX271" fmla="*/ 1294559 w 2967861"/>
                <a:gd name="connsiteY271" fmla="*/ 320691 h 2340761"/>
                <a:gd name="connsiteX272" fmla="*/ 1299837 w 2967861"/>
                <a:gd name="connsiteY272" fmla="*/ 331246 h 2340761"/>
                <a:gd name="connsiteX273" fmla="*/ 1305114 w 2967861"/>
                <a:gd name="connsiteY273" fmla="*/ 343974 h 2340761"/>
                <a:gd name="connsiteX274" fmla="*/ 1309150 w 2967861"/>
                <a:gd name="connsiteY274" fmla="*/ 362911 h 2340761"/>
                <a:gd name="connsiteX275" fmla="*/ 1329018 w 2967861"/>
                <a:gd name="connsiteY275" fmla="*/ 370362 h 2340761"/>
                <a:gd name="connsiteX276" fmla="*/ 1350750 w 2967861"/>
                <a:gd name="connsiteY276" fmla="*/ 378744 h 2340761"/>
                <a:gd name="connsiteX277" fmla="*/ 1368445 w 2967861"/>
                <a:gd name="connsiteY277" fmla="*/ 386195 h 2340761"/>
                <a:gd name="connsiteX278" fmla="*/ 1368445 w 2967861"/>
                <a:gd name="connsiteY278" fmla="*/ 392403 h 2340761"/>
                <a:gd name="connsiteX279" fmla="*/ 1350750 w 2967861"/>
                <a:gd name="connsiteY279" fmla="*/ 386195 h 2340761"/>
                <a:gd name="connsiteX280" fmla="*/ 1332123 w 2967861"/>
                <a:gd name="connsiteY280" fmla="*/ 386195 h 2340761"/>
                <a:gd name="connsiteX281" fmla="*/ 1312254 w 2967861"/>
                <a:gd name="connsiteY281" fmla="*/ 386195 h 2340761"/>
                <a:gd name="connsiteX282" fmla="*/ 1314427 w 2967861"/>
                <a:gd name="connsiteY282" fmla="*/ 401096 h 2340761"/>
                <a:gd name="connsiteX283" fmla="*/ 1316601 w 2967861"/>
                <a:gd name="connsiteY283" fmla="*/ 418170 h 2340761"/>
                <a:gd name="connsiteX284" fmla="*/ 1319705 w 2967861"/>
                <a:gd name="connsiteY284" fmla="*/ 435245 h 2340761"/>
                <a:gd name="connsiteX285" fmla="*/ 1316601 w 2967861"/>
                <a:gd name="connsiteY285" fmla="*/ 453251 h 2340761"/>
                <a:gd name="connsiteX286" fmla="*/ 1310392 w 2967861"/>
                <a:gd name="connsiteY286" fmla="*/ 464737 h 2340761"/>
                <a:gd name="connsiteX287" fmla="*/ 1303251 w 2967861"/>
                <a:gd name="connsiteY287" fmla="*/ 479639 h 2340761"/>
                <a:gd name="connsiteX288" fmla="*/ 1296111 w 2967861"/>
                <a:gd name="connsiteY288" fmla="*/ 492367 h 2340761"/>
                <a:gd name="connsiteX289" fmla="*/ 1293006 w 2967861"/>
                <a:gd name="connsiteY289" fmla="*/ 494540 h 2340761"/>
                <a:gd name="connsiteX290" fmla="*/ 1290833 w 2967861"/>
                <a:gd name="connsiteY290" fmla="*/ 495472 h 2340761"/>
                <a:gd name="connsiteX291" fmla="*/ 1289902 w 2967861"/>
                <a:gd name="connsiteY291" fmla="*/ 497645 h 2340761"/>
                <a:gd name="connsiteX292" fmla="*/ 1269102 w 2967861"/>
                <a:gd name="connsiteY292" fmla="*/ 497645 h 2340761"/>
                <a:gd name="connsiteX293" fmla="*/ 1269102 w 2967861"/>
                <a:gd name="connsiteY293" fmla="*/ 492057 h 2340761"/>
                <a:gd name="connsiteX294" fmla="*/ 1276243 w 2967861"/>
                <a:gd name="connsiteY294" fmla="*/ 489883 h 2340761"/>
                <a:gd name="connsiteX295" fmla="*/ 1282452 w 2967861"/>
                <a:gd name="connsiteY295" fmla="*/ 486779 h 2340761"/>
                <a:gd name="connsiteX296" fmla="*/ 1287729 w 2967861"/>
                <a:gd name="connsiteY296" fmla="*/ 484606 h 2340761"/>
                <a:gd name="connsiteX297" fmla="*/ 1290833 w 2967861"/>
                <a:gd name="connsiteY297" fmla="*/ 480260 h 2340761"/>
                <a:gd name="connsiteX298" fmla="*/ 1296111 w 2967861"/>
                <a:gd name="connsiteY298" fmla="*/ 477155 h 2340761"/>
                <a:gd name="connsiteX299" fmla="*/ 1296111 w 2967861"/>
                <a:gd name="connsiteY299" fmla="*/ 460081 h 2340761"/>
                <a:gd name="connsiteX300" fmla="*/ 1300147 w 2967861"/>
                <a:gd name="connsiteY300" fmla="*/ 447352 h 2340761"/>
                <a:gd name="connsiteX301" fmla="*/ 1305424 w 2967861"/>
                <a:gd name="connsiteY301" fmla="*/ 435866 h 2340761"/>
                <a:gd name="connsiteX302" fmla="*/ 1302320 w 2967861"/>
                <a:gd name="connsiteY302" fmla="*/ 429657 h 2340761"/>
                <a:gd name="connsiteX303" fmla="*/ 1300147 w 2967861"/>
                <a:gd name="connsiteY303" fmla="*/ 423448 h 2340761"/>
                <a:gd name="connsiteX304" fmla="*/ 1296111 w 2967861"/>
                <a:gd name="connsiteY304" fmla="*/ 420344 h 2340761"/>
                <a:gd name="connsiteX305" fmla="*/ 1293006 w 2967861"/>
                <a:gd name="connsiteY305" fmla="*/ 415997 h 2340761"/>
                <a:gd name="connsiteX306" fmla="*/ 1290833 w 2967861"/>
                <a:gd name="connsiteY306" fmla="*/ 412893 h 2340761"/>
                <a:gd name="connsiteX307" fmla="*/ 1289902 w 2967861"/>
                <a:gd name="connsiteY307" fmla="*/ 407615 h 2340761"/>
                <a:gd name="connsiteX308" fmla="*/ 1289902 w 2967861"/>
                <a:gd name="connsiteY308" fmla="*/ 400165 h 2340761"/>
                <a:gd name="connsiteX309" fmla="*/ 1293006 w 2967861"/>
                <a:gd name="connsiteY309" fmla="*/ 390541 h 2340761"/>
                <a:gd name="connsiteX310" fmla="*/ 1296111 w 2967861"/>
                <a:gd name="connsiteY310" fmla="*/ 379054 h 2340761"/>
                <a:gd name="connsiteX311" fmla="*/ 1296111 w 2967861"/>
                <a:gd name="connsiteY311" fmla="*/ 366326 h 2340761"/>
                <a:gd name="connsiteX312" fmla="*/ 1293006 w 2967861"/>
                <a:gd name="connsiteY312" fmla="*/ 355771 h 2340761"/>
                <a:gd name="connsiteX313" fmla="*/ 1289902 w 2967861"/>
                <a:gd name="connsiteY313" fmla="*/ 340870 h 2340761"/>
                <a:gd name="connsiteX314" fmla="*/ 1283693 w 2967861"/>
                <a:gd name="connsiteY314" fmla="*/ 328141 h 2340761"/>
                <a:gd name="connsiteX315" fmla="*/ 1280589 w 2967861"/>
                <a:gd name="connsiteY315" fmla="*/ 318517 h 2340761"/>
                <a:gd name="connsiteX316" fmla="*/ 1282762 w 2967861"/>
                <a:gd name="connsiteY316" fmla="*/ 311067 h 2340761"/>
                <a:gd name="connsiteX317" fmla="*/ 1283693 w 2967861"/>
                <a:gd name="connsiteY317" fmla="*/ 299580 h 2340761"/>
                <a:gd name="connsiteX318" fmla="*/ 1287729 w 2967861"/>
                <a:gd name="connsiteY318" fmla="*/ 286852 h 2340761"/>
                <a:gd name="connsiteX319" fmla="*/ 1290833 w 2967861"/>
                <a:gd name="connsiteY319" fmla="*/ 271951 h 2340761"/>
                <a:gd name="connsiteX320" fmla="*/ 1293006 w 2967861"/>
                <a:gd name="connsiteY320" fmla="*/ 257049 h 2340761"/>
                <a:gd name="connsiteX321" fmla="*/ 1285866 w 2967861"/>
                <a:gd name="connsiteY321" fmla="*/ 249598 h 2340761"/>
                <a:gd name="connsiteX322" fmla="*/ 1280589 w 2967861"/>
                <a:gd name="connsiteY322" fmla="*/ 239975 h 2340761"/>
                <a:gd name="connsiteX323" fmla="*/ 1260720 w 2967861"/>
                <a:gd name="connsiteY323" fmla="*/ 239043 h 2340761"/>
                <a:gd name="connsiteX324" fmla="*/ 1243956 w 2967861"/>
                <a:gd name="connsiteY324" fmla="*/ 239975 h 2340761"/>
                <a:gd name="connsiteX325" fmla="*/ 1234643 w 2967861"/>
                <a:gd name="connsiteY325" fmla="*/ 246184 h 2340761"/>
                <a:gd name="connsiteX326" fmla="*/ 1227502 w 2967861"/>
                <a:gd name="connsiteY326" fmla="*/ 254566 h 2340761"/>
                <a:gd name="connsiteX327" fmla="*/ 1222225 w 2967861"/>
                <a:gd name="connsiteY327" fmla="*/ 266052 h 2340761"/>
                <a:gd name="connsiteX328" fmla="*/ 1218189 w 2967861"/>
                <a:gd name="connsiteY328" fmla="*/ 276607 h 2340761"/>
                <a:gd name="connsiteX329" fmla="*/ 1215085 w 2967861"/>
                <a:gd name="connsiteY329" fmla="*/ 290267 h 2340761"/>
                <a:gd name="connsiteX330" fmla="*/ 1211049 w 2967861"/>
                <a:gd name="connsiteY330" fmla="*/ 300822 h 2340761"/>
                <a:gd name="connsiteX331" fmla="*/ 1203909 w 2967861"/>
                <a:gd name="connsiteY331" fmla="*/ 310446 h 2340761"/>
                <a:gd name="connsiteX332" fmla="*/ 1193353 w 2967861"/>
                <a:gd name="connsiteY332" fmla="*/ 317896 h 2340761"/>
                <a:gd name="connsiteX333" fmla="*/ 1196458 w 2967861"/>
                <a:gd name="connsiteY333" fmla="*/ 338075 h 2340761"/>
                <a:gd name="connsiteX334" fmla="*/ 1198631 w 2967861"/>
                <a:gd name="connsiteY334" fmla="*/ 352977 h 2340761"/>
                <a:gd name="connsiteX335" fmla="*/ 1202667 w 2967861"/>
                <a:gd name="connsiteY335" fmla="*/ 370051 h 2340761"/>
                <a:gd name="connsiteX336" fmla="*/ 1200494 w 2967861"/>
                <a:gd name="connsiteY336" fmla="*/ 392403 h 2340761"/>
                <a:gd name="connsiteX337" fmla="*/ 1217258 w 2967861"/>
                <a:gd name="connsiteY337" fmla="*/ 392403 h 2340761"/>
                <a:gd name="connsiteX338" fmla="*/ 1218189 w 2967861"/>
                <a:gd name="connsiteY338" fmla="*/ 399854 h 2340761"/>
                <a:gd name="connsiteX339" fmla="*/ 1222225 w 2967861"/>
                <a:gd name="connsiteY339" fmla="*/ 405132 h 2340761"/>
                <a:gd name="connsiteX340" fmla="*/ 1224398 w 2967861"/>
                <a:gd name="connsiteY340" fmla="*/ 410409 h 2340761"/>
                <a:gd name="connsiteX341" fmla="*/ 1227502 w 2967861"/>
                <a:gd name="connsiteY341" fmla="*/ 414756 h 2340761"/>
                <a:gd name="connsiteX342" fmla="*/ 1232780 w 2967861"/>
                <a:gd name="connsiteY342" fmla="*/ 420033 h 2340761"/>
                <a:gd name="connsiteX343" fmla="*/ 1231849 w 2967861"/>
                <a:gd name="connsiteY343" fmla="*/ 423138 h 2340761"/>
                <a:gd name="connsiteX344" fmla="*/ 1231849 w 2967861"/>
                <a:gd name="connsiteY344" fmla="*/ 425311 h 2340761"/>
                <a:gd name="connsiteX345" fmla="*/ 1229676 w 2967861"/>
                <a:gd name="connsiteY345" fmla="*/ 427484 h 2340761"/>
                <a:gd name="connsiteX346" fmla="*/ 1220362 w 2967861"/>
                <a:gd name="connsiteY346" fmla="*/ 423138 h 2340761"/>
                <a:gd name="connsiteX347" fmla="*/ 1205771 w 2967861"/>
                <a:gd name="connsiteY347" fmla="*/ 415687 h 2340761"/>
                <a:gd name="connsiteX348" fmla="*/ 1190249 w 2967861"/>
                <a:gd name="connsiteY348" fmla="*/ 402959 h 2340761"/>
                <a:gd name="connsiteX349" fmla="*/ 1171622 w 2967861"/>
                <a:gd name="connsiteY349" fmla="*/ 390230 h 2340761"/>
                <a:gd name="connsiteX350" fmla="*/ 1159204 w 2967861"/>
                <a:gd name="connsiteY350" fmla="*/ 377502 h 2340761"/>
                <a:gd name="connsiteX351" fmla="*/ 1149891 w 2967861"/>
                <a:gd name="connsiteY351" fmla="*/ 366016 h 2340761"/>
                <a:gd name="connsiteX352" fmla="*/ 1142751 w 2967861"/>
                <a:gd name="connsiteY352" fmla="*/ 366016 h 2340761"/>
                <a:gd name="connsiteX353" fmla="*/ 1135611 w 2967861"/>
                <a:gd name="connsiteY353" fmla="*/ 366016 h 2340761"/>
                <a:gd name="connsiteX354" fmla="*/ 1130333 w 2967861"/>
                <a:gd name="connsiteY354" fmla="*/ 363842 h 2340761"/>
                <a:gd name="connsiteX355" fmla="*/ 1126297 w 2967861"/>
                <a:gd name="connsiteY355" fmla="*/ 362911 h 2340761"/>
                <a:gd name="connsiteX356" fmla="*/ 1119157 w 2967861"/>
                <a:gd name="connsiteY356" fmla="*/ 366016 h 2340761"/>
                <a:gd name="connsiteX357" fmla="*/ 1116052 w 2967861"/>
                <a:gd name="connsiteY357" fmla="*/ 368189 h 2340761"/>
                <a:gd name="connsiteX358" fmla="*/ 1112017 w 2967861"/>
                <a:gd name="connsiteY358" fmla="*/ 371293 h 2340761"/>
                <a:gd name="connsiteX359" fmla="*/ 1106739 w 2967861"/>
                <a:gd name="connsiteY359" fmla="*/ 375639 h 2340761"/>
                <a:gd name="connsiteX360" fmla="*/ 1106739 w 2967861"/>
                <a:gd name="connsiteY360" fmla="*/ 383090 h 2340761"/>
                <a:gd name="connsiteX361" fmla="*/ 1106739 w 2967861"/>
                <a:gd name="connsiteY361" fmla="*/ 388368 h 2340761"/>
                <a:gd name="connsiteX362" fmla="*/ 1108912 w 2967861"/>
                <a:gd name="connsiteY362" fmla="*/ 392714 h 2340761"/>
                <a:gd name="connsiteX363" fmla="*/ 1111085 w 2967861"/>
                <a:gd name="connsiteY363" fmla="*/ 395818 h 2340761"/>
                <a:gd name="connsiteX364" fmla="*/ 1114190 w 2967861"/>
                <a:gd name="connsiteY364" fmla="*/ 400165 h 2340761"/>
                <a:gd name="connsiteX365" fmla="*/ 1114190 w 2967861"/>
                <a:gd name="connsiteY365" fmla="*/ 405442 h 2340761"/>
                <a:gd name="connsiteX366" fmla="*/ 1112017 w 2967861"/>
                <a:gd name="connsiteY366" fmla="*/ 410720 h 2340761"/>
                <a:gd name="connsiteX367" fmla="*/ 1112017 w 2967861"/>
                <a:gd name="connsiteY367" fmla="*/ 415066 h 2340761"/>
                <a:gd name="connsiteX368" fmla="*/ 1111085 w 2967861"/>
                <a:gd name="connsiteY368" fmla="*/ 415997 h 2340761"/>
                <a:gd name="connsiteX369" fmla="*/ 1108912 w 2967861"/>
                <a:gd name="connsiteY369" fmla="*/ 420344 h 2340761"/>
                <a:gd name="connsiteX370" fmla="*/ 1106739 w 2967861"/>
                <a:gd name="connsiteY370" fmla="*/ 423448 h 2340761"/>
                <a:gd name="connsiteX371" fmla="*/ 1099599 w 2967861"/>
                <a:gd name="connsiteY371" fmla="*/ 422517 h 2340761"/>
                <a:gd name="connsiteX372" fmla="*/ 1096495 w 2967861"/>
                <a:gd name="connsiteY372" fmla="*/ 422517 h 2340761"/>
                <a:gd name="connsiteX373" fmla="*/ 1094321 w 2967861"/>
                <a:gd name="connsiteY373" fmla="*/ 420344 h 2340761"/>
                <a:gd name="connsiteX374" fmla="*/ 1092148 w 2967861"/>
                <a:gd name="connsiteY374" fmla="*/ 418170 h 2340761"/>
                <a:gd name="connsiteX375" fmla="*/ 1089044 w 2967861"/>
                <a:gd name="connsiteY375" fmla="*/ 415066 h 2340761"/>
                <a:gd name="connsiteX376" fmla="*/ 1086871 w 2967861"/>
                <a:gd name="connsiteY376" fmla="*/ 412893 h 2340761"/>
                <a:gd name="connsiteX377" fmla="*/ 1083766 w 2967861"/>
                <a:gd name="connsiteY377" fmla="*/ 412893 h 2340761"/>
                <a:gd name="connsiteX378" fmla="*/ 1072280 w 2967861"/>
                <a:gd name="connsiteY378" fmla="*/ 415997 h 2340761"/>
                <a:gd name="connsiteX379" fmla="*/ 1061724 w 2967861"/>
                <a:gd name="connsiteY379" fmla="*/ 420344 h 2340761"/>
                <a:gd name="connsiteX380" fmla="*/ 1048065 w 2967861"/>
                <a:gd name="connsiteY380" fmla="*/ 425621 h 2340761"/>
                <a:gd name="connsiteX381" fmla="*/ 1035647 w 2967861"/>
                <a:gd name="connsiteY381" fmla="*/ 430899 h 2340761"/>
                <a:gd name="connsiteX382" fmla="*/ 1030369 w 2967861"/>
                <a:gd name="connsiteY382" fmla="*/ 436176 h 2340761"/>
                <a:gd name="connsiteX383" fmla="*/ 1021056 w 2967861"/>
                <a:gd name="connsiteY383" fmla="*/ 436176 h 2340761"/>
                <a:gd name="connsiteX384" fmla="*/ 1028196 w 2967861"/>
                <a:gd name="connsiteY384" fmla="*/ 425621 h 2340761"/>
                <a:gd name="connsiteX385" fmla="*/ 1035336 w 2967861"/>
                <a:gd name="connsiteY385" fmla="*/ 420344 h 2340761"/>
                <a:gd name="connsiteX386" fmla="*/ 1044650 w 2967861"/>
                <a:gd name="connsiteY386" fmla="*/ 415066 h 2340761"/>
                <a:gd name="connsiteX387" fmla="*/ 1053963 w 2967861"/>
                <a:gd name="connsiteY387" fmla="*/ 407615 h 2340761"/>
                <a:gd name="connsiteX388" fmla="*/ 1040304 w 2967861"/>
                <a:gd name="connsiteY388" fmla="*/ 403269 h 2340761"/>
                <a:gd name="connsiteX389" fmla="*/ 1025713 w 2967861"/>
                <a:gd name="connsiteY389" fmla="*/ 400165 h 2340761"/>
                <a:gd name="connsiteX390" fmla="*/ 1010190 w 2967861"/>
                <a:gd name="connsiteY390" fmla="*/ 400165 h 2340761"/>
                <a:gd name="connsiteX391" fmla="*/ 1008017 w 2967861"/>
                <a:gd name="connsiteY391" fmla="*/ 407615 h 2340761"/>
                <a:gd name="connsiteX392" fmla="*/ 1008017 w 2967861"/>
                <a:gd name="connsiteY392" fmla="*/ 412893 h 2340761"/>
                <a:gd name="connsiteX393" fmla="*/ 1005844 w 2967861"/>
                <a:gd name="connsiteY393" fmla="*/ 415997 h 2340761"/>
                <a:gd name="connsiteX394" fmla="*/ 1003671 w 2967861"/>
                <a:gd name="connsiteY394" fmla="*/ 420344 h 2340761"/>
                <a:gd name="connsiteX395" fmla="*/ 1000567 w 2967861"/>
                <a:gd name="connsiteY395" fmla="*/ 423448 h 2340761"/>
                <a:gd name="connsiteX396" fmla="*/ 1000567 w 2967861"/>
                <a:gd name="connsiteY396" fmla="*/ 427794 h 2340761"/>
                <a:gd name="connsiteX397" fmla="*/ 996531 w 2967861"/>
                <a:gd name="connsiteY397" fmla="*/ 425621 h 2340761"/>
                <a:gd name="connsiteX398" fmla="*/ 995600 w 2967861"/>
                <a:gd name="connsiteY398" fmla="*/ 422517 h 2340761"/>
                <a:gd name="connsiteX399" fmla="*/ 993426 w 2967861"/>
                <a:gd name="connsiteY399" fmla="*/ 420344 h 2340761"/>
                <a:gd name="connsiteX400" fmla="*/ 991253 w 2967861"/>
                <a:gd name="connsiteY400" fmla="*/ 415997 h 2340761"/>
                <a:gd name="connsiteX401" fmla="*/ 990322 w 2967861"/>
                <a:gd name="connsiteY401" fmla="*/ 412893 h 2340761"/>
                <a:gd name="connsiteX402" fmla="*/ 986286 w 2967861"/>
                <a:gd name="connsiteY402" fmla="*/ 410720 h 2340761"/>
                <a:gd name="connsiteX403" fmla="*/ 983182 w 2967861"/>
                <a:gd name="connsiteY403" fmla="*/ 408547 h 2340761"/>
                <a:gd name="connsiteX404" fmla="*/ 981009 w 2967861"/>
                <a:gd name="connsiteY404" fmla="*/ 410720 h 2340761"/>
                <a:gd name="connsiteX405" fmla="*/ 975731 w 2967861"/>
                <a:gd name="connsiteY405" fmla="*/ 410720 h 2340761"/>
                <a:gd name="connsiteX406" fmla="*/ 969522 w 2967861"/>
                <a:gd name="connsiteY406" fmla="*/ 412893 h 2340761"/>
                <a:gd name="connsiteX407" fmla="*/ 957104 w 2967861"/>
                <a:gd name="connsiteY407" fmla="*/ 429967 h 2340761"/>
                <a:gd name="connsiteX408" fmla="*/ 942513 w 2967861"/>
                <a:gd name="connsiteY408" fmla="*/ 443627 h 2340761"/>
                <a:gd name="connsiteX409" fmla="*/ 930095 w 2967861"/>
                <a:gd name="connsiteY409" fmla="*/ 460702 h 2340761"/>
                <a:gd name="connsiteX410" fmla="*/ 932269 w 2967861"/>
                <a:gd name="connsiteY410" fmla="*/ 465979 h 2340761"/>
                <a:gd name="connsiteX411" fmla="*/ 932269 w 2967861"/>
                <a:gd name="connsiteY411" fmla="*/ 470325 h 2340761"/>
                <a:gd name="connsiteX412" fmla="*/ 932269 w 2967861"/>
                <a:gd name="connsiteY412" fmla="*/ 475603 h 2340761"/>
                <a:gd name="connsiteX413" fmla="*/ 932269 w 2967861"/>
                <a:gd name="connsiteY413" fmla="*/ 479949 h 2340761"/>
                <a:gd name="connsiteX414" fmla="*/ 930095 w 2967861"/>
                <a:gd name="connsiteY414" fmla="*/ 485227 h 2340761"/>
                <a:gd name="connsiteX415" fmla="*/ 926060 w 2967861"/>
                <a:gd name="connsiteY415" fmla="*/ 487400 h 2340761"/>
                <a:gd name="connsiteX416" fmla="*/ 925128 w 2967861"/>
                <a:gd name="connsiteY416" fmla="*/ 487400 h 2340761"/>
                <a:gd name="connsiteX417" fmla="*/ 922955 w 2967861"/>
                <a:gd name="connsiteY417" fmla="*/ 488331 h 2340761"/>
                <a:gd name="connsiteX418" fmla="*/ 920782 w 2967861"/>
                <a:gd name="connsiteY418" fmla="*/ 488331 h 2340761"/>
                <a:gd name="connsiteX419" fmla="*/ 915504 w 2967861"/>
                <a:gd name="connsiteY419" fmla="*/ 488331 h 2340761"/>
                <a:gd name="connsiteX420" fmla="*/ 911469 w 2967861"/>
                <a:gd name="connsiteY420" fmla="*/ 487400 h 2340761"/>
                <a:gd name="connsiteX421" fmla="*/ 908364 w 2967861"/>
                <a:gd name="connsiteY421" fmla="*/ 485227 h 2340761"/>
                <a:gd name="connsiteX422" fmla="*/ 906191 w 2967861"/>
                <a:gd name="connsiteY422" fmla="*/ 483054 h 2340761"/>
                <a:gd name="connsiteX423" fmla="*/ 900914 w 2967861"/>
                <a:gd name="connsiteY423" fmla="*/ 480881 h 2340761"/>
                <a:gd name="connsiteX424" fmla="*/ 900914 w 2967861"/>
                <a:gd name="connsiteY424" fmla="*/ 460702 h 2340761"/>
                <a:gd name="connsiteX425" fmla="*/ 908054 w 2967861"/>
                <a:gd name="connsiteY425" fmla="*/ 460702 h 2340761"/>
                <a:gd name="connsiteX426" fmla="*/ 911158 w 2967861"/>
                <a:gd name="connsiteY426" fmla="*/ 458528 h 2340761"/>
                <a:gd name="connsiteX427" fmla="*/ 913331 w 2967861"/>
                <a:gd name="connsiteY427" fmla="*/ 458528 h 2340761"/>
                <a:gd name="connsiteX428" fmla="*/ 917367 w 2967861"/>
                <a:gd name="connsiteY428" fmla="*/ 457597 h 2340761"/>
                <a:gd name="connsiteX429" fmla="*/ 917367 w 2967861"/>
                <a:gd name="connsiteY429" fmla="*/ 447973 h 2340761"/>
                <a:gd name="connsiteX430" fmla="*/ 911158 w 2967861"/>
                <a:gd name="connsiteY430" fmla="*/ 438349 h 2340761"/>
                <a:gd name="connsiteX431" fmla="*/ 904018 w 2967861"/>
                <a:gd name="connsiteY431" fmla="*/ 427794 h 2340761"/>
                <a:gd name="connsiteX432" fmla="*/ 896878 w 2967861"/>
                <a:gd name="connsiteY432" fmla="*/ 420344 h 2340761"/>
                <a:gd name="connsiteX433" fmla="*/ 866765 w 2967861"/>
                <a:gd name="connsiteY433" fmla="*/ 420344 h 2340761"/>
                <a:gd name="connsiteX434" fmla="*/ 873905 w 2967861"/>
                <a:gd name="connsiteY434" fmla="*/ 464737 h 2340761"/>
                <a:gd name="connsiteX435" fmla="*/ 877009 w 2967861"/>
                <a:gd name="connsiteY435" fmla="*/ 504785 h 2340761"/>
                <a:gd name="connsiteX436" fmla="*/ 869869 w 2967861"/>
                <a:gd name="connsiteY436" fmla="*/ 502612 h 2340761"/>
                <a:gd name="connsiteX437" fmla="*/ 862729 w 2967861"/>
                <a:gd name="connsiteY437" fmla="*/ 501680 h 2340761"/>
                <a:gd name="connsiteX438" fmla="*/ 855588 w 2967861"/>
                <a:gd name="connsiteY438" fmla="*/ 499507 h 2340761"/>
                <a:gd name="connsiteX439" fmla="*/ 850311 w 2967861"/>
                <a:gd name="connsiteY439" fmla="*/ 497334 h 2340761"/>
                <a:gd name="connsiteX440" fmla="*/ 840997 w 2967861"/>
                <a:gd name="connsiteY440" fmla="*/ 510062 h 2340761"/>
                <a:gd name="connsiteX441" fmla="*/ 830442 w 2967861"/>
                <a:gd name="connsiteY441" fmla="*/ 521549 h 2340761"/>
                <a:gd name="connsiteX442" fmla="*/ 813678 w 2967861"/>
                <a:gd name="connsiteY442" fmla="*/ 529000 h 2340761"/>
                <a:gd name="connsiteX443" fmla="*/ 815851 w 2967861"/>
                <a:gd name="connsiteY443" fmla="*/ 534277 h 2340761"/>
                <a:gd name="connsiteX444" fmla="*/ 815851 w 2967861"/>
                <a:gd name="connsiteY444" fmla="*/ 537382 h 2340761"/>
                <a:gd name="connsiteX445" fmla="*/ 815851 w 2967861"/>
                <a:gd name="connsiteY445" fmla="*/ 539555 h 2340761"/>
                <a:gd name="connsiteX446" fmla="*/ 818025 w 2967861"/>
                <a:gd name="connsiteY446" fmla="*/ 541728 h 2340761"/>
                <a:gd name="connsiteX447" fmla="*/ 818956 w 2967861"/>
                <a:gd name="connsiteY447" fmla="*/ 543901 h 2340761"/>
                <a:gd name="connsiteX448" fmla="*/ 821129 w 2967861"/>
                <a:gd name="connsiteY448" fmla="*/ 544832 h 2340761"/>
                <a:gd name="connsiteX449" fmla="*/ 821129 w 2967861"/>
                <a:gd name="connsiteY449" fmla="*/ 551041 h 2340761"/>
                <a:gd name="connsiteX450" fmla="*/ 818956 w 2967861"/>
                <a:gd name="connsiteY450" fmla="*/ 556319 h 2340761"/>
                <a:gd name="connsiteX451" fmla="*/ 818025 w 2967861"/>
                <a:gd name="connsiteY451" fmla="*/ 558492 h 2340761"/>
                <a:gd name="connsiteX452" fmla="*/ 815851 w 2967861"/>
                <a:gd name="connsiteY452" fmla="*/ 561596 h 2340761"/>
                <a:gd name="connsiteX453" fmla="*/ 813678 w 2967861"/>
                <a:gd name="connsiteY453" fmla="*/ 565943 h 2340761"/>
                <a:gd name="connsiteX454" fmla="*/ 799087 w 2967861"/>
                <a:gd name="connsiteY454" fmla="*/ 559734 h 2340761"/>
                <a:gd name="connsiteX455" fmla="*/ 786669 w 2967861"/>
                <a:gd name="connsiteY455" fmla="*/ 552283 h 2340761"/>
                <a:gd name="connsiteX456" fmla="*/ 774252 w 2967861"/>
                <a:gd name="connsiteY456" fmla="*/ 544832 h 2340761"/>
                <a:gd name="connsiteX457" fmla="*/ 774252 w 2967861"/>
                <a:gd name="connsiteY457" fmla="*/ 549179 h 2340761"/>
                <a:gd name="connsiteX458" fmla="*/ 767732 w 2967861"/>
                <a:gd name="connsiteY458" fmla="*/ 549179 h 2340761"/>
                <a:gd name="connsiteX459" fmla="*/ 767732 w 2967861"/>
                <a:gd name="connsiteY459" fmla="*/ 559734 h 2340761"/>
                <a:gd name="connsiteX460" fmla="*/ 769906 w 2967861"/>
                <a:gd name="connsiteY460" fmla="*/ 569358 h 2340761"/>
                <a:gd name="connsiteX461" fmla="*/ 772079 w 2967861"/>
                <a:gd name="connsiteY461" fmla="*/ 582086 h 2340761"/>
                <a:gd name="connsiteX462" fmla="*/ 764938 w 2967861"/>
                <a:gd name="connsiteY462" fmla="*/ 581155 h 2340761"/>
                <a:gd name="connsiteX463" fmla="*/ 760903 w 2967861"/>
                <a:gd name="connsiteY463" fmla="*/ 576808 h 2340761"/>
                <a:gd name="connsiteX464" fmla="*/ 755625 w 2967861"/>
                <a:gd name="connsiteY464" fmla="*/ 574635 h 2340761"/>
                <a:gd name="connsiteX465" fmla="*/ 752520 w 2967861"/>
                <a:gd name="connsiteY465" fmla="*/ 569358 h 2340761"/>
                <a:gd name="connsiteX466" fmla="*/ 748485 w 2967861"/>
                <a:gd name="connsiteY466" fmla="*/ 559734 h 2340761"/>
                <a:gd name="connsiteX467" fmla="*/ 745380 w 2967861"/>
                <a:gd name="connsiteY467" fmla="*/ 544832 h 2340761"/>
                <a:gd name="connsiteX468" fmla="*/ 743207 w 2967861"/>
                <a:gd name="connsiteY468" fmla="*/ 526827 h 2340761"/>
                <a:gd name="connsiteX469" fmla="*/ 741034 w 2967861"/>
                <a:gd name="connsiteY469" fmla="*/ 509752 h 2340761"/>
                <a:gd name="connsiteX470" fmla="*/ 738861 w 2967861"/>
                <a:gd name="connsiteY470" fmla="*/ 497024 h 2340761"/>
                <a:gd name="connsiteX471" fmla="*/ 753452 w 2967861"/>
                <a:gd name="connsiteY471" fmla="*/ 502301 h 2340761"/>
                <a:gd name="connsiteX472" fmla="*/ 768043 w 2967861"/>
                <a:gd name="connsiteY472" fmla="*/ 509752 h 2340761"/>
                <a:gd name="connsiteX473" fmla="*/ 784807 w 2967861"/>
                <a:gd name="connsiteY473" fmla="*/ 517203 h 2340761"/>
                <a:gd name="connsiteX474" fmla="*/ 802502 w 2967861"/>
                <a:gd name="connsiteY474" fmla="*/ 517203 h 2340761"/>
                <a:gd name="connsiteX475" fmla="*/ 819266 w 2967861"/>
                <a:gd name="connsiteY475" fmla="*/ 508821 h 2340761"/>
                <a:gd name="connsiteX476" fmla="*/ 831684 w 2967861"/>
                <a:gd name="connsiteY476" fmla="*/ 495161 h 2340761"/>
                <a:gd name="connsiteX477" fmla="*/ 833857 w 2967861"/>
                <a:gd name="connsiteY477" fmla="*/ 479328 h 2340761"/>
                <a:gd name="connsiteX478" fmla="*/ 830753 w 2967861"/>
                <a:gd name="connsiteY478" fmla="*/ 462254 h 2340761"/>
                <a:gd name="connsiteX479" fmla="*/ 819266 w 2967861"/>
                <a:gd name="connsiteY479" fmla="*/ 445179 h 2340761"/>
                <a:gd name="connsiteX480" fmla="*/ 806848 w 2967861"/>
                <a:gd name="connsiteY480" fmla="*/ 429347 h 2340761"/>
                <a:gd name="connsiteX481" fmla="*/ 792258 w 2967861"/>
                <a:gd name="connsiteY481" fmla="*/ 414445 h 2340761"/>
                <a:gd name="connsiteX482" fmla="*/ 777667 w 2967861"/>
                <a:gd name="connsiteY482" fmla="*/ 402959 h 2340761"/>
                <a:gd name="connsiteX483" fmla="*/ 765249 w 2967861"/>
                <a:gd name="connsiteY483" fmla="*/ 395508 h 2340761"/>
                <a:gd name="connsiteX484" fmla="*/ 732031 w 2967861"/>
                <a:gd name="connsiteY484" fmla="*/ 392403 h 2340761"/>
                <a:gd name="connsiteX485" fmla="*/ 726753 w 2967861"/>
                <a:gd name="connsiteY485" fmla="*/ 386195 h 2340761"/>
                <a:gd name="connsiteX486" fmla="*/ 721476 w 2967861"/>
                <a:gd name="connsiteY486" fmla="*/ 380917 h 2340761"/>
                <a:gd name="connsiteX487" fmla="*/ 719303 w 2967861"/>
                <a:gd name="connsiteY487" fmla="*/ 375639 h 2340761"/>
                <a:gd name="connsiteX488" fmla="*/ 717130 w 2967861"/>
                <a:gd name="connsiteY488" fmla="*/ 371293 h 2340761"/>
                <a:gd name="connsiteX489" fmla="*/ 711852 w 2967861"/>
                <a:gd name="connsiteY489" fmla="*/ 371293 h 2340761"/>
                <a:gd name="connsiteX490" fmla="*/ 704712 w 2967861"/>
                <a:gd name="connsiteY490" fmla="*/ 373466 h 2340761"/>
                <a:gd name="connsiteX491" fmla="*/ 692294 w 2967861"/>
                <a:gd name="connsiteY491" fmla="*/ 378744 h 2340761"/>
                <a:gd name="connsiteX492" fmla="*/ 690121 w 2967861"/>
                <a:gd name="connsiteY492" fmla="*/ 375639 h 2340761"/>
                <a:gd name="connsiteX493" fmla="*/ 689190 w 2967861"/>
                <a:gd name="connsiteY493" fmla="*/ 373466 h 2340761"/>
                <a:gd name="connsiteX494" fmla="*/ 687016 w 2967861"/>
                <a:gd name="connsiteY494" fmla="*/ 373466 h 2340761"/>
                <a:gd name="connsiteX495" fmla="*/ 684843 w 2967861"/>
                <a:gd name="connsiteY495" fmla="*/ 370362 h 2340761"/>
                <a:gd name="connsiteX496" fmla="*/ 684843 w 2967861"/>
                <a:gd name="connsiteY496" fmla="*/ 366016 h 2340761"/>
                <a:gd name="connsiteX497" fmla="*/ 687016 w 2967861"/>
                <a:gd name="connsiteY497" fmla="*/ 363842 h 2340761"/>
                <a:gd name="connsiteX498" fmla="*/ 687016 w 2967861"/>
                <a:gd name="connsiteY498" fmla="*/ 362911 h 2340761"/>
                <a:gd name="connsiteX499" fmla="*/ 689190 w 2967861"/>
                <a:gd name="connsiteY499" fmla="*/ 362911 h 2340761"/>
                <a:gd name="connsiteX500" fmla="*/ 690121 w 2967861"/>
                <a:gd name="connsiteY500" fmla="*/ 360738 h 2340761"/>
                <a:gd name="connsiteX501" fmla="*/ 692294 w 2967861"/>
                <a:gd name="connsiteY501" fmla="*/ 358565 h 2340761"/>
                <a:gd name="connsiteX502" fmla="*/ 689190 w 2967861"/>
                <a:gd name="connsiteY502" fmla="*/ 343664 h 2340761"/>
                <a:gd name="connsiteX503" fmla="*/ 682981 w 2967861"/>
                <a:gd name="connsiteY503" fmla="*/ 336213 h 2340761"/>
                <a:gd name="connsiteX504" fmla="*/ 675840 w 2967861"/>
                <a:gd name="connsiteY504" fmla="*/ 334040 h 2340761"/>
                <a:gd name="connsiteX505" fmla="*/ 668700 w 2967861"/>
                <a:gd name="connsiteY505" fmla="*/ 333108 h 2340761"/>
                <a:gd name="connsiteX506" fmla="*/ 660318 w 2967861"/>
                <a:gd name="connsiteY506" fmla="*/ 328762 h 2340761"/>
                <a:gd name="connsiteX507" fmla="*/ 653178 w 2967861"/>
                <a:gd name="connsiteY507" fmla="*/ 321311 h 2340761"/>
                <a:gd name="connsiteX508" fmla="*/ 636414 w 2967861"/>
                <a:gd name="connsiteY508" fmla="*/ 323485 h 2340761"/>
                <a:gd name="connsiteX509" fmla="*/ 619650 w 2967861"/>
                <a:gd name="connsiteY509" fmla="*/ 327831 h 2340761"/>
                <a:gd name="connsiteX510" fmla="*/ 607232 w 2967861"/>
                <a:gd name="connsiteY510" fmla="*/ 330935 h 2340761"/>
                <a:gd name="connsiteX511" fmla="*/ 595745 w 2967861"/>
                <a:gd name="connsiteY511" fmla="*/ 340559 h 2340761"/>
                <a:gd name="connsiteX512" fmla="*/ 589536 w 2967861"/>
                <a:gd name="connsiteY512" fmla="*/ 355460 h 2340761"/>
                <a:gd name="connsiteX513" fmla="*/ 583328 w 2967861"/>
                <a:gd name="connsiteY513" fmla="*/ 351114 h 2340761"/>
                <a:gd name="connsiteX514" fmla="*/ 581465 w 2967861"/>
                <a:gd name="connsiteY514" fmla="*/ 351114 h 2340761"/>
                <a:gd name="connsiteX515" fmla="*/ 579292 w 2967861"/>
                <a:gd name="connsiteY515" fmla="*/ 348941 h 2340761"/>
                <a:gd name="connsiteX516" fmla="*/ 577119 w 2967861"/>
                <a:gd name="connsiteY516" fmla="*/ 348941 h 2340761"/>
                <a:gd name="connsiteX517" fmla="*/ 574014 w 2967861"/>
                <a:gd name="connsiteY517" fmla="*/ 348941 h 2340761"/>
                <a:gd name="connsiteX518" fmla="*/ 569978 w 2967861"/>
                <a:gd name="connsiteY518" fmla="*/ 348941 h 2340761"/>
                <a:gd name="connsiteX519" fmla="*/ 564701 w 2967861"/>
                <a:gd name="connsiteY519" fmla="*/ 348941 h 2340761"/>
                <a:gd name="connsiteX520" fmla="*/ 564701 w 2967861"/>
                <a:gd name="connsiteY520" fmla="*/ 362601 h 2340761"/>
                <a:gd name="connsiteX521" fmla="*/ 560665 w 2967861"/>
                <a:gd name="connsiteY521" fmla="*/ 360428 h 2340761"/>
                <a:gd name="connsiteX522" fmla="*/ 559734 w 2967861"/>
                <a:gd name="connsiteY522" fmla="*/ 360428 h 2340761"/>
                <a:gd name="connsiteX523" fmla="*/ 557561 w 2967861"/>
                <a:gd name="connsiteY523" fmla="*/ 360428 h 2340761"/>
                <a:gd name="connsiteX524" fmla="*/ 555387 w 2967861"/>
                <a:gd name="connsiteY524" fmla="*/ 358254 h 2340761"/>
                <a:gd name="connsiteX525" fmla="*/ 535519 w 2967861"/>
                <a:gd name="connsiteY525" fmla="*/ 363532 h 2340761"/>
                <a:gd name="connsiteX526" fmla="*/ 520928 w 2967861"/>
                <a:gd name="connsiteY526" fmla="*/ 375019 h 2340761"/>
                <a:gd name="connsiteX527" fmla="*/ 511615 w 2967861"/>
                <a:gd name="connsiteY527" fmla="*/ 392093 h 2340761"/>
                <a:gd name="connsiteX528" fmla="*/ 494850 w 2967861"/>
                <a:gd name="connsiteY528" fmla="*/ 392093 h 2340761"/>
                <a:gd name="connsiteX529" fmla="*/ 494850 w 2967861"/>
                <a:gd name="connsiteY529" fmla="*/ 406994 h 2340761"/>
                <a:gd name="connsiteX530" fmla="*/ 479328 w 2967861"/>
                <a:gd name="connsiteY530" fmla="*/ 415377 h 2340761"/>
                <a:gd name="connsiteX531" fmla="*/ 466910 w 2967861"/>
                <a:gd name="connsiteY531" fmla="*/ 430278 h 2340761"/>
                <a:gd name="connsiteX532" fmla="*/ 453251 w 2967861"/>
                <a:gd name="connsiteY532" fmla="*/ 452630 h 2340761"/>
                <a:gd name="connsiteX533" fmla="*/ 442696 w 2967861"/>
                <a:gd name="connsiteY533" fmla="*/ 476845 h 2340761"/>
                <a:gd name="connsiteX534" fmla="*/ 431209 w 2967861"/>
                <a:gd name="connsiteY534" fmla="*/ 501060 h 2340761"/>
                <a:gd name="connsiteX535" fmla="*/ 420654 w 2967861"/>
                <a:gd name="connsiteY535" fmla="*/ 524343 h 2340761"/>
                <a:gd name="connsiteX536" fmla="*/ 408236 w 2967861"/>
                <a:gd name="connsiteY536" fmla="*/ 544522 h 2340761"/>
                <a:gd name="connsiteX537" fmla="*/ 394577 w 2967861"/>
                <a:gd name="connsiteY537" fmla="*/ 561596 h 2340761"/>
                <a:gd name="connsiteX538" fmla="*/ 396750 w 2967861"/>
                <a:gd name="connsiteY538" fmla="*/ 565943 h 2340761"/>
                <a:gd name="connsiteX539" fmla="*/ 396750 w 2967861"/>
                <a:gd name="connsiteY539" fmla="*/ 569047 h 2340761"/>
                <a:gd name="connsiteX540" fmla="*/ 396750 w 2967861"/>
                <a:gd name="connsiteY540" fmla="*/ 571220 h 2340761"/>
                <a:gd name="connsiteX541" fmla="*/ 398923 w 2967861"/>
                <a:gd name="connsiteY541" fmla="*/ 571220 h 2340761"/>
                <a:gd name="connsiteX542" fmla="*/ 401096 w 2967861"/>
                <a:gd name="connsiteY542" fmla="*/ 571220 h 2340761"/>
                <a:gd name="connsiteX543" fmla="*/ 404200 w 2967861"/>
                <a:gd name="connsiteY543" fmla="*/ 573393 h 2340761"/>
                <a:gd name="connsiteX544" fmla="*/ 394887 w 2967861"/>
                <a:gd name="connsiteY544" fmla="*/ 581775 h 2340761"/>
                <a:gd name="connsiteX545" fmla="*/ 384332 w 2967861"/>
                <a:gd name="connsiteY545" fmla="*/ 586122 h 2340761"/>
                <a:gd name="connsiteX546" fmla="*/ 371914 w 2967861"/>
                <a:gd name="connsiteY546" fmla="*/ 593572 h 2340761"/>
                <a:gd name="connsiteX547" fmla="*/ 369741 w 2967861"/>
                <a:gd name="connsiteY547" fmla="*/ 596677 h 2340761"/>
                <a:gd name="connsiteX548" fmla="*/ 367568 w 2967861"/>
                <a:gd name="connsiteY548" fmla="*/ 602886 h 2340761"/>
                <a:gd name="connsiteX549" fmla="*/ 366636 w 2967861"/>
                <a:gd name="connsiteY549" fmla="*/ 605990 h 2340761"/>
                <a:gd name="connsiteX550" fmla="*/ 364463 w 2967861"/>
                <a:gd name="connsiteY550" fmla="*/ 610336 h 2340761"/>
                <a:gd name="connsiteX551" fmla="*/ 360427 w 2967861"/>
                <a:gd name="connsiteY551" fmla="*/ 613441 h 2340761"/>
                <a:gd name="connsiteX552" fmla="*/ 359496 w 2967861"/>
                <a:gd name="connsiteY552" fmla="*/ 611268 h 2340761"/>
                <a:gd name="connsiteX553" fmla="*/ 357323 w 2967861"/>
                <a:gd name="connsiteY553" fmla="*/ 610336 h 2340761"/>
                <a:gd name="connsiteX554" fmla="*/ 355150 w 2967861"/>
                <a:gd name="connsiteY554" fmla="*/ 608163 h 2340761"/>
                <a:gd name="connsiteX555" fmla="*/ 352045 w 2967861"/>
                <a:gd name="connsiteY555" fmla="*/ 605990 h 2340761"/>
                <a:gd name="connsiteX556" fmla="*/ 345836 w 2967861"/>
                <a:gd name="connsiteY556" fmla="*/ 611268 h 2340761"/>
                <a:gd name="connsiteX557" fmla="*/ 340559 w 2967861"/>
                <a:gd name="connsiteY557" fmla="*/ 617477 h 2340761"/>
                <a:gd name="connsiteX558" fmla="*/ 335281 w 2967861"/>
                <a:gd name="connsiteY558" fmla="*/ 622754 h 2340761"/>
                <a:gd name="connsiteX559" fmla="*/ 331246 w 2967861"/>
                <a:gd name="connsiteY559" fmla="*/ 625859 h 2340761"/>
                <a:gd name="connsiteX560" fmla="*/ 325968 w 2967861"/>
                <a:gd name="connsiteY560" fmla="*/ 640760 h 2340761"/>
                <a:gd name="connsiteX561" fmla="*/ 323795 w 2967861"/>
                <a:gd name="connsiteY561" fmla="*/ 652247 h 2340761"/>
                <a:gd name="connsiteX562" fmla="*/ 320690 w 2967861"/>
                <a:gd name="connsiteY562" fmla="*/ 660629 h 2340761"/>
                <a:gd name="connsiteX563" fmla="*/ 311377 w 2967861"/>
                <a:gd name="connsiteY563" fmla="*/ 670252 h 2340761"/>
                <a:gd name="connsiteX564" fmla="*/ 313550 w 2967861"/>
                <a:gd name="connsiteY564" fmla="*/ 692605 h 2340761"/>
                <a:gd name="connsiteX565" fmla="*/ 316655 w 2967861"/>
                <a:gd name="connsiteY565" fmla="*/ 709679 h 2340761"/>
                <a:gd name="connsiteX566" fmla="*/ 320690 w 2967861"/>
                <a:gd name="connsiteY566" fmla="*/ 724581 h 2340761"/>
                <a:gd name="connsiteX567" fmla="*/ 322864 w 2967861"/>
                <a:gd name="connsiteY567" fmla="*/ 742586 h 2340761"/>
                <a:gd name="connsiteX568" fmla="*/ 323795 w 2967861"/>
                <a:gd name="connsiteY568" fmla="*/ 764938 h 2340761"/>
                <a:gd name="connsiteX569" fmla="*/ 327831 w 2967861"/>
                <a:gd name="connsiteY569" fmla="*/ 764938 h 2340761"/>
                <a:gd name="connsiteX570" fmla="*/ 330004 w 2967861"/>
                <a:gd name="connsiteY570" fmla="*/ 767112 h 2340761"/>
                <a:gd name="connsiteX571" fmla="*/ 330935 w 2967861"/>
                <a:gd name="connsiteY571" fmla="*/ 767112 h 2340761"/>
                <a:gd name="connsiteX572" fmla="*/ 333108 w 2967861"/>
                <a:gd name="connsiteY572" fmla="*/ 767112 h 2340761"/>
                <a:gd name="connsiteX573" fmla="*/ 335281 w 2967861"/>
                <a:gd name="connsiteY573" fmla="*/ 769285 h 2340761"/>
                <a:gd name="connsiteX574" fmla="*/ 352977 w 2967861"/>
                <a:gd name="connsiteY574" fmla="*/ 764938 h 2340761"/>
                <a:gd name="connsiteX575" fmla="*/ 364463 w 2967861"/>
                <a:gd name="connsiteY575" fmla="*/ 759661 h 2340761"/>
                <a:gd name="connsiteX576" fmla="*/ 375018 w 2967861"/>
                <a:gd name="connsiteY576" fmla="*/ 752210 h 2340761"/>
                <a:gd name="connsiteX577" fmla="*/ 384332 w 2967861"/>
                <a:gd name="connsiteY577" fmla="*/ 742586 h 2340761"/>
                <a:gd name="connsiteX578" fmla="*/ 398923 w 2967861"/>
                <a:gd name="connsiteY578" fmla="*/ 735136 h 2340761"/>
                <a:gd name="connsiteX579" fmla="*/ 409478 w 2967861"/>
                <a:gd name="connsiteY579" fmla="*/ 762765 h 2340761"/>
                <a:gd name="connsiteX580" fmla="*/ 415687 w 2967861"/>
                <a:gd name="connsiteY580" fmla="*/ 786980 h 2340761"/>
                <a:gd name="connsiteX581" fmla="*/ 424069 w 2967861"/>
                <a:gd name="connsiteY581" fmla="*/ 809332 h 2340761"/>
                <a:gd name="connsiteX582" fmla="*/ 438660 w 2967861"/>
                <a:gd name="connsiteY582" fmla="*/ 829511 h 2340761"/>
                <a:gd name="connsiteX583" fmla="*/ 438660 w 2967861"/>
                <a:gd name="connsiteY583" fmla="*/ 833857 h 2340761"/>
                <a:gd name="connsiteX584" fmla="*/ 444869 w 2967861"/>
                <a:gd name="connsiteY584" fmla="*/ 833857 h 2340761"/>
                <a:gd name="connsiteX585" fmla="*/ 453251 w 2967861"/>
                <a:gd name="connsiteY585" fmla="*/ 818956 h 2340761"/>
                <a:gd name="connsiteX586" fmla="*/ 462564 w 2967861"/>
                <a:gd name="connsiteY586" fmla="*/ 807470 h 2340761"/>
                <a:gd name="connsiteX587" fmla="*/ 474051 w 2967861"/>
                <a:gd name="connsiteY587" fmla="*/ 796914 h 2340761"/>
                <a:gd name="connsiteX588" fmla="*/ 481191 w 2967861"/>
                <a:gd name="connsiteY588" fmla="*/ 784186 h 2340761"/>
                <a:gd name="connsiteX589" fmla="*/ 488331 w 2967861"/>
                <a:gd name="connsiteY589" fmla="*/ 767112 h 2340761"/>
                <a:gd name="connsiteX590" fmla="*/ 491436 w 2967861"/>
                <a:gd name="connsiteY590" fmla="*/ 744759 h 2340761"/>
                <a:gd name="connsiteX591" fmla="*/ 515340 w 2967861"/>
                <a:gd name="connsiteY591" fmla="*/ 735136 h 2340761"/>
                <a:gd name="connsiteX592" fmla="*/ 516271 w 2967861"/>
                <a:gd name="connsiteY592" fmla="*/ 734204 h 2340761"/>
                <a:gd name="connsiteX593" fmla="*/ 516271 w 2967861"/>
                <a:gd name="connsiteY593" fmla="*/ 729858 h 2340761"/>
                <a:gd name="connsiteX594" fmla="*/ 518444 w 2967861"/>
                <a:gd name="connsiteY594" fmla="*/ 727685 h 2340761"/>
                <a:gd name="connsiteX595" fmla="*/ 518444 w 2967861"/>
                <a:gd name="connsiteY595" fmla="*/ 726754 h 2340761"/>
                <a:gd name="connsiteX596" fmla="*/ 520618 w 2967861"/>
                <a:gd name="connsiteY596" fmla="*/ 724581 h 2340761"/>
                <a:gd name="connsiteX597" fmla="*/ 522791 w 2967861"/>
                <a:gd name="connsiteY597" fmla="*/ 722407 h 2340761"/>
                <a:gd name="connsiteX598" fmla="*/ 528068 w 2967861"/>
                <a:gd name="connsiteY598" fmla="*/ 720234 h 2340761"/>
                <a:gd name="connsiteX599" fmla="*/ 524032 w 2967861"/>
                <a:gd name="connsiteY599" fmla="*/ 704402 h 2340761"/>
                <a:gd name="connsiteX600" fmla="*/ 516892 w 2967861"/>
                <a:gd name="connsiteY600" fmla="*/ 690742 h 2340761"/>
                <a:gd name="connsiteX601" fmla="*/ 506337 w 2967861"/>
                <a:gd name="connsiteY601" fmla="*/ 680187 h 2340761"/>
                <a:gd name="connsiteX602" fmla="*/ 494850 w 2967861"/>
                <a:gd name="connsiteY602" fmla="*/ 670563 h 2340761"/>
                <a:gd name="connsiteX603" fmla="*/ 501059 w 2967861"/>
                <a:gd name="connsiteY603" fmla="*/ 645106 h 2340761"/>
                <a:gd name="connsiteX604" fmla="*/ 509441 w 2967861"/>
                <a:gd name="connsiteY604" fmla="*/ 622754 h 2340761"/>
                <a:gd name="connsiteX605" fmla="*/ 523101 w 2967861"/>
                <a:gd name="connsiteY605" fmla="*/ 603817 h 2340761"/>
                <a:gd name="connsiteX606" fmla="*/ 537692 w 2967861"/>
                <a:gd name="connsiteY606" fmla="*/ 587984 h 2340761"/>
                <a:gd name="connsiteX607" fmla="*/ 550110 w 2967861"/>
                <a:gd name="connsiteY607" fmla="*/ 570910 h 2340761"/>
                <a:gd name="connsiteX608" fmla="*/ 559423 w 2967861"/>
                <a:gd name="connsiteY608" fmla="*/ 550731 h 2340761"/>
                <a:gd name="connsiteX609" fmla="*/ 564701 w 2967861"/>
                <a:gd name="connsiteY609" fmla="*/ 524343 h 2340761"/>
                <a:gd name="connsiteX610" fmla="*/ 581465 w 2967861"/>
                <a:gd name="connsiteY610" fmla="*/ 523412 h 2340761"/>
                <a:gd name="connsiteX611" fmla="*/ 595125 w 2967861"/>
                <a:gd name="connsiteY611" fmla="*/ 521238 h 2340761"/>
                <a:gd name="connsiteX612" fmla="*/ 601334 w 2967861"/>
                <a:gd name="connsiteY612" fmla="*/ 526516 h 2340761"/>
                <a:gd name="connsiteX613" fmla="*/ 606611 w 2967861"/>
                <a:gd name="connsiteY613" fmla="*/ 531794 h 2340761"/>
                <a:gd name="connsiteX614" fmla="*/ 611889 w 2967861"/>
                <a:gd name="connsiteY614" fmla="*/ 537071 h 2340761"/>
                <a:gd name="connsiteX615" fmla="*/ 602575 w 2967861"/>
                <a:gd name="connsiteY615" fmla="*/ 554146 h 2340761"/>
                <a:gd name="connsiteX616" fmla="*/ 590157 w 2967861"/>
                <a:gd name="connsiteY616" fmla="*/ 569047 h 2340761"/>
                <a:gd name="connsiteX617" fmla="*/ 575566 w 2967861"/>
                <a:gd name="connsiteY617" fmla="*/ 583949 h 2340761"/>
                <a:gd name="connsiteX618" fmla="*/ 560976 w 2967861"/>
                <a:gd name="connsiteY618" fmla="*/ 596677 h 2340761"/>
                <a:gd name="connsiteX619" fmla="*/ 552593 w 2967861"/>
                <a:gd name="connsiteY619" fmla="*/ 615614 h 2340761"/>
                <a:gd name="connsiteX620" fmla="*/ 550420 w 2967861"/>
                <a:gd name="connsiteY620" fmla="*/ 628342 h 2340761"/>
                <a:gd name="connsiteX621" fmla="*/ 552593 w 2967861"/>
                <a:gd name="connsiteY621" fmla="*/ 643244 h 2340761"/>
                <a:gd name="connsiteX622" fmla="*/ 553525 w 2967861"/>
                <a:gd name="connsiteY622" fmla="*/ 655972 h 2340761"/>
                <a:gd name="connsiteX623" fmla="*/ 552593 w 2967861"/>
                <a:gd name="connsiteY623" fmla="*/ 667458 h 2340761"/>
                <a:gd name="connsiteX624" fmla="*/ 553525 w 2967861"/>
                <a:gd name="connsiteY624" fmla="*/ 682360 h 2340761"/>
                <a:gd name="connsiteX625" fmla="*/ 557561 w 2967861"/>
                <a:gd name="connsiteY625" fmla="*/ 690742 h 2340761"/>
                <a:gd name="connsiteX626" fmla="*/ 562838 w 2967861"/>
                <a:gd name="connsiteY626" fmla="*/ 698193 h 2340761"/>
                <a:gd name="connsiteX627" fmla="*/ 568116 w 2967861"/>
                <a:gd name="connsiteY627" fmla="*/ 705643 h 2340761"/>
                <a:gd name="connsiteX628" fmla="*/ 572152 w 2967861"/>
                <a:gd name="connsiteY628" fmla="*/ 715267 h 2340761"/>
                <a:gd name="connsiteX629" fmla="*/ 593883 w 2967861"/>
                <a:gd name="connsiteY629" fmla="*/ 712163 h 2340761"/>
                <a:gd name="connsiteX630" fmla="*/ 613751 w 2967861"/>
                <a:gd name="connsiteY630" fmla="*/ 705954 h 2340761"/>
                <a:gd name="connsiteX631" fmla="*/ 631447 w 2967861"/>
                <a:gd name="connsiteY631" fmla="*/ 697572 h 2340761"/>
                <a:gd name="connsiteX632" fmla="*/ 638587 w 2967861"/>
                <a:gd name="connsiteY632" fmla="*/ 697572 h 2340761"/>
                <a:gd name="connsiteX633" fmla="*/ 644796 w 2967861"/>
                <a:gd name="connsiteY633" fmla="*/ 698503 h 2340761"/>
                <a:gd name="connsiteX634" fmla="*/ 647900 w 2967861"/>
                <a:gd name="connsiteY634" fmla="*/ 700676 h 2340761"/>
                <a:gd name="connsiteX635" fmla="*/ 653178 w 2967861"/>
                <a:gd name="connsiteY635" fmla="*/ 702849 h 2340761"/>
                <a:gd name="connsiteX636" fmla="*/ 659387 w 2967861"/>
                <a:gd name="connsiteY636" fmla="*/ 705022 h 2340761"/>
                <a:gd name="connsiteX637" fmla="*/ 652246 w 2967861"/>
                <a:gd name="connsiteY637" fmla="*/ 715578 h 2340761"/>
                <a:gd name="connsiteX638" fmla="*/ 642933 w 2967861"/>
                <a:gd name="connsiteY638" fmla="*/ 719924 h 2340761"/>
                <a:gd name="connsiteX639" fmla="*/ 633620 w 2967861"/>
                <a:gd name="connsiteY639" fmla="*/ 717751 h 2340761"/>
                <a:gd name="connsiteX640" fmla="*/ 621202 w 2967861"/>
                <a:gd name="connsiteY640" fmla="*/ 715578 h 2340761"/>
                <a:gd name="connsiteX641" fmla="*/ 608784 w 2967861"/>
                <a:gd name="connsiteY641" fmla="*/ 715578 h 2340761"/>
                <a:gd name="connsiteX642" fmla="*/ 601644 w 2967861"/>
                <a:gd name="connsiteY642" fmla="*/ 719924 h 2340761"/>
                <a:gd name="connsiteX643" fmla="*/ 595435 w 2967861"/>
                <a:gd name="connsiteY643" fmla="*/ 723028 h 2340761"/>
                <a:gd name="connsiteX644" fmla="*/ 589226 w 2967861"/>
                <a:gd name="connsiteY644" fmla="*/ 727375 h 2340761"/>
                <a:gd name="connsiteX645" fmla="*/ 579913 w 2967861"/>
                <a:gd name="connsiteY645" fmla="*/ 728306 h 2340761"/>
                <a:gd name="connsiteX646" fmla="*/ 583017 w 2967861"/>
                <a:gd name="connsiteY646" fmla="*/ 745380 h 2340761"/>
                <a:gd name="connsiteX647" fmla="*/ 585190 w 2967861"/>
                <a:gd name="connsiteY647" fmla="*/ 755004 h 2340761"/>
                <a:gd name="connsiteX648" fmla="*/ 589226 w 2967861"/>
                <a:gd name="connsiteY648" fmla="*/ 762455 h 2340761"/>
                <a:gd name="connsiteX649" fmla="*/ 590157 w 2967861"/>
                <a:gd name="connsiteY649" fmla="*/ 773010 h 2340761"/>
                <a:gd name="connsiteX650" fmla="*/ 592331 w 2967861"/>
                <a:gd name="connsiteY650" fmla="*/ 790085 h 2340761"/>
                <a:gd name="connsiteX651" fmla="*/ 587053 w 2967861"/>
                <a:gd name="connsiteY651" fmla="*/ 787911 h 2340761"/>
                <a:gd name="connsiteX652" fmla="*/ 581775 w 2967861"/>
                <a:gd name="connsiteY652" fmla="*/ 785738 h 2340761"/>
                <a:gd name="connsiteX653" fmla="*/ 579602 w 2967861"/>
                <a:gd name="connsiteY653" fmla="*/ 784807 h 2340761"/>
                <a:gd name="connsiteX654" fmla="*/ 577429 w 2967861"/>
                <a:gd name="connsiteY654" fmla="*/ 780461 h 2340761"/>
                <a:gd name="connsiteX655" fmla="*/ 575256 w 2967861"/>
                <a:gd name="connsiteY655" fmla="*/ 777356 h 2340761"/>
                <a:gd name="connsiteX656" fmla="*/ 572152 w 2967861"/>
                <a:gd name="connsiteY656" fmla="*/ 773010 h 2340761"/>
                <a:gd name="connsiteX657" fmla="*/ 572152 w 2967861"/>
                <a:gd name="connsiteY657" fmla="*/ 769906 h 2340761"/>
                <a:gd name="connsiteX658" fmla="*/ 566874 w 2967861"/>
                <a:gd name="connsiteY658" fmla="*/ 770837 h 2340761"/>
                <a:gd name="connsiteX659" fmla="*/ 562838 w 2967861"/>
                <a:gd name="connsiteY659" fmla="*/ 773010 h 2340761"/>
                <a:gd name="connsiteX660" fmla="*/ 559734 w 2967861"/>
                <a:gd name="connsiteY660" fmla="*/ 777356 h 2340761"/>
                <a:gd name="connsiteX661" fmla="*/ 555698 w 2967861"/>
                <a:gd name="connsiteY661" fmla="*/ 778288 h 2340761"/>
                <a:gd name="connsiteX662" fmla="*/ 552593 w 2967861"/>
                <a:gd name="connsiteY662" fmla="*/ 782634 h 2340761"/>
                <a:gd name="connsiteX663" fmla="*/ 548558 w 2967861"/>
                <a:gd name="connsiteY663" fmla="*/ 808090 h 2340761"/>
                <a:gd name="connsiteX664" fmla="*/ 548558 w 2967861"/>
                <a:gd name="connsiteY664" fmla="*/ 839756 h 2340761"/>
                <a:gd name="connsiteX665" fmla="*/ 543280 w 2967861"/>
                <a:gd name="connsiteY665" fmla="*/ 841929 h 2340761"/>
                <a:gd name="connsiteX666" fmla="*/ 539244 w 2967861"/>
                <a:gd name="connsiteY666" fmla="*/ 841929 h 2340761"/>
                <a:gd name="connsiteX667" fmla="*/ 536140 w 2967861"/>
                <a:gd name="connsiteY667" fmla="*/ 842860 h 2340761"/>
                <a:gd name="connsiteX668" fmla="*/ 532104 w 2967861"/>
                <a:gd name="connsiteY668" fmla="*/ 847207 h 2340761"/>
                <a:gd name="connsiteX669" fmla="*/ 531173 w 2967861"/>
                <a:gd name="connsiteY669" fmla="*/ 849380 h 2340761"/>
                <a:gd name="connsiteX670" fmla="*/ 528999 w 2967861"/>
                <a:gd name="connsiteY670" fmla="*/ 854657 h 2340761"/>
                <a:gd name="connsiteX671" fmla="*/ 509131 w 2967861"/>
                <a:gd name="connsiteY671" fmla="*/ 850311 h 2340761"/>
                <a:gd name="connsiteX672" fmla="*/ 494540 w 2967861"/>
                <a:gd name="connsiteY672" fmla="*/ 849380 h 2340761"/>
                <a:gd name="connsiteX673" fmla="*/ 485227 w 2967861"/>
                <a:gd name="connsiteY673" fmla="*/ 852484 h 2340761"/>
                <a:gd name="connsiteX674" fmla="*/ 478086 w 2967861"/>
                <a:gd name="connsiteY674" fmla="*/ 856830 h 2340761"/>
                <a:gd name="connsiteX675" fmla="*/ 472809 w 2967861"/>
                <a:gd name="connsiteY675" fmla="*/ 862108 h 2340761"/>
                <a:gd name="connsiteX676" fmla="*/ 463495 w 2967861"/>
                <a:gd name="connsiteY676" fmla="*/ 867386 h 2340761"/>
                <a:gd name="connsiteX677" fmla="*/ 452940 w 2967861"/>
                <a:gd name="connsiteY677" fmla="*/ 871732 h 2340761"/>
                <a:gd name="connsiteX678" fmla="*/ 443627 w 2967861"/>
                <a:gd name="connsiteY678" fmla="*/ 871732 h 2340761"/>
                <a:gd name="connsiteX679" fmla="*/ 436487 w 2967861"/>
                <a:gd name="connsiteY679" fmla="*/ 865523 h 2340761"/>
                <a:gd name="connsiteX680" fmla="*/ 431209 w 2967861"/>
                <a:gd name="connsiteY680" fmla="*/ 862418 h 2340761"/>
                <a:gd name="connsiteX681" fmla="*/ 423138 w 2967861"/>
                <a:gd name="connsiteY681" fmla="*/ 862418 h 2340761"/>
                <a:gd name="connsiteX682" fmla="*/ 411651 w 2967861"/>
                <a:gd name="connsiteY682" fmla="*/ 867696 h 2340761"/>
                <a:gd name="connsiteX683" fmla="*/ 406373 w 2967861"/>
                <a:gd name="connsiteY683" fmla="*/ 864592 h 2340761"/>
                <a:gd name="connsiteX684" fmla="*/ 402338 w 2967861"/>
                <a:gd name="connsiteY684" fmla="*/ 862418 h 2340761"/>
                <a:gd name="connsiteX685" fmla="*/ 401406 w 2967861"/>
                <a:gd name="connsiteY685" fmla="*/ 860245 h 2340761"/>
                <a:gd name="connsiteX686" fmla="*/ 397371 w 2967861"/>
                <a:gd name="connsiteY686" fmla="*/ 858072 h 2340761"/>
                <a:gd name="connsiteX687" fmla="*/ 392093 w 2967861"/>
                <a:gd name="connsiteY687" fmla="*/ 854968 h 2340761"/>
                <a:gd name="connsiteX688" fmla="*/ 392093 w 2967861"/>
                <a:gd name="connsiteY688" fmla="*/ 842239 h 2340761"/>
                <a:gd name="connsiteX689" fmla="*/ 394266 w 2967861"/>
                <a:gd name="connsiteY689" fmla="*/ 825165 h 2340761"/>
                <a:gd name="connsiteX690" fmla="*/ 395197 w 2967861"/>
                <a:gd name="connsiteY690" fmla="*/ 807159 h 2340761"/>
                <a:gd name="connsiteX691" fmla="*/ 397371 w 2967861"/>
                <a:gd name="connsiteY691" fmla="*/ 793500 h 2340761"/>
                <a:gd name="connsiteX692" fmla="*/ 399544 w 2967861"/>
                <a:gd name="connsiteY692" fmla="*/ 786049 h 2340761"/>
                <a:gd name="connsiteX693" fmla="*/ 399544 w 2967861"/>
                <a:gd name="connsiteY693" fmla="*/ 777667 h 2340761"/>
                <a:gd name="connsiteX694" fmla="*/ 387126 w 2967861"/>
                <a:gd name="connsiteY694" fmla="*/ 780771 h 2340761"/>
                <a:gd name="connsiteX695" fmla="*/ 375639 w 2967861"/>
                <a:gd name="connsiteY695" fmla="*/ 785117 h 2340761"/>
                <a:gd name="connsiteX696" fmla="*/ 360117 w 2967861"/>
                <a:gd name="connsiteY696" fmla="*/ 786049 h 2340761"/>
                <a:gd name="connsiteX697" fmla="*/ 361048 w 2967861"/>
                <a:gd name="connsiteY697" fmla="*/ 803123 h 2340761"/>
                <a:gd name="connsiteX698" fmla="*/ 361048 w 2967861"/>
                <a:gd name="connsiteY698" fmla="*/ 823302 h 2340761"/>
                <a:gd name="connsiteX699" fmla="*/ 365084 w 2967861"/>
                <a:gd name="connsiteY699" fmla="*/ 845654 h 2340761"/>
                <a:gd name="connsiteX700" fmla="*/ 372224 w 2967861"/>
                <a:gd name="connsiteY700" fmla="*/ 864592 h 2340761"/>
                <a:gd name="connsiteX701" fmla="*/ 370051 w 2967861"/>
                <a:gd name="connsiteY701" fmla="*/ 865523 h 2340761"/>
                <a:gd name="connsiteX702" fmla="*/ 370051 w 2967861"/>
                <a:gd name="connsiteY702" fmla="*/ 867696 h 2340761"/>
                <a:gd name="connsiteX703" fmla="*/ 370051 w 2967861"/>
                <a:gd name="connsiteY703" fmla="*/ 869869 h 2340761"/>
                <a:gd name="connsiteX704" fmla="*/ 367878 w 2967861"/>
                <a:gd name="connsiteY704" fmla="*/ 872042 h 2340761"/>
                <a:gd name="connsiteX705" fmla="*/ 353287 w 2967861"/>
                <a:gd name="connsiteY705" fmla="*/ 877320 h 2340761"/>
                <a:gd name="connsiteX706" fmla="*/ 337765 w 2967861"/>
                <a:gd name="connsiteY706" fmla="*/ 882597 h 2340761"/>
                <a:gd name="connsiteX707" fmla="*/ 324105 w 2967861"/>
                <a:gd name="connsiteY707" fmla="*/ 887875 h 2340761"/>
                <a:gd name="connsiteX708" fmla="*/ 313550 w 2967861"/>
                <a:gd name="connsiteY708" fmla="*/ 895326 h 2340761"/>
                <a:gd name="connsiteX709" fmla="*/ 308273 w 2967861"/>
                <a:gd name="connsiteY709" fmla="*/ 906812 h 2340761"/>
                <a:gd name="connsiteX710" fmla="*/ 306099 w 2967861"/>
                <a:gd name="connsiteY710" fmla="*/ 917367 h 2340761"/>
                <a:gd name="connsiteX711" fmla="*/ 298959 w 2967861"/>
                <a:gd name="connsiteY711" fmla="*/ 928854 h 2340761"/>
                <a:gd name="connsiteX712" fmla="*/ 264500 w 2967861"/>
                <a:gd name="connsiteY712" fmla="*/ 939409 h 2340761"/>
                <a:gd name="connsiteX713" fmla="*/ 262327 w 2967861"/>
                <a:gd name="connsiteY713" fmla="*/ 943755 h 2340761"/>
                <a:gd name="connsiteX714" fmla="*/ 260154 w 2967861"/>
                <a:gd name="connsiteY714" fmla="*/ 946860 h 2340761"/>
                <a:gd name="connsiteX715" fmla="*/ 260154 w 2967861"/>
                <a:gd name="connsiteY715" fmla="*/ 951206 h 2340761"/>
                <a:gd name="connsiteX716" fmla="*/ 260154 w 2967861"/>
                <a:gd name="connsiteY716" fmla="*/ 954310 h 2340761"/>
                <a:gd name="connsiteX717" fmla="*/ 260154 w 2967861"/>
                <a:gd name="connsiteY717" fmla="*/ 958657 h 2340761"/>
                <a:gd name="connsiteX718" fmla="*/ 259222 w 2967861"/>
                <a:gd name="connsiteY718" fmla="*/ 961761 h 2340761"/>
                <a:gd name="connsiteX719" fmla="*/ 257049 w 2967861"/>
                <a:gd name="connsiteY719" fmla="*/ 963934 h 2340761"/>
                <a:gd name="connsiteX720" fmla="*/ 251771 w 2967861"/>
                <a:gd name="connsiteY720" fmla="*/ 966107 h 2340761"/>
                <a:gd name="connsiteX721" fmla="*/ 247736 w 2967861"/>
                <a:gd name="connsiteY721" fmla="*/ 967039 h 2340761"/>
                <a:gd name="connsiteX722" fmla="*/ 242458 w 2967861"/>
                <a:gd name="connsiteY722" fmla="*/ 969212 h 2340761"/>
                <a:gd name="connsiteX723" fmla="*/ 238422 w 2967861"/>
                <a:gd name="connsiteY723" fmla="*/ 973558 h 2340761"/>
                <a:gd name="connsiteX724" fmla="*/ 235318 w 2967861"/>
                <a:gd name="connsiteY724" fmla="*/ 971385 h 2340761"/>
                <a:gd name="connsiteX725" fmla="*/ 231282 w 2967861"/>
                <a:gd name="connsiteY725" fmla="*/ 969212 h 2340761"/>
                <a:gd name="connsiteX726" fmla="*/ 228178 w 2967861"/>
                <a:gd name="connsiteY726" fmla="*/ 969212 h 2340761"/>
                <a:gd name="connsiteX727" fmla="*/ 226004 w 2967861"/>
                <a:gd name="connsiteY727" fmla="*/ 967039 h 2340761"/>
                <a:gd name="connsiteX728" fmla="*/ 220727 w 2967861"/>
                <a:gd name="connsiteY728" fmla="*/ 966107 h 2340761"/>
                <a:gd name="connsiteX729" fmla="*/ 215449 w 2967861"/>
                <a:gd name="connsiteY729" fmla="*/ 966107 h 2340761"/>
                <a:gd name="connsiteX730" fmla="*/ 215449 w 2967861"/>
                <a:gd name="connsiteY730" fmla="*/ 986286 h 2340761"/>
                <a:gd name="connsiteX731" fmla="*/ 209240 w 2967861"/>
                <a:gd name="connsiteY731" fmla="*/ 986286 h 2340761"/>
                <a:gd name="connsiteX732" fmla="*/ 203963 w 2967861"/>
                <a:gd name="connsiteY732" fmla="*/ 986286 h 2340761"/>
                <a:gd name="connsiteX733" fmla="*/ 198685 w 2967861"/>
                <a:gd name="connsiteY733" fmla="*/ 988459 h 2340761"/>
                <a:gd name="connsiteX734" fmla="*/ 194650 w 2967861"/>
                <a:gd name="connsiteY734" fmla="*/ 989391 h 2340761"/>
                <a:gd name="connsiteX735" fmla="*/ 188441 w 2967861"/>
                <a:gd name="connsiteY735" fmla="*/ 989391 h 2340761"/>
                <a:gd name="connsiteX736" fmla="*/ 184405 w 2967861"/>
                <a:gd name="connsiteY736" fmla="*/ 991564 h 2340761"/>
                <a:gd name="connsiteX737" fmla="*/ 181300 w 2967861"/>
                <a:gd name="connsiteY737" fmla="*/ 991564 h 2340761"/>
                <a:gd name="connsiteX738" fmla="*/ 179127 w 2967861"/>
                <a:gd name="connsiteY738" fmla="*/ 993737 h 2340761"/>
                <a:gd name="connsiteX739" fmla="*/ 175091 w 2967861"/>
                <a:gd name="connsiteY739" fmla="*/ 995910 h 2340761"/>
                <a:gd name="connsiteX740" fmla="*/ 171987 w 2967861"/>
                <a:gd name="connsiteY740" fmla="*/ 996842 h 2340761"/>
                <a:gd name="connsiteX741" fmla="*/ 181300 w 2967861"/>
                <a:gd name="connsiteY741" fmla="*/ 1006465 h 2340761"/>
                <a:gd name="connsiteX742" fmla="*/ 193718 w 2967861"/>
                <a:gd name="connsiteY742" fmla="*/ 1013916 h 2340761"/>
                <a:gd name="connsiteX743" fmla="*/ 206136 w 2967861"/>
                <a:gd name="connsiteY743" fmla="*/ 1018262 h 2340761"/>
                <a:gd name="connsiteX744" fmla="*/ 218554 w 2967861"/>
                <a:gd name="connsiteY744" fmla="*/ 1021367 h 2340761"/>
                <a:gd name="connsiteX745" fmla="*/ 220727 w 2967861"/>
                <a:gd name="connsiteY745" fmla="*/ 1040304 h 2340761"/>
                <a:gd name="connsiteX746" fmla="*/ 222900 w 2967861"/>
                <a:gd name="connsiteY746" fmla="*/ 1056137 h 2340761"/>
                <a:gd name="connsiteX747" fmla="*/ 222900 w 2967861"/>
                <a:gd name="connsiteY747" fmla="*/ 1073211 h 2340761"/>
                <a:gd name="connsiteX748" fmla="*/ 218864 w 2967861"/>
                <a:gd name="connsiteY748" fmla="*/ 1088113 h 2340761"/>
                <a:gd name="connsiteX749" fmla="*/ 218864 w 2967861"/>
                <a:gd name="connsiteY749" fmla="*/ 1090286 h 2340761"/>
                <a:gd name="connsiteX750" fmla="*/ 218864 w 2967861"/>
                <a:gd name="connsiteY750" fmla="*/ 1091217 h 2340761"/>
                <a:gd name="connsiteX751" fmla="*/ 216691 w 2967861"/>
                <a:gd name="connsiteY751" fmla="*/ 1091217 h 2340761"/>
                <a:gd name="connsiteX752" fmla="*/ 216691 w 2967861"/>
                <a:gd name="connsiteY752" fmla="*/ 1093390 h 2340761"/>
                <a:gd name="connsiteX753" fmla="*/ 215760 w 2967861"/>
                <a:gd name="connsiteY753" fmla="*/ 1095563 h 2340761"/>
                <a:gd name="connsiteX754" fmla="*/ 202100 w 2967861"/>
                <a:gd name="connsiteY754" fmla="*/ 1100841 h 2340761"/>
                <a:gd name="connsiteX755" fmla="*/ 184405 w 2967861"/>
                <a:gd name="connsiteY755" fmla="*/ 1105187 h 2340761"/>
                <a:gd name="connsiteX756" fmla="*/ 166709 w 2967861"/>
                <a:gd name="connsiteY756" fmla="*/ 1105187 h 2340761"/>
                <a:gd name="connsiteX757" fmla="*/ 149945 w 2967861"/>
                <a:gd name="connsiteY757" fmla="*/ 1100841 h 2340761"/>
                <a:gd name="connsiteX758" fmla="*/ 135354 w 2967861"/>
                <a:gd name="connsiteY758" fmla="*/ 1095563 h 2340761"/>
                <a:gd name="connsiteX759" fmla="*/ 130077 w 2967861"/>
                <a:gd name="connsiteY759" fmla="*/ 1095563 h 2340761"/>
                <a:gd name="connsiteX760" fmla="*/ 126041 w 2967861"/>
                <a:gd name="connsiteY760" fmla="*/ 1097736 h 2340761"/>
                <a:gd name="connsiteX761" fmla="*/ 122936 w 2967861"/>
                <a:gd name="connsiteY761" fmla="*/ 1097736 h 2340761"/>
                <a:gd name="connsiteX762" fmla="*/ 120763 w 2967861"/>
                <a:gd name="connsiteY762" fmla="*/ 1097736 h 2340761"/>
                <a:gd name="connsiteX763" fmla="*/ 118590 w 2967861"/>
                <a:gd name="connsiteY763" fmla="*/ 1098668 h 2340761"/>
                <a:gd name="connsiteX764" fmla="*/ 116417 w 2967861"/>
                <a:gd name="connsiteY764" fmla="*/ 1103014 h 2340761"/>
                <a:gd name="connsiteX765" fmla="*/ 115796 w 2967861"/>
                <a:gd name="connsiteY765" fmla="*/ 1106739 h 2340761"/>
                <a:gd name="connsiteX766" fmla="*/ 111760 w 2967861"/>
                <a:gd name="connsiteY766" fmla="*/ 1119468 h 2340761"/>
                <a:gd name="connsiteX767" fmla="*/ 111760 w 2967861"/>
                <a:gd name="connsiteY767" fmla="*/ 1140578 h 2340761"/>
                <a:gd name="connsiteX768" fmla="*/ 111760 w 2967861"/>
                <a:gd name="connsiteY768" fmla="*/ 1163861 h 2340761"/>
                <a:gd name="connsiteX769" fmla="*/ 113934 w 2967861"/>
                <a:gd name="connsiteY769" fmla="*/ 1188076 h 2340761"/>
                <a:gd name="connsiteX770" fmla="*/ 116107 w 2967861"/>
                <a:gd name="connsiteY770" fmla="*/ 1208255 h 2340761"/>
                <a:gd name="connsiteX771" fmla="*/ 116107 w 2967861"/>
                <a:gd name="connsiteY771" fmla="*/ 1223157 h 2340761"/>
                <a:gd name="connsiteX772" fmla="*/ 119211 w 2967861"/>
                <a:gd name="connsiteY772" fmla="*/ 1223157 h 2340761"/>
                <a:gd name="connsiteX773" fmla="*/ 119211 w 2967861"/>
                <a:gd name="connsiteY773" fmla="*/ 1228434 h 2340761"/>
                <a:gd name="connsiteX774" fmla="*/ 126351 w 2967861"/>
                <a:gd name="connsiteY774" fmla="*/ 1228434 h 2340761"/>
                <a:gd name="connsiteX775" fmla="*/ 131629 w 2967861"/>
                <a:gd name="connsiteY775" fmla="*/ 1227503 h 2340761"/>
                <a:gd name="connsiteX776" fmla="*/ 135665 w 2967861"/>
                <a:gd name="connsiteY776" fmla="*/ 1227503 h 2340761"/>
                <a:gd name="connsiteX777" fmla="*/ 138769 w 2967861"/>
                <a:gd name="connsiteY777" fmla="*/ 1223157 h 2340761"/>
                <a:gd name="connsiteX778" fmla="*/ 144978 w 2967861"/>
                <a:gd name="connsiteY778" fmla="*/ 1225330 h 2340761"/>
                <a:gd name="connsiteX779" fmla="*/ 148083 w 2967861"/>
                <a:gd name="connsiteY779" fmla="*/ 1225330 h 2340761"/>
                <a:gd name="connsiteX780" fmla="*/ 152118 w 2967861"/>
                <a:gd name="connsiteY780" fmla="*/ 1227503 h 2340761"/>
                <a:gd name="connsiteX781" fmla="*/ 155223 w 2967861"/>
                <a:gd name="connsiteY781" fmla="*/ 1228434 h 2340761"/>
                <a:gd name="connsiteX782" fmla="*/ 157396 w 2967861"/>
                <a:gd name="connsiteY782" fmla="*/ 1230607 h 2340761"/>
                <a:gd name="connsiteX783" fmla="*/ 157396 w 2967861"/>
                <a:gd name="connsiteY783" fmla="*/ 1232780 h 2340761"/>
                <a:gd name="connsiteX784" fmla="*/ 157396 w 2967861"/>
                <a:gd name="connsiteY784" fmla="*/ 1234953 h 2340761"/>
                <a:gd name="connsiteX785" fmla="*/ 159569 w 2967861"/>
                <a:gd name="connsiteY785" fmla="*/ 1234953 h 2340761"/>
                <a:gd name="connsiteX786" fmla="*/ 159569 w 2967861"/>
                <a:gd name="connsiteY786" fmla="*/ 1235885 h 2340761"/>
                <a:gd name="connsiteX787" fmla="*/ 153360 w 2967861"/>
                <a:gd name="connsiteY787" fmla="*/ 1252959 h 2340761"/>
                <a:gd name="connsiteX788" fmla="*/ 142805 w 2967861"/>
                <a:gd name="connsiteY788" fmla="*/ 1265688 h 2340761"/>
                <a:gd name="connsiteX789" fmla="*/ 130387 w 2967861"/>
                <a:gd name="connsiteY789" fmla="*/ 1277174 h 2340761"/>
                <a:gd name="connsiteX790" fmla="*/ 116728 w 2967861"/>
                <a:gd name="connsiteY790" fmla="*/ 1287729 h 2340761"/>
                <a:gd name="connsiteX791" fmla="*/ 104310 w 2967861"/>
                <a:gd name="connsiteY791" fmla="*/ 1299216 h 2340761"/>
                <a:gd name="connsiteX792" fmla="*/ 94996 w 2967861"/>
                <a:gd name="connsiteY792" fmla="*/ 1314117 h 2340761"/>
                <a:gd name="connsiteX793" fmla="*/ 94065 w 2967861"/>
                <a:gd name="connsiteY793" fmla="*/ 1324672 h 2340761"/>
                <a:gd name="connsiteX794" fmla="*/ 94996 w 2967861"/>
                <a:gd name="connsiteY794" fmla="*/ 1337401 h 2340761"/>
                <a:gd name="connsiteX795" fmla="*/ 94996 w 2967861"/>
                <a:gd name="connsiteY795" fmla="*/ 1348887 h 2340761"/>
                <a:gd name="connsiteX796" fmla="*/ 91892 w 2967861"/>
                <a:gd name="connsiteY796" fmla="*/ 1357269 h 2340761"/>
                <a:gd name="connsiteX797" fmla="*/ 77301 w 2967861"/>
                <a:gd name="connsiteY797" fmla="*/ 1366893 h 2340761"/>
                <a:gd name="connsiteX798" fmla="*/ 62710 w 2967861"/>
                <a:gd name="connsiteY798" fmla="*/ 1374344 h 2340761"/>
                <a:gd name="connsiteX799" fmla="*/ 48119 w 2967861"/>
                <a:gd name="connsiteY799" fmla="*/ 1383967 h 2340761"/>
                <a:gd name="connsiteX800" fmla="*/ 35701 w 2967861"/>
                <a:gd name="connsiteY800" fmla="*/ 1394523 h 2340761"/>
                <a:gd name="connsiteX801" fmla="*/ 31666 w 2967861"/>
                <a:gd name="connsiteY801" fmla="*/ 1401973 h 2340761"/>
                <a:gd name="connsiteX802" fmla="*/ 24525 w 2967861"/>
                <a:gd name="connsiteY802" fmla="*/ 1415633 h 2340761"/>
                <a:gd name="connsiteX803" fmla="*/ 17385 w 2967861"/>
                <a:gd name="connsiteY803" fmla="*/ 1431466 h 2340761"/>
                <a:gd name="connsiteX804" fmla="*/ 10245 w 2967861"/>
                <a:gd name="connsiteY804" fmla="*/ 1450403 h 2340761"/>
                <a:gd name="connsiteX805" fmla="*/ 3104 w 2967861"/>
                <a:gd name="connsiteY805" fmla="*/ 1466236 h 2340761"/>
                <a:gd name="connsiteX806" fmla="*/ 0 w 2967861"/>
                <a:gd name="connsiteY806" fmla="*/ 1481137 h 2340761"/>
                <a:gd name="connsiteX807" fmla="*/ 0 w 2967861"/>
                <a:gd name="connsiteY807" fmla="*/ 1492623 h 2340761"/>
                <a:gd name="connsiteX808" fmla="*/ 3104 w 2967861"/>
                <a:gd name="connsiteY808" fmla="*/ 1500074 h 2340761"/>
                <a:gd name="connsiteX809" fmla="*/ 9313 w 2967861"/>
                <a:gd name="connsiteY809" fmla="*/ 1509698 h 2340761"/>
                <a:gd name="connsiteX810" fmla="*/ 12418 w 2967861"/>
                <a:gd name="connsiteY810" fmla="*/ 1518080 h 2340761"/>
                <a:gd name="connsiteX811" fmla="*/ 12418 w 2967861"/>
                <a:gd name="connsiteY811" fmla="*/ 1532981 h 2340761"/>
                <a:gd name="connsiteX812" fmla="*/ 10245 w 2967861"/>
                <a:gd name="connsiteY812" fmla="*/ 1542605 h 2340761"/>
                <a:gd name="connsiteX813" fmla="*/ 7140 w 2967861"/>
                <a:gd name="connsiteY813" fmla="*/ 1555334 h 2340761"/>
                <a:gd name="connsiteX814" fmla="*/ 3104 w 2967861"/>
                <a:gd name="connsiteY814" fmla="*/ 1570235 h 2340761"/>
                <a:gd name="connsiteX815" fmla="*/ 2173 w 2967861"/>
                <a:gd name="connsiteY815" fmla="*/ 1587309 h 2340761"/>
                <a:gd name="connsiteX816" fmla="*/ 5278 w 2967861"/>
                <a:gd name="connsiteY816" fmla="*/ 1597865 h 2340761"/>
                <a:gd name="connsiteX817" fmla="*/ 5278 w 2967861"/>
                <a:gd name="connsiteY817" fmla="*/ 1622079 h 2340761"/>
                <a:gd name="connsiteX818" fmla="*/ 14591 w 2967861"/>
                <a:gd name="connsiteY818" fmla="*/ 1633566 h 2340761"/>
                <a:gd name="connsiteX819" fmla="*/ 29182 w 2967861"/>
                <a:gd name="connsiteY819" fmla="*/ 1646294 h 2340761"/>
                <a:gd name="connsiteX820" fmla="*/ 45946 w 2967861"/>
                <a:gd name="connsiteY820" fmla="*/ 1659022 h 2340761"/>
                <a:gd name="connsiteX821" fmla="*/ 56501 w 2967861"/>
                <a:gd name="connsiteY821" fmla="*/ 1671751 h 2340761"/>
                <a:gd name="connsiteX822" fmla="*/ 65815 w 2967861"/>
                <a:gd name="connsiteY822" fmla="*/ 1695965 h 2340761"/>
                <a:gd name="connsiteX823" fmla="*/ 78232 w 2967861"/>
                <a:gd name="connsiteY823" fmla="*/ 1705589 h 2340761"/>
                <a:gd name="connsiteX824" fmla="*/ 92823 w 2967861"/>
                <a:gd name="connsiteY824" fmla="*/ 1713040 h 2340761"/>
                <a:gd name="connsiteX825" fmla="*/ 107414 w 2967861"/>
                <a:gd name="connsiteY825" fmla="*/ 1720491 h 2340761"/>
                <a:gd name="connsiteX826" fmla="*/ 122005 w 2967861"/>
                <a:gd name="connsiteY826" fmla="*/ 1727941 h 2340761"/>
                <a:gd name="connsiteX827" fmla="*/ 132560 w 2967861"/>
                <a:gd name="connsiteY827" fmla="*/ 1740670 h 2340761"/>
                <a:gd name="connsiteX828" fmla="*/ 139701 w 2967861"/>
                <a:gd name="connsiteY828" fmla="*/ 1738497 h 2340761"/>
                <a:gd name="connsiteX829" fmla="*/ 145910 w 2967861"/>
                <a:gd name="connsiteY829" fmla="*/ 1736323 h 2340761"/>
                <a:gd name="connsiteX830" fmla="*/ 149014 w 2967861"/>
                <a:gd name="connsiteY830" fmla="*/ 1733219 h 2340761"/>
                <a:gd name="connsiteX831" fmla="*/ 153050 w 2967861"/>
                <a:gd name="connsiteY831" fmla="*/ 1731046 h 2340761"/>
                <a:gd name="connsiteX832" fmla="*/ 161432 w 2967861"/>
                <a:gd name="connsiteY832" fmla="*/ 1733219 h 2340761"/>
                <a:gd name="connsiteX833" fmla="*/ 172918 w 2967861"/>
                <a:gd name="connsiteY833" fmla="*/ 1736323 h 2340761"/>
                <a:gd name="connsiteX834" fmla="*/ 185336 w 2967861"/>
                <a:gd name="connsiteY834" fmla="*/ 1736323 h 2340761"/>
                <a:gd name="connsiteX835" fmla="*/ 189372 w 2967861"/>
                <a:gd name="connsiteY835" fmla="*/ 1723595 h 2340761"/>
                <a:gd name="connsiteX836" fmla="*/ 224763 w 2967861"/>
                <a:gd name="connsiteY836" fmla="*/ 1731046 h 2340761"/>
                <a:gd name="connsiteX837" fmla="*/ 239354 w 2967861"/>
                <a:gd name="connsiteY837" fmla="*/ 1725768 h 2340761"/>
                <a:gd name="connsiteX838" fmla="*/ 257980 w 2967861"/>
                <a:gd name="connsiteY838" fmla="*/ 1718318 h 2340761"/>
                <a:gd name="connsiteX839" fmla="*/ 275676 w 2967861"/>
                <a:gd name="connsiteY839" fmla="*/ 1710867 h 2340761"/>
                <a:gd name="connsiteX840" fmla="*/ 290267 w 2967861"/>
                <a:gd name="connsiteY840" fmla="*/ 1713040 h 2340761"/>
                <a:gd name="connsiteX841" fmla="*/ 302685 w 2967861"/>
                <a:gd name="connsiteY841" fmla="*/ 1713971 h 2340761"/>
                <a:gd name="connsiteX842" fmla="*/ 316344 w 2967861"/>
                <a:gd name="connsiteY842" fmla="*/ 1716144 h 2340761"/>
                <a:gd name="connsiteX843" fmla="*/ 336213 w 2967861"/>
                <a:gd name="connsiteY843" fmla="*/ 1747810 h 2340761"/>
                <a:gd name="connsiteX844" fmla="*/ 343353 w 2967861"/>
                <a:gd name="connsiteY844" fmla="*/ 1747810 h 2340761"/>
                <a:gd name="connsiteX845" fmla="*/ 348631 w 2967861"/>
                <a:gd name="connsiteY845" fmla="*/ 1747810 h 2340761"/>
                <a:gd name="connsiteX846" fmla="*/ 353908 w 2967861"/>
                <a:gd name="connsiteY846" fmla="*/ 1745637 h 2340761"/>
                <a:gd name="connsiteX847" fmla="*/ 356081 w 2967861"/>
                <a:gd name="connsiteY847" fmla="*/ 1743464 h 2340761"/>
                <a:gd name="connsiteX848" fmla="*/ 360117 w 2967861"/>
                <a:gd name="connsiteY848" fmla="*/ 1740359 h 2340761"/>
                <a:gd name="connsiteX849" fmla="*/ 367257 w 2967861"/>
                <a:gd name="connsiteY849" fmla="*/ 1742532 h 2340761"/>
                <a:gd name="connsiteX850" fmla="*/ 372535 w 2967861"/>
                <a:gd name="connsiteY850" fmla="*/ 1742532 h 2340761"/>
                <a:gd name="connsiteX851" fmla="*/ 375639 w 2967861"/>
                <a:gd name="connsiteY851" fmla="*/ 1743464 h 2340761"/>
                <a:gd name="connsiteX852" fmla="*/ 379675 w 2967861"/>
                <a:gd name="connsiteY852" fmla="*/ 1747810 h 2340761"/>
                <a:gd name="connsiteX853" fmla="*/ 382780 w 2967861"/>
                <a:gd name="connsiteY853" fmla="*/ 1749983 h 2340761"/>
                <a:gd name="connsiteX854" fmla="*/ 388989 w 2967861"/>
                <a:gd name="connsiteY854" fmla="*/ 1753088 h 2340761"/>
                <a:gd name="connsiteX855" fmla="*/ 382780 w 2967861"/>
                <a:gd name="connsiteY855" fmla="*/ 1775440 h 2340761"/>
                <a:gd name="connsiteX856" fmla="*/ 377502 w 2967861"/>
                <a:gd name="connsiteY856" fmla="*/ 1795619 h 2340761"/>
                <a:gd name="connsiteX857" fmla="*/ 372224 w 2967861"/>
                <a:gd name="connsiteY857" fmla="*/ 1817971 h 2340761"/>
                <a:gd name="connsiteX858" fmla="*/ 388989 w 2967861"/>
                <a:gd name="connsiteY858" fmla="*/ 1835045 h 2340761"/>
                <a:gd name="connsiteX859" fmla="*/ 404511 w 2967861"/>
                <a:gd name="connsiteY859" fmla="*/ 1855224 h 2340761"/>
                <a:gd name="connsiteX860" fmla="*/ 421275 w 2967861"/>
                <a:gd name="connsiteY860" fmla="*/ 1877576 h 2340761"/>
                <a:gd name="connsiteX861" fmla="*/ 431830 w 2967861"/>
                <a:gd name="connsiteY861" fmla="*/ 1899928 h 2340761"/>
                <a:gd name="connsiteX862" fmla="*/ 435866 w 2967861"/>
                <a:gd name="connsiteY862" fmla="*/ 1917003 h 2340761"/>
                <a:gd name="connsiteX863" fmla="*/ 435866 w 2967861"/>
                <a:gd name="connsiteY863" fmla="*/ 1929731 h 2340761"/>
                <a:gd name="connsiteX864" fmla="*/ 438039 w 2967861"/>
                <a:gd name="connsiteY864" fmla="*/ 1942459 h 2340761"/>
                <a:gd name="connsiteX865" fmla="*/ 445179 w 2967861"/>
                <a:gd name="connsiteY865" fmla="*/ 1957361 h 2340761"/>
                <a:gd name="connsiteX866" fmla="*/ 438970 w 2967861"/>
                <a:gd name="connsiteY866" fmla="*/ 1972262 h 2340761"/>
                <a:gd name="connsiteX867" fmla="*/ 431830 w 2967861"/>
                <a:gd name="connsiteY867" fmla="*/ 1989337 h 2340761"/>
                <a:gd name="connsiteX868" fmla="*/ 421275 w 2967861"/>
                <a:gd name="connsiteY868" fmla="*/ 2009516 h 2340761"/>
                <a:gd name="connsiteX869" fmla="*/ 414135 w 2967861"/>
                <a:gd name="connsiteY869" fmla="*/ 2027522 h 2340761"/>
                <a:gd name="connsiteX870" fmla="*/ 410099 w 2967861"/>
                <a:gd name="connsiteY870" fmla="*/ 2048632 h 2340761"/>
                <a:gd name="connsiteX871" fmla="*/ 412272 w 2967861"/>
                <a:gd name="connsiteY871" fmla="*/ 2066638 h 2340761"/>
                <a:gd name="connsiteX872" fmla="*/ 419412 w 2967861"/>
                <a:gd name="connsiteY872" fmla="*/ 2081539 h 2340761"/>
                <a:gd name="connsiteX873" fmla="*/ 430899 w 2967861"/>
                <a:gd name="connsiteY873" fmla="*/ 2096441 h 2340761"/>
                <a:gd name="connsiteX874" fmla="*/ 441454 w 2967861"/>
                <a:gd name="connsiteY874" fmla="*/ 2113515 h 2340761"/>
                <a:gd name="connsiteX875" fmla="*/ 448594 w 2967861"/>
                <a:gd name="connsiteY875" fmla="*/ 2128416 h 2340761"/>
                <a:gd name="connsiteX876" fmla="*/ 448594 w 2967861"/>
                <a:gd name="connsiteY876" fmla="*/ 2133694 h 2340761"/>
                <a:gd name="connsiteX877" fmla="*/ 448594 w 2967861"/>
                <a:gd name="connsiteY877" fmla="*/ 2138972 h 2340761"/>
                <a:gd name="connsiteX878" fmla="*/ 446421 w 2967861"/>
                <a:gd name="connsiteY878" fmla="*/ 2143318 h 2340761"/>
                <a:gd name="connsiteX879" fmla="*/ 445490 w 2967861"/>
                <a:gd name="connsiteY879" fmla="*/ 2148595 h 2340761"/>
                <a:gd name="connsiteX880" fmla="*/ 445490 w 2967861"/>
                <a:gd name="connsiteY880" fmla="*/ 2151700 h 2340761"/>
                <a:gd name="connsiteX881" fmla="*/ 445490 w 2967861"/>
                <a:gd name="connsiteY881" fmla="*/ 2156046 h 2340761"/>
                <a:gd name="connsiteX882" fmla="*/ 452630 w 2967861"/>
                <a:gd name="connsiteY882" fmla="*/ 2159151 h 2340761"/>
                <a:gd name="connsiteX883" fmla="*/ 450457 w 2967861"/>
                <a:gd name="connsiteY883" fmla="*/ 2163497 h 2340761"/>
                <a:gd name="connsiteX884" fmla="*/ 448284 w 2967861"/>
                <a:gd name="connsiteY884" fmla="*/ 2166601 h 2340761"/>
                <a:gd name="connsiteX885" fmla="*/ 448284 w 2967861"/>
                <a:gd name="connsiteY885" fmla="*/ 2170948 h 2340761"/>
                <a:gd name="connsiteX886" fmla="*/ 446111 w 2967861"/>
                <a:gd name="connsiteY886" fmla="*/ 2176225 h 2340761"/>
                <a:gd name="connsiteX887" fmla="*/ 448284 w 2967861"/>
                <a:gd name="connsiteY887" fmla="*/ 2181503 h 2340761"/>
                <a:gd name="connsiteX888" fmla="*/ 450457 w 2967861"/>
                <a:gd name="connsiteY888" fmla="*/ 2181503 h 2340761"/>
                <a:gd name="connsiteX889" fmla="*/ 452630 w 2967861"/>
                <a:gd name="connsiteY889" fmla="*/ 2185849 h 2340761"/>
                <a:gd name="connsiteX890" fmla="*/ 455734 w 2967861"/>
                <a:gd name="connsiteY890" fmla="*/ 2186780 h 2340761"/>
                <a:gd name="connsiteX891" fmla="*/ 459770 w 2967861"/>
                <a:gd name="connsiteY891" fmla="*/ 2191127 h 2340761"/>
                <a:gd name="connsiteX892" fmla="*/ 459770 w 2967861"/>
                <a:gd name="connsiteY892" fmla="*/ 2193300 h 2340761"/>
                <a:gd name="connsiteX893" fmla="*/ 455734 w 2967861"/>
                <a:gd name="connsiteY893" fmla="*/ 2206028 h 2340761"/>
                <a:gd name="connsiteX894" fmla="*/ 465048 w 2967861"/>
                <a:gd name="connsiteY894" fmla="*/ 2224034 h 2340761"/>
                <a:gd name="connsiteX895" fmla="*/ 479639 w 2967861"/>
                <a:gd name="connsiteY895" fmla="*/ 2242971 h 2340761"/>
                <a:gd name="connsiteX896" fmla="*/ 494230 w 2967861"/>
                <a:gd name="connsiteY896" fmla="*/ 2260046 h 2340761"/>
                <a:gd name="connsiteX897" fmla="*/ 504785 w 2967861"/>
                <a:gd name="connsiteY897" fmla="*/ 2278051 h 2340761"/>
                <a:gd name="connsiteX898" fmla="*/ 506958 w 2967861"/>
                <a:gd name="connsiteY898" fmla="*/ 2290780 h 2340761"/>
                <a:gd name="connsiteX899" fmla="*/ 506958 w 2967861"/>
                <a:gd name="connsiteY899" fmla="*/ 2303508 h 2340761"/>
                <a:gd name="connsiteX900" fmla="*/ 506958 w 2967861"/>
                <a:gd name="connsiteY900" fmla="*/ 2314994 h 2340761"/>
                <a:gd name="connsiteX901" fmla="*/ 509131 w 2967861"/>
                <a:gd name="connsiteY901" fmla="*/ 2324618 h 2340761"/>
                <a:gd name="connsiteX902" fmla="*/ 512236 w 2967861"/>
                <a:gd name="connsiteY902" fmla="*/ 2327723 h 2340761"/>
                <a:gd name="connsiteX903" fmla="*/ 516271 w 2967861"/>
                <a:gd name="connsiteY903" fmla="*/ 2333000 h 2340761"/>
                <a:gd name="connsiteX904" fmla="*/ 519376 w 2967861"/>
                <a:gd name="connsiteY904" fmla="*/ 2335173 h 2340761"/>
                <a:gd name="connsiteX905" fmla="*/ 523411 w 2967861"/>
                <a:gd name="connsiteY905" fmla="*/ 2339520 h 2340761"/>
                <a:gd name="connsiteX906" fmla="*/ 528689 w 2967861"/>
                <a:gd name="connsiteY906" fmla="*/ 2342624 h 2340761"/>
                <a:gd name="connsiteX907" fmla="*/ 553835 w 2967861"/>
                <a:gd name="connsiteY907" fmla="*/ 2337347 h 2340761"/>
                <a:gd name="connsiteX908" fmla="*/ 582086 w 2967861"/>
                <a:gd name="connsiteY908" fmla="*/ 2332069 h 2340761"/>
                <a:gd name="connsiteX909" fmla="*/ 609095 w 2967861"/>
                <a:gd name="connsiteY909" fmla="*/ 2324618 h 2340761"/>
                <a:gd name="connsiteX910" fmla="*/ 636103 w 2967861"/>
                <a:gd name="connsiteY910" fmla="*/ 2317168 h 2340761"/>
                <a:gd name="connsiteX911" fmla="*/ 657834 w 2967861"/>
                <a:gd name="connsiteY911" fmla="*/ 2303508 h 2340761"/>
                <a:gd name="connsiteX912" fmla="*/ 675530 w 2967861"/>
                <a:gd name="connsiteY912" fmla="*/ 2287675 h 2340761"/>
                <a:gd name="connsiteX913" fmla="*/ 684843 w 2967861"/>
                <a:gd name="connsiteY913" fmla="*/ 2270601 h 2340761"/>
                <a:gd name="connsiteX914" fmla="*/ 691984 w 2967861"/>
                <a:gd name="connsiteY914" fmla="*/ 2253526 h 2340761"/>
                <a:gd name="connsiteX915" fmla="*/ 715888 w 2967861"/>
                <a:gd name="connsiteY915" fmla="*/ 2233347 h 2340761"/>
                <a:gd name="connsiteX916" fmla="*/ 718992 w 2967861"/>
                <a:gd name="connsiteY916" fmla="*/ 2218446 h 2340761"/>
                <a:gd name="connsiteX917" fmla="*/ 721165 w 2967861"/>
                <a:gd name="connsiteY917" fmla="*/ 2203544 h 2340761"/>
                <a:gd name="connsiteX918" fmla="*/ 723339 w 2967861"/>
                <a:gd name="connsiteY918" fmla="*/ 2188643 h 2340761"/>
                <a:gd name="connsiteX919" fmla="*/ 728616 w 2967861"/>
                <a:gd name="connsiteY919" fmla="*/ 2175915 h 2340761"/>
                <a:gd name="connsiteX920" fmla="*/ 748485 w 2967861"/>
                <a:gd name="connsiteY920" fmla="*/ 2171568 h 2340761"/>
                <a:gd name="connsiteX921" fmla="*/ 752520 w 2967861"/>
                <a:gd name="connsiteY921" fmla="*/ 2168464 h 2340761"/>
                <a:gd name="connsiteX922" fmla="*/ 753452 w 2967861"/>
                <a:gd name="connsiteY922" fmla="*/ 2164118 h 2340761"/>
                <a:gd name="connsiteX923" fmla="*/ 757488 w 2967861"/>
                <a:gd name="connsiteY923" fmla="*/ 2161013 h 2340761"/>
                <a:gd name="connsiteX924" fmla="*/ 759661 w 2967861"/>
                <a:gd name="connsiteY924" fmla="*/ 2158840 h 2340761"/>
                <a:gd name="connsiteX925" fmla="*/ 762765 w 2967861"/>
                <a:gd name="connsiteY925" fmla="*/ 2155736 h 2340761"/>
                <a:gd name="connsiteX926" fmla="*/ 768043 w 2967861"/>
                <a:gd name="connsiteY926" fmla="*/ 2151390 h 2340761"/>
                <a:gd name="connsiteX927" fmla="*/ 764938 w 2967861"/>
                <a:gd name="connsiteY927" fmla="*/ 2131211 h 2340761"/>
                <a:gd name="connsiteX928" fmla="*/ 757798 w 2967861"/>
                <a:gd name="connsiteY928" fmla="*/ 2114136 h 2340761"/>
                <a:gd name="connsiteX929" fmla="*/ 748485 w 2967861"/>
                <a:gd name="connsiteY929" fmla="*/ 2103581 h 2340761"/>
                <a:gd name="connsiteX930" fmla="*/ 757798 w 2967861"/>
                <a:gd name="connsiteY930" fmla="*/ 2084644 h 2340761"/>
                <a:gd name="connsiteX931" fmla="*/ 772389 w 2967861"/>
                <a:gd name="connsiteY931" fmla="*/ 2071915 h 2340761"/>
                <a:gd name="connsiteX932" fmla="*/ 790084 w 2967861"/>
                <a:gd name="connsiteY932" fmla="*/ 2062291 h 2340761"/>
                <a:gd name="connsiteX933" fmla="*/ 808711 w 2967861"/>
                <a:gd name="connsiteY933" fmla="*/ 2053909 h 2340761"/>
                <a:gd name="connsiteX934" fmla="*/ 824234 w 2967861"/>
                <a:gd name="connsiteY934" fmla="*/ 2042423 h 2340761"/>
                <a:gd name="connsiteX935" fmla="*/ 835720 w 2967861"/>
                <a:gd name="connsiteY935" fmla="*/ 2019140 h 2340761"/>
                <a:gd name="connsiteX936" fmla="*/ 837893 w 2967861"/>
                <a:gd name="connsiteY936" fmla="*/ 1996787 h 2340761"/>
                <a:gd name="connsiteX937" fmla="*/ 831684 w 2967861"/>
                <a:gd name="connsiteY937" fmla="*/ 1974435 h 2340761"/>
                <a:gd name="connsiteX938" fmla="*/ 824544 w 2967861"/>
                <a:gd name="connsiteY938" fmla="*/ 1952083 h 2340761"/>
                <a:gd name="connsiteX939" fmla="*/ 817404 w 2967861"/>
                <a:gd name="connsiteY939" fmla="*/ 1931904 h 2340761"/>
                <a:gd name="connsiteX940" fmla="*/ 810263 w 2967861"/>
                <a:gd name="connsiteY940" fmla="*/ 1909552 h 2340761"/>
                <a:gd name="connsiteX941" fmla="*/ 807159 w 2967861"/>
                <a:gd name="connsiteY941" fmla="*/ 1887200 h 2340761"/>
                <a:gd name="connsiteX942" fmla="*/ 812437 w 2967861"/>
                <a:gd name="connsiteY942" fmla="*/ 1862985 h 2340761"/>
                <a:gd name="connsiteX943" fmla="*/ 827027 w 2967861"/>
                <a:gd name="connsiteY943" fmla="*/ 1837529 h 2340761"/>
                <a:gd name="connsiteX944" fmla="*/ 845654 w 2967861"/>
                <a:gd name="connsiteY944" fmla="*/ 1815177 h 2340761"/>
                <a:gd name="connsiteX945" fmla="*/ 867385 w 2967861"/>
                <a:gd name="connsiteY945" fmla="*/ 1794066 h 2340761"/>
                <a:gd name="connsiteX946" fmla="*/ 890358 w 2967861"/>
                <a:gd name="connsiteY946" fmla="*/ 1776060 h 2340761"/>
                <a:gd name="connsiteX947" fmla="*/ 912090 w 2967861"/>
                <a:gd name="connsiteY947" fmla="*/ 1757123 h 2340761"/>
                <a:gd name="connsiteX948" fmla="*/ 931958 w 2967861"/>
                <a:gd name="connsiteY948" fmla="*/ 1736944 h 2340761"/>
                <a:gd name="connsiteX949" fmla="*/ 945618 w 2967861"/>
                <a:gd name="connsiteY949" fmla="*/ 1718938 h 2340761"/>
                <a:gd name="connsiteX950" fmla="*/ 958036 w 2967861"/>
                <a:gd name="connsiteY950" fmla="*/ 1696586 h 2340761"/>
                <a:gd name="connsiteX951" fmla="*/ 968591 w 2967861"/>
                <a:gd name="connsiteY951" fmla="*/ 1674234 h 2340761"/>
                <a:gd name="connsiteX952" fmla="*/ 975731 w 2967861"/>
                <a:gd name="connsiteY952" fmla="*/ 1655297 h 2340761"/>
                <a:gd name="connsiteX953" fmla="*/ 979767 w 2967861"/>
                <a:gd name="connsiteY953" fmla="*/ 1642569 h 2340761"/>
                <a:gd name="connsiteX954" fmla="*/ 979767 w 2967861"/>
                <a:gd name="connsiteY954" fmla="*/ 1631393 h 2340761"/>
                <a:gd name="connsiteX955" fmla="*/ 985044 w 2967861"/>
                <a:gd name="connsiteY955" fmla="*/ 1621769 h 2340761"/>
                <a:gd name="connsiteX956" fmla="*/ 985044 w 2967861"/>
                <a:gd name="connsiteY956" fmla="*/ 1618665 h 2340761"/>
                <a:gd name="connsiteX957" fmla="*/ 963313 w 2967861"/>
                <a:gd name="connsiteY957" fmla="*/ 1621769 h 2340761"/>
                <a:gd name="connsiteX958" fmla="*/ 939409 w 2967861"/>
                <a:gd name="connsiteY958" fmla="*/ 1627046 h 2340761"/>
                <a:gd name="connsiteX959" fmla="*/ 914263 w 2967861"/>
                <a:gd name="connsiteY959" fmla="*/ 1633255 h 2340761"/>
                <a:gd name="connsiteX960" fmla="*/ 895636 w 2967861"/>
                <a:gd name="connsiteY960" fmla="*/ 1641637 h 2340761"/>
                <a:gd name="connsiteX961" fmla="*/ 880114 w 2967861"/>
                <a:gd name="connsiteY961" fmla="*/ 1640706 h 2340761"/>
                <a:gd name="connsiteX962" fmla="*/ 874836 w 2967861"/>
                <a:gd name="connsiteY962" fmla="*/ 1634497 h 2340761"/>
                <a:gd name="connsiteX963" fmla="*/ 872663 w 2967861"/>
                <a:gd name="connsiteY963" fmla="*/ 1629220 h 2340761"/>
                <a:gd name="connsiteX964" fmla="*/ 872663 w 2967861"/>
                <a:gd name="connsiteY964" fmla="*/ 1623942 h 2340761"/>
                <a:gd name="connsiteX965" fmla="*/ 872663 w 2967861"/>
                <a:gd name="connsiteY965" fmla="*/ 1616491 h 2340761"/>
                <a:gd name="connsiteX966" fmla="*/ 868627 w 2967861"/>
                <a:gd name="connsiteY966" fmla="*/ 1611214 h 2340761"/>
                <a:gd name="connsiteX967" fmla="*/ 854036 w 2967861"/>
                <a:gd name="connsiteY967" fmla="*/ 1599727 h 2340761"/>
                <a:gd name="connsiteX968" fmla="*/ 836341 w 2967861"/>
                <a:gd name="connsiteY968" fmla="*/ 1589172 h 2340761"/>
                <a:gd name="connsiteX969" fmla="*/ 819577 w 2967861"/>
                <a:gd name="connsiteY969" fmla="*/ 1577686 h 2340761"/>
                <a:gd name="connsiteX970" fmla="*/ 809022 w 2967861"/>
                <a:gd name="connsiteY970" fmla="*/ 1564957 h 2340761"/>
                <a:gd name="connsiteX971" fmla="*/ 804986 w 2967861"/>
                <a:gd name="connsiteY971" fmla="*/ 1553471 h 2340761"/>
                <a:gd name="connsiteX972" fmla="*/ 802813 w 2967861"/>
                <a:gd name="connsiteY972" fmla="*/ 1545089 h 2340761"/>
                <a:gd name="connsiteX973" fmla="*/ 799708 w 2967861"/>
                <a:gd name="connsiteY973" fmla="*/ 1533602 h 2340761"/>
                <a:gd name="connsiteX974" fmla="*/ 797535 w 2967861"/>
                <a:gd name="connsiteY974" fmla="*/ 1530498 h 2340761"/>
                <a:gd name="connsiteX975" fmla="*/ 792258 w 2967861"/>
                <a:gd name="connsiteY975" fmla="*/ 1526152 h 2340761"/>
                <a:gd name="connsiteX976" fmla="*/ 786980 w 2967861"/>
                <a:gd name="connsiteY976" fmla="*/ 1523047 h 2340761"/>
                <a:gd name="connsiteX977" fmla="*/ 782944 w 2967861"/>
                <a:gd name="connsiteY977" fmla="*/ 1517770 h 2340761"/>
                <a:gd name="connsiteX978" fmla="*/ 779840 w 2967861"/>
                <a:gd name="connsiteY978" fmla="*/ 1513423 h 2340761"/>
                <a:gd name="connsiteX979" fmla="*/ 779840 w 2967861"/>
                <a:gd name="connsiteY979" fmla="*/ 1476480 h 2340761"/>
                <a:gd name="connsiteX980" fmla="*/ 777667 w 2967861"/>
                <a:gd name="connsiteY980" fmla="*/ 1471203 h 2340761"/>
                <a:gd name="connsiteX981" fmla="*/ 772389 w 2967861"/>
                <a:gd name="connsiteY981" fmla="*/ 1466856 h 2340761"/>
                <a:gd name="connsiteX982" fmla="*/ 768353 w 2967861"/>
                <a:gd name="connsiteY982" fmla="*/ 1463752 h 2340761"/>
                <a:gd name="connsiteX983" fmla="*/ 763076 w 2967861"/>
                <a:gd name="connsiteY983" fmla="*/ 1459406 h 2340761"/>
                <a:gd name="connsiteX984" fmla="*/ 759971 w 2967861"/>
                <a:gd name="connsiteY984" fmla="*/ 1456301 h 2340761"/>
                <a:gd name="connsiteX985" fmla="*/ 750658 w 2967861"/>
                <a:gd name="connsiteY985" fmla="*/ 1436122 h 2340761"/>
                <a:gd name="connsiteX986" fmla="*/ 743518 w 2967861"/>
                <a:gd name="connsiteY986" fmla="*/ 1415943 h 2340761"/>
                <a:gd name="connsiteX987" fmla="*/ 736377 w 2967861"/>
                <a:gd name="connsiteY987" fmla="*/ 1393591 h 2340761"/>
                <a:gd name="connsiteX988" fmla="*/ 724891 w 2967861"/>
                <a:gd name="connsiteY988" fmla="*/ 1374654 h 2340761"/>
                <a:gd name="connsiteX989" fmla="*/ 712473 w 2967861"/>
                <a:gd name="connsiteY989" fmla="*/ 1357580 h 2340761"/>
                <a:gd name="connsiteX990" fmla="*/ 712473 w 2967861"/>
                <a:gd name="connsiteY990" fmla="*/ 1350129 h 2340761"/>
                <a:gd name="connsiteX991" fmla="*/ 716509 w 2967861"/>
                <a:gd name="connsiteY991" fmla="*/ 1350129 h 2340761"/>
                <a:gd name="connsiteX992" fmla="*/ 719613 w 2967861"/>
                <a:gd name="connsiteY992" fmla="*/ 1357580 h 2340761"/>
                <a:gd name="connsiteX993" fmla="*/ 723649 w 2967861"/>
                <a:gd name="connsiteY993" fmla="*/ 1363788 h 2340761"/>
                <a:gd name="connsiteX994" fmla="*/ 726753 w 2967861"/>
                <a:gd name="connsiteY994" fmla="*/ 1366893 h 2340761"/>
                <a:gd name="connsiteX995" fmla="*/ 730789 w 2967861"/>
                <a:gd name="connsiteY995" fmla="*/ 1369066 h 2340761"/>
                <a:gd name="connsiteX996" fmla="*/ 733894 w 2967861"/>
                <a:gd name="connsiteY996" fmla="*/ 1371239 h 2340761"/>
                <a:gd name="connsiteX997" fmla="*/ 737930 w 2967861"/>
                <a:gd name="connsiteY997" fmla="*/ 1372170 h 2340761"/>
                <a:gd name="connsiteX998" fmla="*/ 738861 w 2967861"/>
                <a:gd name="connsiteY998" fmla="*/ 1376517 h 2340761"/>
                <a:gd name="connsiteX999" fmla="*/ 745070 w 2967861"/>
                <a:gd name="connsiteY999" fmla="*/ 1378690 h 2340761"/>
                <a:gd name="connsiteX1000" fmla="*/ 755625 w 2967861"/>
                <a:gd name="connsiteY1000" fmla="*/ 1386141 h 2340761"/>
                <a:gd name="connsiteX1001" fmla="*/ 762765 w 2967861"/>
                <a:gd name="connsiteY1001" fmla="*/ 1396696 h 2340761"/>
                <a:gd name="connsiteX1002" fmla="*/ 768043 w 2967861"/>
                <a:gd name="connsiteY1002" fmla="*/ 1409424 h 2340761"/>
                <a:gd name="connsiteX1003" fmla="*/ 774252 w 2967861"/>
                <a:gd name="connsiteY1003" fmla="*/ 1423084 h 2340761"/>
                <a:gd name="connsiteX1004" fmla="*/ 779529 w 2967861"/>
                <a:gd name="connsiteY1004" fmla="*/ 1435812 h 2340761"/>
                <a:gd name="connsiteX1005" fmla="*/ 799398 w 2967861"/>
                <a:gd name="connsiteY1005" fmla="*/ 1448540 h 2340761"/>
                <a:gd name="connsiteX1006" fmla="*/ 804675 w 2967861"/>
                <a:gd name="connsiteY1006" fmla="*/ 1459095 h 2340761"/>
                <a:gd name="connsiteX1007" fmla="*/ 806848 w 2967861"/>
                <a:gd name="connsiteY1007" fmla="*/ 1472755 h 2340761"/>
                <a:gd name="connsiteX1008" fmla="*/ 809022 w 2967861"/>
                <a:gd name="connsiteY1008" fmla="*/ 1485483 h 2340761"/>
                <a:gd name="connsiteX1009" fmla="*/ 812126 w 2967861"/>
                <a:gd name="connsiteY1009" fmla="*/ 1496038 h 2340761"/>
                <a:gd name="connsiteX1010" fmla="*/ 824544 w 2967861"/>
                <a:gd name="connsiteY1010" fmla="*/ 1510940 h 2340761"/>
                <a:gd name="connsiteX1011" fmla="*/ 838204 w 2967861"/>
                <a:gd name="connsiteY1011" fmla="*/ 1525841 h 2340761"/>
                <a:gd name="connsiteX1012" fmla="*/ 850621 w 2967861"/>
                <a:gd name="connsiteY1012" fmla="*/ 1542916 h 2340761"/>
                <a:gd name="connsiteX1013" fmla="*/ 859935 w 2967861"/>
                <a:gd name="connsiteY1013" fmla="*/ 1560922 h 2340761"/>
                <a:gd name="connsiteX1014" fmla="*/ 860866 w 2967861"/>
                <a:gd name="connsiteY1014" fmla="*/ 1572408 h 2340761"/>
                <a:gd name="connsiteX1015" fmla="*/ 860866 w 2967861"/>
                <a:gd name="connsiteY1015" fmla="*/ 1582963 h 2340761"/>
                <a:gd name="connsiteX1016" fmla="*/ 863039 w 2967861"/>
                <a:gd name="connsiteY1016" fmla="*/ 1594450 h 2340761"/>
                <a:gd name="connsiteX1017" fmla="*/ 868317 w 2967861"/>
                <a:gd name="connsiteY1017" fmla="*/ 1605005 h 2340761"/>
                <a:gd name="connsiteX1018" fmla="*/ 870490 w 2967861"/>
                <a:gd name="connsiteY1018" fmla="*/ 1609351 h 2340761"/>
                <a:gd name="connsiteX1019" fmla="*/ 872663 w 2967861"/>
                <a:gd name="connsiteY1019" fmla="*/ 1611524 h 2340761"/>
                <a:gd name="connsiteX1020" fmla="*/ 874836 w 2967861"/>
                <a:gd name="connsiteY1020" fmla="*/ 1612456 h 2340761"/>
                <a:gd name="connsiteX1021" fmla="*/ 875767 w 2967861"/>
                <a:gd name="connsiteY1021" fmla="*/ 1612456 h 2340761"/>
                <a:gd name="connsiteX1022" fmla="*/ 879803 w 2967861"/>
                <a:gd name="connsiteY1022" fmla="*/ 1614629 h 2340761"/>
                <a:gd name="connsiteX1023" fmla="*/ 889117 w 2967861"/>
                <a:gd name="connsiteY1023" fmla="*/ 1614629 h 2340761"/>
                <a:gd name="connsiteX1024" fmla="*/ 901534 w 2967861"/>
                <a:gd name="connsiteY1024" fmla="*/ 1611524 h 2340761"/>
                <a:gd name="connsiteX1025" fmla="*/ 913952 w 2967861"/>
                <a:gd name="connsiteY1025" fmla="*/ 1604074 h 2340761"/>
                <a:gd name="connsiteX1026" fmla="*/ 928543 w 2967861"/>
                <a:gd name="connsiteY1026" fmla="*/ 1597865 h 2340761"/>
                <a:gd name="connsiteX1027" fmla="*/ 946239 w 2967861"/>
                <a:gd name="connsiteY1027" fmla="*/ 1592587 h 2340761"/>
                <a:gd name="connsiteX1028" fmla="*/ 963003 w 2967861"/>
                <a:gd name="connsiteY1028" fmla="*/ 1589483 h 2340761"/>
                <a:gd name="connsiteX1029" fmla="*/ 979767 w 2967861"/>
                <a:gd name="connsiteY1029" fmla="*/ 1582032 h 2340761"/>
                <a:gd name="connsiteX1030" fmla="*/ 992185 w 2967861"/>
                <a:gd name="connsiteY1030" fmla="*/ 1572408 h 2340761"/>
                <a:gd name="connsiteX1031" fmla="*/ 1002740 w 2967861"/>
                <a:gd name="connsiteY1031" fmla="*/ 1560922 h 2340761"/>
                <a:gd name="connsiteX1032" fmla="*/ 1016399 w 2967861"/>
                <a:gd name="connsiteY1032" fmla="*/ 1553471 h 2340761"/>
                <a:gd name="connsiteX1033" fmla="*/ 1039372 w 2967861"/>
                <a:gd name="connsiteY1033" fmla="*/ 1553471 h 2340761"/>
                <a:gd name="connsiteX1034" fmla="*/ 1039372 w 2967861"/>
                <a:gd name="connsiteY1034" fmla="*/ 1544468 h 2340761"/>
                <a:gd name="connsiteX1035" fmla="*/ 1057999 w 2967861"/>
                <a:gd name="connsiteY1035" fmla="*/ 1531740 h 2340761"/>
                <a:gd name="connsiteX1036" fmla="*/ 1075694 w 2967861"/>
                <a:gd name="connsiteY1036" fmla="*/ 1520253 h 2340761"/>
                <a:gd name="connsiteX1037" fmla="*/ 1075694 w 2967861"/>
                <a:gd name="connsiteY1037" fmla="*/ 1500074 h 2340761"/>
                <a:gd name="connsiteX1038" fmla="*/ 1089354 w 2967861"/>
                <a:gd name="connsiteY1038" fmla="*/ 1494797 h 2340761"/>
                <a:gd name="connsiteX1039" fmla="*/ 1095563 w 2967861"/>
                <a:gd name="connsiteY1039" fmla="*/ 1487346 h 2340761"/>
                <a:gd name="connsiteX1040" fmla="*/ 1101772 w 2967861"/>
                <a:gd name="connsiteY1040" fmla="*/ 1477722 h 2340761"/>
                <a:gd name="connsiteX1041" fmla="*/ 1108912 w 2967861"/>
                <a:gd name="connsiteY1041" fmla="*/ 1468098 h 2340761"/>
                <a:gd name="connsiteX1042" fmla="*/ 1087181 w 2967861"/>
                <a:gd name="connsiteY1042" fmla="*/ 1450092 h 2340761"/>
                <a:gd name="connsiteX1043" fmla="*/ 1060172 w 2967861"/>
                <a:gd name="connsiteY1043" fmla="*/ 1435191 h 2340761"/>
                <a:gd name="connsiteX1044" fmla="*/ 1057999 w 2967861"/>
                <a:gd name="connsiteY1044" fmla="*/ 1420290 h 2340761"/>
                <a:gd name="connsiteX1045" fmla="*/ 1055826 w 2967861"/>
                <a:gd name="connsiteY1045" fmla="*/ 1401352 h 2340761"/>
                <a:gd name="connsiteX1046" fmla="*/ 1035958 w 2967861"/>
                <a:gd name="connsiteY1046" fmla="*/ 1416254 h 2340761"/>
                <a:gd name="connsiteX1047" fmla="*/ 1019193 w 2967861"/>
                <a:gd name="connsiteY1047" fmla="*/ 1435191 h 2340761"/>
                <a:gd name="connsiteX1048" fmla="*/ 1008638 w 2967861"/>
                <a:gd name="connsiteY1048" fmla="*/ 1435191 h 2340761"/>
                <a:gd name="connsiteX1049" fmla="*/ 999325 w 2967861"/>
                <a:gd name="connsiteY1049" fmla="*/ 1437364 h 2340761"/>
                <a:gd name="connsiteX1050" fmla="*/ 992185 w 2967861"/>
                <a:gd name="connsiteY1050" fmla="*/ 1438295 h 2340761"/>
                <a:gd name="connsiteX1051" fmla="*/ 990011 w 2967861"/>
                <a:gd name="connsiteY1051" fmla="*/ 1433018 h 2340761"/>
                <a:gd name="connsiteX1052" fmla="*/ 989080 w 2967861"/>
                <a:gd name="connsiteY1052" fmla="*/ 1427740 h 2340761"/>
                <a:gd name="connsiteX1053" fmla="*/ 989080 w 2967861"/>
                <a:gd name="connsiteY1053" fmla="*/ 1422463 h 2340761"/>
                <a:gd name="connsiteX1054" fmla="*/ 986907 w 2967861"/>
                <a:gd name="connsiteY1054" fmla="*/ 1416254 h 2340761"/>
                <a:gd name="connsiteX1055" fmla="*/ 984734 w 2967861"/>
                <a:gd name="connsiteY1055" fmla="*/ 1410976 h 2340761"/>
                <a:gd name="connsiteX1056" fmla="*/ 979456 w 2967861"/>
                <a:gd name="connsiteY1056" fmla="*/ 1408803 h 2340761"/>
                <a:gd name="connsiteX1057" fmla="*/ 977283 w 2967861"/>
                <a:gd name="connsiteY1057" fmla="*/ 1408803 h 2340761"/>
                <a:gd name="connsiteX1058" fmla="*/ 975110 w 2967861"/>
                <a:gd name="connsiteY1058" fmla="*/ 1408803 h 2340761"/>
                <a:gd name="connsiteX1059" fmla="*/ 975110 w 2967861"/>
                <a:gd name="connsiteY1059" fmla="*/ 1410976 h 2340761"/>
                <a:gd name="connsiteX1060" fmla="*/ 974179 w 2967861"/>
                <a:gd name="connsiteY1060" fmla="*/ 1413149 h 2340761"/>
                <a:gd name="connsiteX1061" fmla="*/ 972006 w 2967861"/>
                <a:gd name="connsiteY1061" fmla="*/ 1418427 h 2340761"/>
                <a:gd name="connsiteX1062" fmla="*/ 964865 w 2967861"/>
                <a:gd name="connsiteY1062" fmla="*/ 1407872 h 2340761"/>
                <a:gd name="connsiteX1063" fmla="*/ 957725 w 2967861"/>
                <a:gd name="connsiteY1063" fmla="*/ 1392970 h 2340761"/>
                <a:gd name="connsiteX1064" fmla="*/ 948412 w 2967861"/>
                <a:gd name="connsiteY1064" fmla="*/ 1375896 h 2340761"/>
                <a:gd name="connsiteX1065" fmla="*/ 943134 w 2967861"/>
                <a:gd name="connsiteY1065" fmla="*/ 1358821 h 2340761"/>
                <a:gd name="connsiteX1066" fmla="*/ 939098 w 2967861"/>
                <a:gd name="connsiteY1066" fmla="*/ 1343920 h 2340761"/>
                <a:gd name="connsiteX1067" fmla="*/ 946239 w 2967861"/>
                <a:gd name="connsiteY1067" fmla="*/ 1343920 h 2340761"/>
                <a:gd name="connsiteX1068" fmla="*/ 950274 w 2967861"/>
                <a:gd name="connsiteY1068" fmla="*/ 1343920 h 2340761"/>
                <a:gd name="connsiteX1069" fmla="*/ 952448 w 2967861"/>
                <a:gd name="connsiteY1069" fmla="*/ 1343920 h 2340761"/>
                <a:gd name="connsiteX1070" fmla="*/ 953379 w 2967861"/>
                <a:gd name="connsiteY1070" fmla="*/ 1343920 h 2340761"/>
                <a:gd name="connsiteX1071" fmla="*/ 955552 w 2967861"/>
                <a:gd name="connsiteY1071" fmla="*/ 1343920 h 2340761"/>
                <a:gd name="connsiteX1072" fmla="*/ 967039 w 2967861"/>
                <a:gd name="connsiteY1072" fmla="*/ 1353544 h 2340761"/>
                <a:gd name="connsiteX1073" fmla="*/ 972316 w 2967861"/>
                <a:gd name="connsiteY1073" fmla="*/ 1363167 h 2340761"/>
                <a:gd name="connsiteX1074" fmla="*/ 975421 w 2967861"/>
                <a:gd name="connsiteY1074" fmla="*/ 1373723 h 2340761"/>
                <a:gd name="connsiteX1075" fmla="*/ 984734 w 2967861"/>
                <a:gd name="connsiteY1075" fmla="*/ 1381173 h 2340761"/>
                <a:gd name="connsiteX1076" fmla="*/ 997152 w 2967861"/>
                <a:gd name="connsiteY1076" fmla="*/ 1388624 h 2340761"/>
                <a:gd name="connsiteX1077" fmla="*/ 1008638 w 2967861"/>
                <a:gd name="connsiteY1077" fmla="*/ 1393902 h 2340761"/>
                <a:gd name="connsiteX1078" fmla="*/ 1019193 w 2967861"/>
                <a:gd name="connsiteY1078" fmla="*/ 1401352 h 2340761"/>
                <a:gd name="connsiteX1079" fmla="*/ 1031611 w 2967861"/>
                <a:gd name="connsiteY1079" fmla="*/ 1401352 h 2340761"/>
                <a:gd name="connsiteX1080" fmla="*/ 1040925 w 2967861"/>
                <a:gd name="connsiteY1080" fmla="*/ 1400421 h 2340761"/>
                <a:gd name="connsiteX1081" fmla="*/ 1048065 w 2967861"/>
                <a:gd name="connsiteY1081" fmla="*/ 1398248 h 2340761"/>
                <a:gd name="connsiteX1082" fmla="*/ 1059551 w 2967861"/>
                <a:gd name="connsiteY1082" fmla="*/ 1393902 h 2340761"/>
                <a:gd name="connsiteX1083" fmla="*/ 1066692 w 2967861"/>
                <a:gd name="connsiteY1083" fmla="*/ 1407561 h 2340761"/>
                <a:gd name="connsiteX1084" fmla="*/ 1071969 w 2967861"/>
                <a:gd name="connsiteY1084" fmla="*/ 1418116 h 2340761"/>
                <a:gd name="connsiteX1085" fmla="*/ 1102082 w 2967861"/>
                <a:gd name="connsiteY1085" fmla="*/ 1420290 h 2340761"/>
                <a:gd name="connsiteX1086" fmla="*/ 1133438 w 2967861"/>
                <a:gd name="connsiteY1086" fmla="*/ 1422463 h 2340761"/>
                <a:gd name="connsiteX1087" fmla="*/ 1164793 w 2967861"/>
                <a:gd name="connsiteY1087" fmla="*/ 1422463 h 2340761"/>
                <a:gd name="connsiteX1088" fmla="*/ 1194906 w 2967861"/>
                <a:gd name="connsiteY1088" fmla="*/ 1418116 h 2340761"/>
                <a:gd name="connsiteX1089" fmla="*/ 1206392 w 2967861"/>
                <a:gd name="connsiteY1089" fmla="*/ 1429603 h 2340761"/>
                <a:gd name="connsiteX1090" fmla="*/ 1218810 w 2967861"/>
                <a:gd name="connsiteY1090" fmla="*/ 1437985 h 2340761"/>
                <a:gd name="connsiteX1091" fmla="*/ 1231228 w 2967861"/>
                <a:gd name="connsiteY1091" fmla="*/ 1447609 h 2340761"/>
                <a:gd name="connsiteX1092" fmla="*/ 1238368 w 2967861"/>
                <a:gd name="connsiteY1092" fmla="*/ 1458164 h 2340761"/>
                <a:gd name="connsiteX1093" fmla="*/ 1235264 w 2967861"/>
                <a:gd name="connsiteY1093" fmla="*/ 1471824 h 2340761"/>
                <a:gd name="connsiteX1094" fmla="*/ 1238368 w 2967861"/>
                <a:gd name="connsiteY1094" fmla="*/ 1474928 h 2340761"/>
                <a:gd name="connsiteX1095" fmla="*/ 1242404 w 2967861"/>
                <a:gd name="connsiteY1095" fmla="*/ 1479274 h 2340761"/>
                <a:gd name="connsiteX1096" fmla="*/ 1247681 w 2967861"/>
                <a:gd name="connsiteY1096" fmla="*/ 1482379 h 2340761"/>
                <a:gd name="connsiteX1097" fmla="*/ 1251717 w 2967861"/>
                <a:gd name="connsiteY1097" fmla="*/ 1486725 h 2340761"/>
                <a:gd name="connsiteX1098" fmla="*/ 1262273 w 2967861"/>
                <a:gd name="connsiteY1098" fmla="*/ 1487656 h 2340761"/>
                <a:gd name="connsiteX1099" fmla="*/ 1271586 w 2967861"/>
                <a:gd name="connsiteY1099" fmla="*/ 1487656 h 2340761"/>
                <a:gd name="connsiteX1100" fmla="*/ 1284004 w 2967861"/>
                <a:gd name="connsiteY1100" fmla="*/ 1486725 h 2340761"/>
                <a:gd name="connsiteX1101" fmla="*/ 1288039 w 2967861"/>
                <a:gd name="connsiteY1101" fmla="*/ 1524910 h 2340761"/>
                <a:gd name="connsiteX1102" fmla="*/ 1296422 w 2967861"/>
                <a:gd name="connsiteY1102" fmla="*/ 1556575 h 2340761"/>
                <a:gd name="connsiteX1103" fmla="*/ 1308840 w 2967861"/>
                <a:gd name="connsiteY1103" fmla="*/ 1586068 h 2340761"/>
                <a:gd name="connsiteX1104" fmla="*/ 1327466 w 2967861"/>
                <a:gd name="connsiteY1104" fmla="*/ 1613697 h 2340761"/>
                <a:gd name="connsiteX1105" fmla="*/ 1327466 w 2967861"/>
                <a:gd name="connsiteY1105" fmla="*/ 1615870 h 2340761"/>
                <a:gd name="connsiteX1106" fmla="*/ 1325293 w 2967861"/>
                <a:gd name="connsiteY1106" fmla="*/ 1618044 h 2340761"/>
                <a:gd name="connsiteX1107" fmla="*/ 1323120 w 2967861"/>
                <a:gd name="connsiteY1107" fmla="*/ 1621148 h 2340761"/>
                <a:gd name="connsiteX1108" fmla="*/ 1322188 w 2967861"/>
                <a:gd name="connsiteY1108" fmla="*/ 1625494 h 2340761"/>
                <a:gd name="connsiteX1109" fmla="*/ 1323120 w 2967861"/>
                <a:gd name="connsiteY1109" fmla="*/ 1628599 h 2340761"/>
                <a:gd name="connsiteX1110" fmla="*/ 1329329 w 2967861"/>
                <a:gd name="connsiteY1110" fmla="*/ 1645673 h 2340761"/>
                <a:gd name="connsiteX1111" fmla="*/ 1339884 w 2967861"/>
                <a:gd name="connsiteY1111" fmla="*/ 1665852 h 2340761"/>
                <a:gd name="connsiteX1112" fmla="*/ 1351370 w 2967861"/>
                <a:gd name="connsiteY1112" fmla="*/ 1678581 h 2340761"/>
                <a:gd name="connsiteX1113" fmla="*/ 1352302 w 2967861"/>
                <a:gd name="connsiteY1113" fmla="*/ 1680754 h 2340761"/>
                <a:gd name="connsiteX1114" fmla="*/ 1354475 w 2967861"/>
                <a:gd name="connsiteY1114" fmla="*/ 1680754 h 2340761"/>
                <a:gd name="connsiteX1115" fmla="*/ 1356648 w 2967861"/>
                <a:gd name="connsiteY1115" fmla="*/ 1682927 h 2340761"/>
                <a:gd name="connsiteX1116" fmla="*/ 1358821 w 2967861"/>
                <a:gd name="connsiteY1116" fmla="*/ 1682927 h 2340761"/>
                <a:gd name="connsiteX1117" fmla="*/ 1378690 w 2967861"/>
                <a:gd name="connsiteY1117" fmla="*/ 1658712 h 2340761"/>
                <a:gd name="connsiteX1118" fmla="*/ 1391108 w 2967861"/>
                <a:gd name="connsiteY1118" fmla="*/ 1633255 h 2340761"/>
                <a:gd name="connsiteX1119" fmla="*/ 1400421 w 2967861"/>
                <a:gd name="connsiteY1119" fmla="*/ 1601590 h 2340761"/>
                <a:gd name="connsiteX1120" fmla="*/ 1403525 w 2967861"/>
                <a:gd name="connsiteY1120" fmla="*/ 1564647 h 2340761"/>
                <a:gd name="connsiteX1121" fmla="*/ 1415943 w 2967861"/>
                <a:gd name="connsiteY1121" fmla="*/ 1557196 h 2340761"/>
                <a:gd name="connsiteX1122" fmla="*/ 1425257 w 2967861"/>
                <a:gd name="connsiteY1122" fmla="*/ 1547572 h 2340761"/>
                <a:gd name="connsiteX1123" fmla="*/ 1434570 w 2967861"/>
                <a:gd name="connsiteY1123" fmla="*/ 1540122 h 2340761"/>
                <a:gd name="connsiteX1124" fmla="*/ 1451334 w 2967861"/>
                <a:gd name="connsiteY1124" fmla="*/ 1540122 h 2340761"/>
                <a:gd name="connsiteX1125" fmla="*/ 1463752 w 2967861"/>
                <a:gd name="connsiteY1125" fmla="*/ 1507214 h 2340761"/>
                <a:gd name="connsiteX1126" fmla="*/ 1470892 w 2967861"/>
                <a:gd name="connsiteY1126" fmla="*/ 1501937 h 2340761"/>
                <a:gd name="connsiteX1127" fmla="*/ 1478032 w 2967861"/>
                <a:gd name="connsiteY1127" fmla="*/ 1499764 h 2340761"/>
                <a:gd name="connsiteX1128" fmla="*/ 1485172 w 2967861"/>
                <a:gd name="connsiteY1128" fmla="*/ 1499764 h 2340761"/>
                <a:gd name="connsiteX1129" fmla="*/ 1488277 w 2967861"/>
                <a:gd name="connsiteY1129" fmla="*/ 1497591 h 2340761"/>
                <a:gd name="connsiteX1130" fmla="*/ 1493555 w 2967861"/>
                <a:gd name="connsiteY1130" fmla="*/ 1490140 h 2340761"/>
                <a:gd name="connsiteX1131" fmla="*/ 1497590 w 2967861"/>
                <a:gd name="connsiteY1131" fmla="*/ 1475239 h 2340761"/>
                <a:gd name="connsiteX1132" fmla="*/ 1512181 w 2967861"/>
                <a:gd name="connsiteY1132" fmla="*/ 1475239 h 2340761"/>
                <a:gd name="connsiteX1133" fmla="*/ 1526772 w 2967861"/>
                <a:gd name="connsiteY1133" fmla="*/ 1477412 h 2340761"/>
                <a:gd name="connsiteX1134" fmla="*/ 1543536 w 2967861"/>
                <a:gd name="connsiteY1134" fmla="*/ 1475239 h 2340761"/>
                <a:gd name="connsiteX1135" fmla="*/ 1544468 w 2967861"/>
                <a:gd name="connsiteY1135" fmla="*/ 1473065 h 2340761"/>
                <a:gd name="connsiteX1136" fmla="*/ 1546641 w 2967861"/>
                <a:gd name="connsiteY1136" fmla="*/ 1472134 h 2340761"/>
                <a:gd name="connsiteX1137" fmla="*/ 1548814 w 2967861"/>
                <a:gd name="connsiteY1137" fmla="*/ 1467788 h 2340761"/>
                <a:gd name="connsiteX1138" fmla="*/ 1550987 w 2967861"/>
                <a:gd name="connsiteY1138" fmla="*/ 1465615 h 2340761"/>
                <a:gd name="connsiteX1139" fmla="*/ 1554092 w 2967861"/>
                <a:gd name="connsiteY1139" fmla="*/ 1462510 h 2340761"/>
                <a:gd name="connsiteX1140" fmla="*/ 1565578 w 2967861"/>
                <a:gd name="connsiteY1140" fmla="*/ 1480516 h 2340761"/>
                <a:gd name="connsiteX1141" fmla="*/ 1573960 w 2967861"/>
                <a:gd name="connsiteY1141" fmla="*/ 1495418 h 2340761"/>
                <a:gd name="connsiteX1142" fmla="*/ 1585447 w 2967861"/>
                <a:gd name="connsiteY1142" fmla="*/ 1509077 h 2340761"/>
                <a:gd name="connsiteX1143" fmla="*/ 1592587 w 2967861"/>
                <a:gd name="connsiteY1143" fmla="*/ 1523979 h 2340761"/>
                <a:gd name="connsiteX1144" fmla="*/ 1597864 w 2967861"/>
                <a:gd name="connsiteY1144" fmla="*/ 1541984 h 2340761"/>
                <a:gd name="connsiteX1145" fmla="*/ 1597864 w 2967861"/>
                <a:gd name="connsiteY1145" fmla="*/ 1564337 h 2340761"/>
                <a:gd name="connsiteX1146" fmla="*/ 1600037 w 2967861"/>
                <a:gd name="connsiteY1146" fmla="*/ 1566509 h 2340761"/>
                <a:gd name="connsiteX1147" fmla="*/ 1600969 w 2967861"/>
                <a:gd name="connsiteY1147" fmla="*/ 1566509 h 2340761"/>
                <a:gd name="connsiteX1148" fmla="*/ 1600969 w 2967861"/>
                <a:gd name="connsiteY1148" fmla="*/ 1567441 h 2340761"/>
                <a:gd name="connsiteX1149" fmla="*/ 1603142 w 2967861"/>
                <a:gd name="connsiteY1149" fmla="*/ 1567441 h 2340761"/>
                <a:gd name="connsiteX1150" fmla="*/ 1610282 w 2967861"/>
                <a:gd name="connsiteY1150" fmla="*/ 1567441 h 2340761"/>
                <a:gd name="connsiteX1151" fmla="*/ 1617422 w 2967861"/>
                <a:gd name="connsiteY1151" fmla="*/ 1566509 h 2340761"/>
                <a:gd name="connsiteX1152" fmla="*/ 1621458 w 2967861"/>
                <a:gd name="connsiteY1152" fmla="*/ 1564337 h 2340761"/>
                <a:gd name="connsiteX1153" fmla="*/ 1626736 w 2967861"/>
                <a:gd name="connsiteY1153" fmla="*/ 1559990 h 2340761"/>
                <a:gd name="connsiteX1154" fmla="*/ 1629840 w 2967861"/>
                <a:gd name="connsiteY1154" fmla="*/ 1556886 h 2340761"/>
                <a:gd name="connsiteX1155" fmla="*/ 1641327 w 2967861"/>
                <a:gd name="connsiteY1155" fmla="*/ 1569614 h 2340761"/>
                <a:gd name="connsiteX1156" fmla="*/ 1648467 w 2967861"/>
                <a:gd name="connsiteY1156" fmla="*/ 1586688 h 2340761"/>
                <a:gd name="connsiteX1157" fmla="*/ 1650640 w 2967861"/>
                <a:gd name="connsiteY1157" fmla="*/ 1606867 h 2340761"/>
                <a:gd name="connsiteX1158" fmla="*/ 1650640 w 2967861"/>
                <a:gd name="connsiteY1158" fmla="*/ 1629220 h 2340761"/>
                <a:gd name="connsiteX1159" fmla="*/ 1650640 w 2967861"/>
                <a:gd name="connsiteY1159" fmla="*/ 1649399 h 2340761"/>
                <a:gd name="connsiteX1160" fmla="*/ 1650640 w 2967861"/>
                <a:gd name="connsiteY1160" fmla="*/ 1668336 h 2340761"/>
                <a:gd name="connsiteX1161" fmla="*/ 1653745 w 2967861"/>
                <a:gd name="connsiteY1161" fmla="*/ 1683237 h 2340761"/>
                <a:gd name="connsiteX1162" fmla="*/ 1653745 w 2967861"/>
                <a:gd name="connsiteY1162" fmla="*/ 1686342 h 2340761"/>
                <a:gd name="connsiteX1163" fmla="*/ 1663058 w 2967861"/>
                <a:gd name="connsiteY1163" fmla="*/ 1683237 h 2340761"/>
                <a:gd name="connsiteX1164" fmla="*/ 1663058 w 2967861"/>
                <a:gd name="connsiteY1164" fmla="*/ 1686342 h 2340761"/>
                <a:gd name="connsiteX1165" fmla="*/ 1672371 w 2967861"/>
                <a:gd name="connsiteY1165" fmla="*/ 1699070 h 2340761"/>
                <a:gd name="connsiteX1166" fmla="*/ 1677649 w 2967861"/>
                <a:gd name="connsiteY1166" fmla="*/ 1713971 h 2340761"/>
                <a:gd name="connsiteX1167" fmla="*/ 1682927 w 2967861"/>
                <a:gd name="connsiteY1167" fmla="*/ 1728873 h 2340761"/>
                <a:gd name="connsiteX1168" fmla="*/ 1686962 w 2967861"/>
                <a:gd name="connsiteY1168" fmla="*/ 1745947 h 2340761"/>
                <a:gd name="connsiteX1169" fmla="*/ 1693171 w 2967861"/>
                <a:gd name="connsiteY1169" fmla="*/ 1760849 h 2340761"/>
                <a:gd name="connsiteX1170" fmla="*/ 1702485 w 2967861"/>
                <a:gd name="connsiteY1170" fmla="*/ 1768299 h 2340761"/>
                <a:gd name="connsiteX1171" fmla="*/ 1704658 w 2967861"/>
                <a:gd name="connsiteY1171" fmla="*/ 1770472 h 2340761"/>
                <a:gd name="connsiteX1172" fmla="*/ 1715213 w 2967861"/>
                <a:gd name="connsiteY1172" fmla="*/ 1775750 h 2340761"/>
                <a:gd name="connsiteX1173" fmla="*/ 1726699 w 2967861"/>
                <a:gd name="connsiteY1173" fmla="*/ 1785374 h 2340761"/>
                <a:gd name="connsiteX1174" fmla="*/ 1737255 w 2967861"/>
                <a:gd name="connsiteY1174" fmla="*/ 1785374 h 2340761"/>
                <a:gd name="connsiteX1175" fmla="*/ 1736323 w 2967861"/>
                <a:gd name="connsiteY1175" fmla="*/ 1758986 h 2340761"/>
                <a:gd name="connsiteX1176" fmla="*/ 1729183 w 2967861"/>
                <a:gd name="connsiteY1176" fmla="*/ 1733529 h 2340761"/>
                <a:gd name="connsiteX1177" fmla="*/ 1717696 w 2967861"/>
                <a:gd name="connsiteY1177" fmla="*/ 1711177 h 2340761"/>
                <a:gd name="connsiteX1178" fmla="*/ 1703106 w 2967861"/>
                <a:gd name="connsiteY1178" fmla="*/ 1696276 h 2340761"/>
                <a:gd name="connsiteX1179" fmla="*/ 1700001 w 2967861"/>
                <a:gd name="connsiteY1179" fmla="*/ 1694103 h 2340761"/>
                <a:gd name="connsiteX1180" fmla="*/ 1695965 w 2967861"/>
                <a:gd name="connsiteY1180" fmla="*/ 1694103 h 2340761"/>
                <a:gd name="connsiteX1181" fmla="*/ 1692861 w 2967861"/>
                <a:gd name="connsiteY1181" fmla="*/ 1694103 h 2340761"/>
                <a:gd name="connsiteX1182" fmla="*/ 1688825 w 2967861"/>
                <a:gd name="connsiteY1182" fmla="*/ 1694103 h 2340761"/>
                <a:gd name="connsiteX1183" fmla="*/ 1687894 w 2967861"/>
                <a:gd name="connsiteY1183" fmla="*/ 1691930 h 2340761"/>
                <a:gd name="connsiteX1184" fmla="*/ 1681685 w 2967861"/>
                <a:gd name="connsiteY1184" fmla="*/ 1681374 h 2340761"/>
                <a:gd name="connsiteX1185" fmla="*/ 1680753 w 2967861"/>
                <a:gd name="connsiteY1185" fmla="*/ 1671751 h 2340761"/>
                <a:gd name="connsiteX1186" fmla="*/ 1676718 w 2967861"/>
                <a:gd name="connsiteY1186" fmla="*/ 1664300 h 2340761"/>
                <a:gd name="connsiteX1187" fmla="*/ 1667404 w 2967861"/>
                <a:gd name="connsiteY1187" fmla="*/ 1659022 h 2340761"/>
                <a:gd name="connsiteX1188" fmla="*/ 1676718 w 2967861"/>
                <a:gd name="connsiteY1188" fmla="*/ 1634808 h 2340761"/>
                <a:gd name="connsiteX1189" fmla="*/ 1683858 w 2967861"/>
                <a:gd name="connsiteY1189" fmla="*/ 1605315 h 2340761"/>
                <a:gd name="connsiteX1190" fmla="*/ 1700622 w 2967861"/>
                <a:gd name="connsiteY1190" fmla="*/ 1618975 h 2340761"/>
                <a:gd name="connsiteX1191" fmla="*/ 1716144 w 2967861"/>
                <a:gd name="connsiteY1191" fmla="*/ 1631703 h 2340761"/>
                <a:gd name="connsiteX1192" fmla="*/ 1730735 w 2967861"/>
                <a:gd name="connsiteY1192" fmla="*/ 1644431 h 2340761"/>
                <a:gd name="connsiteX1193" fmla="*/ 1742222 w 2967861"/>
                <a:gd name="connsiteY1193" fmla="*/ 1659333 h 2340761"/>
                <a:gd name="connsiteX1194" fmla="*/ 1747499 w 2967861"/>
                <a:gd name="connsiteY1194" fmla="*/ 1679512 h 2340761"/>
                <a:gd name="connsiteX1195" fmla="*/ 1754640 w 2967861"/>
                <a:gd name="connsiteY1195" fmla="*/ 1679512 h 2340761"/>
                <a:gd name="connsiteX1196" fmla="*/ 1815176 w 2967861"/>
                <a:gd name="connsiteY1196" fmla="*/ 1629841 h 2340761"/>
                <a:gd name="connsiteX1197" fmla="*/ 1813003 w 2967861"/>
                <a:gd name="connsiteY1197" fmla="*/ 1600348 h 2340761"/>
                <a:gd name="connsiteX1198" fmla="*/ 1807726 w 2967861"/>
                <a:gd name="connsiteY1198" fmla="*/ 1576133 h 2340761"/>
                <a:gd name="connsiteX1199" fmla="*/ 1796239 w 2967861"/>
                <a:gd name="connsiteY1199" fmla="*/ 1558128 h 2340761"/>
                <a:gd name="connsiteX1200" fmla="*/ 1783822 w 2967861"/>
                <a:gd name="connsiteY1200" fmla="*/ 1541053 h 2340761"/>
                <a:gd name="connsiteX1201" fmla="*/ 1767057 w 2967861"/>
                <a:gd name="connsiteY1201" fmla="*/ 1525220 h 2340761"/>
                <a:gd name="connsiteX1202" fmla="*/ 1769230 w 2967861"/>
                <a:gd name="connsiteY1202" fmla="*/ 1510319 h 2340761"/>
                <a:gd name="connsiteX1203" fmla="*/ 1774508 w 2967861"/>
                <a:gd name="connsiteY1203" fmla="*/ 1500695 h 2340761"/>
                <a:gd name="connsiteX1204" fmla="*/ 1780717 w 2967861"/>
                <a:gd name="connsiteY1204" fmla="*/ 1495418 h 2340761"/>
                <a:gd name="connsiteX1205" fmla="*/ 1787857 w 2967861"/>
                <a:gd name="connsiteY1205" fmla="*/ 1489209 h 2340761"/>
                <a:gd name="connsiteX1206" fmla="*/ 1794066 w 2967861"/>
                <a:gd name="connsiteY1206" fmla="*/ 1480827 h 2340761"/>
                <a:gd name="connsiteX1207" fmla="*/ 1800275 w 2967861"/>
                <a:gd name="connsiteY1207" fmla="*/ 1480827 h 2340761"/>
                <a:gd name="connsiteX1208" fmla="*/ 1805553 w 2967861"/>
                <a:gd name="connsiteY1208" fmla="*/ 1481758 h 2340761"/>
                <a:gd name="connsiteX1209" fmla="*/ 1807726 w 2967861"/>
                <a:gd name="connsiteY1209" fmla="*/ 1481758 h 2340761"/>
                <a:gd name="connsiteX1210" fmla="*/ 1810830 w 2967861"/>
                <a:gd name="connsiteY1210" fmla="*/ 1483931 h 2340761"/>
                <a:gd name="connsiteX1211" fmla="*/ 1813003 w 2967861"/>
                <a:gd name="connsiteY1211" fmla="*/ 1488277 h 2340761"/>
                <a:gd name="connsiteX1212" fmla="*/ 1816108 w 2967861"/>
                <a:gd name="connsiteY1212" fmla="*/ 1493555 h 2340761"/>
                <a:gd name="connsiteX1213" fmla="*/ 1818281 w 2967861"/>
                <a:gd name="connsiteY1213" fmla="*/ 1496659 h 2340761"/>
                <a:gd name="connsiteX1214" fmla="*/ 1816108 w 2967861"/>
                <a:gd name="connsiteY1214" fmla="*/ 1501006 h 2340761"/>
                <a:gd name="connsiteX1215" fmla="*/ 1815176 w 2967861"/>
                <a:gd name="connsiteY1215" fmla="*/ 1504110 h 2340761"/>
                <a:gd name="connsiteX1216" fmla="*/ 1811141 w 2967861"/>
                <a:gd name="connsiteY1216" fmla="*/ 1506283 h 2340761"/>
                <a:gd name="connsiteX1217" fmla="*/ 1808036 w 2967861"/>
                <a:gd name="connsiteY1217" fmla="*/ 1506283 h 2340761"/>
                <a:gd name="connsiteX1218" fmla="*/ 1804000 w 2967861"/>
                <a:gd name="connsiteY1218" fmla="*/ 1508456 h 2340761"/>
                <a:gd name="connsiteX1219" fmla="*/ 1804000 w 2967861"/>
                <a:gd name="connsiteY1219" fmla="*/ 1518080 h 2340761"/>
                <a:gd name="connsiteX1220" fmla="*/ 1804000 w 2967861"/>
                <a:gd name="connsiteY1220" fmla="*/ 1523358 h 2340761"/>
                <a:gd name="connsiteX1221" fmla="*/ 1806173 w 2967861"/>
                <a:gd name="connsiteY1221" fmla="*/ 1528635 h 2340761"/>
                <a:gd name="connsiteX1222" fmla="*/ 1808346 w 2967861"/>
                <a:gd name="connsiteY1222" fmla="*/ 1533913 h 2340761"/>
                <a:gd name="connsiteX1223" fmla="*/ 1811451 w 2967861"/>
                <a:gd name="connsiteY1223" fmla="*/ 1532981 h 2340761"/>
                <a:gd name="connsiteX1224" fmla="*/ 1813624 w 2967861"/>
                <a:gd name="connsiteY1224" fmla="*/ 1532981 h 2340761"/>
                <a:gd name="connsiteX1225" fmla="*/ 1815797 w 2967861"/>
                <a:gd name="connsiteY1225" fmla="*/ 1532981 h 2340761"/>
                <a:gd name="connsiteX1226" fmla="*/ 1816729 w 2967861"/>
                <a:gd name="connsiteY1226" fmla="*/ 1530808 h 2340761"/>
                <a:gd name="connsiteX1227" fmla="*/ 1818902 w 2967861"/>
                <a:gd name="connsiteY1227" fmla="*/ 1530808 h 2340761"/>
                <a:gd name="connsiteX1228" fmla="*/ 1826042 w 2967861"/>
                <a:gd name="connsiteY1228" fmla="*/ 1526462 h 2340761"/>
                <a:gd name="connsiteX1229" fmla="*/ 1830078 w 2967861"/>
                <a:gd name="connsiteY1229" fmla="*/ 1523358 h 2340761"/>
                <a:gd name="connsiteX1230" fmla="*/ 1831009 w 2967861"/>
                <a:gd name="connsiteY1230" fmla="*/ 1521184 h 2340761"/>
                <a:gd name="connsiteX1231" fmla="*/ 1835045 w 2967861"/>
                <a:gd name="connsiteY1231" fmla="*/ 1518080 h 2340761"/>
                <a:gd name="connsiteX1232" fmla="*/ 1838150 w 2967861"/>
                <a:gd name="connsiteY1232" fmla="*/ 1513734 h 2340761"/>
                <a:gd name="connsiteX1233" fmla="*/ 1837218 w 2967861"/>
                <a:gd name="connsiteY1233" fmla="*/ 1508456 h 2340761"/>
                <a:gd name="connsiteX1234" fmla="*/ 1837218 w 2967861"/>
                <a:gd name="connsiteY1234" fmla="*/ 1503179 h 2340761"/>
                <a:gd name="connsiteX1235" fmla="*/ 1835045 w 2967861"/>
                <a:gd name="connsiteY1235" fmla="*/ 1501006 h 2340761"/>
                <a:gd name="connsiteX1236" fmla="*/ 1835045 w 2967861"/>
                <a:gd name="connsiteY1236" fmla="*/ 1498832 h 2340761"/>
                <a:gd name="connsiteX1237" fmla="*/ 1835045 w 2967861"/>
                <a:gd name="connsiteY1237" fmla="*/ 1495728 h 2340761"/>
                <a:gd name="connsiteX1238" fmla="*/ 1835045 w 2967861"/>
                <a:gd name="connsiteY1238" fmla="*/ 1491382 h 2340761"/>
                <a:gd name="connsiteX1239" fmla="*/ 1835045 w 2967861"/>
                <a:gd name="connsiteY1239" fmla="*/ 1483931 h 2340761"/>
                <a:gd name="connsiteX1240" fmla="*/ 1862054 w 2967861"/>
                <a:gd name="connsiteY1240" fmla="*/ 1478653 h 2340761"/>
                <a:gd name="connsiteX1241" fmla="*/ 1891236 w 2967861"/>
                <a:gd name="connsiteY1241" fmla="*/ 1469030 h 2340761"/>
                <a:gd name="connsiteX1242" fmla="*/ 1916382 w 2967861"/>
                <a:gd name="connsiteY1242" fmla="*/ 1458474 h 2340761"/>
                <a:gd name="connsiteX1243" fmla="*/ 1940286 w 2967861"/>
                <a:gd name="connsiteY1243" fmla="*/ 1443573 h 2340761"/>
                <a:gd name="connsiteX1244" fmla="*/ 1958913 w 2967861"/>
                <a:gd name="connsiteY1244" fmla="*/ 1423394 h 2340761"/>
                <a:gd name="connsiteX1245" fmla="*/ 1967295 w 2967861"/>
                <a:gd name="connsiteY1245" fmla="*/ 1408493 h 2340761"/>
                <a:gd name="connsiteX1246" fmla="*/ 1974435 w 2967861"/>
                <a:gd name="connsiteY1246" fmla="*/ 1394833 h 2340761"/>
                <a:gd name="connsiteX1247" fmla="*/ 1981575 w 2967861"/>
                <a:gd name="connsiteY1247" fmla="*/ 1379932 h 2340761"/>
                <a:gd name="connsiteX1248" fmla="*/ 1993993 w 2967861"/>
                <a:gd name="connsiteY1248" fmla="*/ 1371550 h 2340761"/>
                <a:gd name="connsiteX1249" fmla="*/ 1993993 w 2967861"/>
                <a:gd name="connsiteY1249" fmla="*/ 1351992 h 2340761"/>
                <a:gd name="connsiteX1250" fmla="*/ 1993062 w 2967861"/>
                <a:gd name="connsiteY1250" fmla="*/ 1329639 h 2340761"/>
                <a:gd name="connsiteX1251" fmla="*/ 1989026 w 2967861"/>
                <a:gd name="connsiteY1251" fmla="*/ 1309460 h 2340761"/>
                <a:gd name="connsiteX1252" fmla="*/ 1981886 w 2967861"/>
                <a:gd name="connsiteY1252" fmla="*/ 1289281 h 2340761"/>
                <a:gd name="connsiteX1253" fmla="*/ 1973504 w 2967861"/>
                <a:gd name="connsiteY1253" fmla="*/ 1274380 h 2340761"/>
                <a:gd name="connsiteX1254" fmla="*/ 1958913 w 2967861"/>
                <a:gd name="connsiteY1254" fmla="*/ 1264756 h 2340761"/>
                <a:gd name="connsiteX1255" fmla="*/ 1964190 w 2967861"/>
                <a:gd name="connsiteY1255" fmla="*/ 1252028 h 2340761"/>
                <a:gd name="connsiteX1256" fmla="*/ 1969468 w 2967861"/>
                <a:gd name="connsiteY1256" fmla="*/ 1244577 h 2340761"/>
                <a:gd name="connsiteX1257" fmla="*/ 1976608 w 2967861"/>
                <a:gd name="connsiteY1257" fmla="*/ 1237127 h 2340761"/>
                <a:gd name="connsiteX1258" fmla="*/ 1983748 w 2967861"/>
                <a:gd name="connsiteY1258" fmla="*/ 1227503 h 2340761"/>
                <a:gd name="connsiteX1259" fmla="*/ 2003617 w 2967861"/>
                <a:gd name="connsiteY1259" fmla="*/ 1227503 h 2340761"/>
                <a:gd name="connsiteX1260" fmla="*/ 2003617 w 2967861"/>
                <a:gd name="connsiteY1260" fmla="*/ 1214774 h 2340761"/>
                <a:gd name="connsiteX1261" fmla="*/ 1998339 w 2967861"/>
                <a:gd name="connsiteY1261" fmla="*/ 1214774 h 2340761"/>
                <a:gd name="connsiteX1262" fmla="*/ 1987784 w 2967861"/>
                <a:gd name="connsiteY1262" fmla="*/ 1209497 h 2340761"/>
                <a:gd name="connsiteX1263" fmla="*/ 1978471 w 2967861"/>
                <a:gd name="connsiteY1263" fmla="*/ 1209497 h 2340761"/>
                <a:gd name="connsiteX1264" fmla="*/ 1969157 w 2967861"/>
                <a:gd name="connsiteY1264" fmla="*/ 1212601 h 2340761"/>
                <a:gd name="connsiteX1265" fmla="*/ 1958602 w 2967861"/>
                <a:gd name="connsiteY1265" fmla="*/ 1218810 h 2340761"/>
                <a:gd name="connsiteX1266" fmla="*/ 1954567 w 2967861"/>
                <a:gd name="connsiteY1266" fmla="*/ 1212601 h 2340761"/>
                <a:gd name="connsiteX1267" fmla="*/ 1951462 w 2967861"/>
                <a:gd name="connsiteY1267" fmla="*/ 1209497 h 2340761"/>
                <a:gd name="connsiteX1268" fmla="*/ 1947426 w 2967861"/>
                <a:gd name="connsiteY1268" fmla="*/ 1205151 h 2340761"/>
                <a:gd name="connsiteX1269" fmla="*/ 1942149 w 2967861"/>
                <a:gd name="connsiteY1269" fmla="*/ 1202046 h 2340761"/>
                <a:gd name="connsiteX1270" fmla="*/ 1935008 w 2967861"/>
                <a:gd name="connsiteY1270" fmla="*/ 1197700 h 2340761"/>
                <a:gd name="connsiteX1271" fmla="*/ 1942149 w 2967861"/>
                <a:gd name="connsiteY1271" fmla="*/ 1184972 h 2340761"/>
                <a:gd name="connsiteX1272" fmla="*/ 1954567 w 2967861"/>
                <a:gd name="connsiteY1272" fmla="*/ 1174416 h 2340761"/>
                <a:gd name="connsiteX1273" fmla="*/ 1966985 w 2967861"/>
                <a:gd name="connsiteY1273" fmla="*/ 1164793 h 2340761"/>
                <a:gd name="connsiteX1274" fmla="*/ 1978471 w 2967861"/>
                <a:gd name="connsiteY1274" fmla="*/ 1153306 h 2340761"/>
                <a:gd name="connsiteX1275" fmla="*/ 1983748 w 2967861"/>
                <a:gd name="connsiteY1275" fmla="*/ 1155479 h 2340761"/>
                <a:gd name="connsiteX1276" fmla="*/ 1987784 w 2967861"/>
                <a:gd name="connsiteY1276" fmla="*/ 1155479 h 2340761"/>
                <a:gd name="connsiteX1277" fmla="*/ 1990889 w 2967861"/>
                <a:gd name="connsiteY1277" fmla="*/ 1157652 h 2340761"/>
                <a:gd name="connsiteX1278" fmla="*/ 1993993 w 2967861"/>
                <a:gd name="connsiteY1278" fmla="*/ 1157652 h 2340761"/>
                <a:gd name="connsiteX1279" fmla="*/ 1990889 w 2967861"/>
                <a:gd name="connsiteY1279" fmla="*/ 1165103 h 2340761"/>
                <a:gd name="connsiteX1280" fmla="*/ 1988716 w 2967861"/>
                <a:gd name="connsiteY1280" fmla="*/ 1168208 h 2340761"/>
                <a:gd name="connsiteX1281" fmla="*/ 1987784 w 2967861"/>
                <a:gd name="connsiteY1281" fmla="*/ 1174416 h 2340761"/>
                <a:gd name="connsiteX1282" fmla="*/ 1985611 w 2967861"/>
                <a:gd name="connsiteY1282" fmla="*/ 1177521 h 2340761"/>
                <a:gd name="connsiteX1283" fmla="*/ 1983438 w 2967861"/>
                <a:gd name="connsiteY1283" fmla="*/ 1182799 h 2340761"/>
                <a:gd name="connsiteX1284" fmla="*/ 1983438 w 2967861"/>
                <a:gd name="connsiteY1284" fmla="*/ 1187145 h 2340761"/>
                <a:gd name="connsiteX1285" fmla="*/ 1995856 w 2967861"/>
                <a:gd name="connsiteY1285" fmla="*/ 1181867 h 2340761"/>
                <a:gd name="connsiteX1286" fmla="*/ 2010447 w 2967861"/>
                <a:gd name="connsiteY1286" fmla="*/ 1175658 h 2340761"/>
                <a:gd name="connsiteX1287" fmla="*/ 2022865 w 2967861"/>
                <a:gd name="connsiteY1287" fmla="*/ 1172554 h 2340761"/>
                <a:gd name="connsiteX1288" fmla="*/ 2034351 w 2967861"/>
                <a:gd name="connsiteY1288" fmla="*/ 1174727 h 2340761"/>
                <a:gd name="connsiteX1289" fmla="*/ 2043664 w 2967861"/>
                <a:gd name="connsiteY1289" fmla="*/ 1174727 h 2340761"/>
                <a:gd name="connsiteX1290" fmla="*/ 2039629 w 2967861"/>
                <a:gd name="connsiteY1290" fmla="*/ 1182178 h 2340761"/>
                <a:gd name="connsiteX1291" fmla="*/ 2037456 w 2967861"/>
                <a:gd name="connsiteY1291" fmla="*/ 1187455 h 2340761"/>
                <a:gd name="connsiteX1292" fmla="*/ 2034351 w 2967861"/>
                <a:gd name="connsiteY1292" fmla="*/ 1192733 h 2340761"/>
                <a:gd name="connsiteX1293" fmla="*/ 2030315 w 2967861"/>
                <a:gd name="connsiteY1293" fmla="*/ 1198010 h 2340761"/>
                <a:gd name="connsiteX1294" fmla="*/ 2034351 w 2967861"/>
                <a:gd name="connsiteY1294" fmla="*/ 1204219 h 2340761"/>
                <a:gd name="connsiteX1295" fmla="*/ 2037456 w 2967861"/>
                <a:gd name="connsiteY1295" fmla="*/ 1205151 h 2340761"/>
                <a:gd name="connsiteX1296" fmla="*/ 2039629 w 2967861"/>
                <a:gd name="connsiteY1296" fmla="*/ 1207324 h 2340761"/>
                <a:gd name="connsiteX1297" fmla="*/ 2041802 w 2967861"/>
                <a:gd name="connsiteY1297" fmla="*/ 1207324 h 2340761"/>
                <a:gd name="connsiteX1298" fmla="*/ 2044906 w 2967861"/>
                <a:gd name="connsiteY1298" fmla="*/ 1207324 h 2340761"/>
                <a:gd name="connsiteX1299" fmla="*/ 2048942 w 2967861"/>
                <a:gd name="connsiteY1299" fmla="*/ 1207324 h 2340761"/>
                <a:gd name="connsiteX1300" fmla="*/ 2054220 w 2967861"/>
                <a:gd name="connsiteY1300" fmla="*/ 1207324 h 2340761"/>
                <a:gd name="connsiteX1301" fmla="*/ 2054220 w 2967861"/>
                <a:gd name="connsiteY1301" fmla="*/ 1218810 h 2340761"/>
                <a:gd name="connsiteX1302" fmla="*/ 2052046 w 2967861"/>
                <a:gd name="connsiteY1302" fmla="*/ 1233712 h 2340761"/>
                <a:gd name="connsiteX1303" fmla="*/ 2052046 w 2967861"/>
                <a:gd name="connsiteY1303" fmla="*/ 1246440 h 2340761"/>
                <a:gd name="connsiteX1304" fmla="*/ 2054220 w 2967861"/>
                <a:gd name="connsiteY1304" fmla="*/ 1254822 h 2340761"/>
                <a:gd name="connsiteX1305" fmla="*/ 2054220 w 2967861"/>
                <a:gd name="connsiteY1305" fmla="*/ 1264446 h 2340761"/>
                <a:gd name="connsiteX1306" fmla="*/ 2078124 w 2967861"/>
                <a:gd name="connsiteY1306" fmla="*/ 1261341 h 2340761"/>
                <a:gd name="connsiteX1307" fmla="*/ 2092715 w 2967861"/>
                <a:gd name="connsiteY1307" fmla="*/ 1255132 h 2340761"/>
                <a:gd name="connsiteX1308" fmla="*/ 2099855 w 2967861"/>
                <a:gd name="connsiteY1308" fmla="*/ 1247682 h 2340761"/>
                <a:gd name="connsiteX1309" fmla="*/ 2102960 w 2967861"/>
                <a:gd name="connsiteY1309" fmla="*/ 1239300 h 2340761"/>
                <a:gd name="connsiteX1310" fmla="*/ 2100787 w 2967861"/>
                <a:gd name="connsiteY1310" fmla="*/ 1226571 h 2340761"/>
                <a:gd name="connsiteX1311" fmla="*/ 2097682 w 2967861"/>
                <a:gd name="connsiteY1311" fmla="*/ 1215085 h 2340761"/>
                <a:gd name="connsiteX1312" fmla="*/ 2090542 w 2967861"/>
                <a:gd name="connsiteY1312" fmla="*/ 1202357 h 2340761"/>
                <a:gd name="connsiteX1313" fmla="*/ 2085264 w 2967861"/>
                <a:gd name="connsiteY1313" fmla="*/ 1189628 h 2340761"/>
                <a:gd name="connsiteX1314" fmla="*/ 2078124 w 2967861"/>
                <a:gd name="connsiteY1314" fmla="*/ 1178142 h 2340761"/>
                <a:gd name="connsiteX1315" fmla="*/ 2074088 w 2967861"/>
                <a:gd name="connsiteY1315" fmla="*/ 1167587 h 2340761"/>
                <a:gd name="connsiteX1316" fmla="*/ 2078124 w 2967861"/>
                <a:gd name="connsiteY1316" fmla="*/ 1165414 h 2340761"/>
                <a:gd name="connsiteX1317" fmla="*/ 2081228 w 2967861"/>
                <a:gd name="connsiteY1317" fmla="*/ 1165414 h 2340761"/>
                <a:gd name="connsiteX1318" fmla="*/ 2083402 w 2967861"/>
                <a:gd name="connsiteY1318" fmla="*/ 1165414 h 2340761"/>
                <a:gd name="connsiteX1319" fmla="*/ 2085575 w 2967861"/>
                <a:gd name="connsiteY1319" fmla="*/ 1163241 h 2340761"/>
                <a:gd name="connsiteX1320" fmla="*/ 2087748 w 2967861"/>
                <a:gd name="connsiteY1320" fmla="*/ 1163241 h 2340761"/>
                <a:gd name="connsiteX1321" fmla="*/ 2098303 w 2967861"/>
                <a:gd name="connsiteY1321" fmla="*/ 1155790 h 2340761"/>
                <a:gd name="connsiteX1322" fmla="*/ 2105443 w 2967861"/>
                <a:gd name="connsiteY1322" fmla="*/ 1145235 h 2340761"/>
                <a:gd name="connsiteX1323" fmla="*/ 2110721 w 2967861"/>
                <a:gd name="connsiteY1323" fmla="*/ 1133748 h 2340761"/>
                <a:gd name="connsiteX1324" fmla="*/ 2117861 w 2967861"/>
                <a:gd name="connsiteY1324" fmla="*/ 1123193 h 2340761"/>
                <a:gd name="connsiteX1325" fmla="*/ 2127175 w 2967861"/>
                <a:gd name="connsiteY1325" fmla="*/ 1113569 h 2340761"/>
                <a:gd name="connsiteX1326" fmla="*/ 2137730 w 2967861"/>
                <a:gd name="connsiteY1326" fmla="*/ 1111396 h 2340761"/>
                <a:gd name="connsiteX1327" fmla="*/ 2149216 w 2967861"/>
                <a:gd name="connsiteY1327" fmla="*/ 1111396 h 2340761"/>
                <a:gd name="connsiteX1328" fmla="*/ 2161634 w 2967861"/>
                <a:gd name="connsiteY1328" fmla="*/ 1113569 h 2340761"/>
                <a:gd name="connsiteX1329" fmla="*/ 2174052 w 2967861"/>
                <a:gd name="connsiteY1329" fmla="*/ 1110465 h 2340761"/>
                <a:gd name="connsiteX1330" fmla="*/ 2178088 w 2967861"/>
                <a:gd name="connsiteY1330" fmla="*/ 1106118 h 2340761"/>
                <a:gd name="connsiteX1331" fmla="*/ 2185228 w 2967861"/>
                <a:gd name="connsiteY1331" fmla="*/ 1096495 h 2340761"/>
                <a:gd name="connsiteX1332" fmla="*/ 2195783 w 2967861"/>
                <a:gd name="connsiteY1332" fmla="*/ 1083766 h 2340761"/>
                <a:gd name="connsiteX1333" fmla="*/ 2208201 w 2967861"/>
                <a:gd name="connsiteY1333" fmla="*/ 1071038 h 2340761"/>
                <a:gd name="connsiteX1334" fmla="*/ 2219687 w 2967861"/>
                <a:gd name="connsiteY1334" fmla="*/ 1056137 h 2340761"/>
                <a:gd name="connsiteX1335" fmla="*/ 2230242 w 2967861"/>
                <a:gd name="connsiteY1335" fmla="*/ 1043408 h 2340761"/>
                <a:gd name="connsiteX1336" fmla="*/ 2239556 w 2967861"/>
                <a:gd name="connsiteY1336" fmla="*/ 1031922 h 2340761"/>
                <a:gd name="connsiteX1337" fmla="*/ 2243592 w 2967861"/>
                <a:gd name="connsiteY1337" fmla="*/ 1028817 h 2340761"/>
                <a:gd name="connsiteX1338" fmla="*/ 2250732 w 2967861"/>
                <a:gd name="connsiteY1338" fmla="*/ 1011743 h 2340761"/>
                <a:gd name="connsiteX1339" fmla="*/ 2256010 w 2967861"/>
                <a:gd name="connsiteY1339" fmla="*/ 999015 h 2340761"/>
                <a:gd name="connsiteX1340" fmla="*/ 2263150 w 2967861"/>
                <a:gd name="connsiteY1340" fmla="*/ 986286 h 2340761"/>
                <a:gd name="connsiteX1341" fmla="*/ 2273705 w 2967861"/>
                <a:gd name="connsiteY1341" fmla="*/ 974800 h 2340761"/>
                <a:gd name="connsiteX1342" fmla="*/ 2270600 w 2967861"/>
                <a:gd name="connsiteY1342" fmla="*/ 962072 h 2340761"/>
                <a:gd name="connsiteX1343" fmla="*/ 2266565 w 2967861"/>
                <a:gd name="connsiteY1343" fmla="*/ 952448 h 2340761"/>
                <a:gd name="connsiteX1344" fmla="*/ 2263460 w 2967861"/>
                <a:gd name="connsiteY1344" fmla="*/ 942824 h 2340761"/>
                <a:gd name="connsiteX1345" fmla="*/ 2263460 w 2967861"/>
                <a:gd name="connsiteY1345" fmla="*/ 932269 h 2340761"/>
                <a:gd name="connsiteX1346" fmla="*/ 2265633 w 2967861"/>
                <a:gd name="connsiteY1346" fmla="*/ 922645 h 2340761"/>
                <a:gd name="connsiteX1347" fmla="*/ 2270911 w 2967861"/>
                <a:gd name="connsiteY1347" fmla="*/ 917367 h 2340761"/>
                <a:gd name="connsiteX1348" fmla="*/ 2273084 w 2967861"/>
                <a:gd name="connsiteY1348" fmla="*/ 912090 h 2340761"/>
                <a:gd name="connsiteX1349" fmla="*/ 2270911 w 2967861"/>
                <a:gd name="connsiteY1349" fmla="*/ 902466 h 2340761"/>
                <a:gd name="connsiteX1350" fmla="*/ 2266875 w 2967861"/>
                <a:gd name="connsiteY1350" fmla="*/ 887565 h 2340761"/>
                <a:gd name="connsiteX1351" fmla="*/ 2263771 w 2967861"/>
                <a:gd name="connsiteY1351" fmla="*/ 877941 h 2340761"/>
                <a:gd name="connsiteX1352" fmla="*/ 2258493 w 2967861"/>
                <a:gd name="connsiteY1352" fmla="*/ 870490 h 2340761"/>
                <a:gd name="connsiteX1353" fmla="*/ 2251353 w 2967861"/>
                <a:gd name="connsiteY1353" fmla="*/ 862108 h 2340761"/>
                <a:gd name="connsiteX1354" fmla="*/ 2242039 w 2967861"/>
                <a:gd name="connsiteY1354" fmla="*/ 862108 h 2340761"/>
                <a:gd name="connsiteX1355" fmla="*/ 2236762 w 2967861"/>
                <a:gd name="connsiteY1355" fmla="*/ 862108 h 2340761"/>
                <a:gd name="connsiteX1356" fmla="*/ 2230553 w 2967861"/>
                <a:gd name="connsiteY1356" fmla="*/ 863039 h 2340761"/>
                <a:gd name="connsiteX1357" fmla="*/ 2227448 w 2967861"/>
                <a:gd name="connsiteY1357" fmla="*/ 865213 h 2340761"/>
                <a:gd name="connsiteX1358" fmla="*/ 2223413 w 2967861"/>
                <a:gd name="connsiteY1358" fmla="*/ 869559 h 2340761"/>
                <a:gd name="connsiteX1359" fmla="*/ 2216272 w 2967861"/>
                <a:gd name="connsiteY1359" fmla="*/ 867386 h 2340761"/>
                <a:gd name="connsiteX1360" fmla="*/ 2213168 w 2967861"/>
                <a:gd name="connsiteY1360" fmla="*/ 865213 h 2340761"/>
                <a:gd name="connsiteX1361" fmla="*/ 2209132 w 2967861"/>
                <a:gd name="connsiteY1361" fmla="*/ 862108 h 2340761"/>
                <a:gd name="connsiteX1362" fmla="*/ 2208201 w 2967861"/>
                <a:gd name="connsiteY1362" fmla="*/ 857762 h 2340761"/>
                <a:gd name="connsiteX1363" fmla="*/ 2206028 w 2967861"/>
                <a:gd name="connsiteY1363" fmla="*/ 854657 h 2340761"/>
                <a:gd name="connsiteX1364" fmla="*/ 2203854 w 2967861"/>
                <a:gd name="connsiteY1364" fmla="*/ 848448 h 2340761"/>
                <a:gd name="connsiteX1365" fmla="*/ 2188332 w 2967861"/>
                <a:gd name="connsiteY1365" fmla="*/ 848448 h 2340761"/>
                <a:gd name="connsiteX1366" fmla="*/ 2188332 w 2967861"/>
                <a:gd name="connsiteY1366" fmla="*/ 837893 h 2340761"/>
                <a:gd name="connsiteX1367" fmla="*/ 2200750 w 2967861"/>
                <a:gd name="connsiteY1367" fmla="*/ 828269 h 2340761"/>
                <a:gd name="connsiteX1368" fmla="*/ 2206028 w 2967861"/>
                <a:gd name="connsiteY1368" fmla="*/ 820819 h 2340761"/>
                <a:gd name="connsiteX1369" fmla="*/ 2211305 w 2967861"/>
                <a:gd name="connsiteY1369" fmla="*/ 812437 h 2340761"/>
                <a:gd name="connsiteX1370" fmla="*/ 2218446 w 2967861"/>
                <a:gd name="connsiteY1370" fmla="*/ 804986 h 2340761"/>
                <a:gd name="connsiteX1371" fmla="*/ 2247627 w 2967861"/>
                <a:gd name="connsiteY1371" fmla="*/ 795362 h 2340761"/>
                <a:gd name="connsiteX1372" fmla="*/ 2256941 w 2967861"/>
                <a:gd name="connsiteY1372" fmla="*/ 785738 h 2340761"/>
                <a:gd name="connsiteX1373" fmla="*/ 2264081 w 2967861"/>
                <a:gd name="connsiteY1373" fmla="*/ 773010 h 2340761"/>
                <a:gd name="connsiteX1374" fmla="*/ 2271221 w 2967861"/>
                <a:gd name="connsiteY1374" fmla="*/ 760282 h 2340761"/>
                <a:gd name="connsiteX1375" fmla="*/ 2278361 w 2967861"/>
                <a:gd name="connsiteY1375" fmla="*/ 746622 h 2340761"/>
                <a:gd name="connsiteX1376" fmla="*/ 2290779 w 2967861"/>
                <a:gd name="connsiteY1376" fmla="*/ 736067 h 2340761"/>
                <a:gd name="connsiteX1377" fmla="*/ 2305370 w 2967861"/>
                <a:gd name="connsiteY1377" fmla="*/ 726443 h 2340761"/>
                <a:gd name="connsiteX1378" fmla="*/ 2317788 w 2967861"/>
                <a:gd name="connsiteY1378" fmla="*/ 713715 h 2340761"/>
                <a:gd name="connsiteX1379" fmla="*/ 2354110 w 2967861"/>
                <a:gd name="connsiteY1379" fmla="*/ 718993 h 2340761"/>
                <a:gd name="connsiteX1380" fmla="*/ 2363424 w 2967861"/>
                <a:gd name="connsiteY1380" fmla="*/ 730479 h 2340761"/>
                <a:gd name="connsiteX1381" fmla="*/ 2375841 w 2967861"/>
                <a:gd name="connsiteY1381" fmla="*/ 732652 h 2340761"/>
                <a:gd name="connsiteX1382" fmla="*/ 2390432 w 2967861"/>
                <a:gd name="connsiteY1382" fmla="*/ 726443 h 2340761"/>
                <a:gd name="connsiteX1383" fmla="*/ 2407196 w 2967861"/>
                <a:gd name="connsiteY1383" fmla="*/ 723339 h 2340761"/>
                <a:gd name="connsiteX1384" fmla="*/ 2407196 w 2967861"/>
                <a:gd name="connsiteY1384" fmla="*/ 743518 h 2340761"/>
                <a:gd name="connsiteX1385" fmla="*/ 2422719 w 2967861"/>
                <a:gd name="connsiteY1385" fmla="*/ 743518 h 2340761"/>
                <a:gd name="connsiteX1386" fmla="*/ 2439483 w 2967861"/>
                <a:gd name="connsiteY1386" fmla="*/ 741345 h 2340761"/>
                <a:gd name="connsiteX1387" fmla="*/ 2451901 w 2967861"/>
                <a:gd name="connsiteY1387" fmla="*/ 739171 h 2340761"/>
                <a:gd name="connsiteX1388" fmla="*/ 2463387 w 2967861"/>
                <a:gd name="connsiteY1388" fmla="*/ 733894 h 2340761"/>
                <a:gd name="connsiteX1389" fmla="*/ 2463387 w 2967861"/>
                <a:gd name="connsiteY1389" fmla="*/ 730789 h 2340761"/>
                <a:gd name="connsiteX1390" fmla="*/ 2461214 w 2967861"/>
                <a:gd name="connsiteY1390" fmla="*/ 726443 h 2340761"/>
                <a:gd name="connsiteX1391" fmla="*/ 2459041 w 2967861"/>
                <a:gd name="connsiteY1391" fmla="*/ 721166 h 2340761"/>
                <a:gd name="connsiteX1392" fmla="*/ 2458110 w 2967861"/>
                <a:gd name="connsiteY1392" fmla="*/ 718061 h 2340761"/>
                <a:gd name="connsiteX1393" fmla="*/ 2458110 w 2967861"/>
                <a:gd name="connsiteY1393" fmla="*/ 713715 h 2340761"/>
                <a:gd name="connsiteX1394" fmla="*/ 2458110 w 2967861"/>
                <a:gd name="connsiteY1394" fmla="*/ 710610 h 2340761"/>
                <a:gd name="connsiteX1395" fmla="*/ 2463387 w 2967861"/>
                <a:gd name="connsiteY1395" fmla="*/ 700987 h 2340761"/>
                <a:gd name="connsiteX1396" fmla="*/ 2473942 w 2967861"/>
                <a:gd name="connsiteY1396" fmla="*/ 688258 h 2340761"/>
                <a:gd name="connsiteX1397" fmla="*/ 2485429 w 2967861"/>
                <a:gd name="connsiteY1397" fmla="*/ 674599 h 2340761"/>
                <a:gd name="connsiteX1398" fmla="*/ 2497847 w 2967861"/>
                <a:gd name="connsiteY1398" fmla="*/ 664044 h 2340761"/>
                <a:gd name="connsiteX1399" fmla="*/ 2507160 w 2967861"/>
                <a:gd name="connsiteY1399" fmla="*/ 658766 h 2340761"/>
                <a:gd name="connsiteX1400" fmla="*/ 2510265 w 2967861"/>
                <a:gd name="connsiteY1400" fmla="*/ 656593 h 2340761"/>
                <a:gd name="connsiteX1401" fmla="*/ 2515542 w 2967861"/>
                <a:gd name="connsiteY1401" fmla="*/ 658766 h 2340761"/>
                <a:gd name="connsiteX1402" fmla="*/ 2519578 w 2967861"/>
                <a:gd name="connsiteY1402" fmla="*/ 659697 h 2340761"/>
                <a:gd name="connsiteX1403" fmla="*/ 2524855 w 2967861"/>
                <a:gd name="connsiteY1403" fmla="*/ 661871 h 2340761"/>
                <a:gd name="connsiteX1404" fmla="*/ 2530133 w 2967861"/>
                <a:gd name="connsiteY1404" fmla="*/ 666217 h 2340761"/>
                <a:gd name="connsiteX1405" fmla="*/ 2530133 w 2967861"/>
                <a:gd name="connsiteY1405" fmla="*/ 669321 h 2340761"/>
                <a:gd name="connsiteX1406" fmla="*/ 2529202 w 2967861"/>
                <a:gd name="connsiteY1406" fmla="*/ 673667 h 2340761"/>
                <a:gd name="connsiteX1407" fmla="*/ 2529202 w 2967861"/>
                <a:gd name="connsiteY1407" fmla="*/ 674599 h 2340761"/>
                <a:gd name="connsiteX1408" fmla="*/ 2529202 w 2967861"/>
                <a:gd name="connsiteY1408" fmla="*/ 676772 h 2340761"/>
                <a:gd name="connsiteX1409" fmla="*/ 2527028 w 2967861"/>
                <a:gd name="connsiteY1409" fmla="*/ 678945 h 2340761"/>
                <a:gd name="connsiteX1410" fmla="*/ 2527028 w 2967861"/>
                <a:gd name="connsiteY1410" fmla="*/ 684223 h 2340761"/>
                <a:gd name="connsiteX1411" fmla="*/ 2529202 w 2967861"/>
                <a:gd name="connsiteY1411" fmla="*/ 688569 h 2340761"/>
                <a:gd name="connsiteX1412" fmla="*/ 2529202 w 2967861"/>
                <a:gd name="connsiteY1412" fmla="*/ 689500 h 2340761"/>
                <a:gd name="connsiteX1413" fmla="*/ 2530133 w 2967861"/>
                <a:gd name="connsiteY1413" fmla="*/ 695709 h 2340761"/>
                <a:gd name="connsiteX1414" fmla="*/ 2546897 w 2967861"/>
                <a:gd name="connsiteY1414" fmla="*/ 688258 h 2340761"/>
                <a:gd name="connsiteX1415" fmla="*/ 2559315 w 2967861"/>
                <a:gd name="connsiteY1415" fmla="*/ 678635 h 2340761"/>
                <a:gd name="connsiteX1416" fmla="*/ 2568628 w 2967861"/>
                <a:gd name="connsiteY1416" fmla="*/ 665906 h 2340761"/>
                <a:gd name="connsiteX1417" fmla="*/ 2577942 w 2967861"/>
                <a:gd name="connsiteY1417" fmla="*/ 651005 h 2340761"/>
                <a:gd name="connsiteX1418" fmla="*/ 2587255 w 2967861"/>
                <a:gd name="connsiteY1418" fmla="*/ 637345 h 2340761"/>
                <a:gd name="connsiteX1419" fmla="*/ 2588186 w 2967861"/>
                <a:gd name="connsiteY1419" fmla="*/ 636414 h 2340761"/>
                <a:gd name="connsiteX1420" fmla="*/ 2590359 w 2967861"/>
                <a:gd name="connsiteY1420" fmla="*/ 634241 h 2340761"/>
                <a:gd name="connsiteX1421" fmla="*/ 2593464 w 2967861"/>
                <a:gd name="connsiteY1421" fmla="*/ 632068 h 2340761"/>
                <a:gd name="connsiteX1422" fmla="*/ 2595637 w 2967861"/>
                <a:gd name="connsiteY1422" fmla="*/ 634241 h 2340761"/>
                <a:gd name="connsiteX1423" fmla="*/ 2595637 w 2967861"/>
                <a:gd name="connsiteY1423" fmla="*/ 636414 h 2340761"/>
                <a:gd name="connsiteX1424" fmla="*/ 2597810 w 2967861"/>
                <a:gd name="connsiteY1424" fmla="*/ 636414 h 2340761"/>
                <a:gd name="connsiteX1425" fmla="*/ 2597810 w 2967861"/>
                <a:gd name="connsiteY1425" fmla="*/ 637345 h 2340761"/>
                <a:gd name="connsiteX1426" fmla="*/ 2592533 w 2967861"/>
                <a:gd name="connsiteY1426" fmla="*/ 651005 h 2340761"/>
                <a:gd name="connsiteX1427" fmla="*/ 2588497 w 2967861"/>
                <a:gd name="connsiteY1427" fmla="*/ 665906 h 2340761"/>
                <a:gd name="connsiteX1428" fmla="*/ 2583219 w 2967861"/>
                <a:gd name="connsiteY1428" fmla="*/ 678635 h 2340761"/>
                <a:gd name="connsiteX1429" fmla="*/ 2570802 w 2967861"/>
                <a:gd name="connsiteY1429" fmla="*/ 688258 h 2340761"/>
                <a:gd name="connsiteX1430" fmla="*/ 2558384 w 2967861"/>
                <a:gd name="connsiteY1430" fmla="*/ 696640 h 2340761"/>
                <a:gd name="connsiteX1431" fmla="*/ 2546897 w 2967861"/>
                <a:gd name="connsiteY1431" fmla="*/ 706264 h 2340761"/>
                <a:gd name="connsiteX1432" fmla="*/ 2532306 w 2967861"/>
                <a:gd name="connsiteY1432" fmla="*/ 728616 h 2340761"/>
                <a:gd name="connsiteX1433" fmla="*/ 2517715 w 2967861"/>
                <a:gd name="connsiteY1433" fmla="*/ 750968 h 2340761"/>
                <a:gd name="connsiteX1434" fmla="*/ 2510575 w 2967861"/>
                <a:gd name="connsiteY1434" fmla="*/ 758419 h 2340761"/>
                <a:gd name="connsiteX1435" fmla="*/ 2500020 w 2967861"/>
                <a:gd name="connsiteY1435" fmla="*/ 761524 h 2340761"/>
                <a:gd name="connsiteX1436" fmla="*/ 2490706 w 2967861"/>
                <a:gd name="connsiteY1436" fmla="*/ 765870 h 2340761"/>
                <a:gd name="connsiteX1437" fmla="*/ 2483566 w 2967861"/>
                <a:gd name="connsiteY1437" fmla="*/ 771147 h 2340761"/>
                <a:gd name="connsiteX1438" fmla="*/ 2476426 w 2967861"/>
                <a:gd name="connsiteY1438" fmla="*/ 786049 h 2340761"/>
                <a:gd name="connsiteX1439" fmla="*/ 2478599 w 2967861"/>
                <a:gd name="connsiteY1439" fmla="*/ 798777 h 2340761"/>
                <a:gd name="connsiteX1440" fmla="*/ 2483877 w 2967861"/>
                <a:gd name="connsiteY1440" fmla="*/ 808401 h 2340761"/>
                <a:gd name="connsiteX1441" fmla="*/ 2480772 w 2967861"/>
                <a:gd name="connsiteY1441" fmla="*/ 815852 h 2340761"/>
                <a:gd name="connsiteX1442" fmla="*/ 2478599 w 2967861"/>
                <a:gd name="connsiteY1442" fmla="*/ 821129 h 2340761"/>
                <a:gd name="connsiteX1443" fmla="*/ 2473322 w 2967861"/>
                <a:gd name="connsiteY1443" fmla="*/ 825475 h 2340761"/>
                <a:gd name="connsiteX1444" fmla="*/ 2469286 w 2967861"/>
                <a:gd name="connsiteY1444" fmla="*/ 828580 h 2340761"/>
                <a:gd name="connsiteX1445" fmla="*/ 2464008 w 2967861"/>
                <a:gd name="connsiteY1445" fmla="*/ 832926 h 2340761"/>
                <a:gd name="connsiteX1446" fmla="*/ 2461835 w 2967861"/>
                <a:gd name="connsiteY1446" fmla="*/ 865833 h 2340761"/>
                <a:gd name="connsiteX1447" fmla="*/ 2464008 w 2967861"/>
                <a:gd name="connsiteY1447" fmla="*/ 893463 h 2340761"/>
                <a:gd name="connsiteX1448" fmla="*/ 2473322 w 2967861"/>
                <a:gd name="connsiteY1448" fmla="*/ 917678 h 2340761"/>
                <a:gd name="connsiteX1449" fmla="*/ 2487912 w 2967861"/>
                <a:gd name="connsiteY1449" fmla="*/ 937857 h 2340761"/>
                <a:gd name="connsiteX1450" fmla="*/ 2487912 w 2967861"/>
                <a:gd name="connsiteY1450" fmla="*/ 943134 h 2340761"/>
                <a:gd name="connsiteX1451" fmla="*/ 2494121 w 2967861"/>
                <a:gd name="connsiteY1451" fmla="*/ 943134 h 2340761"/>
                <a:gd name="connsiteX1452" fmla="*/ 2498157 w 2967861"/>
                <a:gd name="connsiteY1452" fmla="*/ 922955 h 2340761"/>
                <a:gd name="connsiteX1453" fmla="*/ 2510575 w 2967861"/>
                <a:gd name="connsiteY1453" fmla="*/ 922955 h 2340761"/>
                <a:gd name="connsiteX1454" fmla="*/ 2515852 w 2967861"/>
                <a:gd name="connsiteY1454" fmla="*/ 904950 h 2340761"/>
                <a:gd name="connsiteX1455" fmla="*/ 2522993 w 2967861"/>
                <a:gd name="connsiteY1455" fmla="*/ 890048 h 2340761"/>
                <a:gd name="connsiteX1456" fmla="*/ 2527028 w 2967861"/>
                <a:gd name="connsiteY1456" fmla="*/ 890048 h 2340761"/>
                <a:gd name="connsiteX1457" fmla="*/ 2529202 w 2967861"/>
                <a:gd name="connsiteY1457" fmla="*/ 890048 h 2340761"/>
                <a:gd name="connsiteX1458" fmla="*/ 2530133 w 2967861"/>
                <a:gd name="connsiteY1458" fmla="*/ 890048 h 2340761"/>
                <a:gd name="connsiteX1459" fmla="*/ 2534169 w 2967861"/>
                <a:gd name="connsiteY1459" fmla="*/ 890048 h 2340761"/>
                <a:gd name="connsiteX1460" fmla="*/ 2537273 w 2967861"/>
                <a:gd name="connsiteY1460" fmla="*/ 890048 h 2340761"/>
                <a:gd name="connsiteX1461" fmla="*/ 2539446 w 2967861"/>
                <a:gd name="connsiteY1461" fmla="*/ 875147 h 2340761"/>
                <a:gd name="connsiteX1462" fmla="*/ 2541620 w 2967861"/>
                <a:gd name="connsiteY1462" fmla="*/ 867696 h 2340761"/>
                <a:gd name="connsiteX1463" fmla="*/ 2546897 w 2967861"/>
                <a:gd name="connsiteY1463" fmla="*/ 860245 h 2340761"/>
                <a:gd name="connsiteX1464" fmla="*/ 2554037 w 2967861"/>
                <a:gd name="connsiteY1464" fmla="*/ 848759 h 2340761"/>
                <a:gd name="connsiteX1465" fmla="*/ 2566455 w 2967861"/>
                <a:gd name="connsiteY1465" fmla="*/ 848759 h 2340761"/>
                <a:gd name="connsiteX1466" fmla="*/ 2566455 w 2967861"/>
                <a:gd name="connsiteY1466" fmla="*/ 840377 h 2340761"/>
                <a:gd name="connsiteX1467" fmla="*/ 2566455 w 2967861"/>
                <a:gd name="connsiteY1467" fmla="*/ 832926 h 2340761"/>
                <a:gd name="connsiteX1468" fmla="*/ 2568628 w 2967861"/>
                <a:gd name="connsiteY1468" fmla="*/ 827649 h 2340761"/>
                <a:gd name="connsiteX1469" fmla="*/ 2570802 w 2967861"/>
                <a:gd name="connsiteY1469" fmla="*/ 821440 h 2340761"/>
                <a:gd name="connsiteX1470" fmla="*/ 2572975 w 2967861"/>
                <a:gd name="connsiteY1470" fmla="*/ 820508 h 2340761"/>
                <a:gd name="connsiteX1471" fmla="*/ 2573906 w 2967861"/>
                <a:gd name="connsiteY1471" fmla="*/ 818335 h 2340761"/>
                <a:gd name="connsiteX1472" fmla="*/ 2576079 w 2967861"/>
                <a:gd name="connsiteY1472" fmla="*/ 818335 h 2340761"/>
                <a:gd name="connsiteX1473" fmla="*/ 2578252 w 2967861"/>
                <a:gd name="connsiteY1473" fmla="*/ 818335 h 2340761"/>
                <a:gd name="connsiteX1474" fmla="*/ 2583530 w 2967861"/>
                <a:gd name="connsiteY1474" fmla="*/ 818335 h 2340761"/>
                <a:gd name="connsiteX1475" fmla="*/ 2580425 w 2967861"/>
                <a:gd name="connsiteY1475" fmla="*/ 794120 h 2340761"/>
                <a:gd name="connsiteX1476" fmla="*/ 2580425 w 2967861"/>
                <a:gd name="connsiteY1476" fmla="*/ 766491 h 2340761"/>
                <a:gd name="connsiteX1477" fmla="*/ 2581356 w 2967861"/>
                <a:gd name="connsiteY1477" fmla="*/ 742276 h 2340761"/>
                <a:gd name="connsiteX1478" fmla="*/ 2590670 w 2967861"/>
                <a:gd name="connsiteY1478" fmla="*/ 719924 h 2340761"/>
                <a:gd name="connsiteX1479" fmla="*/ 2595948 w 2967861"/>
                <a:gd name="connsiteY1479" fmla="*/ 718993 h 2340761"/>
                <a:gd name="connsiteX1480" fmla="*/ 2607434 w 2967861"/>
                <a:gd name="connsiteY1480" fmla="*/ 716819 h 2340761"/>
                <a:gd name="connsiteX1481" fmla="*/ 2619852 w 2967861"/>
                <a:gd name="connsiteY1481" fmla="*/ 716819 h 2340761"/>
                <a:gd name="connsiteX1482" fmla="*/ 2629165 w 2967861"/>
                <a:gd name="connsiteY1482" fmla="*/ 716819 h 2340761"/>
                <a:gd name="connsiteX1483" fmla="*/ 2634443 w 2967861"/>
                <a:gd name="connsiteY1483" fmla="*/ 714646 h 2340761"/>
                <a:gd name="connsiteX1484" fmla="*/ 2634443 w 2967861"/>
                <a:gd name="connsiteY1484" fmla="*/ 707196 h 2340761"/>
                <a:gd name="connsiteX1485" fmla="*/ 2639720 w 2967861"/>
                <a:gd name="connsiteY1485" fmla="*/ 704091 h 2340761"/>
                <a:gd name="connsiteX1486" fmla="*/ 2646861 w 2967861"/>
                <a:gd name="connsiteY1486" fmla="*/ 699745 h 2340761"/>
                <a:gd name="connsiteX1487" fmla="*/ 2656174 w 2967861"/>
                <a:gd name="connsiteY1487" fmla="*/ 697572 h 2340761"/>
                <a:gd name="connsiteX1488" fmla="*/ 2663314 w 2967861"/>
                <a:gd name="connsiteY1488" fmla="*/ 696640 h 2340761"/>
                <a:gd name="connsiteX1489" fmla="*/ 2666419 w 2967861"/>
                <a:gd name="connsiteY1489" fmla="*/ 701918 h 2340761"/>
                <a:gd name="connsiteX1490" fmla="*/ 2672628 w 2967861"/>
                <a:gd name="connsiteY1490" fmla="*/ 707196 h 2340761"/>
                <a:gd name="connsiteX1491" fmla="*/ 2677905 w 2967861"/>
                <a:gd name="connsiteY1491" fmla="*/ 711542 h 2340761"/>
                <a:gd name="connsiteX1492" fmla="*/ 2685045 w 2967861"/>
                <a:gd name="connsiteY1492" fmla="*/ 709369 h 2340761"/>
                <a:gd name="connsiteX1493" fmla="*/ 2692186 w 2967861"/>
                <a:gd name="connsiteY1493" fmla="*/ 705022 h 2340761"/>
                <a:gd name="connsiteX1494" fmla="*/ 2702741 w 2967861"/>
                <a:gd name="connsiteY1494" fmla="*/ 701918 h 2340761"/>
                <a:gd name="connsiteX1495" fmla="*/ 2717332 w 2967861"/>
                <a:gd name="connsiteY1495" fmla="*/ 699745 h 2340761"/>
                <a:gd name="connsiteX1496" fmla="*/ 2724472 w 2967861"/>
                <a:gd name="connsiteY1496" fmla="*/ 689190 h 2340761"/>
                <a:gd name="connsiteX1497" fmla="*/ 2728508 w 2967861"/>
                <a:gd name="connsiteY1497" fmla="*/ 677703 h 2340761"/>
                <a:gd name="connsiteX1498" fmla="*/ 2729439 w 2967861"/>
                <a:gd name="connsiteY1498" fmla="*/ 662802 h 2340761"/>
                <a:gd name="connsiteX1499" fmla="*/ 2744030 w 2967861"/>
                <a:gd name="connsiteY1499" fmla="*/ 657524 h 2340761"/>
                <a:gd name="connsiteX1500" fmla="*/ 2757690 w 2967861"/>
                <a:gd name="connsiteY1500" fmla="*/ 652247 h 2340761"/>
                <a:gd name="connsiteX1501" fmla="*/ 2768245 w 2967861"/>
                <a:gd name="connsiteY1501" fmla="*/ 644796 h 2340761"/>
                <a:gd name="connsiteX1502" fmla="*/ 2773522 w 2967861"/>
                <a:gd name="connsiteY1502" fmla="*/ 629895 h 2340761"/>
                <a:gd name="connsiteX1503" fmla="*/ 2782836 w 2967861"/>
                <a:gd name="connsiteY1503" fmla="*/ 632068 h 2340761"/>
                <a:gd name="connsiteX1504" fmla="*/ 2789976 w 2967861"/>
                <a:gd name="connsiteY1504" fmla="*/ 632999 h 2340761"/>
                <a:gd name="connsiteX1505" fmla="*/ 2795254 w 2967861"/>
                <a:gd name="connsiteY1505" fmla="*/ 637345 h 2340761"/>
                <a:gd name="connsiteX1506" fmla="*/ 2802394 w 2967861"/>
                <a:gd name="connsiteY1506" fmla="*/ 642623 h 2340761"/>
                <a:gd name="connsiteX1507" fmla="*/ 2807671 w 2967861"/>
                <a:gd name="connsiteY1507" fmla="*/ 640450 h 2340761"/>
                <a:gd name="connsiteX1508" fmla="*/ 2811707 w 2967861"/>
                <a:gd name="connsiteY1508" fmla="*/ 640450 h 2340761"/>
                <a:gd name="connsiteX1509" fmla="*/ 2813880 w 2967861"/>
                <a:gd name="connsiteY1509" fmla="*/ 638277 h 2340761"/>
                <a:gd name="connsiteX1510" fmla="*/ 2816985 w 2967861"/>
                <a:gd name="connsiteY1510" fmla="*/ 638277 h 2340761"/>
                <a:gd name="connsiteX1511" fmla="*/ 2811707 w 2967861"/>
                <a:gd name="connsiteY1511" fmla="*/ 612820 h 2340761"/>
                <a:gd name="connsiteX1512" fmla="*/ 2800221 w 2967861"/>
                <a:gd name="connsiteY1512" fmla="*/ 590468 h 2340761"/>
                <a:gd name="connsiteX1513" fmla="*/ 2789666 w 2967861"/>
                <a:gd name="connsiteY1513" fmla="*/ 577740 h 2340761"/>
                <a:gd name="connsiteX1514" fmla="*/ 2792770 w 2967861"/>
                <a:gd name="connsiteY1514" fmla="*/ 572462 h 2340761"/>
                <a:gd name="connsiteX1515" fmla="*/ 2794943 w 2967861"/>
                <a:gd name="connsiteY1515" fmla="*/ 570289 h 2340761"/>
                <a:gd name="connsiteX1516" fmla="*/ 2797116 w 2967861"/>
                <a:gd name="connsiteY1516" fmla="*/ 568116 h 2340761"/>
                <a:gd name="connsiteX1517" fmla="*/ 2799290 w 2967861"/>
                <a:gd name="connsiteY1517" fmla="*/ 568116 h 2340761"/>
                <a:gd name="connsiteX1518" fmla="*/ 2800221 w 2967861"/>
                <a:gd name="connsiteY1518" fmla="*/ 568116 h 2340761"/>
                <a:gd name="connsiteX1519" fmla="*/ 2802394 w 2967861"/>
                <a:gd name="connsiteY1519" fmla="*/ 570289 h 2340761"/>
                <a:gd name="connsiteX1520" fmla="*/ 2804567 w 2967861"/>
                <a:gd name="connsiteY1520" fmla="*/ 570289 h 2340761"/>
                <a:gd name="connsiteX1521" fmla="*/ 2806740 w 2967861"/>
                <a:gd name="connsiteY1521" fmla="*/ 570289 h 2340761"/>
                <a:gd name="connsiteX1522" fmla="*/ 2809845 w 2967861"/>
                <a:gd name="connsiteY1522" fmla="*/ 570289 h 2340761"/>
                <a:gd name="connsiteX1523" fmla="*/ 2813880 w 2967861"/>
                <a:gd name="connsiteY1523" fmla="*/ 568116 h 2340761"/>
                <a:gd name="connsiteX1524" fmla="*/ 2822263 w 2967861"/>
                <a:gd name="connsiteY1524" fmla="*/ 560665 h 2340761"/>
                <a:gd name="connsiteX1525" fmla="*/ 2826298 w 2967861"/>
                <a:gd name="connsiteY1525" fmla="*/ 547937 h 2340761"/>
                <a:gd name="connsiteX1526" fmla="*/ 2829403 w 2967861"/>
                <a:gd name="connsiteY1526" fmla="*/ 533036 h 2340761"/>
                <a:gd name="connsiteX1527" fmla="*/ 2829403 w 2967861"/>
                <a:gd name="connsiteY1527" fmla="*/ 520307 h 2340761"/>
                <a:gd name="connsiteX1528" fmla="*/ 2833439 w 2967861"/>
                <a:gd name="connsiteY1528" fmla="*/ 525585 h 2340761"/>
                <a:gd name="connsiteX1529" fmla="*/ 2838716 w 2967861"/>
                <a:gd name="connsiteY1529" fmla="*/ 533036 h 2340761"/>
                <a:gd name="connsiteX1530" fmla="*/ 2842752 w 2967861"/>
                <a:gd name="connsiteY1530" fmla="*/ 540486 h 2340761"/>
                <a:gd name="connsiteX1531" fmla="*/ 2845856 w 2967861"/>
                <a:gd name="connsiteY1531" fmla="*/ 538313 h 2340761"/>
                <a:gd name="connsiteX1532" fmla="*/ 2848029 w 2967861"/>
                <a:gd name="connsiteY1532" fmla="*/ 538313 h 2340761"/>
                <a:gd name="connsiteX1533" fmla="*/ 2850203 w 2967861"/>
                <a:gd name="connsiteY1533" fmla="*/ 538313 h 2340761"/>
                <a:gd name="connsiteX1534" fmla="*/ 2851134 w 2967861"/>
                <a:gd name="connsiteY1534" fmla="*/ 536140 h 2340761"/>
                <a:gd name="connsiteX1535" fmla="*/ 2853307 w 2967861"/>
                <a:gd name="connsiteY1535" fmla="*/ 536140 h 2340761"/>
                <a:gd name="connsiteX1536" fmla="*/ 2860447 w 2967861"/>
                <a:gd name="connsiteY1536" fmla="*/ 536140 h 2340761"/>
                <a:gd name="connsiteX1537" fmla="*/ 2864483 w 2967861"/>
                <a:gd name="connsiteY1537" fmla="*/ 538313 h 2340761"/>
                <a:gd name="connsiteX1538" fmla="*/ 2865414 w 2967861"/>
                <a:gd name="connsiteY1538" fmla="*/ 540486 h 2340761"/>
                <a:gd name="connsiteX1539" fmla="*/ 2869450 w 2967861"/>
                <a:gd name="connsiteY1539" fmla="*/ 542659 h 2340761"/>
                <a:gd name="connsiteX1540" fmla="*/ 2872555 w 2967861"/>
                <a:gd name="connsiteY1540" fmla="*/ 543591 h 2340761"/>
                <a:gd name="connsiteX1541" fmla="*/ 2872555 w 2967861"/>
                <a:gd name="connsiteY1541" fmla="*/ 557250 h 2340761"/>
                <a:gd name="connsiteX1542" fmla="*/ 2887146 w 2967861"/>
                <a:gd name="connsiteY1542" fmla="*/ 560355 h 2340761"/>
                <a:gd name="connsiteX1543" fmla="*/ 2898632 w 2967861"/>
                <a:gd name="connsiteY1543" fmla="*/ 565632 h 2340761"/>
                <a:gd name="connsiteX1544" fmla="*/ 2905772 w 2967861"/>
                <a:gd name="connsiteY1544" fmla="*/ 577119 h 2340761"/>
                <a:gd name="connsiteX1545" fmla="*/ 2912913 w 2967861"/>
                <a:gd name="connsiteY1545" fmla="*/ 577119 h 2340761"/>
                <a:gd name="connsiteX1546" fmla="*/ 2916017 w 2967861"/>
                <a:gd name="connsiteY1546" fmla="*/ 577119 h 2340761"/>
                <a:gd name="connsiteX1547" fmla="*/ 2920053 w 2967861"/>
                <a:gd name="connsiteY1547" fmla="*/ 577119 h 2340761"/>
                <a:gd name="connsiteX1548" fmla="*/ 2923158 w 2967861"/>
                <a:gd name="connsiteY1548" fmla="*/ 574946 h 2340761"/>
                <a:gd name="connsiteX1549" fmla="*/ 2925330 w 2967861"/>
                <a:gd name="connsiteY1549" fmla="*/ 572773 h 2340761"/>
                <a:gd name="connsiteX1550" fmla="*/ 2928435 w 2967861"/>
                <a:gd name="connsiteY1550" fmla="*/ 567495 h 2340761"/>
                <a:gd name="connsiteX1551" fmla="*/ 2930608 w 2967861"/>
                <a:gd name="connsiteY1551" fmla="*/ 564390 h 2340761"/>
                <a:gd name="connsiteX1552" fmla="*/ 2930608 w 2967861"/>
                <a:gd name="connsiteY1552" fmla="*/ 562217 h 2340761"/>
                <a:gd name="connsiteX1553" fmla="*/ 2928435 w 2967861"/>
                <a:gd name="connsiteY1553" fmla="*/ 557871 h 2340761"/>
                <a:gd name="connsiteX1554" fmla="*/ 2927503 w 2967861"/>
                <a:gd name="connsiteY1554" fmla="*/ 556940 h 2340761"/>
                <a:gd name="connsiteX1555" fmla="*/ 2925330 w 2967861"/>
                <a:gd name="connsiteY1555" fmla="*/ 554767 h 2340761"/>
                <a:gd name="connsiteX1556" fmla="*/ 2921295 w 2967861"/>
                <a:gd name="connsiteY1556" fmla="*/ 552594 h 2340761"/>
                <a:gd name="connsiteX1557" fmla="*/ 2923468 w 2967861"/>
                <a:gd name="connsiteY1557" fmla="*/ 547316 h 2340761"/>
                <a:gd name="connsiteX1558" fmla="*/ 2925641 w 2967861"/>
                <a:gd name="connsiteY1558" fmla="*/ 542038 h 2340761"/>
                <a:gd name="connsiteX1559" fmla="*/ 2927814 w 2967861"/>
                <a:gd name="connsiteY1559" fmla="*/ 539865 h 2340761"/>
                <a:gd name="connsiteX1560" fmla="*/ 2930919 w 2967861"/>
                <a:gd name="connsiteY1560" fmla="*/ 535519 h 2340761"/>
                <a:gd name="connsiteX1561" fmla="*/ 2933092 w 2967861"/>
                <a:gd name="connsiteY1561" fmla="*/ 532415 h 2340761"/>
                <a:gd name="connsiteX1562" fmla="*/ 2969414 w 2967861"/>
                <a:gd name="connsiteY1562" fmla="*/ 532415 h 2340761"/>
                <a:gd name="connsiteX1563" fmla="*/ 2965999 w 2967861"/>
                <a:gd name="connsiteY1563" fmla="*/ 516271 h 2340761"/>
                <a:gd name="connsiteX1564" fmla="*/ 758729 w 2967861"/>
                <a:gd name="connsiteY1564" fmla="*/ 1039993 h 2340761"/>
                <a:gd name="connsiteX1565" fmla="*/ 776425 w 2967861"/>
                <a:gd name="connsiteY1565" fmla="*/ 1034716 h 2340761"/>
                <a:gd name="connsiteX1566" fmla="*/ 791016 w 2967861"/>
                <a:gd name="connsiteY1566" fmla="*/ 1027265 h 2340761"/>
                <a:gd name="connsiteX1567" fmla="*/ 791016 w 2967861"/>
                <a:gd name="connsiteY1567" fmla="*/ 1030370 h 2340761"/>
                <a:gd name="connsiteX1568" fmla="*/ 791016 w 2967861"/>
                <a:gd name="connsiteY1568" fmla="*/ 1034716 h 2340761"/>
                <a:gd name="connsiteX1569" fmla="*/ 791016 w 2967861"/>
                <a:gd name="connsiteY1569" fmla="*/ 1039993 h 2340761"/>
                <a:gd name="connsiteX1570" fmla="*/ 788843 w 2967861"/>
                <a:gd name="connsiteY1570" fmla="*/ 1045271 h 2340761"/>
                <a:gd name="connsiteX1571" fmla="*/ 785738 w 2967861"/>
                <a:gd name="connsiteY1571" fmla="*/ 1050549 h 2340761"/>
                <a:gd name="connsiteX1572" fmla="*/ 785738 w 2967861"/>
                <a:gd name="connsiteY1572" fmla="*/ 1057999 h 2340761"/>
                <a:gd name="connsiteX1573" fmla="*/ 774252 w 2967861"/>
                <a:gd name="connsiteY1573" fmla="*/ 1057999 h 2340761"/>
                <a:gd name="connsiteX1574" fmla="*/ 765870 w 2967861"/>
                <a:gd name="connsiteY1574" fmla="*/ 1057068 h 2340761"/>
                <a:gd name="connsiteX1575" fmla="*/ 758729 w 2967861"/>
                <a:gd name="connsiteY1575" fmla="*/ 1054895 h 2340761"/>
                <a:gd name="connsiteX1576" fmla="*/ 758729 w 2967861"/>
                <a:gd name="connsiteY1576" fmla="*/ 1039993 h 2340761"/>
                <a:gd name="connsiteX1577" fmla="*/ 644175 w 2967861"/>
                <a:gd name="connsiteY1577" fmla="*/ 1152064 h 2340761"/>
                <a:gd name="connsiteX1578" fmla="*/ 645106 w 2967861"/>
                <a:gd name="connsiteY1578" fmla="*/ 1151133 h 2340761"/>
                <a:gd name="connsiteX1579" fmla="*/ 645106 w 2967861"/>
                <a:gd name="connsiteY1579" fmla="*/ 1148960 h 2340761"/>
                <a:gd name="connsiteX1580" fmla="*/ 647279 w 2967861"/>
                <a:gd name="connsiteY1580" fmla="*/ 1148960 h 2340761"/>
                <a:gd name="connsiteX1581" fmla="*/ 649453 w 2967861"/>
                <a:gd name="connsiteY1581" fmla="*/ 1146787 h 2340761"/>
                <a:gd name="connsiteX1582" fmla="*/ 651626 w 2967861"/>
                <a:gd name="connsiteY1582" fmla="*/ 1144614 h 2340761"/>
                <a:gd name="connsiteX1583" fmla="*/ 666217 w 2967861"/>
                <a:gd name="connsiteY1583" fmla="*/ 1144614 h 2340761"/>
                <a:gd name="connsiteX1584" fmla="*/ 662181 w 2967861"/>
                <a:gd name="connsiteY1584" fmla="*/ 1148960 h 2340761"/>
                <a:gd name="connsiteX1585" fmla="*/ 659076 w 2967861"/>
                <a:gd name="connsiteY1585" fmla="*/ 1151133 h 2340761"/>
                <a:gd name="connsiteX1586" fmla="*/ 655041 w 2967861"/>
                <a:gd name="connsiteY1586" fmla="*/ 1152064 h 2340761"/>
                <a:gd name="connsiteX1587" fmla="*/ 651936 w 2967861"/>
                <a:gd name="connsiteY1587" fmla="*/ 1154238 h 2340761"/>
                <a:gd name="connsiteX1588" fmla="*/ 645727 w 2967861"/>
                <a:gd name="connsiteY1588" fmla="*/ 1156411 h 2340761"/>
                <a:gd name="connsiteX1589" fmla="*/ 642623 w 2967861"/>
                <a:gd name="connsiteY1589" fmla="*/ 1156411 h 2340761"/>
                <a:gd name="connsiteX1590" fmla="*/ 644175 w 2967861"/>
                <a:gd name="connsiteY1590" fmla="*/ 1152064 h 2340761"/>
                <a:gd name="connsiteX1591" fmla="*/ 765870 w 2967861"/>
                <a:gd name="connsiteY1591" fmla="*/ 1265377 h 2340761"/>
                <a:gd name="connsiteX1592" fmla="*/ 759661 w 2967861"/>
                <a:gd name="connsiteY1592" fmla="*/ 1282452 h 2340761"/>
                <a:gd name="connsiteX1593" fmla="*/ 752520 w 2967861"/>
                <a:gd name="connsiteY1593" fmla="*/ 1300457 h 2340761"/>
                <a:gd name="connsiteX1594" fmla="*/ 751589 w 2967861"/>
                <a:gd name="connsiteY1594" fmla="*/ 1315359 h 2340761"/>
                <a:gd name="connsiteX1595" fmla="*/ 737930 w 2967861"/>
                <a:gd name="connsiteY1595" fmla="*/ 1319705 h 2340761"/>
                <a:gd name="connsiteX1596" fmla="*/ 725512 w 2967861"/>
                <a:gd name="connsiteY1596" fmla="*/ 1320636 h 2340761"/>
                <a:gd name="connsiteX1597" fmla="*/ 714957 w 2967861"/>
                <a:gd name="connsiteY1597" fmla="*/ 1315359 h 2340761"/>
                <a:gd name="connsiteX1598" fmla="*/ 701297 w 2967861"/>
                <a:gd name="connsiteY1598" fmla="*/ 1312254 h 2340761"/>
                <a:gd name="connsiteX1599" fmla="*/ 696019 w 2967861"/>
                <a:gd name="connsiteY1599" fmla="*/ 1312254 h 2340761"/>
                <a:gd name="connsiteX1600" fmla="*/ 692915 w 2967861"/>
                <a:gd name="connsiteY1600" fmla="*/ 1312254 h 2340761"/>
                <a:gd name="connsiteX1601" fmla="*/ 688879 w 2967861"/>
                <a:gd name="connsiteY1601" fmla="*/ 1313186 h 2340761"/>
                <a:gd name="connsiteX1602" fmla="*/ 685775 w 2967861"/>
                <a:gd name="connsiteY1602" fmla="*/ 1317532 h 2340761"/>
                <a:gd name="connsiteX1603" fmla="*/ 683602 w 2967861"/>
                <a:gd name="connsiteY1603" fmla="*/ 1319705 h 2340761"/>
                <a:gd name="connsiteX1604" fmla="*/ 681428 w 2967861"/>
                <a:gd name="connsiteY1604" fmla="*/ 1322810 h 2340761"/>
                <a:gd name="connsiteX1605" fmla="*/ 678324 w 2967861"/>
                <a:gd name="connsiteY1605" fmla="*/ 1324983 h 2340761"/>
                <a:gd name="connsiteX1606" fmla="*/ 673046 w 2967861"/>
                <a:gd name="connsiteY1606" fmla="*/ 1322810 h 2340761"/>
                <a:gd name="connsiteX1607" fmla="*/ 661560 w 2967861"/>
                <a:gd name="connsiteY1607" fmla="*/ 1320636 h 2340761"/>
                <a:gd name="connsiteX1608" fmla="*/ 646969 w 2967861"/>
                <a:gd name="connsiteY1608" fmla="*/ 1319705 h 2340761"/>
                <a:gd name="connsiteX1609" fmla="*/ 632378 w 2967861"/>
                <a:gd name="connsiteY1609" fmla="*/ 1315359 h 2340761"/>
                <a:gd name="connsiteX1610" fmla="*/ 617787 w 2967861"/>
                <a:gd name="connsiteY1610" fmla="*/ 1313186 h 2340761"/>
                <a:gd name="connsiteX1611" fmla="*/ 610647 w 2967861"/>
                <a:gd name="connsiteY1611" fmla="*/ 1312254 h 2340761"/>
                <a:gd name="connsiteX1612" fmla="*/ 596056 w 2967861"/>
                <a:gd name="connsiteY1612" fmla="*/ 1306046 h 2340761"/>
                <a:gd name="connsiteX1613" fmla="*/ 581465 w 2967861"/>
                <a:gd name="connsiteY1613" fmla="*/ 1298595 h 2340761"/>
                <a:gd name="connsiteX1614" fmla="*/ 566874 w 2967861"/>
                <a:gd name="connsiteY1614" fmla="*/ 1295490 h 2340761"/>
                <a:gd name="connsiteX1615" fmla="*/ 551352 w 2967861"/>
                <a:gd name="connsiteY1615" fmla="*/ 1298595 h 2340761"/>
                <a:gd name="connsiteX1616" fmla="*/ 539865 w 2967861"/>
                <a:gd name="connsiteY1616" fmla="*/ 1306046 h 2340761"/>
                <a:gd name="connsiteX1617" fmla="*/ 536761 w 2967861"/>
                <a:gd name="connsiteY1617" fmla="*/ 1315669 h 2340761"/>
                <a:gd name="connsiteX1618" fmla="*/ 532725 w 2967861"/>
                <a:gd name="connsiteY1618" fmla="*/ 1325293 h 2340761"/>
                <a:gd name="connsiteX1619" fmla="*/ 530552 w 2967861"/>
                <a:gd name="connsiteY1619" fmla="*/ 1335848 h 2340761"/>
                <a:gd name="connsiteX1620" fmla="*/ 523411 w 2967861"/>
                <a:gd name="connsiteY1620" fmla="*/ 1334917 h 2340761"/>
                <a:gd name="connsiteX1621" fmla="*/ 510994 w 2967861"/>
                <a:gd name="connsiteY1621" fmla="*/ 1330571 h 2340761"/>
                <a:gd name="connsiteX1622" fmla="*/ 496403 w 2967861"/>
                <a:gd name="connsiteY1622" fmla="*/ 1327466 h 2340761"/>
                <a:gd name="connsiteX1623" fmla="*/ 485848 w 2967861"/>
                <a:gd name="connsiteY1623" fmla="*/ 1323120 h 2340761"/>
                <a:gd name="connsiteX1624" fmla="*/ 478707 w 2967861"/>
                <a:gd name="connsiteY1624" fmla="*/ 1320016 h 2340761"/>
                <a:gd name="connsiteX1625" fmla="*/ 474671 w 2967861"/>
                <a:gd name="connsiteY1625" fmla="*/ 1305114 h 2340761"/>
                <a:gd name="connsiteX1626" fmla="*/ 460081 w 2967861"/>
                <a:gd name="connsiteY1626" fmla="*/ 1297664 h 2340761"/>
                <a:gd name="connsiteX1627" fmla="*/ 445490 w 2967861"/>
                <a:gd name="connsiteY1627" fmla="*/ 1295490 h 2340761"/>
                <a:gd name="connsiteX1628" fmla="*/ 430899 w 2967861"/>
                <a:gd name="connsiteY1628" fmla="*/ 1295490 h 2340761"/>
                <a:gd name="connsiteX1629" fmla="*/ 418481 w 2967861"/>
                <a:gd name="connsiteY1629" fmla="*/ 1291144 h 2340761"/>
                <a:gd name="connsiteX1630" fmla="*/ 415376 w 2967861"/>
                <a:gd name="connsiteY1630" fmla="*/ 1288040 h 2340761"/>
                <a:gd name="connsiteX1631" fmla="*/ 413203 w 2967861"/>
                <a:gd name="connsiteY1631" fmla="*/ 1285867 h 2340761"/>
                <a:gd name="connsiteX1632" fmla="*/ 409167 w 2967861"/>
                <a:gd name="connsiteY1632" fmla="*/ 1282762 h 2340761"/>
                <a:gd name="connsiteX1633" fmla="*/ 408236 w 2967861"/>
                <a:gd name="connsiteY1633" fmla="*/ 1278416 h 2340761"/>
                <a:gd name="connsiteX1634" fmla="*/ 402027 w 2967861"/>
                <a:gd name="connsiteY1634" fmla="*/ 1275311 h 2340761"/>
                <a:gd name="connsiteX1635" fmla="*/ 406063 w 2967861"/>
                <a:gd name="connsiteY1635" fmla="*/ 1256374 h 2340761"/>
                <a:gd name="connsiteX1636" fmla="*/ 409167 w 2967861"/>
                <a:gd name="connsiteY1636" fmla="*/ 1238368 h 2340761"/>
                <a:gd name="connsiteX1637" fmla="*/ 415376 w 2967861"/>
                <a:gd name="connsiteY1637" fmla="*/ 1221294 h 2340761"/>
                <a:gd name="connsiteX1638" fmla="*/ 410720 w 2967861"/>
                <a:gd name="connsiteY1638" fmla="*/ 1221294 h 2340761"/>
                <a:gd name="connsiteX1639" fmla="*/ 401406 w 2967861"/>
                <a:gd name="connsiteY1639" fmla="*/ 1219121 h 2340761"/>
                <a:gd name="connsiteX1640" fmla="*/ 381538 w 2967861"/>
                <a:gd name="connsiteY1640" fmla="*/ 1218189 h 2340761"/>
                <a:gd name="connsiteX1641" fmla="*/ 358565 w 2967861"/>
                <a:gd name="connsiteY1641" fmla="*/ 1218189 h 2340761"/>
                <a:gd name="connsiteX1642" fmla="*/ 330314 w 2967861"/>
                <a:gd name="connsiteY1642" fmla="*/ 1218189 h 2340761"/>
                <a:gd name="connsiteX1643" fmla="*/ 305168 w 2967861"/>
                <a:gd name="connsiteY1643" fmla="*/ 1219121 h 2340761"/>
                <a:gd name="connsiteX1644" fmla="*/ 281264 w 2967861"/>
                <a:gd name="connsiteY1644" fmla="*/ 1223467 h 2340761"/>
                <a:gd name="connsiteX1645" fmla="*/ 265742 w 2967861"/>
                <a:gd name="connsiteY1645" fmla="*/ 1226571 h 2340761"/>
                <a:gd name="connsiteX1646" fmla="*/ 254255 w 2967861"/>
                <a:gd name="connsiteY1646" fmla="*/ 1234022 h 2340761"/>
                <a:gd name="connsiteX1647" fmla="*/ 239664 w 2967861"/>
                <a:gd name="connsiteY1647" fmla="*/ 1243646 h 2340761"/>
                <a:gd name="connsiteX1648" fmla="*/ 225073 w 2967861"/>
                <a:gd name="connsiteY1648" fmla="*/ 1251097 h 2340761"/>
                <a:gd name="connsiteX1649" fmla="*/ 174160 w 2967861"/>
                <a:gd name="connsiteY1649" fmla="*/ 1243646 h 2340761"/>
                <a:gd name="connsiteX1650" fmla="*/ 174160 w 2967861"/>
                <a:gd name="connsiteY1650" fmla="*/ 1234022 h 2340761"/>
                <a:gd name="connsiteX1651" fmla="*/ 180369 w 2967861"/>
                <a:gd name="connsiteY1651" fmla="*/ 1233091 h 2340761"/>
                <a:gd name="connsiteX1652" fmla="*/ 183473 w 2967861"/>
                <a:gd name="connsiteY1652" fmla="*/ 1230918 h 2340761"/>
                <a:gd name="connsiteX1653" fmla="*/ 187509 w 2967861"/>
                <a:gd name="connsiteY1653" fmla="*/ 1228744 h 2340761"/>
                <a:gd name="connsiteX1654" fmla="*/ 190614 w 2967861"/>
                <a:gd name="connsiteY1654" fmla="*/ 1226571 h 2340761"/>
                <a:gd name="connsiteX1655" fmla="*/ 192787 w 2967861"/>
                <a:gd name="connsiteY1655" fmla="*/ 1226571 h 2340761"/>
                <a:gd name="connsiteX1656" fmla="*/ 195891 w 2967861"/>
                <a:gd name="connsiteY1656" fmla="*/ 1228744 h 2340761"/>
                <a:gd name="connsiteX1657" fmla="*/ 199927 w 2967861"/>
                <a:gd name="connsiteY1657" fmla="*/ 1230918 h 2340761"/>
                <a:gd name="connsiteX1658" fmla="*/ 205205 w 2967861"/>
                <a:gd name="connsiteY1658" fmla="*/ 1233091 h 2340761"/>
                <a:gd name="connsiteX1659" fmla="*/ 208309 w 2967861"/>
                <a:gd name="connsiteY1659" fmla="*/ 1233091 h 2340761"/>
                <a:gd name="connsiteX1660" fmla="*/ 214518 w 2967861"/>
                <a:gd name="connsiteY1660" fmla="*/ 1230918 h 2340761"/>
                <a:gd name="connsiteX1661" fmla="*/ 219796 w 2967861"/>
                <a:gd name="connsiteY1661" fmla="*/ 1225640 h 2340761"/>
                <a:gd name="connsiteX1662" fmla="*/ 222900 w 2967861"/>
                <a:gd name="connsiteY1662" fmla="*/ 1219431 h 2340761"/>
                <a:gd name="connsiteX1663" fmla="*/ 226936 w 2967861"/>
                <a:gd name="connsiteY1663" fmla="*/ 1216327 h 2340761"/>
                <a:gd name="connsiteX1664" fmla="*/ 232213 w 2967861"/>
                <a:gd name="connsiteY1664" fmla="*/ 1211980 h 2340761"/>
                <a:gd name="connsiteX1665" fmla="*/ 244631 w 2967861"/>
                <a:gd name="connsiteY1665" fmla="*/ 1211049 h 2340761"/>
                <a:gd name="connsiteX1666" fmla="*/ 244631 w 2967861"/>
                <a:gd name="connsiteY1666" fmla="*/ 1204840 h 2340761"/>
                <a:gd name="connsiteX1667" fmla="*/ 244631 w 2967861"/>
                <a:gd name="connsiteY1667" fmla="*/ 1202978 h 2340761"/>
                <a:gd name="connsiteX1668" fmla="*/ 244631 w 2967861"/>
                <a:gd name="connsiteY1668" fmla="*/ 1200804 h 2340761"/>
                <a:gd name="connsiteX1669" fmla="*/ 244631 w 2967861"/>
                <a:gd name="connsiteY1669" fmla="*/ 1196458 h 2340761"/>
                <a:gd name="connsiteX1670" fmla="*/ 248667 w 2967861"/>
                <a:gd name="connsiteY1670" fmla="*/ 1195527 h 2340761"/>
                <a:gd name="connsiteX1671" fmla="*/ 250840 w 2967861"/>
                <a:gd name="connsiteY1671" fmla="*/ 1193354 h 2340761"/>
                <a:gd name="connsiteX1672" fmla="*/ 251771 w 2967861"/>
                <a:gd name="connsiteY1672" fmla="*/ 1191181 h 2340761"/>
                <a:gd name="connsiteX1673" fmla="*/ 253945 w 2967861"/>
                <a:gd name="connsiteY1673" fmla="*/ 1191181 h 2340761"/>
                <a:gd name="connsiteX1674" fmla="*/ 256118 w 2967861"/>
                <a:gd name="connsiteY1674" fmla="*/ 1189007 h 2340761"/>
                <a:gd name="connsiteX1675" fmla="*/ 261395 w 2967861"/>
                <a:gd name="connsiteY1675" fmla="*/ 1189007 h 2340761"/>
                <a:gd name="connsiteX1676" fmla="*/ 259222 w 2967861"/>
                <a:gd name="connsiteY1676" fmla="*/ 1185903 h 2340761"/>
                <a:gd name="connsiteX1677" fmla="*/ 256118 w 2967861"/>
                <a:gd name="connsiteY1677" fmla="*/ 1181557 h 2340761"/>
                <a:gd name="connsiteX1678" fmla="*/ 253945 w 2967861"/>
                <a:gd name="connsiteY1678" fmla="*/ 1180625 h 2340761"/>
                <a:gd name="connsiteX1679" fmla="*/ 251771 w 2967861"/>
                <a:gd name="connsiteY1679" fmla="*/ 1178452 h 2340761"/>
                <a:gd name="connsiteX1680" fmla="*/ 251771 w 2967861"/>
                <a:gd name="connsiteY1680" fmla="*/ 1174106 h 2340761"/>
                <a:gd name="connsiteX1681" fmla="*/ 253945 w 2967861"/>
                <a:gd name="connsiteY1681" fmla="*/ 1173175 h 2340761"/>
                <a:gd name="connsiteX1682" fmla="*/ 257980 w 2967861"/>
                <a:gd name="connsiteY1682" fmla="*/ 1159515 h 2340761"/>
                <a:gd name="connsiteX1683" fmla="*/ 263258 w 2967861"/>
                <a:gd name="connsiteY1683" fmla="*/ 1148960 h 2340761"/>
                <a:gd name="connsiteX1684" fmla="*/ 270398 w 2967861"/>
                <a:gd name="connsiteY1684" fmla="*/ 1139336 h 2340761"/>
                <a:gd name="connsiteX1685" fmla="*/ 290267 w 2967861"/>
                <a:gd name="connsiteY1685" fmla="*/ 1139336 h 2340761"/>
                <a:gd name="connsiteX1686" fmla="*/ 295544 w 2967861"/>
                <a:gd name="connsiteY1686" fmla="*/ 1130954 h 2340761"/>
                <a:gd name="connsiteX1687" fmla="*/ 297717 w 2967861"/>
                <a:gd name="connsiteY1687" fmla="*/ 1119468 h 2340761"/>
                <a:gd name="connsiteX1688" fmla="*/ 300822 w 2967861"/>
                <a:gd name="connsiteY1688" fmla="*/ 1108912 h 2340761"/>
                <a:gd name="connsiteX1689" fmla="*/ 310135 w 2967861"/>
                <a:gd name="connsiteY1689" fmla="*/ 1101462 h 2340761"/>
                <a:gd name="connsiteX1690" fmla="*/ 314171 w 2967861"/>
                <a:gd name="connsiteY1690" fmla="*/ 1099289 h 2340761"/>
                <a:gd name="connsiteX1691" fmla="*/ 315102 w 2967861"/>
                <a:gd name="connsiteY1691" fmla="*/ 1099289 h 2340761"/>
                <a:gd name="connsiteX1692" fmla="*/ 319138 w 2967861"/>
                <a:gd name="connsiteY1692" fmla="*/ 1099289 h 2340761"/>
                <a:gd name="connsiteX1693" fmla="*/ 321311 w 2967861"/>
                <a:gd name="connsiteY1693" fmla="*/ 1101462 h 2340761"/>
                <a:gd name="connsiteX1694" fmla="*/ 322243 w 2967861"/>
                <a:gd name="connsiteY1694" fmla="*/ 1104566 h 2340761"/>
                <a:gd name="connsiteX1695" fmla="*/ 324416 w 2967861"/>
                <a:gd name="connsiteY1695" fmla="*/ 1108912 h 2340761"/>
                <a:gd name="connsiteX1696" fmla="*/ 344284 w 2967861"/>
                <a:gd name="connsiteY1696" fmla="*/ 1104566 h 2340761"/>
                <a:gd name="connsiteX1697" fmla="*/ 361048 w 2967861"/>
                <a:gd name="connsiteY1697" fmla="*/ 1094942 h 2340761"/>
                <a:gd name="connsiteX1698" fmla="*/ 373466 w 2967861"/>
                <a:gd name="connsiteY1698" fmla="*/ 1084387 h 2340761"/>
                <a:gd name="connsiteX1699" fmla="*/ 388057 w 2967861"/>
                <a:gd name="connsiteY1699" fmla="*/ 1089665 h 2340761"/>
                <a:gd name="connsiteX1700" fmla="*/ 399544 w 2967861"/>
                <a:gd name="connsiteY1700" fmla="*/ 1101151 h 2340761"/>
                <a:gd name="connsiteX1701" fmla="*/ 406684 w 2967861"/>
                <a:gd name="connsiteY1701" fmla="*/ 1113880 h 2340761"/>
                <a:gd name="connsiteX1702" fmla="*/ 415066 w 2967861"/>
                <a:gd name="connsiteY1702" fmla="*/ 1124435 h 2340761"/>
                <a:gd name="connsiteX1703" fmla="*/ 424379 w 2967861"/>
                <a:gd name="connsiteY1703" fmla="*/ 1135921 h 2340761"/>
                <a:gd name="connsiteX1704" fmla="*/ 453561 w 2967861"/>
                <a:gd name="connsiteY1704" fmla="*/ 1156100 h 2340761"/>
                <a:gd name="connsiteX1705" fmla="*/ 480570 w 2967861"/>
                <a:gd name="connsiteY1705" fmla="*/ 1176279 h 2340761"/>
                <a:gd name="connsiteX1706" fmla="*/ 480570 w 2967861"/>
                <a:gd name="connsiteY1706" fmla="*/ 1180625 h 2340761"/>
                <a:gd name="connsiteX1707" fmla="*/ 480570 w 2967861"/>
                <a:gd name="connsiteY1707" fmla="*/ 1183730 h 2340761"/>
                <a:gd name="connsiteX1708" fmla="*/ 479639 w 2967861"/>
                <a:gd name="connsiteY1708" fmla="*/ 1185903 h 2340761"/>
                <a:gd name="connsiteX1709" fmla="*/ 479639 w 2967861"/>
                <a:gd name="connsiteY1709" fmla="*/ 1188076 h 2340761"/>
                <a:gd name="connsiteX1710" fmla="*/ 477466 w 2967861"/>
                <a:gd name="connsiteY1710" fmla="*/ 1189007 h 2340761"/>
                <a:gd name="connsiteX1711" fmla="*/ 470325 w 2967861"/>
                <a:gd name="connsiteY1711" fmla="*/ 1196458 h 2340761"/>
                <a:gd name="connsiteX1712" fmla="*/ 458839 w 2967861"/>
                <a:gd name="connsiteY1712" fmla="*/ 1200804 h 2340761"/>
                <a:gd name="connsiteX1713" fmla="*/ 444248 w 2967861"/>
                <a:gd name="connsiteY1713" fmla="*/ 1202978 h 2340761"/>
                <a:gd name="connsiteX1714" fmla="*/ 429657 w 2967861"/>
                <a:gd name="connsiteY1714" fmla="*/ 1200804 h 2340761"/>
                <a:gd name="connsiteX1715" fmla="*/ 435866 w 2967861"/>
                <a:gd name="connsiteY1715" fmla="*/ 1213533 h 2340761"/>
                <a:gd name="connsiteX1716" fmla="*/ 444248 w 2967861"/>
                <a:gd name="connsiteY1716" fmla="*/ 1218810 h 2340761"/>
                <a:gd name="connsiteX1717" fmla="*/ 455734 w 2967861"/>
                <a:gd name="connsiteY1717" fmla="*/ 1223157 h 2340761"/>
                <a:gd name="connsiteX1718" fmla="*/ 465048 w 2967861"/>
                <a:gd name="connsiteY1718" fmla="*/ 1230607 h 2340761"/>
                <a:gd name="connsiteX1719" fmla="*/ 473430 w 2967861"/>
                <a:gd name="connsiteY1719" fmla="*/ 1230607 h 2340761"/>
                <a:gd name="connsiteX1720" fmla="*/ 473430 w 2967861"/>
                <a:gd name="connsiteY1720" fmla="*/ 1206082 h 2340761"/>
                <a:gd name="connsiteX1721" fmla="*/ 484916 w 2967861"/>
                <a:gd name="connsiteY1721" fmla="*/ 1206082 h 2340761"/>
                <a:gd name="connsiteX1722" fmla="*/ 488021 w 2967861"/>
                <a:gd name="connsiteY1722" fmla="*/ 1198631 h 2340761"/>
                <a:gd name="connsiteX1723" fmla="*/ 492057 w 2967861"/>
                <a:gd name="connsiteY1723" fmla="*/ 1193354 h 2340761"/>
                <a:gd name="connsiteX1724" fmla="*/ 495161 w 2967861"/>
                <a:gd name="connsiteY1724" fmla="*/ 1189007 h 2340761"/>
                <a:gd name="connsiteX1725" fmla="*/ 500439 w 2967861"/>
                <a:gd name="connsiteY1725" fmla="*/ 1185903 h 2340761"/>
                <a:gd name="connsiteX1726" fmla="*/ 499507 w 2967861"/>
                <a:gd name="connsiteY1726" fmla="*/ 1180625 h 2340761"/>
                <a:gd name="connsiteX1727" fmla="*/ 497334 w 2967861"/>
                <a:gd name="connsiteY1727" fmla="*/ 1176279 h 2340761"/>
                <a:gd name="connsiteX1728" fmla="*/ 497334 w 2967861"/>
                <a:gd name="connsiteY1728" fmla="*/ 1174106 h 2340761"/>
                <a:gd name="connsiteX1729" fmla="*/ 495161 w 2967861"/>
                <a:gd name="connsiteY1729" fmla="*/ 1171002 h 2340761"/>
                <a:gd name="connsiteX1730" fmla="*/ 494230 w 2967861"/>
                <a:gd name="connsiteY1730" fmla="*/ 1166655 h 2340761"/>
                <a:gd name="connsiteX1731" fmla="*/ 494230 w 2967861"/>
                <a:gd name="connsiteY1731" fmla="*/ 1161378 h 2340761"/>
                <a:gd name="connsiteX1732" fmla="*/ 499507 w 2967861"/>
                <a:gd name="connsiteY1732" fmla="*/ 1161378 h 2340761"/>
                <a:gd name="connsiteX1733" fmla="*/ 504785 w 2967861"/>
                <a:gd name="connsiteY1733" fmla="*/ 1163551 h 2340761"/>
                <a:gd name="connsiteX1734" fmla="*/ 507889 w 2967861"/>
                <a:gd name="connsiteY1734" fmla="*/ 1165724 h 2340761"/>
                <a:gd name="connsiteX1735" fmla="*/ 510062 w 2967861"/>
                <a:gd name="connsiteY1735" fmla="*/ 1165724 h 2340761"/>
                <a:gd name="connsiteX1736" fmla="*/ 514098 w 2967861"/>
                <a:gd name="connsiteY1736" fmla="*/ 1165724 h 2340761"/>
                <a:gd name="connsiteX1737" fmla="*/ 517203 w 2967861"/>
                <a:gd name="connsiteY1737" fmla="*/ 1165724 h 2340761"/>
                <a:gd name="connsiteX1738" fmla="*/ 521238 w 2967861"/>
                <a:gd name="connsiteY1738" fmla="*/ 1165724 h 2340761"/>
                <a:gd name="connsiteX1739" fmla="*/ 521238 w 2967861"/>
                <a:gd name="connsiteY1739" fmla="*/ 1161378 h 2340761"/>
                <a:gd name="connsiteX1740" fmla="*/ 509752 w 2967861"/>
                <a:gd name="connsiteY1740" fmla="*/ 1151754 h 2340761"/>
                <a:gd name="connsiteX1741" fmla="*/ 499197 w 2967861"/>
                <a:gd name="connsiteY1741" fmla="*/ 1144303 h 2340761"/>
                <a:gd name="connsiteX1742" fmla="*/ 484606 w 2967861"/>
                <a:gd name="connsiteY1742" fmla="*/ 1139026 h 2340761"/>
                <a:gd name="connsiteX1743" fmla="*/ 484606 w 2967861"/>
                <a:gd name="connsiteY1743" fmla="*/ 1128471 h 2340761"/>
                <a:gd name="connsiteX1744" fmla="*/ 470015 w 2967861"/>
                <a:gd name="connsiteY1744" fmla="*/ 1128471 h 2340761"/>
                <a:gd name="connsiteX1745" fmla="*/ 457597 w 2967861"/>
                <a:gd name="connsiteY1745" fmla="*/ 1109533 h 2340761"/>
                <a:gd name="connsiteX1746" fmla="*/ 443937 w 2967861"/>
                <a:gd name="connsiteY1746" fmla="*/ 1093701 h 2340761"/>
                <a:gd name="connsiteX1747" fmla="*/ 429346 w 2967861"/>
                <a:gd name="connsiteY1747" fmla="*/ 1078799 h 2340761"/>
                <a:gd name="connsiteX1748" fmla="*/ 429346 w 2967861"/>
                <a:gd name="connsiteY1748" fmla="*/ 1072590 h 2340761"/>
                <a:gd name="connsiteX1749" fmla="*/ 429346 w 2967861"/>
                <a:gd name="connsiteY1749" fmla="*/ 1069486 h 2340761"/>
                <a:gd name="connsiteX1750" fmla="*/ 429346 w 2967861"/>
                <a:gd name="connsiteY1750" fmla="*/ 1065140 h 2340761"/>
                <a:gd name="connsiteX1751" fmla="*/ 429346 w 2967861"/>
                <a:gd name="connsiteY1751" fmla="*/ 1064208 h 2340761"/>
                <a:gd name="connsiteX1752" fmla="*/ 433382 w 2967861"/>
                <a:gd name="connsiteY1752" fmla="*/ 1062035 h 2340761"/>
                <a:gd name="connsiteX1753" fmla="*/ 436487 w 2967861"/>
                <a:gd name="connsiteY1753" fmla="*/ 1057689 h 2340761"/>
                <a:gd name="connsiteX1754" fmla="*/ 438660 w 2967861"/>
                <a:gd name="connsiteY1754" fmla="*/ 1057689 h 2340761"/>
                <a:gd name="connsiteX1755" fmla="*/ 438660 w 2967861"/>
                <a:gd name="connsiteY1755" fmla="*/ 1056758 h 2340761"/>
                <a:gd name="connsiteX1756" fmla="*/ 440833 w 2967861"/>
                <a:gd name="connsiteY1756" fmla="*/ 1056758 h 2340761"/>
                <a:gd name="connsiteX1757" fmla="*/ 443006 w 2967861"/>
                <a:gd name="connsiteY1757" fmla="*/ 1056758 h 2340761"/>
                <a:gd name="connsiteX1758" fmla="*/ 443937 w 2967861"/>
                <a:gd name="connsiteY1758" fmla="*/ 1054584 h 2340761"/>
                <a:gd name="connsiteX1759" fmla="*/ 446111 w 2967861"/>
                <a:gd name="connsiteY1759" fmla="*/ 1057689 h 2340761"/>
                <a:gd name="connsiteX1760" fmla="*/ 448284 w 2967861"/>
                <a:gd name="connsiteY1760" fmla="*/ 1062035 h 2340761"/>
                <a:gd name="connsiteX1761" fmla="*/ 448284 w 2967861"/>
                <a:gd name="connsiteY1761" fmla="*/ 1065140 h 2340761"/>
                <a:gd name="connsiteX1762" fmla="*/ 450457 w 2967861"/>
                <a:gd name="connsiteY1762" fmla="*/ 1071349 h 2340761"/>
                <a:gd name="connsiteX1763" fmla="*/ 465048 w 2967861"/>
                <a:gd name="connsiteY1763" fmla="*/ 1067002 h 2340761"/>
                <a:gd name="connsiteX1764" fmla="*/ 472188 w 2967861"/>
                <a:gd name="connsiteY1764" fmla="*/ 1087181 h 2340761"/>
                <a:gd name="connsiteX1765" fmla="*/ 479328 w 2967861"/>
                <a:gd name="connsiteY1765" fmla="*/ 1098668 h 2340761"/>
                <a:gd name="connsiteX1766" fmla="*/ 487710 w 2967861"/>
                <a:gd name="connsiteY1766" fmla="*/ 1103945 h 2340761"/>
                <a:gd name="connsiteX1767" fmla="*/ 497024 w 2967861"/>
                <a:gd name="connsiteY1767" fmla="*/ 1106118 h 2340761"/>
                <a:gd name="connsiteX1768" fmla="*/ 507579 w 2967861"/>
                <a:gd name="connsiteY1768" fmla="*/ 1111396 h 2340761"/>
                <a:gd name="connsiteX1769" fmla="*/ 521238 w 2967861"/>
                <a:gd name="connsiteY1769" fmla="*/ 1121020 h 2340761"/>
                <a:gd name="connsiteX1770" fmla="*/ 526516 w 2967861"/>
                <a:gd name="connsiteY1770" fmla="*/ 1126297 h 2340761"/>
                <a:gd name="connsiteX1771" fmla="*/ 526516 w 2967861"/>
                <a:gd name="connsiteY1771" fmla="*/ 1133748 h 2340761"/>
                <a:gd name="connsiteX1772" fmla="*/ 524343 w 2967861"/>
                <a:gd name="connsiteY1772" fmla="*/ 1141199 h 2340761"/>
                <a:gd name="connsiteX1773" fmla="*/ 522170 w 2967861"/>
                <a:gd name="connsiteY1773" fmla="*/ 1150823 h 2340761"/>
                <a:gd name="connsiteX1774" fmla="*/ 524343 w 2967861"/>
                <a:gd name="connsiteY1774" fmla="*/ 1161378 h 2340761"/>
                <a:gd name="connsiteX1775" fmla="*/ 528379 w 2967861"/>
                <a:gd name="connsiteY1775" fmla="*/ 1165724 h 2340761"/>
                <a:gd name="connsiteX1776" fmla="*/ 531483 w 2967861"/>
                <a:gd name="connsiteY1776" fmla="*/ 1166655 h 2340761"/>
                <a:gd name="connsiteX1777" fmla="*/ 536761 w 2967861"/>
                <a:gd name="connsiteY1777" fmla="*/ 1171002 h 2340761"/>
                <a:gd name="connsiteX1778" fmla="*/ 540797 w 2967861"/>
                <a:gd name="connsiteY1778" fmla="*/ 1174106 h 2340761"/>
                <a:gd name="connsiteX1779" fmla="*/ 543901 w 2967861"/>
                <a:gd name="connsiteY1779" fmla="*/ 1176279 h 2340761"/>
                <a:gd name="connsiteX1780" fmla="*/ 560665 w 2967861"/>
                <a:gd name="connsiteY1780" fmla="*/ 1225951 h 2340761"/>
                <a:gd name="connsiteX1781" fmla="*/ 564701 w 2967861"/>
                <a:gd name="connsiteY1781" fmla="*/ 1225951 h 2340761"/>
                <a:gd name="connsiteX1782" fmla="*/ 565632 w 2967861"/>
                <a:gd name="connsiteY1782" fmla="*/ 1228124 h 2340761"/>
                <a:gd name="connsiteX1783" fmla="*/ 567805 w 2967861"/>
                <a:gd name="connsiteY1783" fmla="*/ 1228124 h 2340761"/>
                <a:gd name="connsiteX1784" fmla="*/ 569978 w 2967861"/>
                <a:gd name="connsiteY1784" fmla="*/ 1230297 h 2340761"/>
                <a:gd name="connsiteX1785" fmla="*/ 575256 w 2967861"/>
                <a:gd name="connsiteY1785" fmla="*/ 1228124 h 2340761"/>
                <a:gd name="connsiteX1786" fmla="*/ 580534 w 2967861"/>
                <a:gd name="connsiteY1786" fmla="*/ 1225951 h 2340761"/>
                <a:gd name="connsiteX1787" fmla="*/ 582707 w 2967861"/>
                <a:gd name="connsiteY1787" fmla="*/ 1225019 h 2340761"/>
                <a:gd name="connsiteX1788" fmla="*/ 584880 w 2967861"/>
                <a:gd name="connsiteY1788" fmla="*/ 1220673 h 2340761"/>
                <a:gd name="connsiteX1789" fmla="*/ 584880 w 2967861"/>
                <a:gd name="connsiteY1789" fmla="*/ 1218500 h 2340761"/>
                <a:gd name="connsiteX1790" fmla="*/ 587053 w 2967861"/>
                <a:gd name="connsiteY1790" fmla="*/ 1215395 h 2340761"/>
                <a:gd name="connsiteX1791" fmla="*/ 587984 w 2967861"/>
                <a:gd name="connsiteY1791" fmla="*/ 1211049 h 2340761"/>
                <a:gd name="connsiteX1792" fmla="*/ 592020 w 2967861"/>
                <a:gd name="connsiteY1792" fmla="*/ 1210118 h 2340761"/>
                <a:gd name="connsiteX1793" fmla="*/ 597298 w 2967861"/>
                <a:gd name="connsiteY1793" fmla="*/ 1205772 h 2340761"/>
                <a:gd name="connsiteX1794" fmla="*/ 594193 w 2967861"/>
                <a:gd name="connsiteY1794" fmla="*/ 1188697 h 2340761"/>
                <a:gd name="connsiteX1795" fmla="*/ 587053 w 2967861"/>
                <a:gd name="connsiteY1795" fmla="*/ 1172864 h 2340761"/>
                <a:gd name="connsiteX1796" fmla="*/ 577740 w 2967861"/>
                <a:gd name="connsiteY1796" fmla="*/ 1161378 h 2340761"/>
                <a:gd name="connsiteX1797" fmla="*/ 577740 w 2967861"/>
                <a:gd name="connsiteY1797" fmla="*/ 1156411 h 2340761"/>
                <a:gd name="connsiteX1798" fmla="*/ 580844 w 2967861"/>
                <a:gd name="connsiteY1798" fmla="*/ 1158584 h 2340761"/>
                <a:gd name="connsiteX1799" fmla="*/ 580844 w 2967861"/>
                <a:gd name="connsiteY1799" fmla="*/ 1159515 h 2340761"/>
                <a:gd name="connsiteX1800" fmla="*/ 583017 w 2967861"/>
                <a:gd name="connsiteY1800" fmla="*/ 1161688 h 2340761"/>
                <a:gd name="connsiteX1801" fmla="*/ 585190 w 2967861"/>
                <a:gd name="connsiteY1801" fmla="*/ 1166035 h 2340761"/>
                <a:gd name="connsiteX1802" fmla="*/ 592331 w 2967861"/>
                <a:gd name="connsiteY1802" fmla="*/ 1163861 h 2340761"/>
                <a:gd name="connsiteX1803" fmla="*/ 595435 w 2967861"/>
                <a:gd name="connsiteY1803" fmla="*/ 1163861 h 2340761"/>
                <a:gd name="connsiteX1804" fmla="*/ 597608 w 2967861"/>
                <a:gd name="connsiteY1804" fmla="*/ 1163861 h 2340761"/>
                <a:gd name="connsiteX1805" fmla="*/ 599781 w 2967861"/>
                <a:gd name="connsiteY1805" fmla="*/ 1161688 h 2340761"/>
                <a:gd name="connsiteX1806" fmla="*/ 599781 w 2967861"/>
                <a:gd name="connsiteY1806" fmla="*/ 1159515 h 2340761"/>
                <a:gd name="connsiteX1807" fmla="*/ 599781 w 2967861"/>
                <a:gd name="connsiteY1807" fmla="*/ 1158584 h 2340761"/>
                <a:gd name="connsiteX1808" fmla="*/ 597608 w 2967861"/>
                <a:gd name="connsiteY1808" fmla="*/ 1154238 h 2340761"/>
                <a:gd name="connsiteX1809" fmla="*/ 597608 w 2967861"/>
                <a:gd name="connsiteY1809" fmla="*/ 1148960 h 2340761"/>
                <a:gd name="connsiteX1810" fmla="*/ 600713 w 2967861"/>
                <a:gd name="connsiteY1810" fmla="*/ 1148960 h 2340761"/>
                <a:gd name="connsiteX1811" fmla="*/ 600713 w 2967861"/>
                <a:gd name="connsiteY1811" fmla="*/ 1144614 h 2340761"/>
                <a:gd name="connsiteX1812" fmla="*/ 604748 w 2967861"/>
                <a:gd name="connsiteY1812" fmla="*/ 1144614 h 2340761"/>
                <a:gd name="connsiteX1813" fmla="*/ 607853 w 2967861"/>
                <a:gd name="connsiteY1813" fmla="*/ 1144614 h 2340761"/>
                <a:gd name="connsiteX1814" fmla="*/ 610026 w 2967861"/>
                <a:gd name="connsiteY1814" fmla="*/ 1146787 h 2340761"/>
                <a:gd name="connsiteX1815" fmla="*/ 612199 w 2967861"/>
                <a:gd name="connsiteY1815" fmla="*/ 1146787 h 2340761"/>
                <a:gd name="connsiteX1816" fmla="*/ 614372 w 2967861"/>
                <a:gd name="connsiteY1816" fmla="*/ 1148960 h 2340761"/>
                <a:gd name="connsiteX1817" fmla="*/ 619650 w 2967861"/>
                <a:gd name="connsiteY1817" fmla="*/ 1151133 h 2340761"/>
                <a:gd name="connsiteX1818" fmla="*/ 622754 w 2967861"/>
                <a:gd name="connsiteY1818" fmla="*/ 1152064 h 2340761"/>
                <a:gd name="connsiteX1819" fmla="*/ 624927 w 2967861"/>
                <a:gd name="connsiteY1819" fmla="*/ 1154238 h 2340761"/>
                <a:gd name="connsiteX1820" fmla="*/ 627100 w 2967861"/>
                <a:gd name="connsiteY1820" fmla="*/ 1156411 h 2340761"/>
                <a:gd name="connsiteX1821" fmla="*/ 630205 w 2967861"/>
                <a:gd name="connsiteY1821" fmla="*/ 1158584 h 2340761"/>
                <a:gd name="connsiteX1822" fmla="*/ 634241 w 2967861"/>
                <a:gd name="connsiteY1822" fmla="*/ 1161688 h 2340761"/>
                <a:gd name="connsiteX1823" fmla="*/ 632068 w 2967861"/>
                <a:gd name="connsiteY1823" fmla="*/ 1166966 h 2340761"/>
                <a:gd name="connsiteX1824" fmla="*/ 629894 w 2967861"/>
                <a:gd name="connsiteY1824" fmla="*/ 1171312 h 2340761"/>
                <a:gd name="connsiteX1825" fmla="*/ 629894 w 2967861"/>
                <a:gd name="connsiteY1825" fmla="*/ 1174416 h 2340761"/>
                <a:gd name="connsiteX1826" fmla="*/ 629894 w 2967861"/>
                <a:gd name="connsiteY1826" fmla="*/ 1178763 h 2340761"/>
                <a:gd name="connsiteX1827" fmla="*/ 629894 w 2967861"/>
                <a:gd name="connsiteY1827" fmla="*/ 1181867 h 2340761"/>
                <a:gd name="connsiteX1828" fmla="*/ 629894 w 2967861"/>
                <a:gd name="connsiteY1828" fmla="*/ 1186213 h 2340761"/>
                <a:gd name="connsiteX1829" fmla="*/ 629894 w 2967861"/>
                <a:gd name="connsiteY1829" fmla="*/ 1189318 h 2340761"/>
                <a:gd name="connsiteX1830" fmla="*/ 636103 w 2967861"/>
                <a:gd name="connsiteY1830" fmla="*/ 1206392 h 2340761"/>
                <a:gd name="connsiteX1831" fmla="*/ 648521 w 2967861"/>
                <a:gd name="connsiteY1831" fmla="*/ 1223467 h 2340761"/>
                <a:gd name="connsiteX1832" fmla="*/ 665285 w 2967861"/>
                <a:gd name="connsiteY1832" fmla="*/ 1234022 h 2340761"/>
                <a:gd name="connsiteX1833" fmla="*/ 680808 w 2967861"/>
                <a:gd name="connsiteY1833" fmla="*/ 1238368 h 2340761"/>
                <a:gd name="connsiteX1834" fmla="*/ 684843 w 2967861"/>
                <a:gd name="connsiteY1834" fmla="*/ 1236195 h 2340761"/>
                <a:gd name="connsiteX1835" fmla="*/ 687948 w 2967861"/>
                <a:gd name="connsiteY1835" fmla="*/ 1233091 h 2340761"/>
                <a:gd name="connsiteX1836" fmla="*/ 690121 w 2967861"/>
                <a:gd name="connsiteY1836" fmla="*/ 1228744 h 2340761"/>
                <a:gd name="connsiteX1837" fmla="*/ 695399 w 2967861"/>
                <a:gd name="connsiteY1837" fmla="*/ 1226571 h 2340761"/>
                <a:gd name="connsiteX1838" fmla="*/ 699434 w 2967861"/>
                <a:gd name="connsiteY1838" fmla="*/ 1225640 h 2340761"/>
                <a:gd name="connsiteX1839" fmla="*/ 704712 w 2967861"/>
                <a:gd name="connsiteY1839" fmla="*/ 1226571 h 2340761"/>
                <a:gd name="connsiteX1840" fmla="*/ 714025 w 2967861"/>
                <a:gd name="connsiteY1840" fmla="*/ 1230918 h 2340761"/>
                <a:gd name="connsiteX1841" fmla="*/ 721165 w 2967861"/>
                <a:gd name="connsiteY1841" fmla="*/ 1234022 h 2340761"/>
                <a:gd name="connsiteX1842" fmla="*/ 728306 w 2967861"/>
                <a:gd name="connsiteY1842" fmla="*/ 1236195 h 2340761"/>
                <a:gd name="connsiteX1843" fmla="*/ 735446 w 2967861"/>
                <a:gd name="connsiteY1843" fmla="*/ 1234022 h 2340761"/>
                <a:gd name="connsiteX1844" fmla="*/ 743828 w 2967861"/>
                <a:gd name="connsiteY1844" fmla="*/ 1226571 h 2340761"/>
                <a:gd name="connsiteX1845" fmla="*/ 750968 w 2967861"/>
                <a:gd name="connsiteY1845" fmla="*/ 1226571 h 2340761"/>
                <a:gd name="connsiteX1846" fmla="*/ 755004 w 2967861"/>
                <a:gd name="connsiteY1846" fmla="*/ 1226571 h 2340761"/>
                <a:gd name="connsiteX1847" fmla="*/ 758109 w 2967861"/>
                <a:gd name="connsiteY1847" fmla="*/ 1226571 h 2340761"/>
                <a:gd name="connsiteX1848" fmla="*/ 760282 w 2967861"/>
                <a:gd name="connsiteY1848" fmla="*/ 1228744 h 2340761"/>
                <a:gd name="connsiteX1849" fmla="*/ 762455 w 2967861"/>
                <a:gd name="connsiteY1849" fmla="*/ 1230918 h 2340761"/>
                <a:gd name="connsiteX1850" fmla="*/ 762455 w 2967861"/>
                <a:gd name="connsiteY1850" fmla="*/ 1234022 h 2340761"/>
                <a:gd name="connsiteX1851" fmla="*/ 764628 w 2967861"/>
                <a:gd name="connsiteY1851" fmla="*/ 1238368 h 2340761"/>
                <a:gd name="connsiteX1852" fmla="*/ 767732 w 2967861"/>
                <a:gd name="connsiteY1852" fmla="*/ 1251097 h 2340761"/>
                <a:gd name="connsiteX1853" fmla="*/ 765870 w 2967861"/>
                <a:gd name="connsiteY1853" fmla="*/ 1265377 h 2340761"/>
                <a:gd name="connsiteX1854" fmla="*/ 845033 w 2967861"/>
                <a:gd name="connsiteY1854" fmla="*/ 1136232 h 2340761"/>
                <a:gd name="connsiteX1855" fmla="*/ 825165 w 2967861"/>
                <a:gd name="connsiteY1855" fmla="*/ 1141509 h 2340761"/>
                <a:gd name="connsiteX1856" fmla="*/ 803434 w 2967861"/>
                <a:gd name="connsiteY1856" fmla="*/ 1143682 h 2340761"/>
                <a:gd name="connsiteX1857" fmla="*/ 781702 w 2967861"/>
                <a:gd name="connsiteY1857" fmla="*/ 1139336 h 2340761"/>
                <a:gd name="connsiteX1858" fmla="*/ 773320 w 2967861"/>
                <a:gd name="connsiteY1858" fmla="*/ 1136232 h 2340761"/>
                <a:gd name="connsiteX1859" fmla="*/ 766180 w 2967861"/>
                <a:gd name="connsiteY1859" fmla="*/ 1130954 h 2340761"/>
                <a:gd name="connsiteX1860" fmla="*/ 756867 w 2967861"/>
                <a:gd name="connsiteY1860" fmla="*/ 1124745 h 2340761"/>
                <a:gd name="connsiteX1861" fmla="*/ 742276 w 2967861"/>
                <a:gd name="connsiteY1861" fmla="*/ 1124745 h 2340761"/>
                <a:gd name="connsiteX1862" fmla="*/ 727685 w 2967861"/>
                <a:gd name="connsiteY1862" fmla="*/ 1126918 h 2340761"/>
                <a:gd name="connsiteX1863" fmla="*/ 713094 w 2967861"/>
                <a:gd name="connsiteY1863" fmla="*/ 1134369 h 2340761"/>
                <a:gd name="connsiteX1864" fmla="*/ 700676 w 2967861"/>
                <a:gd name="connsiteY1864" fmla="*/ 1139647 h 2340761"/>
                <a:gd name="connsiteX1865" fmla="*/ 686085 w 2967861"/>
                <a:gd name="connsiteY1865" fmla="*/ 1141820 h 2340761"/>
                <a:gd name="connsiteX1866" fmla="*/ 671494 w 2967861"/>
                <a:gd name="connsiteY1866" fmla="*/ 1136542 h 2340761"/>
                <a:gd name="connsiteX1867" fmla="*/ 666217 w 2967861"/>
                <a:gd name="connsiteY1867" fmla="*/ 1134369 h 2340761"/>
                <a:gd name="connsiteX1868" fmla="*/ 662181 w 2967861"/>
                <a:gd name="connsiteY1868" fmla="*/ 1132196 h 2340761"/>
                <a:gd name="connsiteX1869" fmla="*/ 659076 w 2967861"/>
                <a:gd name="connsiteY1869" fmla="*/ 1131265 h 2340761"/>
                <a:gd name="connsiteX1870" fmla="*/ 656903 w 2967861"/>
                <a:gd name="connsiteY1870" fmla="*/ 1126918 h 2340761"/>
                <a:gd name="connsiteX1871" fmla="*/ 656903 w 2967861"/>
                <a:gd name="connsiteY1871" fmla="*/ 1123814 h 2340761"/>
                <a:gd name="connsiteX1872" fmla="*/ 654730 w 2967861"/>
                <a:gd name="connsiteY1872" fmla="*/ 1116363 h 2340761"/>
                <a:gd name="connsiteX1873" fmla="*/ 654730 w 2967861"/>
                <a:gd name="connsiteY1873" fmla="*/ 1110154 h 2340761"/>
                <a:gd name="connsiteX1874" fmla="*/ 658766 w 2967861"/>
                <a:gd name="connsiteY1874" fmla="*/ 1099599 h 2340761"/>
                <a:gd name="connsiteX1875" fmla="*/ 665906 w 2967861"/>
                <a:gd name="connsiteY1875" fmla="*/ 1086871 h 2340761"/>
                <a:gd name="connsiteX1876" fmla="*/ 674288 w 2967861"/>
                <a:gd name="connsiteY1876" fmla="*/ 1071969 h 2340761"/>
                <a:gd name="connsiteX1877" fmla="*/ 683602 w 2967861"/>
                <a:gd name="connsiteY1877" fmla="*/ 1057068 h 2340761"/>
                <a:gd name="connsiteX1878" fmla="*/ 690742 w 2967861"/>
                <a:gd name="connsiteY1878" fmla="*/ 1043408 h 2340761"/>
                <a:gd name="connsiteX1879" fmla="*/ 694778 w 2967861"/>
                <a:gd name="connsiteY1879" fmla="*/ 1035026 h 2340761"/>
                <a:gd name="connsiteX1880" fmla="*/ 703160 w 2967861"/>
                <a:gd name="connsiteY1880" fmla="*/ 1037199 h 2340761"/>
                <a:gd name="connsiteX1881" fmla="*/ 710300 w 2967861"/>
                <a:gd name="connsiteY1881" fmla="*/ 1040304 h 2340761"/>
                <a:gd name="connsiteX1882" fmla="*/ 715578 w 2967861"/>
                <a:gd name="connsiteY1882" fmla="*/ 1042477 h 2340761"/>
                <a:gd name="connsiteX1883" fmla="*/ 721786 w 2967861"/>
                <a:gd name="connsiteY1883" fmla="*/ 1047755 h 2340761"/>
                <a:gd name="connsiteX1884" fmla="*/ 724891 w 2967861"/>
                <a:gd name="connsiteY1884" fmla="*/ 1049928 h 2340761"/>
                <a:gd name="connsiteX1885" fmla="*/ 727064 w 2967861"/>
                <a:gd name="connsiteY1885" fmla="*/ 1049928 h 2340761"/>
                <a:gd name="connsiteX1886" fmla="*/ 729237 w 2967861"/>
                <a:gd name="connsiteY1886" fmla="*/ 1049928 h 2340761"/>
                <a:gd name="connsiteX1887" fmla="*/ 730168 w 2967861"/>
                <a:gd name="connsiteY1887" fmla="*/ 1050859 h 2340761"/>
                <a:gd name="connsiteX1888" fmla="*/ 717751 w 2967861"/>
                <a:gd name="connsiteY1888" fmla="*/ 1055205 h 2340761"/>
                <a:gd name="connsiteX1889" fmla="*/ 721786 w 2967861"/>
                <a:gd name="connsiteY1889" fmla="*/ 1064829 h 2340761"/>
                <a:gd name="connsiteX1890" fmla="*/ 728927 w 2967861"/>
                <a:gd name="connsiteY1890" fmla="*/ 1072280 h 2340761"/>
                <a:gd name="connsiteX1891" fmla="*/ 734204 w 2967861"/>
                <a:gd name="connsiteY1891" fmla="*/ 1079731 h 2340761"/>
                <a:gd name="connsiteX1892" fmla="*/ 743518 w 2967861"/>
                <a:gd name="connsiteY1892" fmla="*/ 1080662 h 2340761"/>
                <a:gd name="connsiteX1893" fmla="*/ 755935 w 2967861"/>
                <a:gd name="connsiteY1893" fmla="*/ 1075384 h 2340761"/>
                <a:gd name="connsiteX1894" fmla="*/ 765249 w 2967861"/>
                <a:gd name="connsiteY1894" fmla="*/ 1067934 h 2340761"/>
                <a:gd name="connsiteX1895" fmla="*/ 780771 w 2967861"/>
                <a:gd name="connsiteY1895" fmla="*/ 1073211 h 2340761"/>
                <a:gd name="connsiteX1896" fmla="*/ 800640 w 2967861"/>
                <a:gd name="connsiteY1896" fmla="*/ 1084698 h 2340761"/>
                <a:gd name="connsiteX1897" fmla="*/ 821439 w 2967861"/>
                <a:gd name="connsiteY1897" fmla="*/ 1097426 h 2340761"/>
                <a:gd name="connsiteX1898" fmla="*/ 836030 w 2967861"/>
                <a:gd name="connsiteY1898" fmla="*/ 1110154 h 2340761"/>
                <a:gd name="connsiteX1899" fmla="*/ 844413 w 2967861"/>
                <a:gd name="connsiteY1899" fmla="*/ 1125056 h 2340761"/>
                <a:gd name="connsiteX1900" fmla="*/ 850621 w 2967861"/>
                <a:gd name="connsiteY1900" fmla="*/ 1125056 h 2340761"/>
                <a:gd name="connsiteX1901" fmla="*/ 845033 w 2967861"/>
                <a:gd name="connsiteY1901" fmla="*/ 1136232 h 2340761"/>
                <a:gd name="connsiteX1902" fmla="*/ 1025402 w 2967861"/>
                <a:gd name="connsiteY1902" fmla="*/ 1146787 h 2340761"/>
                <a:gd name="connsiteX1903" fmla="*/ 1022298 w 2967861"/>
                <a:gd name="connsiteY1903" fmla="*/ 1146787 h 2340761"/>
                <a:gd name="connsiteX1904" fmla="*/ 1018262 w 2967861"/>
                <a:gd name="connsiteY1904" fmla="*/ 1146787 h 2340761"/>
                <a:gd name="connsiteX1905" fmla="*/ 1015157 w 2967861"/>
                <a:gd name="connsiteY1905" fmla="*/ 1146787 h 2340761"/>
                <a:gd name="connsiteX1906" fmla="*/ 1011122 w 2967861"/>
                <a:gd name="connsiteY1906" fmla="*/ 1144614 h 2340761"/>
                <a:gd name="connsiteX1907" fmla="*/ 1008949 w 2967861"/>
                <a:gd name="connsiteY1907" fmla="*/ 1161688 h 2340761"/>
                <a:gd name="connsiteX1908" fmla="*/ 1011122 w 2967861"/>
                <a:gd name="connsiteY1908" fmla="*/ 1173175 h 2340761"/>
                <a:gd name="connsiteX1909" fmla="*/ 1016399 w 2967861"/>
                <a:gd name="connsiteY1909" fmla="*/ 1183730 h 2340761"/>
                <a:gd name="connsiteX1910" fmla="*/ 1020435 w 2967861"/>
                <a:gd name="connsiteY1910" fmla="*/ 1196458 h 2340761"/>
                <a:gd name="connsiteX1911" fmla="*/ 1022608 w 2967861"/>
                <a:gd name="connsiteY1911" fmla="*/ 1217569 h 2340761"/>
                <a:gd name="connsiteX1912" fmla="*/ 995600 w 2967861"/>
                <a:gd name="connsiteY1912" fmla="*/ 1218500 h 2340761"/>
                <a:gd name="connsiteX1913" fmla="*/ 976973 w 2967861"/>
                <a:gd name="connsiteY1913" fmla="*/ 1215395 h 2340761"/>
                <a:gd name="connsiteX1914" fmla="*/ 966418 w 2967861"/>
                <a:gd name="connsiteY1914" fmla="*/ 1205772 h 2340761"/>
                <a:gd name="connsiteX1915" fmla="*/ 962382 w 2967861"/>
                <a:gd name="connsiteY1915" fmla="*/ 1188697 h 2340761"/>
                <a:gd name="connsiteX1916" fmla="*/ 962382 w 2967861"/>
                <a:gd name="connsiteY1916" fmla="*/ 1165414 h 2340761"/>
                <a:gd name="connsiteX1917" fmla="*/ 974800 w 2967861"/>
                <a:gd name="connsiteY1917" fmla="*/ 1165414 h 2340761"/>
                <a:gd name="connsiteX1918" fmla="*/ 967660 w 2967861"/>
                <a:gd name="connsiteY1918" fmla="*/ 1151754 h 2340761"/>
                <a:gd name="connsiteX1919" fmla="*/ 955242 w 2967861"/>
                <a:gd name="connsiteY1919" fmla="*/ 1138094 h 2340761"/>
                <a:gd name="connsiteX1920" fmla="*/ 944686 w 2967861"/>
                <a:gd name="connsiteY1920" fmla="*/ 1121020 h 2340761"/>
                <a:gd name="connsiteX1921" fmla="*/ 933200 w 2967861"/>
                <a:gd name="connsiteY1921" fmla="*/ 1103945 h 2340761"/>
                <a:gd name="connsiteX1922" fmla="*/ 927922 w 2967861"/>
                <a:gd name="connsiteY1922" fmla="*/ 1086871 h 2340761"/>
                <a:gd name="connsiteX1923" fmla="*/ 931027 w 2967861"/>
                <a:gd name="connsiteY1923" fmla="*/ 1071038 h 2340761"/>
                <a:gd name="connsiteX1924" fmla="*/ 938167 w 2967861"/>
                <a:gd name="connsiteY1924" fmla="*/ 1059552 h 2340761"/>
                <a:gd name="connsiteX1925" fmla="*/ 949653 w 2967861"/>
                <a:gd name="connsiteY1925" fmla="*/ 1049928 h 2340761"/>
                <a:gd name="connsiteX1926" fmla="*/ 962071 w 2967861"/>
                <a:gd name="connsiteY1926" fmla="*/ 1044650 h 2340761"/>
                <a:gd name="connsiteX1927" fmla="*/ 974489 w 2967861"/>
                <a:gd name="connsiteY1927" fmla="*/ 1039373 h 2340761"/>
                <a:gd name="connsiteX1928" fmla="*/ 985976 w 2967861"/>
                <a:gd name="connsiteY1928" fmla="*/ 1029749 h 2340761"/>
                <a:gd name="connsiteX1929" fmla="*/ 995289 w 2967861"/>
                <a:gd name="connsiteY1929" fmla="*/ 1029749 h 2340761"/>
                <a:gd name="connsiteX1930" fmla="*/ 1000567 w 2967861"/>
                <a:gd name="connsiteY1930" fmla="*/ 1031922 h 2340761"/>
                <a:gd name="connsiteX1931" fmla="*/ 1005844 w 2967861"/>
                <a:gd name="connsiteY1931" fmla="*/ 1031922 h 2340761"/>
                <a:gd name="connsiteX1932" fmla="*/ 1011122 w 2967861"/>
                <a:gd name="connsiteY1932" fmla="*/ 1034095 h 2340761"/>
                <a:gd name="connsiteX1933" fmla="*/ 1008017 w 2967861"/>
                <a:gd name="connsiteY1933" fmla="*/ 1049928 h 2340761"/>
                <a:gd name="connsiteX1934" fmla="*/ 1000877 w 2967861"/>
                <a:gd name="connsiteY1934" fmla="*/ 1063587 h 2340761"/>
                <a:gd name="connsiteX1935" fmla="*/ 986286 w 2967861"/>
                <a:gd name="connsiteY1935" fmla="*/ 1068865 h 2340761"/>
                <a:gd name="connsiteX1936" fmla="*/ 966418 w 2967861"/>
                <a:gd name="connsiteY1936" fmla="*/ 1071038 h 2340761"/>
                <a:gd name="connsiteX1937" fmla="*/ 973558 w 2967861"/>
                <a:gd name="connsiteY1937" fmla="*/ 1086871 h 2340761"/>
                <a:gd name="connsiteX1938" fmla="*/ 985976 w 2967861"/>
                <a:gd name="connsiteY1938" fmla="*/ 1101772 h 2340761"/>
                <a:gd name="connsiteX1939" fmla="*/ 1001498 w 2967861"/>
                <a:gd name="connsiteY1939" fmla="*/ 1111396 h 2340761"/>
                <a:gd name="connsiteX1940" fmla="*/ 1000567 w 2967861"/>
                <a:gd name="connsiteY1940" fmla="*/ 1115742 h 2340761"/>
                <a:gd name="connsiteX1941" fmla="*/ 998394 w 2967861"/>
                <a:gd name="connsiteY1941" fmla="*/ 1116674 h 2340761"/>
                <a:gd name="connsiteX1942" fmla="*/ 996220 w 2967861"/>
                <a:gd name="connsiteY1942" fmla="*/ 1116674 h 2340761"/>
                <a:gd name="connsiteX1943" fmla="*/ 995289 w 2967861"/>
                <a:gd name="connsiteY1943" fmla="*/ 1121020 h 2340761"/>
                <a:gd name="connsiteX1944" fmla="*/ 1000567 w 2967861"/>
                <a:gd name="connsiteY1944" fmla="*/ 1130644 h 2340761"/>
                <a:gd name="connsiteX1945" fmla="*/ 1005844 w 2967861"/>
                <a:gd name="connsiteY1945" fmla="*/ 1139026 h 2340761"/>
                <a:gd name="connsiteX1946" fmla="*/ 1008017 w 2967861"/>
                <a:gd name="connsiteY1946" fmla="*/ 1143372 h 2340761"/>
                <a:gd name="connsiteX1947" fmla="*/ 1008949 w 2967861"/>
                <a:gd name="connsiteY1947" fmla="*/ 1144303 h 2340761"/>
                <a:gd name="connsiteX1948" fmla="*/ 1011122 w 2967861"/>
                <a:gd name="connsiteY1948" fmla="*/ 1143372 h 2340761"/>
                <a:gd name="connsiteX1949" fmla="*/ 1011122 w 2967861"/>
                <a:gd name="connsiteY1949" fmla="*/ 1141199 h 2340761"/>
                <a:gd name="connsiteX1950" fmla="*/ 1013295 w 2967861"/>
                <a:gd name="connsiteY1950" fmla="*/ 1138094 h 2340761"/>
                <a:gd name="connsiteX1951" fmla="*/ 1013295 w 2967861"/>
                <a:gd name="connsiteY1951" fmla="*/ 1133748 h 2340761"/>
                <a:gd name="connsiteX1952" fmla="*/ 1015468 w 2967861"/>
                <a:gd name="connsiteY1952" fmla="*/ 1131575 h 2340761"/>
                <a:gd name="connsiteX1953" fmla="*/ 1018573 w 2967861"/>
                <a:gd name="connsiteY1953" fmla="*/ 1133748 h 2340761"/>
                <a:gd name="connsiteX1954" fmla="*/ 1022608 w 2967861"/>
                <a:gd name="connsiteY1954" fmla="*/ 1138094 h 2340761"/>
                <a:gd name="connsiteX1955" fmla="*/ 1023540 w 2967861"/>
                <a:gd name="connsiteY1955" fmla="*/ 1139026 h 2340761"/>
                <a:gd name="connsiteX1956" fmla="*/ 1027575 w 2967861"/>
                <a:gd name="connsiteY1956" fmla="*/ 1141199 h 2340761"/>
                <a:gd name="connsiteX1957" fmla="*/ 1030680 w 2967861"/>
                <a:gd name="connsiteY1957" fmla="*/ 1144303 h 2340761"/>
                <a:gd name="connsiteX1958" fmla="*/ 1025402 w 2967861"/>
                <a:gd name="connsiteY1958" fmla="*/ 1146787 h 234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</a:cxnLst>
              <a:rect l="l" t="t" r="r" b="b"/>
              <a:pathLst>
                <a:path w="2967861" h="2340761">
                  <a:moveTo>
                    <a:pt x="2965999" y="516271"/>
                  </a:moveTo>
                  <a:lnTo>
                    <a:pt x="2956685" y="502612"/>
                  </a:lnTo>
                  <a:lnTo>
                    <a:pt x="2945199" y="489883"/>
                  </a:lnTo>
                  <a:lnTo>
                    <a:pt x="2934644" y="477155"/>
                  </a:lnTo>
                  <a:lnTo>
                    <a:pt x="2930608" y="477155"/>
                  </a:lnTo>
                  <a:lnTo>
                    <a:pt x="2929677" y="477155"/>
                  </a:lnTo>
                  <a:lnTo>
                    <a:pt x="2927503" y="479328"/>
                  </a:lnTo>
                  <a:lnTo>
                    <a:pt x="2925330" y="479328"/>
                  </a:lnTo>
                  <a:lnTo>
                    <a:pt x="2923158" y="480260"/>
                  </a:lnTo>
                  <a:lnTo>
                    <a:pt x="2905462" y="477155"/>
                  </a:lnTo>
                  <a:lnTo>
                    <a:pt x="2896149" y="469705"/>
                  </a:lnTo>
                  <a:lnTo>
                    <a:pt x="2889008" y="460081"/>
                  </a:lnTo>
                  <a:lnTo>
                    <a:pt x="2881868" y="449526"/>
                  </a:lnTo>
                  <a:lnTo>
                    <a:pt x="2871313" y="439902"/>
                  </a:lnTo>
                  <a:lnTo>
                    <a:pt x="2866035" y="435555"/>
                  </a:lnTo>
                  <a:lnTo>
                    <a:pt x="2859827" y="435555"/>
                  </a:lnTo>
                  <a:lnTo>
                    <a:pt x="2854549" y="434624"/>
                  </a:lnTo>
                  <a:lnTo>
                    <a:pt x="2849271" y="434624"/>
                  </a:lnTo>
                  <a:lnTo>
                    <a:pt x="2843994" y="430278"/>
                  </a:lnTo>
                  <a:lnTo>
                    <a:pt x="2810776" y="395508"/>
                  </a:lnTo>
                  <a:lnTo>
                    <a:pt x="2751481" y="370051"/>
                  </a:lnTo>
                  <a:lnTo>
                    <a:pt x="2747445" y="370983"/>
                  </a:lnTo>
                  <a:lnTo>
                    <a:pt x="2744340" y="373156"/>
                  </a:lnTo>
                  <a:lnTo>
                    <a:pt x="2740305" y="377502"/>
                  </a:lnTo>
                  <a:lnTo>
                    <a:pt x="2735027" y="378433"/>
                  </a:lnTo>
                  <a:lnTo>
                    <a:pt x="2729750" y="378433"/>
                  </a:lnTo>
                  <a:lnTo>
                    <a:pt x="2723541" y="378433"/>
                  </a:lnTo>
                  <a:lnTo>
                    <a:pt x="2708950" y="373156"/>
                  </a:lnTo>
                  <a:lnTo>
                    <a:pt x="2696532" y="365705"/>
                  </a:lnTo>
                  <a:lnTo>
                    <a:pt x="2678836" y="362601"/>
                  </a:lnTo>
                  <a:lnTo>
                    <a:pt x="2678836" y="367878"/>
                  </a:lnTo>
                  <a:lnTo>
                    <a:pt x="2678836" y="373156"/>
                  </a:lnTo>
                  <a:lnTo>
                    <a:pt x="2676664" y="377502"/>
                  </a:lnTo>
                  <a:lnTo>
                    <a:pt x="2676664" y="380607"/>
                  </a:lnTo>
                  <a:lnTo>
                    <a:pt x="2678836" y="382780"/>
                  </a:lnTo>
                  <a:lnTo>
                    <a:pt x="2681010" y="385884"/>
                  </a:lnTo>
                  <a:lnTo>
                    <a:pt x="2684114" y="392093"/>
                  </a:lnTo>
                  <a:lnTo>
                    <a:pt x="2681941" y="397371"/>
                  </a:lnTo>
                  <a:lnTo>
                    <a:pt x="2681941" y="400475"/>
                  </a:lnTo>
                  <a:lnTo>
                    <a:pt x="2681010" y="404821"/>
                  </a:lnTo>
                  <a:lnTo>
                    <a:pt x="2678836" y="406994"/>
                  </a:lnTo>
                  <a:lnTo>
                    <a:pt x="2678836" y="412272"/>
                  </a:lnTo>
                  <a:lnTo>
                    <a:pt x="2671696" y="406994"/>
                  </a:lnTo>
                  <a:lnTo>
                    <a:pt x="2666419" y="402648"/>
                  </a:lnTo>
                  <a:lnTo>
                    <a:pt x="2660210" y="395198"/>
                  </a:lnTo>
                  <a:lnTo>
                    <a:pt x="2654932" y="389920"/>
                  </a:lnTo>
                  <a:lnTo>
                    <a:pt x="2651828" y="382469"/>
                  </a:lnTo>
                  <a:lnTo>
                    <a:pt x="2616437" y="382469"/>
                  </a:lnTo>
                  <a:lnTo>
                    <a:pt x="2581978" y="382469"/>
                  </a:lnTo>
                  <a:lnTo>
                    <a:pt x="2547518" y="385574"/>
                  </a:lnTo>
                  <a:lnTo>
                    <a:pt x="2544414" y="384642"/>
                  </a:lnTo>
                  <a:lnTo>
                    <a:pt x="2542240" y="380296"/>
                  </a:lnTo>
                  <a:lnTo>
                    <a:pt x="2538205" y="378123"/>
                  </a:lnTo>
                  <a:lnTo>
                    <a:pt x="2535100" y="365395"/>
                  </a:lnTo>
                  <a:lnTo>
                    <a:pt x="2532927" y="350493"/>
                  </a:lnTo>
                  <a:lnTo>
                    <a:pt x="2527650" y="333419"/>
                  </a:lnTo>
                  <a:lnTo>
                    <a:pt x="2515232" y="330314"/>
                  </a:lnTo>
                  <a:lnTo>
                    <a:pt x="2498468" y="327210"/>
                  </a:lnTo>
                  <a:lnTo>
                    <a:pt x="2481703" y="325037"/>
                  </a:lnTo>
                  <a:lnTo>
                    <a:pt x="2464008" y="325037"/>
                  </a:lnTo>
                  <a:lnTo>
                    <a:pt x="2451590" y="330314"/>
                  </a:lnTo>
                  <a:lnTo>
                    <a:pt x="2437931" y="325037"/>
                  </a:lnTo>
                  <a:lnTo>
                    <a:pt x="2427375" y="315413"/>
                  </a:lnTo>
                  <a:lnTo>
                    <a:pt x="2420235" y="304858"/>
                  </a:lnTo>
                  <a:lnTo>
                    <a:pt x="2414958" y="293371"/>
                  </a:lnTo>
                  <a:lnTo>
                    <a:pt x="2401298" y="293371"/>
                  </a:lnTo>
                  <a:lnTo>
                    <a:pt x="2388880" y="293371"/>
                  </a:lnTo>
                  <a:lnTo>
                    <a:pt x="2378325" y="297718"/>
                  </a:lnTo>
                  <a:lnTo>
                    <a:pt x="2373047" y="295544"/>
                  </a:lnTo>
                  <a:lnTo>
                    <a:pt x="2369012" y="293371"/>
                  </a:lnTo>
                  <a:lnTo>
                    <a:pt x="2365907" y="291198"/>
                  </a:lnTo>
                  <a:lnTo>
                    <a:pt x="2365907" y="288094"/>
                  </a:lnTo>
                  <a:lnTo>
                    <a:pt x="2363734" y="285921"/>
                  </a:lnTo>
                  <a:lnTo>
                    <a:pt x="2363734" y="282816"/>
                  </a:lnTo>
                  <a:lnTo>
                    <a:pt x="2361561" y="276607"/>
                  </a:lnTo>
                  <a:lnTo>
                    <a:pt x="2358457" y="273503"/>
                  </a:lnTo>
                  <a:lnTo>
                    <a:pt x="2351316" y="268225"/>
                  </a:lnTo>
                  <a:lnTo>
                    <a:pt x="2334552" y="262016"/>
                  </a:lnTo>
                  <a:lnTo>
                    <a:pt x="2315925" y="256739"/>
                  </a:lnTo>
                  <a:lnTo>
                    <a:pt x="2296057" y="251461"/>
                  </a:lnTo>
                  <a:lnTo>
                    <a:pt x="2276188" y="249288"/>
                  </a:lnTo>
                  <a:lnTo>
                    <a:pt x="2258493" y="249288"/>
                  </a:lnTo>
                  <a:lnTo>
                    <a:pt x="2247007" y="253634"/>
                  </a:lnTo>
                  <a:lnTo>
                    <a:pt x="2234589" y="256739"/>
                  </a:lnTo>
                  <a:lnTo>
                    <a:pt x="2237693" y="273813"/>
                  </a:lnTo>
                  <a:lnTo>
                    <a:pt x="2241729" y="286541"/>
                  </a:lnTo>
                  <a:lnTo>
                    <a:pt x="2243902" y="305479"/>
                  </a:lnTo>
                  <a:lnTo>
                    <a:pt x="2236762" y="305479"/>
                  </a:lnTo>
                  <a:lnTo>
                    <a:pt x="2232726" y="303306"/>
                  </a:lnTo>
                  <a:lnTo>
                    <a:pt x="2227448" y="303306"/>
                  </a:lnTo>
                  <a:lnTo>
                    <a:pt x="2225275" y="303306"/>
                  </a:lnTo>
                  <a:lnTo>
                    <a:pt x="2222171" y="303306"/>
                  </a:lnTo>
                  <a:lnTo>
                    <a:pt x="2218135" y="306410"/>
                  </a:lnTo>
                  <a:lnTo>
                    <a:pt x="2215030" y="310756"/>
                  </a:lnTo>
                  <a:lnTo>
                    <a:pt x="2207890" y="306410"/>
                  </a:lnTo>
                  <a:lnTo>
                    <a:pt x="2201681" y="303306"/>
                  </a:lnTo>
                  <a:lnTo>
                    <a:pt x="2198577" y="298028"/>
                  </a:lnTo>
                  <a:lnTo>
                    <a:pt x="2193299" y="293682"/>
                  </a:lnTo>
                  <a:lnTo>
                    <a:pt x="2188022" y="288404"/>
                  </a:lnTo>
                  <a:lnTo>
                    <a:pt x="2174362" y="310756"/>
                  </a:lnTo>
                  <a:lnTo>
                    <a:pt x="2165980" y="308583"/>
                  </a:lnTo>
                  <a:lnTo>
                    <a:pt x="2158840" y="306410"/>
                  </a:lnTo>
                  <a:lnTo>
                    <a:pt x="2152631" y="303306"/>
                  </a:lnTo>
                  <a:lnTo>
                    <a:pt x="2149526" y="298028"/>
                  </a:lnTo>
                  <a:lnTo>
                    <a:pt x="2147353" y="290577"/>
                  </a:lnTo>
                  <a:lnTo>
                    <a:pt x="2147353" y="280953"/>
                  </a:lnTo>
                  <a:lnTo>
                    <a:pt x="2140213" y="290577"/>
                  </a:lnTo>
                  <a:lnTo>
                    <a:pt x="2137109" y="301132"/>
                  </a:lnTo>
                  <a:lnTo>
                    <a:pt x="2133073" y="312619"/>
                  </a:lnTo>
                  <a:lnTo>
                    <a:pt x="2127795" y="321001"/>
                  </a:lnTo>
                  <a:lnTo>
                    <a:pt x="2125622" y="323174"/>
                  </a:lnTo>
                  <a:lnTo>
                    <a:pt x="2123449" y="325347"/>
                  </a:lnTo>
                  <a:lnTo>
                    <a:pt x="2112894" y="317896"/>
                  </a:lnTo>
                  <a:lnTo>
                    <a:pt x="2100476" y="310446"/>
                  </a:lnTo>
                  <a:lnTo>
                    <a:pt x="2091163" y="300822"/>
                  </a:lnTo>
                  <a:lnTo>
                    <a:pt x="2088989" y="295544"/>
                  </a:lnTo>
                  <a:lnTo>
                    <a:pt x="2088058" y="291198"/>
                  </a:lnTo>
                  <a:lnTo>
                    <a:pt x="2088058" y="288094"/>
                  </a:lnTo>
                  <a:lnTo>
                    <a:pt x="2085885" y="283747"/>
                  </a:lnTo>
                  <a:lnTo>
                    <a:pt x="2083712" y="280643"/>
                  </a:lnTo>
                  <a:lnTo>
                    <a:pt x="2090852" y="261706"/>
                  </a:lnTo>
                  <a:lnTo>
                    <a:pt x="2103270" y="248978"/>
                  </a:lnTo>
                  <a:lnTo>
                    <a:pt x="2093957" y="212034"/>
                  </a:lnTo>
                  <a:lnTo>
                    <a:pt x="2090852" y="212034"/>
                  </a:lnTo>
                  <a:lnTo>
                    <a:pt x="2090852" y="206757"/>
                  </a:lnTo>
                  <a:lnTo>
                    <a:pt x="2070984" y="208930"/>
                  </a:lnTo>
                  <a:lnTo>
                    <a:pt x="2058566" y="214208"/>
                  </a:lnTo>
                  <a:lnTo>
                    <a:pt x="2047079" y="223831"/>
                  </a:lnTo>
                  <a:lnTo>
                    <a:pt x="2036524" y="218554"/>
                  </a:lnTo>
                  <a:lnTo>
                    <a:pt x="2025038" y="212345"/>
                  </a:lnTo>
                  <a:lnTo>
                    <a:pt x="2014482" y="207067"/>
                  </a:lnTo>
                  <a:lnTo>
                    <a:pt x="2012310" y="209240"/>
                  </a:lnTo>
                  <a:lnTo>
                    <a:pt x="2012310" y="211414"/>
                  </a:lnTo>
                  <a:lnTo>
                    <a:pt x="2010136" y="211414"/>
                  </a:lnTo>
                  <a:lnTo>
                    <a:pt x="2007032" y="212345"/>
                  </a:lnTo>
                  <a:lnTo>
                    <a:pt x="2007032" y="218554"/>
                  </a:lnTo>
                  <a:lnTo>
                    <a:pt x="2007032" y="223831"/>
                  </a:lnTo>
                  <a:lnTo>
                    <a:pt x="2007032" y="226936"/>
                  </a:lnTo>
                  <a:lnTo>
                    <a:pt x="2007032" y="229109"/>
                  </a:lnTo>
                  <a:lnTo>
                    <a:pt x="2007032" y="232213"/>
                  </a:lnTo>
                  <a:lnTo>
                    <a:pt x="2002996" y="243700"/>
                  </a:lnTo>
                  <a:lnTo>
                    <a:pt x="1950841" y="239354"/>
                  </a:lnTo>
                  <a:lnTo>
                    <a:pt x="1948668" y="234076"/>
                  </a:lnTo>
                  <a:lnTo>
                    <a:pt x="1948668" y="228799"/>
                  </a:lnTo>
                  <a:lnTo>
                    <a:pt x="1946495" y="223521"/>
                  </a:lnTo>
                  <a:lnTo>
                    <a:pt x="1946495" y="218243"/>
                  </a:lnTo>
                  <a:lnTo>
                    <a:pt x="1946495" y="216070"/>
                  </a:lnTo>
                  <a:lnTo>
                    <a:pt x="1934077" y="206446"/>
                  </a:lnTo>
                  <a:lnTo>
                    <a:pt x="1921659" y="204273"/>
                  </a:lnTo>
                  <a:lnTo>
                    <a:pt x="1904895" y="204273"/>
                  </a:lnTo>
                  <a:lnTo>
                    <a:pt x="1887200" y="206446"/>
                  </a:lnTo>
                  <a:lnTo>
                    <a:pt x="1887200" y="219175"/>
                  </a:lnTo>
                  <a:lnTo>
                    <a:pt x="1877886" y="219175"/>
                  </a:lnTo>
                  <a:lnTo>
                    <a:pt x="1877886" y="218243"/>
                  </a:lnTo>
                  <a:lnTo>
                    <a:pt x="1875713" y="218243"/>
                  </a:lnTo>
                  <a:lnTo>
                    <a:pt x="1873540" y="216070"/>
                  </a:lnTo>
                  <a:lnTo>
                    <a:pt x="1875713" y="206446"/>
                  </a:lnTo>
                  <a:lnTo>
                    <a:pt x="1877886" y="198996"/>
                  </a:lnTo>
                  <a:lnTo>
                    <a:pt x="1880060" y="193718"/>
                  </a:lnTo>
                  <a:lnTo>
                    <a:pt x="1883164" y="188441"/>
                  </a:lnTo>
                  <a:lnTo>
                    <a:pt x="1883164" y="182232"/>
                  </a:lnTo>
                  <a:lnTo>
                    <a:pt x="1873851" y="186578"/>
                  </a:lnTo>
                  <a:lnTo>
                    <a:pt x="1866710" y="191856"/>
                  </a:lnTo>
                  <a:lnTo>
                    <a:pt x="1859570" y="197133"/>
                  </a:lnTo>
                  <a:lnTo>
                    <a:pt x="1854293" y="203342"/>
                  </a:lnTo>
                  <a:lnTo>
                    <a:pt x="1851188" y="201169"/>
                  </a:lnTo>
                  <a:lnTo>
                    <a:pt x="1849015" y="201169"/>
                  </a:lnTo>
                  <a:lnTo>
                    <a:pt x="1849015" y="198996"/>
                  </a:lnTo>
                  <a:lnTo>
                    <a:pt x="1849015" y="196823"/>
                  </a:lnTo>
                  <a:lnTo>
                    <a:pt x="1849015" y="195891"/>
                  </a:lnTo>
                  <a:lnTo>
                    <a:pt x="1851188" y="191545"/>
                  </a:lnTo>
                  <a:lnTo>
                    <a:pt x="1851188" y="188441"/>
                  </a:lnTo>
                  <a:lnTo>
                    <a:pt x="1834424" y="186267"/>
                  </a:lnTo>
                  <a:lnTo>
                    <a:pt x="1819833" y="188441"/>
                  </a:lnTo>
                  <a:lnTo>
                    <a:pt x="1807415" y="195891"/>
                  </a:lnTo>
                  <a:lnTo>
                    <a:pt x="1803379" y="195891"/>
                  </a:lnTo>
                  <a:lnTo>
                    <a:pt x="1815797" y="180990"/>
                  </a:lnTo>
                  <a:lnTo>
                    <a:pt x="1832561" y="169503"/>
                  </a:lnTo>
                  <a:lnTo>
                    <a:pt x="1849325" y="159880"/>
                  </a:lnTo>
                  <a:lnTo>
                    <a:pt x="1863916" y="151498"/>
                  </a:lnTo>
                  <a:lnTo>
                    <a:pt x="1869194" y="141874"/>
                  </a:lnTo>
                  <a:lnTo>
                    <a:pt x="1873230" y="132250"/>
                  </a:lnTo>
                  <a:lnTo>
                    <a:pt x="1878507" y="123868"/>
                  </a:lnTo>
                  <a:lnTo>
                    <a:pt x="1890925" y="114244"/>
                  </a:lnTo>
                  <a:lnTo>
                    <a:pt x="1890925" y="90029"/>
                  </a:lnTo>
                  <a:lnTo>
                    <a:pt x="1881612" y="77301"/>
                  </a:lnTo>
                  <a:lnTo>
                    <a:pt x="1873230" y="65815"/>
                  </a:lnTo>
                  <a:lnTo>
                    <a:pt x="1861743" y="57432"/>
                  </a:lnTo>
                  <a:lnTo>
                    <a:pt x="1847152" y="49982"/>
                  </a:lnTo>
                  <a:lnTo>
                    <a:pt x="1847152" y="47809"/>
                  </a:lnTo>
                  <a:lnTo>
                    <a:pt x="1847152" y="45636"/>
                  </a:lnTo>
                  <a:lnTo>
                    <a:pt x="1844979" y="43462"/>
                  </a:lnTo>
                  <a:lnTo>
                    <a:pt x="1844048" y="45636"/>
                  </a:lnTo>
                  <a:lnTo>
                    <a:pt x="1827284" y="50913"/>
                  </a:lnTo>
                  <a:lnTo>
                    <a:pt x="1812693" y="53086"/>
                  </a:lnTo>
                  <a:lnTo>
                    <a:pt x="1800275" y="55259"/>
                  </a:lnTo>
                  <a:lnTo>
                    <a:pt x="1787857" y="60537"/>
                  </a:lnTo>
                  <a:lnTo>
                    <a:pt x="1780717" y="50913"/>
                  </a:lnTo>
                  <a:lnTo>
                    <a:pt x="1773577" y="43462"/>
                  </a:lnTo>
                  <a:lnTo>
                    <a:pt x="1766436" y="40358"/>
                  </a:lnTo>
                  <a:lnTo>
                    <a:pt x="1751845" y="36012"/>
                  </a:lnTo>
                  <a:lnTo>
                    <a:pt x="1752777" y="30734"/>
                  </a:lnTo>
                  <a:lnTo>
                    <a:pt x="1754950" y="28561"/>
                  </a:lnTo>
                  <a:lnTo>
                    <a:pt x="1757123" y="25457"/>
                  </a:lnTo>
                  <a:lnTo>
                    <a:pt x="1760227" y="23283"/>
                  </a:lnTo>
                  <a:lnTo>
                    <a:pt x="1762401" y="22352"/>
                  </a:lnTo>
                  <a:lnTo>
                    <a:pt x="1767678" y="20179"/>
                  </a:lnTo>
                  <a:lnTo>
                    <a:pt x="1766747" y="14901"/>
                  </a:lnTo>
                  <a:lnTo>
                    <a:pt x="1762711" y="10555"/>
                  </a:lnTo>
                  <a:lnTo>
                    <a:pt x="1760538" y="7451"/>
                  </a:lnTo>
                  <a:lnTo>
                    <a:pt x="1759607" y="5278"/>
                  </a:lnTo>
                  <a:lnTo>
                    <a:pt x="1755571" y="0"/>
                  </a:lnTo>
                  <a:lnTo>
                    <a:pt x="1735702" y="0"/>
                  </a:lnTo>
                  <a:lnTo>
                    <a:pt x="1731666" y="18006"/>
                  </a:lnTo>
                  <a:lnTo>
                    <a:pt x="1721111" y="28561"/>
                  </a:lnTo>
                  <a:lnTo>
                    <a:pt x="1708693" y="38185"/>
                  </a:lnTo>
                  <a:lnTo>
                    <a:pt x="1695034" y="45636"/>
                  </a:lnTo>
                  <a:lnTo>
                    <a:pt x="1679511" y="53086"/>
                  </a:lnTo>
                  <a:lnTo>
                    <a:pt x="1679511" y="73265"/>
                  </a:lnTo>
                  <a:lnTo>
                    <a:pt x="1674234" y="73265"/>
                  </a:lnTo>
                  <a:lnTo>
                    <a:pt x="1668025" y="72334"/>
                  </a:lnTo>
                  <a:lnTo>
                    <a:pt x="1664921" y="72334"/>
                  </a:lnTo>
                  <a:lnTo>
                    <a:pt x="1659643" y="70161"/>
                  </a:lnTo>
                  <a:lnTo>
                    <a:pt x="1653434" y="75438"/>
                  </a:lnTo>
                  <a:lnTo>
                    <a:pt x="1646294" y="82889"/>
                  </a:lnTo>
                  <a:lnTo>
                    <a:pt x="1639153" y="88167"/>
                  </a:lnTo>
                  <a:lnTo>
                    <a:pt x="1632013" y="94376"/>
                  </a:lnTo>
                  <a:lnTo>
                    <a:pt x="1626736" y="94376"/>
                  </a:lnTo>
                  <a:lnTo>
                    <a:pt x="1616181" y="94376"/>
                  </a:lnTo>
                  <a:lnTo>
                    <a:pt x="1601590" y="94376"/>
                  </a:lnTo>
                  <a:lnTo>
                    <a:pt x="1586999" y="94376"/>
                  </a:lnTo>
                  <a:lnTo>
                    <a:pt x="1575512" y="94376"/>
                  </a:lnTo>
                  <a:lnTo>
                    <a:pt x="1572408" y="99653"/>
                  </a:lnTo>
                  <a:lnTo>
                    <a:pt x="1570235" y="104931"/>
                  </a:lnTo>
                  <a:lnTo>
                    <a:pt x="1567130" y="110208"/>
                  </a:lnTo>
                  <a:lnTo>
                    <a:pt x="1564957" y="117659"/>
                  </a:lnTo>
                  <a:lnTo>
                    <a:pt x="1543226" y="117659"/>
                  </a:lnTo>
                  <a:lnTo>
                    <a:pt x="1526462" y="123868"/>
                  </a:lnTo>
                  <a:lnTo>
                    <a:pt x="1511871" y="130077"/>
                  </a:lnTo>
                  <a:lnTo>
                    <a:pt x="1497280" y="141563"/>
                  </a:lnTo>
                  <a:lnTo>
                    <a:pt x="1484862" y="152118"/>
                  </a:lnTo>
                  <a:lnTo>
                    <a:pt x="1468098" y="161742"/>
                  </a:lnTo>
                  <a:lnTo>
                    <a:pt x="1462821" y="180679"/>
                  </a:lnTo>
                  <a:lnTo>
                    <a:pt x="1459716" y="198685"/>
                  </a:lnTo>
                  <a:lnTo>
                    <a:pt x="1455680" y="215760"/>
                  </a:lnTo>
                  <a:lnTo>
                    <a:pt x="1452576" y="215760"/>
                  </a:lnTo>
                  <a:lnTo>
                    <a:pt x="1445436" y="198685"/>
                  </a:lnTo>
                  <a:lnTo>
                    <a:pt x="1419358" y="203963"/>
                  </a:lnTo>
                  <a:lnTo>
                    <a:pt x="1395454" y="211414"/>
                  </a:lnTo>
                  <a:lnTo>
                    <a:pt x="1399490" y="233766"/>
                  </a:lnTo>
                  <a:lnTo>
                    <a:pt x="1404767" y="253945"/>
                  </a:lnTo>
                  <a:lnTo>
                    <a:pt x="1410045" y="275055"/>
                  </a:lnTo>
                  <a:lnTo>
                    <a:pt x="1419358" y="290888"/>
                  </a:lnTo>
                  <a:lnTo>
                    <a:pt x="1431776" y="304547"/>
                  </a:lnTo>
                  <a:lnTo>
                    <a:pt x="1431776" y="312929"/>
                  </a:lnTo>
                  <a:lnTo>
                    <a:pt x="1416254" y="302374"/>
                  </a:lnTo>
                  <a:lnTo>
                    <a:pt x="1399490" y="287473"/>
                  </a:lnTo>
                  <a:lnTo>
                    <a:pt x="1388934" y="272571"/>
                  </a:lnTo>
                  <a:lnTo>
                    <a:pt x="1368135" y="272571"/>
                  </a:lnTo>
                  <a:lnTo>
                    <a:pt x="1352612" y="275676"/>
                  </a:lnTo>
                  <a:lnTo>
                    <a:pt x="1338953" y="283127"/>
                  </a:lnTo>
                  <a:lnTo>
                    <a:pt x="1331812" y="274745"/>
                  </a:lnTo>
                  <a:lnTo>
                    <a:pt x="1328708" y="263258"/>
                  </a:lnTo>
                  <a:lnTo>
                    <a:pt x="1324672" y="252703"/>
                  </a:lnTo>
                  <a:lnTo>
                    <a:pt x="1321568" y="250530"/>
                  </a:lnTo>
                  <a:lnTo>
                    <a:pt x="1321568" y="249909"/>
                  </a:lnTo>
                  <a:lnTo>
                    <a:pt x="1319394" y="249909"/>
                  </a:lnTo>
                  <a:lnTo>
                    <a:pt x="1316290" y="249909"/>
                  </a:lnTo>
                  <a:lnTo>
                    <a:pt x="1312254" y="249909"/>
                  </a:lnTo>
                  <a:lnTo>
                    <a:pt x="1312254" y="284679"/>
                  </a:lnTo>
                  <a:lnTo>
                    <a:pt x="1289281" y="305789"/>
                  </a:lnTo>
                  <a:lnTo>
                    <a:pt x="1294559" y="320691"/>
                  </a:lnTo>
                  <a:lnTo>
                    <a:pt x="1299837" y="331246"/>
                  </a:lnTo>
                  <a:lnTo>
                    <a:pt x="1305114" y="343974"/>
                  </a:lnTo>
                  <a:lnTo>
                    <a:pt x="1309150" y="362911"/>
                  </a:lnTo>
                  <a:lnTo>
                    <a:pt x="1329018" y="370362"/>
                  </a:lnTo>
                  <a:lnTo>
                    <a:pt x="1350750" y="378744"/>
                  </a:lnTo>
                  <a:lnTo>
                    <a:pt x="1368445" y="386195"/>
                  </a:lnTo>
                  <a:lnTo>
                    <a:pt x="1368445" y="392403"/>
                  </a:lnTo>
                  <a:lnTo>
                    <a:pt x="1350750" y="386195"/>
                  </a:lnTo>
                  <a:lnTo>
                    <a:pt x="1332123" y="386195"/>
                  </a:lnTo>
                  <a:lnTo>
                    <a:pt x="1312254" y="386195"/>
                  </a:lnTo>
                  <a:lnTo>
                    <a:pt x="1314427" y="401096"/>
                  </a:lnTo>
                  <a:lnTo>
                    <a:pt x="1316601" y="418170"/>
                  </a:lnTo>
                  <a:lnTo>
                    <a:pt x="1319705" y="435245"/>
                  </a:lnTo>
                  <a:lnTo>
                    <a:pt x="1316601" y="453251"/>
                  </a:lnTo>
                  <a:lnTo>
                    <a:pt x="1310392" y="464737"/>
                  </a:lnTo>
                  <a:lnTo>
                    <a:pt x="1303251" y="479639"/>
                  </a:lnTo>
                  <a:lnTo>
                    <a:pt x="1296111" y="492367"/>
                  </a:lnTo>
                  <a:lnTo>
                    <a:pt x="1293006" y="494540"/>
                  </a:lnTo>
                  <a:lnTo>
                    <a:pt x="1290833" y="495472"/>
                  </a:lnTo>
                  <a:lnTo>
                    <a:pt x="1289902" y="497645"/>
                  </a:lnTo>
                  <a:lnTo>
                    <a:pt x="1269102" y="497645"/>
                  </a:lnTo>
                  <a:lnTo>
                    <a:pt x="1269102" y="492057"/>
                  </a:lnTo>
                  <a:lnTo>
                    <a:pt x="1276243" y="489883"/>
                  </a:lnTo>
                  <a:lnTo>
                    <a:pt x="1282452" y="486779"/>
                  </a:lnTo>
                  <a:lnTo>
                    <a:pt x="1287729" y="484606"/>
                  </a:lnTo>
                  <a:lnTo>
                    <a:pt x="1290833" y="480260"/>
                  </a:lnTo>
                  <a:lnTo>
                    <a:pt x="1296111" y="477155"/>
                  </a:lnTo>
                  <a:lnTo>
                    <a:pt x="1296111" y="460081"/>
                  </a:lnTo>
                  <a:lnTo>
                    <a:pt x="1300147" y="447352"/>
                  </a:lnTo>
                  <a:lnTo>
                    <a:pt x="1305424" y="435866"/>
                  </a:lnTo>
                  <a:lnTo>
                    <a:pt x="1302320" y="429657"/>
                  </a:lnTo>
                  <a:lnTo>
                    <a:pt x="1300147" y="423448"/>
                  </a:lnTo>
                  <a:lnTo>
                    <a:pt x="1296111" y="420344"/>
                  </a:lnTo>
                  <a:lnTo>
                    <a:pt x="1293006" y="415997"/>
                  </a:lnTo>
                  <a:lnTo>
                    <a:pt x="1290833" y="412893"/>
                  </a:lnTo>
                  <a:lnTo>
                    <a:pt x="1289902" y="407615"/>
                  </a:lnTo>
                  <a:lnTo>
                    <a:pt x="1289902" y="400165"/>
                  </a:lnTo>
                  <a:lnTo>
                    <a:pt x="1293006" y="390541"/>
                  </a:lnTo>
                  <a:lnTo>
                    <a:pt x="1296111" y="379054"/>
                  </a:lnTo>
                  <a:lnTo>
                    <a:pt x="1296111" y="366326"/>
                  </a:lnTo>
                  <a:lnTo>
                    <a:pt x="1293006" y="355771"/>
                  </a:lnTo>
                  <a:lnTo>
                    <a:pt x="1289902" y="340870"/>
                  </a:lnTo>
                  <a:lnTo>
                    <a:pt x="1283693" y="328141"/>
                  </a:lnTo>
                  <a:lnTo>
                    <a:pt x="1280589" y="318517"/>
                  </a:lnTo>
                  <a:lnTo>
                    <a:pt x="1282762" y="311067"/>
                  </a:lnTo>
                  <a:lnTo>
                    <a:pt x="1283693" y="299580"/>
                  </a:lnTo>
                  <a:lnTo>
                    <a:pt x="1287729" y="286852"/>
                  </a:lnTo>
                  <a:lnTo>
                    <a:pt x="1290833" y="271951"/>
                  </a:lnTo>
                  <a:lnTo>
                    <a:pt x="1293006" y="257049"/>
                  </a:lnTo>
                  <a:lnTo>
                    <a:pt x="1285866" y="249598"/>
                  </a:lnTo>
                  <a:lnTo>
                    <a:pt x="1280589" y="239975"/>
                  </a:lnTo>
                  <a:lnTo>
                    <a:pt x="1260720" y="239043"/>
                  </a:lnTo>
                  <a:lnTo>
                    <a:pt x="1243956" y="239975"/>
                  </a:lnTo>
                  <a:lnTo>
                    <a:pt x="1234643" y="246184"/>
                  </a:lnTo>
                  <a:lnTo>
                    <a:pt x="1227502" y="254566"/>
                  </a:lnTo>
                  <a:lnTo>
                    <a:pt x="1222225" y="266052"/>
                  </a:lnTo>
                  <a:lnTo>
                    <a:pt x="1218189" y="276607"/>
                  </a:lnTo>
                  <a:lnTo>
                    <a:pt x="1215085" y="290267"/>
                  </a:lnTo>
                  <a:lnTo>
                    <a:pt x="1211049" y="300822"/>
                  </a:lnTo>
                  <a:lnTo>
                    <a:pt x="1203909" y="310446"/>
                  </a:lnTo>
                  <a:lnTo>
                    <a:pt x="1193353" y="317896"/>
                  </a:lnTo>
                  <a:lnTo>
                    <a:pt x="1196458" y="338075"/>
                  </a:lnTo>
                  <a:lnTo>
                    <a:pt x="1198631" y="352977"/>
                  </a:lnTo>
                  <a:lnTo>
                    <a:pt x="1202667" y="370051"/>
                  </a:lnTo>
                  <a:lnTo>
                    <a:pt x="1200494" y="392403"/>
                  </a:lnTo>
                  <a:lnTo>
                    <a:pt x="1217258" y="392403"/>
                  </a:lnTo>
                  <a:lnTo>
                    <a:pt x="1218189" y="399854"/>
                  </a:lnTo>
                  <a:lnTo>
                    <a:pt x="1222225" y="405132"/>
                  </a:lnTo>
                  <a:lnTo>
                    <a:pt x="1224398" y="410409"/>
                  </a:lnTo>
                  <a:lnTo>
                    <a:pt x="1227502" y="414756"/>
                  </a:lnTo>
                  <a:lnTo>
                    <a:pt x="1232780" y="420033"/>
                  </a:lnTo>
                  <a:lnTo>
                    <a:pt x="1231849" y="423138"/>
                  </a:lnTo>
                  <a:lnTo>
                    <a:pt x="1231849" y="425311"/>
                  </a:lnTo>
                  <a:lnTo>
                    <a:pt x="1229676" y="427484"/>
                  </a:lnTo>
                  <a:lnTo>
                    <a:pt x="1220362" y="423138"/>
                  </a:lnTo>
                  <a:lnTo>
                    <a:pt x="1205771" y="415687"/>
                  </a:lnTo>
                  <a:lnTo>
                    <a:pt x="1190249" y="402959"/>
                  </a:lnTo>
                  <a:lnTo>
                    <a:pt x="1171622" y="390230"/>
                  </a:lnTo>
                  <a:lnTo>
                    <a:pt x="1159204" y="377502"/>
                  </a:lnTo>
                  <a:lnTo>
                    <a:pt x="1149891" y="366016"/>
                  </a:lnTo>
                  <a:lnTo>
                    <a:pt x="1142751" y="366016"/>
                  </a:lnTo>
                  <a:lnTo>
                    <a:pt x="1135611" y="366016"/>
                  </a:lnTo>
                  <a:lnTo>
                    <a:pt x="1130333" y="363842"/>
                  </a:lnTo>
                  <a:lnTo>
                    <a:pt x="1126297" y="362911"/>
                  </a:lnTo>
                  <a:lnTo>
                    <a:pt x="1119157" y="366016"/>
                  </a:lnTo>
                  <a:lnTo>
                    <a:pt x="1116052" y="368189"/>
                  </a:lnTo>
                  <a:lnTo>
                    <a:pt x="1112017" y="371293"/>
                  </a:lnTo>
                  <a:lnTo>
                    <a:pt x="1106739" y="375639"/>
                  </a:lnTo>
                  <a:lnTo>
                    <a:pt x="1106739" y="383090"/>
                  </a:lnTo>
                  <a:lnTo>
                    <a:pt x="1106739" y="388368"/>
                  </a:lnTo>
                  <a:lnTo>
                    <a:pt x="1108912" y="392714"/>
                  </a:lnTo>
                  <a:lnTo>
                    <a:pt x="1111085" y="395818"/>
                  </a:lnTo>
                  <a:lnTo>
                    <a:pt x="1114190" y="400165"/>
                  </a:lnTo>
                  <a:lnTo>
                    <a:pt x="1114190" y="405442"/>
                  </a:lnTo>
                  <a:lnTo>
                    <a:pt x="1112017" y="410720"/>
                  </a:lnTo>
                  <a:lnTo>
                    <a:pt x="1112017" y="415066"/>
                  </a:lnTo>
                  <a:lnTo>
                    <a:pt x="1111085" y="415997"/>
                  </a:lnTo>
                  <a:lnTo>
                    <a:pt x="1108912" y="420344"/>
                  </a:lnTo>
                  <a:lnTo>
                    <a:pt x="1106739" y="423448"/>
                  </a:lnTo>
                  <a:lnTo>
                    <a:pt x="1099599" y="422517"/>
                  </a:lnTo>
                  <a:lnTo>
                    <a:pt x="1096495" y="422517"/>
                  </a:lnTo>
                  <a:lnTo>
                    <a:pt x="1094321" y="420344"/>
                  </a:lnTo>
                  <a:lnTo>
                    <a:pt x="1092148" y="418170"/>
                  </a:lnTo>
                  <a:lnTo>
                    <a:pt x="1089044" y="415066"/>
                  </a:lnTo>
                  <a:lnTo>
                    <a:pt x="1086871" y="412893"/>
                  </a:lnTo>
                  <a:lnTo>
                    <a:pt x="1083766" y="412893"/>
                  </a:lnTo>
                  <a:lnTo>
                    <a:pt x="1072280" y="415997"/>
                  </a:lnTo>
                  <a:lnTo>
                    <a:pt x="1061724" y="420344"/>
                  </a:lnTo>
                  <a:lnTo>
                    <a:pt x="1048065" y="425621"/>
                  </a:lnTo>
                  <a:lnTo>
                    <a:pt x="1035647" y="430899"/>
                  </a:lnTo>
                  <a:lnTo>
                    <a:pt x="1030369" y="436176"/>
                  </a:lnTo>
                  <a:lnTo>
                    <a:pt x="1021056" y="436176"/>
                  </a:lnTo>
                  <a:lnTo>
                    <a:pt x="1028196" y="425621"/>
                  </a:lnTo>
                  <a:lnTo>
                    <a:pt x="1035336" y="420344"/>
                  </a:lnTo>
                  <a:lnTo>
                    <a:pt x="1044650" y="415066"/>
                  </a:lnTo>
                  <a:lnTo>
                    <a:pt x="1053963" y="407615"/>
                  </a:lnTo>
                  <a:lnTo>
                    <a:pt x="1040304" y="403269"/>
                  </a:lnTo>
                  <a:lnTo>
                    <a:pt x="1025713" y="400165"/>
                  </a:lnTo>
                  <a:lnTo>
                    <a:pt x="1010190" y="400165"/>
                  </a:lnTo>
                  <a:lnTo>
                    <a:pt x="1008017" y="407615"/>
                  </a:lnTo>
                  <a:lnTo>
                    <a:pt x="1008017" y="412893"/>
                  </a:lnTo>
                  <a:lnTo>
                    <a:pt x="1005844" y="415997"/>
                  </a:lnTo>
                  <a:lnTo>
                    <a:pt x="1003671" y="420344"/>
                  </a:lnTo>
                  <a:lnTo>
                    <a:pt x="1000567" y="423448"/>
                  </a:lnTo>
                  <a:lnTo>
                    <a:pt x="1000567" y="427794"/>
                  </a:lnTo>
                  <a:lnTo>
                    <a:pt x="996531" y="425621"/>
                  </a:lnTo>
                  <a:lnTo>
                    <a:pt x="995600" y="422517"/>
                  </a:lnTo>
                  <a:lnTo>
                    <a:pt x="993426" y="420344"/>
                  </a:lnTo>
                  <a:lnTo>
                    <a:pt x="991253" y="415997"/>
                  </a:lnTo>
                  <a:lnTo>
                    <a:pt x="990322" y="412893"/>
                  </a:lnTo>
                  <a:lnTo>
                    <a:pt x="986286" y="410720"/>
                  </a:lnTo>
                  <a:lnTo>
                    <a:pt x="983182" y="408547"/>
                  </a:lnTo>
                  <a:lnTo>
                    <a:pt x="981009" y="410720"/>
                  </a:lnTo>
                  <a:lnTo>
                    <a:pt x="975731" y="410720"/>
                  </a:lnTo>
                  <a:lnTo>
                    <a:pt x="969522" y="412893"/>
                  </a:lnTo>
                  <a:lnTo>
                    <a:pt x="957104" y="429967"/>
                  </a:lnTo>
                  <a:lnTo>
                    <a:pt x="942513" y="443627"/>
                  </a:lnTo>
                  <a:lnTo>
                    <a:pt x="930095" y="460702"/>
                  </a:lnTo>
                  <a:lnTo>
                    <a:pt x="932269" y="465979"/>
                  </a:lnTo>
                  <a:lnTo>
                    <a:pt x="932269" y="470325"/>
                  </a:lnTo>
                  <a:lnTo>
                    <a:pt x="932269" y="475603"/>
                  </a:lnTo>
                  <a:lnTo>
                    <a:pt x="932269" y="479949"/>
                  </a:lnTo>
                  <a:lnTo>
                    <a:pt x="930095" y="485227"/>
                  </a:lnTo>
                  <a:lnTo>
                    <a:pt x="926060" y="487400"/>
                  </a:lnTo>
                  <a:lnTo>
                    <a:pt x="925128" y="487400"/>
                  </a:lnTo>
                  <a:lnTo>
                    <a:pt x="922955" y="488331"/>
                  </a:lnTo>
                  <a:lnTo>
                    <a:pt x="920782" y="488331"/>
                  </a:lnTo>
                  <a:lnTo>
                    <a:pt x="915504" y="488331"/>
                  </a:lnTo>
                  <a:lnTo>
                    <a:pt x="911469" y="487400"/>
                  </a:lnTo>
                  <a:lnTo>
                    <a:pt x="908364" y="485227"/>
                  </a:lnTo>
                  <a:lnTo>
                    <a:pt x="906191" y="483054"/>
                  </a:lnTo>
                  <a:lnTo>
                    <a:pt x="900914" y="480881"/>
                  </a:lnTo>
                  <a:lnTo>
                    <a:pt x="900914" y="460702"/>
                  </a:lnTo>
                  <a:lnTo>
                    <a:pt x="908054" y="460702"/>
                  </a:lnTo>
                  <a:lnTo>
                    <a:pt x="911158" y="458528"/>
                  </a:lnTo>
                  <a:lnTo>
                    <a:pt x="913331" y="458528"/>
                  </a:lnTo>
                  <a:lnTo>
                    <a:pt x="917367" y="457597"/>
                  </a:lnTo>
                  <a:lnTo>
                    <a:pt x="917367" y="447973"/>
                  </a:lnTo>
                  <a:lnTo>
                    <a:pt x="911158" y="438349"/>
                  </a:lnTo>
                  <a:lnTo>
                    <a:pt x="904018" y="427794"/>
                  </a:lnTo>
                  <a:lnTo>
                    <a:pt x="896878" y="420344"/>
                  </a:lnTo>
                  <a:lnTo>
                    <a:pt x="866765" y="420344"/>
                  </a:lnTo>
                  <a:lnTo>
                    <a:pt x="873905" y="464737"/>
                  </a:lnTo>
                  <a:lnTo>
                    <a:pt x="877009" y="504785"/>
                  </a:lnTo>
                  <a:lnTo>
                    <a:pt x="869869" y="502612"/>
                  </a:lnTo>
                  <a:lnTo>
                    <a:pt x="862729" y="501680"/>
                  </a:lnTo>
                  <a:lnTo>
                    <a:pt x="855588" y="499507"/>
                  </a:lnTo>
                  <a:lnTo>
                    <a:pt x="850311" y="497334"/>
                  </a:lnTo>
                  <a:lnTo>
                    <a:pt x="840997" y="510062"/>
                  </a:lnTo>
                  <a:lnTo>
                    <a:pt x="830442" y="521549"/>
                  </a:lnTo>
                  <a:lnTo>
                    <a:pt x="813678" y="529000"/>
                  </a:lnTo>
                  <a:lnTo>
                    <a:pt x="815851" y="534277"/>
                  </a:lnTo>
                  <a:lnTo>
                    <a:pt x="815851" y="537382"/>
                  </a:lnTo>
                  <a:lnTo>
                    <a:pt x="815851" y="539555"/>
                  </a:lnTo>
                  <a:lnTo>
                    <a:pt x="818025" y="541728"/>
                  </a:lnTo>
                  <a:lnTo>
                    <a:pt x="818956" y="543901"/>
                  </a:lnTo>
                  <a:lnTo>
                    <a:pt x="821129" y="544832"/>
                  </a:lnTo>
                  <a:lnTo>
                    <a:pt x="821129" y="551041"/>
                  </a:lnTo>
                  <a:lnTo>
                    <a:pt x="818956" y="556319"/>
                  </a:lnTo>
                  <a:lnTo>
                    <a:pt x="818025" y="558492"/>
                  </a:lnTo>
                  <a:lnTo>
                    <a:pt x="815851" y="561596"/>
                  </a:lnTo>
                  <a:lnTo>
                    <a:pt x="813678" y="565943"/>
                  </a:lnTo>
                  <a:lnTo>
                    <a:pt x="799087" y="559734"/>
                  </a:lnTo>
                  <a:lnTo>
                    <a:pt x="786669" y="552283"/>
                  </a:lnTo>
                  <a:lnTo>
                    <a:pt x="774252" y="544832"/>
                  </a:lnTo>
                  <a:lnTo>
                    <a:pt x="774252" y="549179"/>
                  </a:lnTo>
                  <a:lnTo>
                    <a:pt x="767732" y="549179"/>
                  </a:lnTo>
                  <a:lnTo>
                    <a:pt x="767732" y="559734"/>
                  </a:lnTo>
                  <a:lnTo>
                    <a:pt x="769906" y="569358"/>
                  </a:lnTo>
                  <a:lnTo>
                    <a:pt x="772079" y="582086"/>
                  </a:lnTo>
                  <a:lnTo>
                    <a:pt x="764938" y="581155"/>
                  </a:lnTo>
                  <a:lnTo>
                    <a:pt x="760903" y="576808"/>
                  </a:lnTo>
                  <a:lnTo>
                    <a:pt x="755625" y="574635"/>
                  </a:lnTo>
                  <a:lnTo>
                    <a:pt x="752520" y="569358"/>
                  </a:lnTo>
                  <a:lnTo>
                    <a:pt x="748485" y="559734"/>
                  </a:lnTo>
                  <a:lnTo>
                    <a:pt x="745380" y="544832"/>
                  </a:lnTo>
                  <a:lnTo>
                    <a:pt x="743207" y="526827"/>
                  </a:lnTo>
                  <a:lnTo>
                    <a:pt x="741034" y="509752"/>
                  </a:lnTo>
                  <a:lnTo>
                    <a:pt x="738861" y="497024"/>
                  </a:lnTo>
                  <a:lnTo>
                    <a:pt x="753452" y="502301"/>
                  </a:lnTo>
                  <a:lnTo>
                    <a:pt x="768043" y="509752"/>
                  </a:lnTo>
                  <a:lnTo>
                    <a:pt x="784807" y="517203"/>
                  </a:lnTo>
                  <a:lnTo>
                    <a:pt x="802502" y="517203"/>
                  </a:lnTo>
                  <a:lnTo>
                    <a:pt x="819266" y="508821"/>
                  </a:lnTo>
                  <a:lnTo>
                    <a:pt x="831684" y="495161"/>
                  </a:lnTo>
                  <a:lnTo>
                    <a:pt x="833857" y="479328"/>
                  </a:lnTo>
                  <a:lnTo>
                    <a:pt x="830753" y="462254"/>
                  </a:lnTo>
                  <a:lnTo>
                    <a:pt x="819266" y="445179"/>
                  </a:lnTo>
                  <a:lnTo>
                    <a:pt x="806848" y="429347"/>
                  </a:lnTo>
                  <a:lnTo>
                    <a:pt x="792258" y="414445"/>
                  </a:lnTo>
                  <a:lnTo>
                    <a:pt x="777667" y="402959"/>
                  </a:lnTo>
                  <a:lnTo>
                    <a:pt x="765249" y="395508"/>
                  </a:lnTo>
                  <a:lnTo>
                    <a:pt x="732031" y="392403"/>
                  </a:lnTo>
                  <a:lnTo>
                    <a:pt x="726753" y="386195"/>
                  </a:lnTo>
                  <a:lnTo>
                    <a:pt x="721476" y="380917"/>
                  </a:lnTo>
                  <a:lnTo>
                    <a:pt x="719303" y="375639"/>
                  </a:lnTo>
                  <a:lnTo>
                    <a:pt x="717130" y="371293"/>
                  </a:lnTo>
                  <a:lnTo>
                    <a:pt x="711852" y="371293"/>
                  </a:lnTo>
                  <a:lnTo>
                    <a:pt x="704712" y="373466"/>
                  </a:lnTo>
                  <a:lnTo>
                    <a:pt x="692294" y="378744"/>
                  </a:lnTo>
                  <a:lnTo>
                    <a:pt x="690121" y="375639"/>
                  </a:lnTo>
                  <a:lnTo>
                    <a:pt x="689190" y="373466"/>
                  </a:lnTo>
                  <a:lnTo>
                    <a:pt x="687016" y="373466"/>
                  </a:lnTo>
                  <a:lnTo>
                    <a:pt x="684843" y="370362"/>
                  </a:lnTo>
                  <a:lnTo>
                    <a:pt x="684843" y="366016"/>
                  </a:lnTo>
                  <a:lnTo>
                    <a:pt x="687016" y="363842"/>
                  </a:lnTo>
                  <a:lnTo>
                    <a:pt x="687016" y="362911"/>
                  </a:lnTo>
                  <a:lnTo>
                    <a:pt x="689190" y="362911"/>
                  </a:lnTo>
                  <a:lnTo>
                    <a:pt x="690121" y="360738"/>
                  </a:lnTo>
                  <a:lnTo>
                    <a:pt x="692294" y="358565"/>
                  </a:lnTo>
                  <a:lnTo>
                    <a:pt x="689190" y="343664"/>
                  </a:lnTo>
                  <a:lnTo>
                    <a:pt x="682981" y="336213"/>
                  </a:lnTo>
                  <a:lnTo>
                    <a:pt x="675840" y="334040"/>
                  </a:lnTo>
                  <a:lnTo>
                    <a:pt x="668700" y="333108"/>
                  </a:lnTo>
                  <a:lnTo>
                    <a:pt x="660318" y="328762"/>
                  </a:lnTo>
                  <a:lnTo>
                    <a:pt x="653178" y="321311"/>
                  </a:lnTo>
                  <a:lnTo>
                    <a:pt x="636414" y="323485"/>
                  </a:lnTo>
                  <a:lnTo>
                    <a:pt x="619650" y="327831"/>
                  </a:lnTo>
                  <a:lnTo>
                    <a:pt x="607232" y="330935"/>
                  </a:lnTo>
                  <a:lnTo>
                    <a:pt x="595745" y="340559"/>
                  </a:lnTo>
                  <a:lnTo>
                    <a:pt x="589536" y="355460"/>
                  </a:lnTo>
                  <a:lnTo>
                    <a:pt x="583328" y="351114"/>
                  </a:lnTo>
                  <a:lnTo>
                    <a:pt x="581465" y="351114"/>
                  </a:lnTo>
                  <a:lnTo>
                    <a:pt x="579292" y="348941"/>
                  </a:lnTo>
                  <a:lnTo>
                    <a:pt x="577119" y="348941"/>
                  </a:lnTo>
                  <a:lnTo>
                    <a:pt x="574014" y="348941"/>
                  </a:lnTo>
                  <a:lnTo>
                    <a:pt x="569978" y="348941"/>
                  </a:lnTo>
                  <a:lnTo>
                    <a:pt x="564701" y="348941"/>
                  </a:lnTo>
                  <a:lnTo>
                    <a:pt x="564701" y="362601"/>
                  </a:lnTo>
                  <a:lnTo>
                    <a:pt x="560665" y="360428"/>
                  </a:lnTo>
                  <a:lnTo>
                    <a:pt x="559734" y="360428"/>
                  </a:lnTo>
                  <a:lnTo>
                    <a:pt x="557561" y="360428"/>
                  </a:lnTo>
                  <a:lnTo>
                    <a:pt x="555387" y="358254"/>
                  </a:lnTo>
                  <a:lnTo>
                    <a:pt x="535519" y="363532"/>
                  </a:lnTo>
                  <a:lnTo>
                    <a:pt x="520928" y="375019"/>
                  </a:lnTo>
                  <a:lnTo>
                    <a:pt x="511615" y="392093"/>
                  </a:lnTo>
                  <a:lnTo>
                    <a:pt x="494850" y="392093"/>
                  </a:lnTo>
                  <a:lnTo>
                    <a:pt x="494850" y="406994"/>
                  </a:lnTo>
                  <a:lnTo>
                    <a:pt x="479328" y="415377"/>
                  </a:lnTo>
                  <a:lnTo>
                    <a:pt x="466910" y="430278"/>
                  </a:lnTo>
                  <a:lnTo>
                    <a:pt x="453251" y="452630"/>
                  </a:lnTo>
                  <a:lnTo>
                    <a:pt x="442696" y="476845"/>
                  </a:lnTo>
                  <a:lnTo>
                    <a:pt x="431209" y="501060"/>
                  </a:lnTo>
                  <a:lnTo>
                    <a:pt x="420654" y="524343"/>
                  </a:lnTo>
                  <a:lnTo>
                    <a:pt x="408236" y="544522"/>
                  </a:lnTo>
                  <a:lnTo>
                    <a:pt x="394577" y="561596"/>
                  </a:lnTo>
                  <a:lnTo>
                    <a:pt x="396750" y="565943"/>
                  </a:lnTo>
                  <a:lnTo>
                    <a:pt x="396750" y="569047"/>
                  </a:lnTo>
                  <a:lnTo>
                    <a:pt x="396750" y="571220"/>
                  </a:lnTo>
                  <a:lnTo>
                    <a:pt x="398923" y="571220"/>
                  </a:lnTo>
                  <a:lnTo>
                    <a:pt x="401096" y="571220"/>
                  </a:lnTo>
                  <a:lnTo>
                    <a:pt x="404200" y="573393"/>
                  </a:lnTo>
                  <a:lnTo>
                    <a:pt x="394887" y="581775"/>
                  </a:lnTo>
                  <a:lnTo>
                    <a:pt x="384332" y="586122"/>
                  </a:lnTo>
                  <a:lnTo>
                    <a:pt x="371914" y="593572"/>
                  </a:lnTo>
                  <a:lnTo>
                    <a:pt x="369741" y="596677"/>
                  </a:lnTo>
                  <a:lnTo>
                    <a:pt x="367568" y="602886"/>
                  </a:lnTo>
                  <a:lnTo>
                    <a:pt x="366636" y="605990"/>
                  </a:lnTo>
                  <a:lnTo>
                    <a:pt x="364463" y="610336"/>
                  </a:lnTo>
                  <a:lnTo>
                    <a:pt x="360427" y="613441"/>
                  </a:lnTo>
                  <a:lnTo>
                    <a:pt x="359496" y="611268"/>
                  </a:lnTo>
                  <a:lnTo>
                    <a:pt x="357323" y="610336"/>
                  </a:lnTo>
                  <a:lnTo>
                    <a:pt x="355150" y="608163"/>
                  </a:lnTo>
                  <a:lnTo>
                    <a:pt x="352045" y="605990"/>
                  </a:lnTo>
                  <a:lnTo>
                    <a:pt x="345836" y="611268"/>
                  </a:lnTo>
                  <a:lnTo>
                    <a:pt x="340559" y="617477"/>
                  </a:lnTo>
                  <a:lnTo>
                    <a:pt x="335281" y="622754"/>
                  </a:lnTo>
                  <a:lnTo>
                    <a:pt x="331246" y="625859"/>
                  </a:lnTo>
                  <a:lnTo>
                    <a:pt x="325968" y="640760"/>
                  </a:lnTo>
                  <a:lnTo>
                    <a:pt x="323795" y="652247"/>
                  </a:lnTo>
                  <a:lnTo>
                    <a:pt x="320690" y="660629"/>
                  </a:lnTo>
                  <a:lnTo>
                    <a:pt x="311377" y="670252"/>
                  </a:lnTo>
                  <a:lnTo>
                    <a:pt x="313550" y="692605"/>
                  </a:lnTo>
                  <a:lnTo>
                    <a:pt x="316655" y="709679"/>
                  </a:lnTo>
                  <a:lnTo>
                    <a:pt x="320690" y="724581"/>
                  </a:lnTo>
                  <a:lnTo>
                    <a:pt x="322864" y="742586"/>
                  </a:lnTo>
                  <a:lnTo>
                    <a:pt x="323795" y="764938"/>
                  </a:lnTo>
                  <a:lnTo>
                    <a:pt x="327831" y="764938"/>
                  </a:lnTo>
                  <a:lnTo>
                    <a:pt x="330004" y="767112"/>
                  </a:lnTo>
                  <a:lnTo>
                    <a:pt x="330935" y="767112"/>
                  </a:lnTo>
                  <a:lnTo>
                    <a:pt x="333108" y="767112"/>
                  </a:lnTo>
                  <a:lnTo>
                    <a:pt x="335281" y="769285"/>
                  </a:lnTo>
                  <a:lnTo>
                    <a:pt x="352977" y="764938"/>
                  </a:lnTo>
                  <a:lnTo>
                    <a:pt x="364463" y="759661"/>
                  </a:lnTo>
                  <a:lnTo>
                    <a:pt x="375018" y="752210"/>
                  </a:lnTo>
                  <a:lnTo>
                    <a:pt x="384332" y="742586"/>
                  </a:lnTo>
                  <a:lnTo>
                    <a:pt x="398923" y="735136"/>
                  </a:lnTo>
                  <a:lnTo>
                    <a:pt x="409478" y="762765"/>
                  </a:lnTo>
                  <a:lnTo>
                    <a:pt x="415687" y="786980"/>
                  </a:lnTo>
                  <a:lnTo>
                    <a:pt x="424069" y="809332"/>
                  </a:lnTo>
                  <a:lnTo>
                    <a:pt x="438660" y="829511"/>
                  </a:lnTo>
                  <a:lnTo>
                    <a:pt x="438660" y="833857"/>
                  </a:lnTo>
                  <a:lnTo>
                    <a:pt x="444869" y="833857"/>
                  </a:lnTo>
                  <a:lnTo>
                    <a:pt x="453251" y="818956"/>
                  </a:lnTo>
                  <a:lnTo>
                    <a:pt x="462564" y="807470"/>
                  </a:lnTo>
                  <a:lnTo>
                    <a:pt x="474051" y="796914"/>
                  </a:lnTo>
                  <a:lnTo>
                    <a:pt x="481191" y="784186"/>
                  </a:lnTo>
                  <a:lnTo>
                    <a:pt x="488331" y="767112"/>
                  </a:lnTo>
                  <a:lnTo>
                    <a:pt x="491436" y="744759"/>
                  </a:lnTo>
                  <a:lnTo>
                    <a:pt x="515340" y="735136"/>
                  </a:lnTo>
                  <a:lnTo>
                    <a:pt x="516271" y="734204"/>
                  </a:lnTo>
                  <a:lnTo>
                    <a:pt x="516271" y="729858"/>
                  </a:lnTo>
                  <a:lnTo>
                    <a:pt x="518444" y="727685"/>
                  </a:lnTo>
                  <a:lnTo>
                    <a:pt x="518444" y="726754"/>
                  </a:lnTo>
                  <a:lnTo>
                    <a:pt x="520618" y="724581"/>
                  </a:lnTo>
                  <a:lnTo>
                    <a:pt x="522791" y="722407"/>
                  </a:lnTo>
                  <a:lnTo>
                    <a:pt x="528068" y="720234"/>
                  </a:lnTo>
                  <a:lnTo>
                    <a:pt x="524032" y="704402"/>
                  </a:lnTo>
                  <a:lnTo>
                    <a:pt x="516892" y="690742"/>
                  </a:lnTo>
                  <a:lnTo>
                    <a:pt x="506337" y="680187"/>
                  </a:lnTo>
                  <a:lnTo>
                    <a:pt x="494850" y="670563"/>
                  </a:lnTo>
                  <a:lnTo>
                    <a:pt x="501059" y="645106"/>
                  </a:lnTo>
                  <a:lnTo>
                    <a:pt x="509441" y="622754"/>
                  </a:lnTo>
                  <a:lnTo>
                    <a:pt x="523101" y="603817"/>
                  </a:lnTo>
                  <a:lnTo>
                    <a:pt x="537692" y="587984"/>
                  </a:lnTo>
                  <a:lnTo>
                    <a:pt x="550110" y="570910"/>
                  </a:lnTo>
                  <a:lnTo>
                    <a:pt x="559423" y="550731"/>
                  </a:lnTo>
                  <a:lnTo>
                    <a:pt x="564701" y="524343"/>
                  </a:lnTo>
                  <a:lnTo>
                    <a:pt x="581465" y="523412"/>
                  </a:lnTo>
                  <a:lnTo>
                    <a:pt x="595125" y="521238"/>
                  </a:lnTo>
                  <a:lnTo>
                    <a:pt x="601334" y="526516"/>
                  </a:lnTo>
                  <a:lnTo>
                    <a:pt x="606611" y="531794"/>
                  </a:lnTo>
                  <a:lnTo>
                    <a:pt x="611889" y="537071"/>
                  </a:lnTo>
                  <a:lnTo>
                    <a:pt x="602575" y="554146"/>
                  </a:lnTo>
                  <a:lnTo>
                    <a:pt x="590157" y="569047"/>
                  </a:lnTo>
                  <a:lnTo>
                    <a:pt x="575566" y="583949"/>
                  </a:lnTo>
                  <a:lnTo>
                    <a:pt x="560976" y="596677"/>
                  </a:lnTo>
                  <a:lnTo>
                    <a:pt x="552593" y="615614"/>
                  </a:lnTo>
                  <a:lnTo>
                    <a:pt x="550420" y="628342"/>
                  </a:lnTo>
                  <a:lnTo>
                    <a:pt x="552593" y="643244"/>
                  </a:lnTo>
                  <a:lnTo>
                    <a:pt x="553525" y="655972"/>
                  </a:lnTo>
                  <a:lnTo>
                    <a:pt x="552593" y="667458"/>
                  </a:lnTo>
                  <a:lnTo>
                    <a:pt x="553525" y="682360"/>
                  </a:lnTo>
                  <a:lnTo>
                    <a:pt x="557561" y="690742"/>
                  </a:lnTo>
                  <a:lnTo>
                    <a:pt x="562838" y="698193"/>
                  </a:lnTo>
                  <a:lnTo>
                    <a:pt x="568116" y="705643"/>
                  </a:lnTo>
                  <a:lnTo>
                    <a:pt x="572152" y="715267"/>
                  </a:lnTo>
                  <a:lnTo>
                    <a:pt x="593883" y="712163"/>
                  </a:lnTo>
                  <a:lnTo>
                    <a:pt x="613751" y="705954"/>
                  </a:lnTo>
                  <a:lnTo>
                    <a:pt x="631447" y="697572"/>
                  </a:lnTo>
                  <a:lnTo>
                    <a:pt x="638587" y="697572"/>
                  </a:lnTo>
                  <a:lnTo>
                    <a:pt x="644796" y="698503"/>
                  </a:lnTo>
                  <a:lnTo>
                    <a:pt x="647900" y="700676"/>
                  </a:lnTo>
                  <a:lnTo>
                    <a:pt x="653178" y="702849"/>
                  </a:lnTo>
                  <a:lnTo>
                    <a:pt x="659387" y="705022"/>
                  </a:lnTo>
                  <a:lnTo>
                    <a:pt x="652246" y="715578"/>
                  </a:lnTo>
                  <a:lnTo>
                    <a:pt x="642933" y="719924"/>
                  </a:lnTo>
                  <a:lnTo>
                    <a:pt x="633620" y="717751"/>
                  </a:lnTo>
                  <a:lnTo>
                    <a:pt x="621202" y="715578"/>
                  </a:lnTo>
                  <a:lnTo>
                    <a:pt x="608784" y="715578"/>
                  </a:lnTo>
                  <a:lnTo>
                    <a:pt x="601644" y="719924"/>
                  </a:lnTo>
                  <a:lnTo>
                    <a:pt x="595435" y="723028"/>
                  </a:lnTo>
                  <a:lnTo>
                    <a:pt x="589226" y="727375"/>
                  </a:lnTo>
                  <a:lnTo>
                    <a:pt x="579913" y="728306"/>
                  </a:lnTo>
                  <a:lnTo>
                    <a:pt x="583017" y="745380"/>
                  </a:lnTo>
                  <a:lnTo>
                    <a:pt x="585190" y="755004"/>
                  </a:lnTo>
                  <a:lnTo>
                    <a:pt x="589226" y="762455"/>
                  </a:lnTo>
                  <a:lnTo>
                    <a:pt x="590157" y="773010"/>
                  </a:lnTo>
                  <a:lnTo>
                    <a:pt x="592331" y="790085"/>
                  </a:lnTo>
                  <a:lnTo>
                    <a:pt x="587053" y="787911"/>
                  </a:lnTo>
                  <a:lnTo>
                    <a:pt x="581775" y="785738"/>
                  </a:lnTo>
                  <a:lnTo>
                    <a:pt x="579602" y="784807"/>
                  </a:lnTo>
                  <a:lnTo>
                    <a:pt x="577429" y="780461"/>
                  </a:lnTo>
                  <a:lnTo>
                    <a:pt x="575256" y="777356"/>
                  </a:lnTo>
                  <a:lnTo>
                    <a:pt x="572152" y="773010"/>
                  </a:lnTo>
                  <a:lnTo>
                    <a:pt x="572152" y="769906"/>
                  </a:lnTo>
                  <a:lnTo>
                    <a:pt x="566874" y="770837"/>
                  </a:lnTo>
                  <a:lnTo>
                    <a:pt x="562838" y="773010"/>
                  </a:lnTo>
                  <a:lnTo>
                    <a:pt x="559734" y="777356"/>
                  </a:lnTo>
                  <a:lnTo>
                    <a:pt x="555698" y="778288"/>
                  </a:lnTo>
                  <a:lnTo>
                    <a:pt x="552593" y="782634"/>
                  </a:lnTo>
                  <a:lnTo>
                    <a:pt x="548558" y="808090"/>
                  </a:lnTo>
                  <a:lnTo>
                    <a:pt x="548558" y="839756"/>
                  </a:lnTo>
                  <a:lnTo>
                    <a:pt x="543280" y="841929"/>
                  </a:lnTo>
                  <a:lnTo>
                    <a:pt x="539244" y="841929"/>
                  </a:lnTo>
                  <a:lnTo>
                    <a:pt x="536140" y="842860"/>
                  </a:lnTo>
                  <a:lnTo>
                    <a:pt x="532104" y="847207"/>
                  </a:lnTo>
                  <a:lnTo>
                    <a:pt x="531173" y="849380"/>
                  </a:lnTo>
                  <a:lnTo>
                    <a:pt x="528999" y="854657"/>
                  </a:lnTo>
                  <a:lnTo>
                    <a:pt x="509131" y="850311"/>
                  </a:lnTo>
                  <a:lnTo>
                    <a:pt x="494540" y="849380"/>
                  </a:lnTo>
                  <a:lnTo>
                    <a:pt x="485227" y="852484"/>
                  </a:lnTo>
                  <a:lnTo>
                    <a:pt x="478086" y="856830"/>
                  </a:lnTo>
                  <a:lnTo>
                    <a:pt x="472809" y="862108"/>
                  </a:lnTo>
                  <a:lnTo>
                    <a:pt x="463495" y="867386"/>
                  </a:lnTo>
                  <a:lnTo>
                    <a:pt x="452940" y="871732"/>
                  </a:lnTo>
                  <a:lnTo>
                    <a:pt x="443627" y="871732"/>
                  </a:lnTo>
                  <a:lnTo>
                    <a:pt x="436487" y="865523"/>
                  </a:lnTo>
                  <a:lnTo>
                    <a:pt x="431209" y="862418"/>
                  </a:lnTo>
                  <a:lnTo>
                    <a:pt x="423138" y="862418"/>
                  </a:lnTo>
                  <a:lnTo>
                    <a:pt x="411651" y="867696"/>
                  </a:lnTo>
                  <a:lnTo>
                    <a:pt x="406373" y="864592"/>
                  </a:lnTo>
                  <a:lnTo>
                    <a:pt x="402338" y="862418"/>
                  </a:lnTo>
                  <a:lnTo>
                    <a:pt x="401406" y="860245"/>
                  </a:lnTo>
                  <a:lnTo>
                    <a:pt x="397371" y="858072"/>
                  </a:lnTo>
                  <a:lnTo>
                    <a:pt x="392093" y="854968"/>
                  </a:lnTo>
                  <a:lnTo>
                    <a:pt x="392093" y="842239"/>
                  </a:lnTo>
                  <a:lnTo>
                    <a:pt x="394266" y="825165"/>
                  </a:lnTo>
                  <a:lnTo>
                    <a:pt x="395197" y="807159"/>
                  </a:lnTo>
                  <a:lnTo>
                    <a:pt x="397371" y="793500"/>
                  </a:lnTo>
                  <a:lnTo>
                    <a:pt x="399544" y="786049"/>
                  </a:lnTo>
                  <a:lnTo>
                    <a:pt x="399544" y="777667"/>
                  </a:lnTo>
                  <a:lnTo>
                    <a:pt x="387126" y="780771"/>
                  </a:lnTo>
                  <a:lnTo>
                    <a:pt x="375639" y="785117"/>
                  </a:lnTo>
                  <a:lnTo>
                    <a:pt x="360117" y="786049"/>
                  </a:lnTo>
                  <a:lnTo>
                    <a:pt x="361048" y="803123"/>
                  </a:lnTo>
                  <a:lnTo>
                    <a:pt x="361048" y="823302"/>
                  </a:lnTo>
                  <a:lnTo>
                    <a:pt x="365084" y="845654"/>
                  </a:lnTo>
                  <a:lnTo>
                    <a:pt x="372224" y="864592"/>
                  </a:lnTo>
                  <a:lnTo>
                    <a:pt x="370051" y="865523"/>
                  </a:lnTo>
                  <a:lnTo>
                    <a:pt x="370051" y="867696"/>
                  </a:lnTo>
                  <a:lnTo>
                    <a:pt x="370051" y="869869"/>
                  </a:lnTo>
                  <a:lnTo>
                    <a:pt x="367878" y="872042"/>
                  </a:lnTo>
                  <a:lnTo>
                    <a:pt x="353287" y="877320"/>
                  </a:lnTo>
                  <a:lnTo>
                    <a:pt x="337765" y="882597"/>
                  </a:lnTo>
                  <a:lnTo>
                    <a:pt x="324105" y="887875"/>
                  </a:lnTo>
                  <a:lnTo>
                    <a:pt x="313550" y="895326"/>
                  </a:lnTo>
                  <a:lnTo>
                    <a:pt x="308273" y="906812"/>
                  </a:lnTo>
                  <a:lnTo>
                    <a:pt x="306099" y="917367"/>
                  </a:lnTo>
                  <a:lnTo>
                    <a:pt x="298959" y="928854"/>
                  </a:lnTo>
                  <a:lnTo>
                    <a:pt x="264500" y="939409"/>
                  </a:lnTo>
                  <a:lnTo>
                    <a:pt x="262327" y="943755"/>
                  </a:lnTo>
                  <a:lnTo>
                    <a:pt x="260154" y="946860"/>
                  </a:lnTo>
                  <a:lnTo>
                    <a:pt x="260154" y="951206"/>
                  </a:lnTo>
                  <a:lnTo>
                    <a:pt x="260154" y="954310"/>
                  </a:lnTo>
                  <a:lnTo>
                    <a:pt x="260154" y="958657"/>
                  </a:lnTo>
                  <a:lnTo>
                    <a:pt x="259222" y="961761"/>
                  </a:lnTo>
                  <a:lnTo>
                    <a:pt x="257049" y="963934"/>
                  </a:lnTo>
                  <a:lnTo>
                    <a:pt x="251771" y="966107"/>
                  </a:lnTo>
                  <a:lnTo>
                    <a:pt x="247736" y="967039"/>
                  </a:lnTo>
                  <a:lnTo>
                    <a:pt x="242458" y="969212"/>
                  </a:lnTo>
                  <a:lnTo>
                    <a:pt x="238422" y="973558"/>
                  </a:lnTo>
                  <a:lnTo>
                    <a:pt x="235318" y="971385"/>
                  </a:lnTo>
                  <a:lnTo>
                    <a:pt x="231282" y="969212"/>
                  </a:lnTo>
                  <a:lnTo>
                    <a:pt x="228178" y="969212"/>
                  </a:lnTo>
                  <a:lnTo>
                    <a:pt x="226004" y="967039"/>
                  </a:lnTo>
                  <a:lnTo>
                    <a:pt x="220727" y="966107"/>
                  </a:lnTo>
                  <a:lnTo>
                    <a:pt x="215449" y="966107"/>
                  </a:lnTo>
                  <a:lnTo>
                    <a:pt x="215449" y="986286"/>
                  </a:lnTo>
                  <a:lnTo>
                    <a:pt x="209240" y="986286"/>
                  </a:lnTo>
                  <a:lnTo>
                    <a:pt x="203963" y="986286"/>
                  </a:lnTo>
                  <a:lnTo>
                    <a:pt x="198685" y="988459"/>
                  </a:lnTo>
                  <a:lnTo>
                    <a:pt x="194650" y="989391"/>
                  </a:lnTo>
                  <a:lnTo>
                    <a:pt x="188441" y="989391"/>
                  </a:lnTo>
                  <a:lnTo>
                    <a:pt x="184405" y="991564"/>
                  </a:lnTo>
                  <a:lnTo>
                    <a:pt x="181300" y="991564"/>
                  </a:lnTo>
                  <a:lnTo>
                    <a:pt x="179127" y="993737"/>
                  </a:lnTo>
                  <a:lnTo>
                    <a:pt x="175091" y="995910"/>
                  </a:lnTo>
                  <a:lnTo>
                    <a:pt x="171987" y="996842"/>
                  </a:lnTo>
                  <a:lnTo>
                    <a:pt x="181300" y="1006465"/>
                  </a:lnTo>
                  <a:lnTo>
                    <a:pt x="193718" y="1013916"/>
                  </a:lnTo>
                  <a:lnTo>
                    <a:pt x="206136" y="1018262"/>
                  </a:lnTo>
                  <a:lnTo>
                    <a:pt x="218554" y="1021367"/>
                  </a:lnTo>
                  <a:lnTo>
                    <a:pt x="220727" y="1040304"/>
                  </a:lnTo>
                  <a:lnTo>
                    <a:pt x="222900" y="1056137"/>
                  </a:lnTo>
                  <a:lnTo>
                    <a:pt x="222900" y="1073211"/>
                  </a:lnTo>
                  <a:lnTo>
                    <a:pt x="218864" y="1088113"/>
                  </a:lnTo>
                  <a:lnTo>
                    <a:pt x="218864" y="1090286"/>
                  </a:lnTo>
                  <a:lnTo>
                    <a:pt x="218864" y="1091217"/>
                  </a:lnTo>
                  <a:lnTo>
                    <a:pt x="216691" y="1091217"/>
                  </a:lnTo>
                  <a:lnTo>
                    <a:pt x="216691" y="1093390"/>
                  </a:lnTo>
                  <a:lnTo>
                    <a:pt x="215760" y="1095563"/>
                  </a:lnTo>
                  <a:lnTo>
                    <a:pt x="202100" y="1100841"/>
                  </a:lnTo>
                  <a:lnTo>
                    <a:pt x="184405" y="1105187"/>
                  </a:lnTo>
                  <a:lnTo>
                    <a:pt x="166709" y="1105187"/>
                  </a:lnTo>
                  <a:lnTo>
                    <a:pt x="149945" y="1100841"/>
                  </a:lnTo>
                  <a:lnTo>
                    <a:pt x="135354" y="1095563"/>
                  </a:lnTo>
                  <a:lnTo>
                    <a:pt x="130077" y="1095563"/>
                  </a:lnTo>
                  <a:lnTo>
                    <a:pt x="126041" y="1097736"/>
                  </a:lnTo>
                  <a:lnTo>
                    <a:pt x="122936" y="1097736"/>
                  </a:lnTo>
                  <a:lnTo>
                    <a:pt x="120763" y="1097736"/>
                  </a:lnTo>
                  <a:lnTo>
                    <a:pt x="118590" y="1098668"/>
                  </a:lnTo>
                  <a:lnTo>
                    <a:pt x="116417" y="1103014"/>
                  </a:lnTo>
                  <a:lnTo>
                    <a:pt x="115796" y="1106739"/>
                  </a:lnTo>
                  <a:lnTo>
                    <a:pt x="111760" y="1119468"/>
                  </a:lnTo>
                  <a:lnTo>
                    <a:pt x="111760" y="1140578"/>
                  </a:lnTo>
                  <a:lnTo>
                    <a:pt x="111760" y="1163861"/>
                  </a:lnTo>
                  <a:lnTo>
                    <a:pt x="113934" y="1188076"/>
                  </a:lnTo>
                  <a:lnTo>
                    <a:pt x="116107" y="1208255"/>
                  </a:lnTo>
                  <a:lnTo>
                    <a:pt x="116107" y="1223157"/>
                  </a:lnTo>
                  <a:lnTo>
                    <a:pt x="119211" y="1223157"/>
                  </a:lnTo>
                  <a:lnTo>
                    <a:pt x="119211" y="1228434"/>
                  </a:lnTo>
                  <a:lnTo>
                    <a:pt x="126351" y="1228434"/>
                  </a:lnTo>
                  <a:lnTo>
                    <a:pt x="131629" y="1227503"/>
                  </a:lnTo>
                  <a:lnTo>
                    <a:pt x="135665" y="1227503"/>
                  </a:lnTo>
                  <a:lnTo>
                    <a:pt x="138769" y="1223157"/>
                  </a:lnTo>
                  <a:lnTo>
                    <a:pt x="144978" y="1225330"/>
                  </a:lnTo>
                  <a:lnTo>
                    <a:pt x="148083" y="1225330"/>
                  </a:lnTo>
                  <a:lnTo>
                    <a:pt x="152118" y="1227503"/>
                  </a:lnTo>
                  <a:lnTo>
                    <a:pt x="155223" y="1228434"/>
                  </a:lnTo>
                  <a:lnTo>
                    <a:pt x="157396" y="1230607"/>
                  </a:lnTo>
                  <a:lnTo>
                    <a:pt x="157396" y="1232780"/>
                  </a:lnTo>
                  <a:lnTo>
                    <a:pt x="157396" y="1234953"/>
                  </a:lnTo>
                  <a:lnTo>
                    <a:pt x="159569" y="1234953"/>
                  </a:lnTo>
                  <a:lnTo>
                    <a:pt x="159569" y="1235885"/>
                  </a:lnTo>
                  <a:lnTo>
                    <a:pt x="153360" y="1252959"/>
                  </a:lnTo>
                  <a:lnTo>
                    <a:pt x="142805" y="1265688"/>
                  </a:lnTo>
                  <a:lnTo>
                    <a:pt x="130387" y="1277174"/>
                  </a:lnTo>
                  <a:lnTo>
                    <a:pt x="116728" y="1287729"/>
                  </a:lnTo>
                  <a:lnTo>
                    <a:pt x="104310" y="1299216"/>
                  </a:lnTo>
                  <a:lnTo>
                    <a:pt x="94996" y="1314117"/>
                  </a:lnTo>
                  <a:lnTo>
                    <a:pt x="94065" y="1324672"/>
                  </a:lnTo>
                  <a:lnTo>
                    <a:pt x="94996" y="1337401"/>
                  </a:lnTo>
                  <a:lnTo>
                    <a:pt x="94996" y="1348887"/>
                  </a:lnTo>
                  <a:lnTo>
                    <a:pt x="91892" y="1357269"/>
                  </a:lnTo>
                  <a:lnTo>
                    <a:pt x="77301" y="1366893"/>
                  </a:lnTo>
                  <a:lnTo>
                    <a:pt x="62710" y="1374344"/>
                  </a:lnTo>
                  <a:lnTo>
                    <a:pt x="48119" y="1383967"/>
                  </a:lnTo>
                  <a:lnTo>
                    <a:pt x="35701" y="1394523"/>
                  </a:lnTo>
                  <a:lnTo>
                    <a:pt x="31666" y="1401973"/>
                  </a:lnTo>
                  <a:lnTo>
                    <a:pt x="24525" y="1415633"/>
                  </a:lnTo>
                  <a:lnTo>
                    <a:pt x="17385" y="1431466"/>
                  </a:lnTo>
                  <a:lnTo>
                    <a:pt x="10245" y="1450403"/>
                  </a:lnTo>
                  <a:lnTo>
                    <a:pt x="3104" y="1466236"/>
                  </a:lnTo>
                  <a:lnTo>
                    <a:pt x="0" y="1481137"/>
                  </a:lnTo>
                  <a:lnTo>
                    <a:pt x="0" y="1492623"/>
                  </a:lnTo>
                  <a:lnTo>
                    <a:pt x="3104" y="1500074"/>
                  </a:lnTo>
                  <a:lnTo>
                    <a:pt x="9313" y="1509698"/>
                  </a:lnTo>
                  <a:lnTo>
                    <a:pt x="12418" y="1518080"/>
                  </a:lnTo>
                  <a:lnTo>
                    <a:pt x="12418" y="1532981"/>
                  </a:lnTo>
                  <a:lnTo>
                    <a:pt x="10245" y="1542605"/>
                  </a:lnTo>
                  <a:lnTo>
                    <a:pt x="7140" y="1555334"/>
                  </a:lnTo>
                  <a:lnTo>
                    <a:pt x="3104" y="1570235"/>
                  </a:lnTo>
                  <a:lnTo>
                    <a:pt x="2173" y="1587309"/>
                  </a:lnTo>
                  <a:lnTo>
                    <a:pt x="5278" y="1597865"/>
                  </a:lnTo>
                  <a:lnTo>
                    <a:pt x="5278" y="1622079"/>
                  </a:lnTo>
                  <a:lnTo>
                    <a:pt x="14591" y="1633566"/>
                  </a:lnTo>
                  <a:lnTo>
                    <a:pt x="29182" y="1646294"/>
                  </a:lnTo>
                  <a:lnTo>
                    <a:pt x="45946" y="1659022"/>
                  </a:lnTo>
                  <a:lnTo>
                    <a:pt x="56501" y="1671751"/>
                  </a:lnTo>
                  <a:lnTo>
                    <a:pt x="65815" y="1695965"/>
                  </a:lnTo>
                  <a:lnTo>
                    <a:pt x="78232" y="1705589"/>
                  </a:lnTo>
                  <a:lnTo>
                    <a:pt x="92823" y="1713040"/>
                  </a:lnTo>
                  <a:lnTo>
                    <a:pt x="107414" y="1720491"/>
                  </a:lnTo>
                  <a:lnTo>
                    <a:pt x="122005" y="1727941"/>
                  </a:lnTo>
                  <a:lnTo>
                    <a:pt x="132560" y="1740670"/>
                  </a:lnTo>
                  <a:lnTo>
                    <a:pt x="139701" y="1738497"/>
                  </a:lnTo>
                  <a:lnTo>
                    <a:pt x="145910" y="1736323"/>
                  </a:lnTo>
                  <a:lnTo>
                    <a:pt x="149014" y="1733219"/>
                  </a:lnTo>
                  <a:lnTo>
                    <a:pt x="153050" y="1731046"/>
                  </a:lnTo>
                  <a:lnTo>
                    <a:pt x="161432" y="1733219"/>
                  </a:lnTo>
                  <a:lnTo>
                    <a:pt x="172918" y="1736323"/>
                  </a:lnTo>
                  <a:lnTo>
                    <a:pt x="185336" y="1736323"/>
                  </a:lnTo>
                  <a:lnTo>
                    <a:pt x="189372" y="1723595"/>
                  </a:lnTo>
                  <a:lnTo>
                    <a:pt x="224763" y="1731046"/>
                  </a:lnTo>
                  <a:lnTo>
                    <a:pt x="239354" y="1725768"/>
                  </a:lnTo>
                  <a:lnTo>
                    <a:pt x="257980" y="1718318"/>
                  </a:lnTo>
                  <a:lnTo>
                    <a:pt x="275676" y="1710867"/>
                  </a:lnTo>
                  <a:lnTo>
                    <a:pt x="290267" y="1713040"/>
                  </a:lnTo>
                  <a:lnTo>
                    <a:pt x="302685" y="1713971"/>
                  </a:lnTo>
                  <a:lnTo>
                    <a:pt x="316344" y="1716144"/>
                  </a:lnTo>
                  <a:lnTo>
                    <a:pt x="336213" y="1747810"/>
                  </a:lnTo>
                  <a:lnTo>
                    <a:pt x="343353" y="1747810"/>
                  </a:lnTo>
                  <a:lnTo>
                    <a:pt x="348631" y="1747810"/>
                  </a:lnTo>
                  <a:lnTo>
                    <a:pt x="353908" y="1745637"/>
                  </a:lnTo>
                  <a:lnTo>
                    <a:pt x="356081" y="1743464"/>
                  </a:lnTo>
                  <a:lnTo>
                    <a:pt x="360117" y="1740359"/>
                  </a:lnTo>
                  <a:lnTo>
                    <a:pt x="367257" y="1742532"/>
                  </a:lnTo>
                  <a:lnTo>
                    <a:pt x="372535" y="1742532"/>
                  </a:lnTo>
                  <a:lnTo>
                    <a:pt x="375639" y="1743464"/>
                  </a:lnTo>
                  <a:lnTo>
                    <a:pt x="379675" y="1747810"/>
                  </a:lnTo>
                  <a:lnTo>
                    <a:pt x="382780" y="1749983"/>
                  </a:lnTo>
                  <a:lnTo>
                    <a:pt x="388989" y="1753088"/>
                  </a:lnTo>
                  <a:lnTo>
                    <a:pt x="382780" y="1775440"/>
                  </a:lnTo>
                  <a:lnTo>
                    <a:pt x="377502" y="1795619"/>
                  </a:lnTo>
                  <a:lnTo>
                    <a:pt x="372224" y="1817971"/>
                  </a:lnTo>
                  <a:lnTo>
                    <a:pt x="388989" y="1835045"/>
                  </a:lnTo>
                  <a:lnTo>
                    <a:pt x="404511" y="1855224"/>
                  </a:lnTo>
                  <a:lnTo>
                    <a:pt x="421275" y="1877576"/>
                  </a:lnTo>
                  <a:lnTo>
                    <a:pt x="431830" y="1899928"/>
                  </a:lnTo>
                  <a:lnTo>
                    <a:pt x="435866" y="1917003"/>
                  </a:lnTo>
                  <a:lnTo>
                    <a:pt x="435866" y="1929731"/>
                  </a:lnTo>
                  <a:lnTo>
                    <a:pt x="438039" y="1942459"/>
                  </a:lnTo>
                  <a:lnTo>
                    <a:pt x="445179" y="1957361"/>
                  </a:lnTo>
                  <a:lnTo>
                    <a:pt x="438970" y="1972262"/>
                  </a:lnTo>
                  <a:lnTo>
                    <a:pt x="431830" y="1989337"/>
                  </a:lnTo>
                  <a:lnTo>
                    <a:pt x="421275" y="2009516"/>
                  </a:lnTo>
                  <a:lnTo>
                    <a:pt x="414135" y="2027522"/>
                  </a:lnTo>
                  <a:lnTo>
                    <a:pt x="410099" y="2048632"/>
                  </a:lnTo>
                  <a:lnTo>
                    <a:pt x="412272" y="2066638"/>
                  </a:lnTo>
                  <a:lnTo>
                    <a:pt x="419412" y="2081539"/>
                  </a:lnTo>
                  <a:lnTo>
                    <a:pt x="430899" y="2096441"/>
                  </a:lnTo>
                  <a:lnTo>
                    <a:pt x="441454" y="2113515"/>
                  </a:lnTo>
                  <a:lnTo>
                    <a:pt x="448594" y="2128416"/>
                  </a:lnTo>
                  <a:lnTo>
                    <a:pt x="448594" y="2133694"/>
                  </a:lnTo>
                  <a:lnTo>
                    <a:pt x="448594" y="2138972"/>
                  </a:lnTo>
                  <a:lnTo>
                    <a:pt x="446421" y="2143318"/>
                  </a:lnTo>
                  <a:lnTo>
                    <a:pt x="445490" y="2148595"/>
                  </a:lnTo>
                  <a:lnTo>
                    <a:pt x="445490" y="2151700"/>
                  </a:lnTo>
                  <a:lnTo>
                    <a:pt x="445490" y="2156046"/>
                  </a:lnTo>
                  <a:lnTo>
                    <a:pt x="452630" y="2159151"/>
                  </a:lnTo>
                  <a:lnTo>
                    <a:pt x="450457" y="2163497"/>
                  </a:lnTo>
                  <a:lnTo>
                    <a:pt x="448284" y="2166601"/>
                  </a:lnTo>
                  <a:lnTo>
                    <a:pt x="448284" y="2170948"/>
                  </a:lnTo>
                  <a:lnTo>
                    <a:pt x="446111" y="2176225"/>
                  </a:lnTo>
                  <a:lnTo>
                    <a:pt x="448284" y="2181503"/>
                  </a:lnTo>
                  <a:lnTo>
                    <a:pt x="450457" y="2181503"/>
                  </a:lnTo>
                  <a:lnTo>
                    <a:pt x="452630" y="2185849"/>
                  </a:lnTo>
                  <a:lnTo>
                    <a:pt x="455734" y="2186780"/>
                  </a:lnTo>
                  <a:lnTo>
                    <a:pt x="459770" y="2191127"/>
                  </a:lnTo>
                  <a:lnTo>
                    <a:pt x="459770" y="2193300"/>
                  </a:lnTo>
                  <a:lnTo>
                    <a:pt x="455734" y="2206028"/>
                  </a:lnTo>
                  <a:lnTo>
                    <a:pt x="465048" y="2224034"/>
                  </a:lnTo>
                  <a:lnTo>
                    <a:pt x="479639" y="2242971"/>
                  </a:lnTo>
                  <a:lnTo>
                    <a:pt x="494230" y="2260046"/>
                  </a:lnTo>
                  <a:lnTo>
                    <a:pt x="504785" y="2278051"/>
                  </a:lnTo>
                  <a:lnTo>
                    <a:pt x="506958" y="2290780"/>
                  </a:lnTo>
                  <a:lnTo>
                    <a:pt x="506958" y="2303508"/>
                  </a:lnTo>
                  <a:lnTo>
                    <a:pt x="506958" y="2314994"/>
                  </a:lnTo>
                  <a:lnTo>
                    <a:pt x="509131" y="2324618"/>
                  </a:lnTo>
                  <a:lnTo>
                    <a:pt x="512236" y="2327723"/>
                  </a:lnTo>
                  <a:lnTo>
                    <a:pt x="516271" y="2333000"/>
                  </a:lnTo>
                  <a:lnTo>
                    <a:pt x="519376" y="2335173"/>
                  </a:lnTo>
                  <a:lnTo>
                    <a:pt x="523411" y="2339520"/>
                  </a:lnTo>
                  <a:lnTo>
                    <a:pt x="528689" y="2342624"/>
                  </a:lnTo>
                  <a:lnTo>
                    <a:pt x="553835" y="2337347"/>
                  </a:lnTo>
                  <a:lnTo>
                    <a:pt x="582086" y="2332069"/>
                  </a:lnTo>
                  <a:lnTo>
                    <a:pt x="609095" y="2324618"/>
                  </a:lnTo>
                  <a:lnTo>
                    <a:pt x="636103" y="2317168"/>
                  </a:lnTo>
                  <a:lnTo>
                    <a:pt x="657834" y="2303508"/>
                  </a:lnTo>
                  <a:lnTo>
                    <a:pt x="675530" y="2287675"/>
                  </a:lnTo>
                  <a:lnTo>
                    <a:pt x="684843" y="2270601"/>
                  </a:lnTo>
                  <a:lnTo>
                    <a:pt x="691984" y="2253526"/>
                  </a:lnTo>
                  <a:lnTo>
                    <a:pt x="715888" y="2233347"/>
                  </a:lnTo>
                  <a:lnTo>
                    <a:pt x="718992" y="2218446"/>
                  </a:lnTo>
                  <a:lnTo>
                    <a:pt x="721165" y="2203544"/>
                  </a:lnTo>
                  <a:lnTo>
                    <a:pt x="723339" y="2188643"/>
                  </a:lnTo>
                  <a:lnTo>
                    <a:pt x="728616" y="2175915"/>
                  </a:lnTo>
                  <a:lnTo>
                    <a:pt x="748485" y="2171568"/>
                  </a:lnTo>
                  <a:lnTo>
                    <a:pt x="752520" y="2168464"/>
                  </a:lnTo>
                  <a:lnTo>
                    <a:pt x="753452" y="2164118"/>
                  </a:lnTo>
                  <a:lnTo>
                    <a:pt x="757488" y="2161013"/>
                  </a:lnTo>
                  <a:lnTo>
                    <a:pt x="759661" y="2158840"/>
                  </a:lnTo>
                  <a:lnTo>
                    <a:pt x="762765" y="2155736"/>
                  </a:lnTo>
                  <a:lnTo>
                    <a:pt x="768043" y="2151390"/>
                  </a:lnTo>
                  <a:lnTo>
                    <a:pt x="764938" y="2131211"/>
                  </a:lnTo>
                  <a:lnTo>
                    <a:pt x="757798" y="2114136"/>
                  </a:lnTo>
                  <a:lnTo>
                    <a:pt x="748485" y="2103581"/>
                  </a:lnTo>
                  <a:lnTo>
                    <a:pt x="757798" y="2084644"/>
                  </a:lnTo>
                  <a:lnTo>
                    <a:pt x="772389" y="2071915"/>
                  </a:lnTo>
                  <a:lnTo>
                    <a:pt x="790084" y="2062291"/>
                  </a:lnTo>
                  <a:lnTo>
                    <a:pt x="808711" y="2053909"/>
                  </a:lnTo>
                  <a:lnTo>
                    <a:pt x="824234" y="2042423"/>
                  </a:lnTo>
                  <a:lnTo>
                    <a:pt x="835720" y="2019140"/>
                  </a:lnTo>
                  <a:lnTo>
                    <a:pt x="837893" y="1996787"/>
                  </a:lnTo>
                  <a:lnTo>
                    <a:pt x="831684" y="1974435"/>
                  </a:lnTo>
                  <a:lnTo>
                    <a:pt x="824544" y="1952083"/>
                  </a:lnTo>
                  <a:lnTo>
                    <a:pt x="817404" y="1931904"/>
                  </a:lnTo>
                  <a:lnTo>
                    <a:pt x="810263" y="1909552"/>
                  </a:lnTo>
                  <a:lnTo>
                    <a:pt x="807159" y="1887200"/>
                  </a:lnTo>
                  <a:lnTo>
                    <a:pt x="812437" y="1862985"/>
                  </a:lnTo>
                  <a:lnTo>
                    <a:pt x="827027" y="1837529"/>
                  </a:lnTo>
                  <a:lnTo>
                    <a:pt x="845654" y="1815177"/>
                  </a:lnTo>
                  <a:lnTo>
                    <a:pt x="867385" y="1794066"/>
                  </a:lnTo>
                  <a:lnTo>
                    <a:pt x="890358" y="1776060"/>
                  </a:lnTo>
                  <a:lnTo>
                    <a:pt x="912090" y="1757123"/>
                  </a:lnTo>
                  <a:lnTo>
                    <a:pt x="931958" y="1736944"/>
                  </a:lnTo>
                  <a:lnTo>
                    <a:pt x="945618" y="1718938"/>
                  </a:lnTo>
                  <a:lnTo>
                    <a:pt x="958036" y="1696586"/>
                  </a:lnTo>
                  <a:lnTo>
                    <a:pt x="968591" y="1674234"/>
                  </a:lnTo>
                  <a:lnTo>
                    <a:pt x="975731" y="1655297"/>
                  </a:lnTo>
                  <a:lnTo>
                    <a:pt x="979767" y="1642569"/>
                  </a:lnTo>
                  <a:lnTo>
                    <a:pt x="979767" y="1631393"/>
                  </a:lnTo>
                  <a:lnTo>
                    <a:pt x="985044" y="1621769"/>
                  </a:lnTo>
                  <a:lnTo>
                    <a:pt x="985044" y="1618665"/>
                  </a:lnTo>
                  <a:lnTo>
                    <a:pt x="963313" y="1621769"/>
                  </a:lnTo>
                  <a:lnTo>
                    <a:pt x="939409" y="1627046"/>
                  </a:lnTo>
                  <a:lnTo>
                    <a:pt x="914263" y="1633255"/>
                  </a:lnTo>
                  <a:lnTo>
                    <a:pt x="895636" y="1641637"/>
                  </a:lnTo>
                  <a:lnTo>
                    <a:pt x="880114" y="1640706"/>
                  </a:lnTo>
                  <a:lnTo>
                    <a:pt x="874836" y="1634497"/>
                  </a:lnTo>
                  <a:lnTo>
                    <a:pt x="872663" y="1629220"/>
                  </a:lnTo>
                  <a:lnTo>
                    <a:pt x="872663" y="1623942"/>
                  </a:lnTo>
                  <a:lnTo>
                    <a:pt x="872663" y="1616491"/>
                  </a:lnTo>
                  <a:lnTo>
                    <a:pt x="868627" y="1611214"/>
                  </a:lnTo>
                  <a:lnTo>
                    <a:pt x="854036" y="1599727"/>
                  </a:lnTo>
                  <a:lnTo>
                    <a:pt x="836341" y="1589172"/>
                  </a:lnTo>
                  <a:lnTo>
                    <a:pt x="819577" y="1577686"/>
                  </a:lnTo>
                  <a:lnTo>
                    <a:pt x="809022" y="1564957"/>
                  </a:lnTo>
                  <a:lnTo>
                    <a:pt x="804986" y="1553471"/>
                  </a:lnTo>
                  <a:lnTo>
                    <a:pt x="802813" y="1545089"/>
                  </a:lnTo>
                  <a:lnTo>
                    <a:pt x="799708" y="1533602"/>
                  </a:lnTo>
                  <a:lnTo>
                    <a:pt x="797535" y="1530498"/>
                  </a:lnTo>
                  <a:lnTo>
                    <a:pt x="792258" y="1526152"/>
                  </a:lnTo>
                  <a:lnTo>
                    <a:pt x="786980" y="1523047"/>
                  </a:lnTo>
                  <a:lnTo>
                    <a:pt x="782944" y="1517770"/>
                  </a:lnTo>
                  <a:lnTo>
                    <a:pt x="779840" y="1513423"/>
                  </a:lnTo>
                  <a:lnTo>
                    <a:pt x="779840" y="1476480"/>
                  </a:lnTo>
                  <a:lnTo>
                    <a:pt x="777667" y="1471203"/>
                  </a:lnTo>
                  <a:lnTo>
                    <a:pt x="772389" y="1466856"/>
                  </a:lnTo>
                  <a:lnTo>
                    <a:pt x="768353" y="1463752"/>
                  </a:lnTo>
                  <a:lnTo>
                    <a:pt x="763076" y="1459406"/>
                  </a:lnTo>
                  <a:lnTo>
                    <a:pt x="759971" y="1456301"/>
                  </a:lnTo>
                  <a:lnTo>
                    <a:pt x="750658" y="1436122"/>
                  </a:lnTo>
                  <a:lnTo>
                    <a:pt x="743518" y="1415943"/>
                  </a:lnTo>
                  <a:lnTo>
                    <a:pt x="736377" y="1393591"/>
                  </a:lnTo>
                  <a:lnTo>
                    <a:pt x="724891" y="1374654"/>
                  </a:lnTo>
                  <a:lnTo>
                    <a:pt x="712473" y="1357580"/>
                  </a:lnTo>
                  <a:lnTo>
                    <a:pt x="712473" y="1350129"/>
                  </a:lnTo>
                  <a:lnTo>
                    <a:pt x="716509" y="1350129"/>
                  </a:lnTo>
                  <a:lnTo>
                    <a:pt x="719613" y="1357580"/>
                  </a:lnTo>
                  <a:lnTo>
                    <a:pt x="723649" y="1363788"/>
                  </a:lnTo>
                  <a:lnTo>
                    <a:pt x="726753" y="1366893"/>
                  </a:lnTo>
                  <a:lnTo>
                    <a:pt x="730789" y="1369066"/>
                  </a:lnTo>
                  <a:lnTo>
                    <a:pt x="733894" y="1371239"/>
                  </a:lnTo>
                  <a:lnTo>
                    <a:pt x="737930" y="1372170"/>
                  </a:lnTo>
                  <a:lnTo>
                    <a:pt x="738861" y="1376517"/>
                  </a:lnTo>
                  <a:lnTo>
                    <a:pt x="745070" y="1378690"/>
                  </a:lnTo>
                  <a:lnTo>
                    <a:pt x="755625" y="1386141"/>
                  </a:lnTo>
                  <a:lnTo>
                    <a:pt x="762765" y="1396696"/>
                  </a:lnTo>
                  <a:lnTo>
                    <a:pt x="768043" y="1409424"/>
                  </a:lnTo>
                  <a:lnTo>
                    <a:pt x="774252" y="1423084"/>
                  </a:lnTo>
                  <a:lnTo>
                    <a:pt x="779529" y="1435812"/>
                  </a:lnTo>
                  <a:lnTo>
                    <a:pt x="799398" y="1448540"/>
                  </a:lnTo>
                  <a:lnTo>
                    <a:pt x="804675" y="1459095"/>
                  </a:lnTo>
                  <a:lnTo>
                    <a:pt x="806848" y="1472755"/>
                  </a:lnTo>
                  <a:lnTo>
                    <a:pt x="809022" y="1485483"/>
                  </a:lnTo>
                  <a:lnTo>
                    <a:pt x="812126" y="1496038"/>
                  </a:lnTo>
                  <a:lnTo>
                    <a:pt x="824544" y="1510940"/>
                  </a:lnTo>
                  <a:lnTo>
                    <a:pt x="838204" y="1525841"/>
                  </a:lnTo>
                  <a:lnTo>
                    <a:pt x="850621" y="1542916"/>
                  </a:lnTo>
                  <a:lnTo>
                    <a:pt x="859935" y="1560922"/>
                  </a:lnTo>
                  <a:lnTo>
                    <a:pt x="860866" y="1572408"/>
                  </a:lnTo>
                  <a:lnTo>
                    <a:pt x="860866" y="1582963"/>
                  </a:lnTo>
                  <a:lnTo>
                    <a:pt x="863039" y="1594450"/>
                  </a:lnTo>
                  <a:lnTo>
                    <a:pt x="868317" y="1605005"/>
                  </a:lnTo>
                  <a:lnTo>
                    <a:pt x="870490" y="1609351"/>
                  </a:lnTo>
                  <a:lnTo>
                    <a:pt x="872663" y="1611524"/>
                  </a:lnTo>
                  <a:lnTo>
                    <a:pt x="874836" y="1612456"/>
                  </a:lnTo>
                  <a:lnTo>
                    <a:pt x="875767" y="1612456"/>
                  </a:lnTo>
                  <a:lnTo>
                    <a:pt x="879803" y="1614629"/>
                  </a:lnTo>
                  <a:lnTo>
                    <a:pt x="889117" y="1614629"/>
                  </a:lnTo>
                  <a:lnTo>
                    <a:pt x="901534" y="1611524"/>
                  </a:lnTo>
                  <a:lnTo>
                    <a:pt x="913952" y="1604074"/>
                  </a:lnTo>
                  <a:lnTo>
                    <a:pt x="928543" y="1597865"/>
                  </a:lnTo>
                  <a:lnTo>
                    <a:pt x="946239" y="1592587"/>
                  </a:lnTo>
                  <a:lnTo>
                    <a:pt x="963003" y="1589483"/>
                  </a:lnTo>
                  <a:lnTo>
                    <a:pt x="979767" y="1582032"/>
                  </a:lnTo>
                  <a:lnTo>
                    <a:pt x="992185" y="1572408"/>
                  </a:lnTo>
                  <a:lnTo>
                    <a:pt x="1002740" y="1560922"/>
                  </a:lnTo>
                  <a:lnTo>
                    <a:pt x="1016399" y="1553471"/>
                  </a:lnTo>
                  <a:lnTo>
                    <a:pt x="1039372" y="1553471"/>
                  </a:lnTo>
                  <a:lnTo>
                    <a:pt x="1039372" y="1544468"/>
                  </a:lnTo>
                  <a:lnTo>
                    <a:pt x="1057999" y="1531740"/>
                  </a:lnTo>
                  <a:lnTo>
                    <a:pt x="1075694" y="1520253"/>
                  </a:lnTo>
                  <a:lnTo>
                    <a:pt x="1075694" y="1500074"/>
                  </a:lnTo>
                  <a:lnTo>
                    <a:pt x="1089354" y="1494797"/>
                  </a:lnTo>
                  <a:lnTo>
                    <a:pt x="1095563" y="1487346"/>
                  </a:lnTo>
                  <a:lnTo>
                    <a:pt x="1101772" y="1477722"/>
                  </a:lnTo>
                  <a:lnTo>
                    <a:pt x="1108912" y="1468098"/>
                  </a:lnTo>
                  <a:lnTo>
                    <a:pt x="1087181" y="1450092"/>
                  </a:lnTo>
                  <a:lnTo>
                    <a:pt x="1060172" y="1435191"/>
                  </a:lnTo>
                  <a:lnTo>
                    <a:pt x="1057999" y="1420290"/>
                  </a:lnTo>
                  <a:lnTo>
                    <a:pt x="1055826" y="1401352"/>
                  </a:lnTo>
                  <a:lnTo>
                    <a:pt x="1035958" y="1416254"/>
                  </a:lnTo>
                  <a:lnTo>
                    <a:pt x="1019193" y="1435191"/>
                  </a:lnTo>
                  <a:lnTo>
                    <a:pt x="1008638" y="1435191"/>
                  </a:lnTo>
                  <a:lnTo>
                    <a:pt x="999325" y="1437364"/>
                  </a:lnTo>
                  <a:lnTo>
                    <a:pt x="992185" y="1438295"/>
                  </a:lnTo>
                  <a:lnTo>
                    <a:pt x="990011" y="1433018"/>
                  </a:lnTo>
                  <a:lnTo>
                    <a:pt x="989080" y="1427740"/>
                  </a:lnTo>
                  <a:lnTo>
                    <a:pt x="989080" y="1422463"/>
                  </a:lnTo>
                  <a:lnTo>
                    <a:pt x="986907" y="1416254"/>
                  </a:lnTo>
                  <a:lnTo>
                    <a:pt x="984734" y="1410976"/>
                  </a:lnTo>
                  <a:lnTo>
                    <a:pt x="979456" y="1408803"/>
                  </a:lnTo>
                  <a:lnTo>
                    <a:pt x="977283" y="1408803"/>
                  </a:lnTo>
                  <a:lnTo>
                    <a:pt x="975110" y="1408803"/>
                  </a:lnTo>
                  <a:lnTo>
                    <a:pt x="975110" y="1410976"/>
                  </a:lnTo>
                  <a:lnTo>
                    <a:pt x="974179" y="1413149"/>
                  </a:lnTo>
                  <a:lnTo>
                    <a:pt x="972006" y="1418427"/>
                  </a:lnTo>
                  <a:lnTo>
                    <a:pt x="964865" y="1407872"/>
                  </a:lnTo>
                  <a:lnTo>
                    <a:pt x="957725" y="1392970"/>
                  </a:lnTo>
                  <a:lnTo>
                    <a:pt x="948412" y="1375896"/>
                  </a:lnTo>
                  <a:lnTo>
                    <a:pt x="943134" y="1358821"/>
                  </a:lnTo>
                  <a:lnTo>
                    <a:pt x="939098" y="1343920"/>
                  </a:lnTo>
                  <a:lnTo>
                    <a:pt x="946239" y="1343920"/>
                  </a:lnTo>
                  <a:lnTo>
                    <a:pt x="950274" y="1343920"/>
                  </a:lnTo>
                  <a:lnTo>
                    <a:pt x="952448" y="1343920"/>
                  </a:lnTo>
                  <a:lnTo>
                    <a:pt x="953379" y="1343920"/>
                  </a:lnTo>
                  <a:lnTo>
                    <a:pt x="955552" y="1343920"/>
                  </a:lnTo>
                  <a:lnTo>
                    <a:pt x="967039" y="1353544"/>
                  </a:lnTo>
                  <a:lnTo>
                    <a:pt x="972316" y="1363167"/>
                  </a:lnTo>
                  <a:lnTo>
                    <a:pt x="975421" y="1373723"/>
                  </a:lnTo>
                  <a:lnTo>
                    <a:pt x="984734" y="1381173"/>
                  </a:lnTo>
                  <a:lnTo>
                    <a:pt x="997152" y="1388624"/>
                  </a:lnTo>
                  <a:lnTo>
                    <a:pt x="1008638" y="1393902"/>
                  </a:lnTo>
                  <a:lnTo>
                    <a:pt x="1019193" y="1401352"/>
                  </a:lnTo>
                  <a:lnTo>
                    <a:pt x="1031611" y="1401352"/>
                  </a:lnTo>
                  <a:lnTo>
                    <a:pt x="1040925" y="1400421"/>
                  </a:lnTo>
                  <a:lnTo>
                    <a:pt x="1048065" y="1398248"/>
                  </a:lnTo>
                  <a:lnTo>
                    <a:pt x="1059551" y="1393902"/>
                  </a:lnTo>
                  <a:lnTo>
                    <a:pt x="1066692" y="1407561"/>
                  </a:lnTo>
                  <a:lnTo>
                    <a:pt x="1071969" y="1418116"/>
                  </a:lnTo>
                  <a:lnTo>
                    <a:pt x="1102082" y="1420290"/>
                  </a:lnTo>
                  <a:lnTo>
                    <a:pt x="1133438" y="1422463"/>
                  </a:lnTo>
                  <a:lnTo>
                    <a:pt x="1164793" y="1422463"/>
                  </a:lnTo>
                  <a:lnTo>
                    <a:pt x="1194906" y="1418116"/>
                  </a:lnTo>
                  <a:lnTo>
                    <a:pt x="1206392" y="1429603"/>
                  </a:lnTo>
                  <a:lnTo>
                    <a:pt x="1218810" y="1437985"/>
                  </a:lnTo>
                  <a:lnTo>
                    <a:pt x="1231228" y="1447609"/>
                  </a:lnTo>
                  <a:lnTo>
                    <a:pt x="1238368" y="1458164"/>
                  </a:lnTo>
                  <a:lnTo>
                    <a:pt x="1235264" y="1471824"/>
                  </a:lnTo>
                  <a:lnTo>
                    <a:pt x="1238368" y="1474928"/>
                  </a:lnTo>
                  <a:lnTo>
                    <a:pt x="1242404" y="1479274"/>
                  </a:lnTo>
                  <a:lnTo>
                    <a:pt x="1247681" y="1482379"/>
                  </a:lnTo>
                  <a:lnTo>
                    <a:pt x="1251717" y="1486725"/>
                  </a:lnTo>
                  <a:lnTo>
                    <a:pt x="1262273" y="1487656"/>
                  </a:lnTo>
                  <a:lnTo>
                    <a:pt x="1271586" y="1487656"/>
                  </a:lnTo>
                  <a:lnTo>
                    <a:pt x="1284004" y="1486725"/>
                  </a:lnTo>
                  <a:lnTo>
                    <a:pt x="1288039" y="1524910"/>
                  </a:lnTo>
                  <a:lnTo>
                    <a:pt x="1296422" y="1556575"/>
                  </a:lnTo>
                  <a:lnTo>
                    <a:pt x="1308840" y="1586068"/>
                  </a:lnTo>
                  <a:lnTo>
                    <a:pt x="1327466" y="1613697"/>
                  </a:lnTo>
                  <a:lnTo>
                    <a:pt x="1327466" y="1615870"/>
                  </a:lnTo>
                  <a:lnTo>
                    <a:pt x="1325293" y="1618044"/>
                  </a:lnTo>
                  <a:lnTo>
                    <a:pt x="1323120" y="1621148"/>
                  </a:lnTo>
                  <a:lnTo>
                    <a:pt x="1322188" y="1625494"/>
                  </a:lnTo>
                  <a:lnTo>
                    <a:pt x="1323120" y="1628599"/>
                  </a:lnTo>
                  <a:lnTo>
                    <a:pt x="1329329" y="1645673"/>
                  </a:lnTo>
                  <a:lnTo>
                    <a:pt x="1339884" y="1665852"/>
                  </a:lnTo>
                  <a:lnTo>
                    <a:pt x="1351370" y="1678581"/>
                  </a:lnTo>
                  <a:lnTo>
                    <a:pt x="1352302" y="1680754"/>
                  </a:lnTo>
                  <a:lnTo>
                    <a:pt x="1354475" y="1680754"/>
                  </a:lnTo>
                  <a:lnTo>
                    <a:pt x="1356648" y="1682927"/>
                  </a:lnTo>
                  <a:lnTo>
                    <a:pt x="1358821" y="1682927"/>
                  </a:lnTo>
                  <a:lnTo>
                    <a:pt x="1378690" y="1658712"/>
                  </a:lnTo>
                  <a:lnTo>
                    <a:pt x="1391108" y="1633255"/>
                  </a:lnTo>
                  <a:lnTo>
                    <a:pt x="1400421" y="1601590"/>
                  </a:lnTo>
                  <a:lnTo>
                    <a:pt x="1403525" y="1564647"/>
                  </a:lnTo>
                  <a:lnTo>
                    <a:pt x="1415943" y="1557196"/>
                  </a:lnTo>
                  <a:lnTo>
                    <a:pt x="1425257" y="1547572"/>
                  </a:lnTo>
                  <a:lnTo>
                    <a:pt x="1434570" y="1540122"/>
                  </a:lnTo>
                  <a:lnTo>
                    <a:pt x="1451334" y="1540122"/>
                  </a:lnTo>
                  <a:lnTo>
                    <a:pt x="1463752" y="1507214"/>
                  </a:lnTo>
                  <a:lnTo>
                    <a:pt x="1470892" y="1501937"/>
                  </a:lnTo>
                  <a:lnTo>
                    <a:pt x="1478032" y="1499764"/>
                  </a:lnTo>
                  <a:lnTo>
                    <a:pt x="1485172" y="1499764"/>
                  </a:lnTo>
                  <a:lnTo>
                    <a:pt x="1488277" y="1497591"/>
                  </a:lnTo>
                  <a:lnTo>
                    <a:pt x="1493555" y="1490140"/>
                  </a:lnTo>
                  <a:lnTo>
                    <a:pt x="1497590" y="1475239"/>
                  </a:lnTo>
                  <a:lnTo>
                    <a:pt x="1512181" y="1475239"/>
                  </a:lnTo>
                  <a:lnTo>
                    <a:pt x="1526772" y="1477412"/>
                  </a:lnTo>
                  <a:lnTo>
                    <a:pt x="1543536" y="1475239"/>
                  </a:lnTo>
                  <a:lnTo>
                    <a:pt x="1544468" y="1473065"/>
                  </a:lnTo>
                  <a:lnTo>
                    <a:pt x="1546641" y="1472134"/>
                  </a:lnTo>
                  <a:lnTo>
                    <a:pt x="1548814" y="1467788"/>
                  </a:lnTo>
                  <a:lnTo>
                    <a:pt x="1550987" y="1465615"/>
                  </a:lnTo>
                  <a:lnTo>
                    <a:pt x="1554092" y="1462510"/>
                  </a:lnTo>
                  <a:lnTo>
                    <a:pt x="1565578" y="1480516"/>
                  </a:lnTo>
                  <a:lnTo>
                    <a:pt x="1573960" y="1495418"/>
                  </a:lnTo>
                  <a:lnTo>
                    <a:pt x="1585447" y="1509077"/>
                  </a:lnTo>
                  <a:lnTo>
                    <a:pt x="1592587" y="1523979"/>
                  </a:lnTo>
                  <a:lnTo>
                    <a:pt x="1597864" y="1541984"/>
                  </a:lnTo>
                  <a:lnTo>
                    <a:pt x="1597864" y="1564337"/>
                  </a:lnTo>
                  <a:lnTo>
                    <a:pt x="1600037" y="1566509"/>
                  </a:lnTo>
                  <a:lnTo>
                    <a:pt x="1600969" y="1566509"/>
                  </a:lnTo>
                  <a:lnTo>
                    <a:pt x="1600969" y="1567441"/>
                  </a:lnTo>
                  <a:lnTo>
                    <a:pt x="1603142" y="1567441"/>
                  </a:lnTo>
                  <a:lnTo>
                    <a:pt x="1610282" y="1567441"/>
                  </a:lnTo>
                  <a:lnTo>
                    <a:pt x="1617422" y="1566509"/>
                  </a:lnTo>
                  <a:lnTo>
                    <a:pt x="1621458" y="1564337"/>
                  </a:lnTo>
                  <a:lnTo>
                    <a:pt x="1626736" y="1559990"/>
                  </a:lnTo>
                  <a:lnTo>
                    <a:pt x="1629840" y="1556886"/>
                  </a:lnTo>
                  <a:lnTo>
                    <a:pt x="1641327" y="1569614"/>
                  </a:lnTo>
                  <a:lnTo>
                    <a:pt x="1648467" y="1586688"/>
                  </a:lnTo>
                  <a:lnTo>
                    <a:pt x="1650640" y="1606867"/>
                  </a:lnTo>
                  <a:lnTo>
                    <a:pt x="1650640" y="1629220"/>
                  </a:lnTo>
                  <a:lnTo>
                    <a:pt x="1650640" y="1649399"/>
                  </a:lnTo>
                  <a:lnTo>
                    <a:pt x="1650640" y="1668336"/>
                  </a:lnTo>
                  <a:lnTo>
                    <a:pt x="1653745" y="1683237"/>
                  </a:lnTo>
                  <a:lnTo>
                    <a:pt x="1653745" y="1686342"/>
                  </a:lnTo>
                  <a:lnTo>
                    <a:pt x="1663058" y="1683237"/>
                  </a:lnTo>
                  <a:lnTo>
                    <a:pt x="1663058" y="1686342"/>
                  </a:lnTo>
                  <a:lnTo>
                    <a:pt x="1672371" y="1699070"/>
                  </a:lnTo>
                  <a:lnTo>
                    <a:pt x="1677649" y="1713971"/>
                  </a:lnTo>
                  <a:lnTo>
                    <a:pt x="1682927" y="1728873"/>
                  </a:lnTo>
                  <a:lnTo>
                    <a:pt x="1686962" y="1745947"/>
                  </a:lnTo>
                  <a:lnTo>
                    <a:pt x="1693171" y="1760849"/>
                  </a:lnTo>
                  <a:lnTo>
                    <a:pt x="1702485" y="1768299"/>
                  </a:lnTo>
                  <a:lnTo>
                    <a:pt x="1704658" y="1770472"/>
                  </a:lnTo>
                  <a:lnTo>
                    <a:pt x="1715213" y="1775750"/>
                  </a:lnTo>
                  <a:lnTo>
                    <a:pt x="1726699" y="1785374"/>
                  </a:lnTo>
                  <a:lnTo>
                    <a:pt x="1737255" y="1785374"/>
                  </a:lnTo>
                  <a:lnTo>
                    <a:pt x="1736323" y="1758986"/>
                  </a:lnTo>
                  <a:lnTo>
                    <a:pt x="1729183" y="1733529"/>
                  </a:lnTo>
                  <a:lnTo>
                    <a:pt x="1717696" y="1711177"/>
                  </a:lnTo>
                  <a:lnTo>
                    <a:pt x="1703106" y="1696276"/>
                  </a:lnTo>
                  <a:lnTo>
                    <a:pt x="1700001" y="1694103"/>
                  </a:lnTo>
                  <a:lnTo>
                    <a:pt x="1695965" y="1694103"/>
                  </a:lnTo>
                  <a:lnTo>
                    <a:pt x="1692861" y="1694103"/>
                  </a:lnTo>
                  <a:lnTo>
                    <a:pt x="1688825" y="1694103"/>
                  </a:lnTo>
                  <a:lnTo>
                    <a:pt x="1687894" y="1691930"/>
                  </a:lnTo>
                  <a:lnTo>
                    <a:pt x="1681685" y="1681374"/>
                  </a:lnTo>
                  <a:lnTo>
                    <a:pt x="1680753" y="1671751"/>
                  </a:lnTo>
                  <a:lnTo>
                    <a:pt x="1676718" y="1664300"/>
                  </a:lnTo>
                  <a:lnTo>
                    <a:pt x="1667404" y="1659022"/>
                  </a:lnTo>
                  <a:lnTo>
                    <a:pt x="1676718" y="1634808"/>
                  </a:lnTo>
                  <a:lnTo>
                    <a:pt x="1683858" y="1605315"/>
                  </a:lnTo>
                  <a:lnTo>
                    <a:pt x="1700622" y="1618975"/>
                  </a:lnTo>
                  <a:lnTo>
                    <a:pt x="1716144" y="1631703"/>
                  </a:lnTo>
                  <a:lnTo>
                    <a:pt x="1730735" y="1644431"/>
                  </a:lnTo>
                  <a:lnTo>
                    <a:pt x="1742222" y="1659333"/>
                  </a:lnTo>
                  <a:lnTo>
                    <a:pt x="1747499" y="1679512"/>
                  </a:lnTo>
                  <a:lnTo>
                    <a:pt x="1754640" y="1679512"/>
                  </a:lnTo>
                  <a:lnTo>
                    <a:pt x="1815176" y="1629841"/>
                  </a:lnTo>
                  <a:lnTo>
                    <a:pt x="1813003" y="1600348"/>
                  </a:lnTo>
                  <a:lnTo>
                    <a:pt x="1807726" y="1576133"/>
                  </a:lnTo>
                  <a:lnTo>
                    <a:pt x="1796239" y="1558128"/>
                  </a:lnTo>
                  <a:lnTo>
                    <a:pt x="1783822" y="1541053"/>
                  </a:lnTo>
                  <a:lnTo>
                    <a:pt x="1767057" y="1525220"/>
                  </a:lnTo>
                  <a:lnTo>
                    <a:pt x="1769230" y="1510319"/>
                  </a:lnTo>
                  <a:lnTo>
                    <a:pt x="1774508" y="1500695"/>
                  </a:lnTo>
                  <a:lnTo>
                    <a:pt x="1780717" y="1495418"/>
                  </a:lnTo>
                  <a:lnTo>
                    <a:pt x="1787857" y="1489209"/>
                  </a:lnTo>
                  <a:lnTo>
                    <a:pt x="1794066" y="1480827"/>
                  </a:lnTo>
                  <a:lnTo>
                    <a:pt x="1800275" y="1480827"/>
                  </a:lnTo>
                  <a:lnTo>
                    <a:pt x="1805553" y="1481758"/>
                  </a:lnTo>
                  <a:lnTo>
                    <a:pt x="1807726" y="1481758"/>
                  </a:lnTo>
                  <a:lnTo>
                    <a:pt x="1810830" y="1483931"/>
                  </a:lnTo>
                  <a:lnTo>
                    <a:pt x="1813003" y="1488277"/>
                  </a:lnTo>
                  <a:lnTo>
                    <a:pt x="1816108" y="1493555"/>
                  </a:lnTo>
                  <a:lnTo>
                    <a:pt x="1818281" y="1496659"/>
                  </a:lnTo>
                  <a:lnTo>
                    <a:pt x="1816108" y="1501006"/>
                  </a:lnTo>
                  <a:lnTo>
                    <a:pt x="1815176" y="1504110"/>
                  </a:lnTo>
                  <a:lnTo>
                    <a:pt x="1811141" y="1506283"/>
                  </a:lnTo>
                  <a:lnTo>
                    <a:pt x="1808036" y="1506283"/>
                  </a:lnTo>
                  <a:lnTo>
                    <a:pt x="1804000" y="1508456"/>
                  </a:lnTo>
                  <a:lnTo>
                    <a:pt x="1804000" y="1518080"/>
                  </a:lnTo>
                  <a:lnTo>
                    <a:pt x="1804000" y="1523358"/>
                  </a:lnTo>
                  <a:lnTo>
                    <a:pt x="1806173" y="1528635"/>
                  </a:lnTo>
                  <a:lnTo>
                    <a:pt x="1808346" y="1533913"/>
                  </a:lnTo>
                  <a:lnTo>
                    <a:pt x="1811451" y="1532981"/>
                  </a:lnTo>
                  <a:lnTo>
                    <a:pt x="1813624" y="1532981"/>
                  </a:lnTo>
                  <a:lnTo>
                    <a:pt x="1815797" y="1532981"/>
                  </a:lnTo>
                  <a:lnTo>
                    <a:pt x="1816729" y="1530808"/>
                  </a:lnTo>
                  <a:lnTo>
                    <a:pt x="1818902" y="1530808"/>
                  </a:lnTo>
                  <a:lnTo>
                    <a:pt x="1826042" y="1526462"/>
                  </a:lnTo>
                  <a:lnTo>
                    <a:pt x="1830078" y="1523358"/>
                  </a:lnTo>
                  <a:lnTo>
                    <a:pt x="1831009" y="1521184"/>
                  </a:lnTo>
                  <a:lnTo>
                    <a:pt x="1835045" y="1518080"/>
                  </a:lnTo>
                  <a:lnTo>
                    <a:pt x="1838150" y="1513734"/>
                  </a:lnTo>
                  <a:lnTo>
                    <a:pt x="1837218" y="1508456"/>
                  </a:lnTo>
                  <a:lnTo>
                    <a:pt x="1837218" y="1503179"/>
                  </a:lnTo>
                  <a:lnTo>
                    <a:pt x="1835045" y="1501006"/>
                  </a:lnTo>
                  <a:lnTo>
                    <a:pt x="1835045" y="1498832"/>
                  </a:lnTo>
                  <a:lnTo>
                    <a:pt x="1835045" y="1495728"/>
                  </a:lnTo>
                  <a:lnTo>
                    <a:pt x="1835045" y="1491382"/>
                  </a:lnTo>
                  <a:lnTo>
                    <a:pt x="1835045" y="1483931"/>
                  </a:lnTo>
                  <a:lnTo>
                    <a:pt x="1862054" y="1478653"/>
                  </a:lnTo>
                  <a:lnTo>
                    <a:pt x="1891236" y="1469030"/>
                  </a:lnTo>
                  <a:lnTo>
                    <a:pt x="1916382" y="1458474"/>
                  </a:lnTo>
                  <a:lnTo>
                    <a:pt x="1940286" y="1443573"/>
                  </a:lnTo>
                  <a:lnTo>
                    <a:pt x="1958913" y="1423394"/>
                  </a:lnTo>
                  <a:lnTo>
                    <a:pt x="1967295" y="1408493"/>
                  </a:lnTo>
                  <a:lnTo>
                    <a:pt x="1974435" y="1394833"/>
                  </a:lnTo>
                  <a:lnTo>
                    <a:pt x="1981575" y="1379932"/>
                  </a:lnTo>
                  <a:lnTo>
                    <a:pt x="1993993" y="1371550"/>
                  </a:lnTo>
                  <a:lnTo>
                    <a:pt x="1993993" y="1351992"/>
                  </a:lnTo>
                  <a:lnTo>
                    <a:pt x="1993062" y="1329639"/>
                  </a:lnTo>
                  <a:lnTo>
                    <a:pt x="1989026" y="1309460"/>
                  </a:lnTo>
                  <a:lnTo>
                    <a:pt x="1981886" y="1289281"/>
                  </a:lnTo>
                  <a:lnTo>
                    <a:pt x="1973504" y="1274380"/>
                  </a:lnTo>
                  <a:lnTo>
                    <a:pt x="1958913" y="1264756"/>
                  </a:lnTo>
                  <a:lnTo>
                    <a:pt x="1964190" y="1252028"/>
                  </a:lnTo>
                  <a:lnTo>
                    <a:pt x="1969468" y="1244577"/>
                  </a:lnTo>
                  <a:lnTo>
                    <a:pt x="1976608" y="1237127"/>
                  </a:lnTo>
                  <a:lnTo>
                    <a:pt x="1983748" y="1227503"/>
                  </a:lnTo>
                  <a:lnTo>
                    <a:pt x="2003617" y="1227503"/>
                  </a:lnTo>
                  <a:lnTo>
                    <a:pt x="2003617" y="1214774"/>
                  </a:lnTo>
                  <a:lnTo>
                    <a:pt x="1998339" y="1214774"/>
                  </a:lnTo>
                  <a:lnTo>
                    <a:pt x="1987784" y="1209497"/>
                  </a:lnTo>
                  <a:lnTo>
                    <a:pt x="1978471" y="1209497"/>
                  </a:lnTo>
                  <a:lnTo>
                    <a:pt x="1969157" y="1212601"/>
                  </a:lnTo>
                  <a:lnTo>
                    <a:pt x="1958602" y="1218810"/>
                  </a:lnTo>
                  <a:lnTo>
                    <a:pt x="1954567" y="1212601"/>
                  </a:lnTo>
                  <a:lnTo>
                    <a:pt x="1951462" y="1209497"/>
                  </a:lnTo>
                  <a:lnTo>
                    <a:pt x="1947426" y="1205151"/>
                  </a:lnTo>
                  <a:lnTo>
                    <a:pt x="1942149" y="1202046"/>
                  </a:lnTo>
                  <a:lnTo>
                    <a:pt x="1935008" y="1197700"/>
                  </a:lnTo>
                  <a:lnTo>
                    <a:pt x="1942149" y="1184972"/>
                  </a:lnTo>
                  <a:lnTo>
                    <a:pt x="1954567" y="1174416"/>
                  </a:lnTo>
                  <a:lnTo>
                    <a:pt x="1966985" y="1164793"/>
                  </a:lnTo>
                  <a:lnTo>
                    <a:pt x="1978471" y="1153306"/>
                  </a:lnTo>
                  <a:lnTo>
                    <a:pt x="1983748" y="1155479"/>
                  </a:lnTo>
                  <a:lnTo>
                    <a:pt x="1987784" y="1155479"/>
                  </a:lnTo>
                  <a:lnTo>
                    <a:pt x="1990889" y="1157652"/>
                  </a:lnTo>
                  <a:lnTo>
                    <a:pt x="1993993" y="1157652"/>
                  </a:lnTo>
                  <a:lnTo>
                    <a:pt x="1990889" y="1165103"/>
                  </a:lnTo>
                  <a:lnTo>
                    <a:pt x="1988716" y="1168208"/>
                  </a:lnTo>
                  <a:lnTo>
                    <a:pt x="1987784" y="1174416"/>
                  </a:lnTo>
                  <a:lnTo>
                    <a:pt x="1985611" y="1177521"/>
                  </a:lnTo>
                  <a:lnTo>
                    <a:pt x="1983438" y="1182799"/>
                  </a:lnTo>
                  <a:lnTo>
                    <a:pt x="1983438" y="1187145"/>
                  </a:lnTo>
                  <a:lnTo>
                    <a:pt x="1995856" y="1181867"/>
                  </a:lnTo>
                  <a:lnTo>
                    <a:pt x="2010447" y="1175658"/>
                  </a:lnTo>
                  <a:lnTo>
                    <a:pt x="2022865" y="1172554"/>
                  </a:lnTo>
                  <a:lnTo>
                    <a:pt x="2034351" y="1174727"/>
                  </a:lnTo>
                  <a:lnTo>
                    <a:pt x="2043664" y="1174727"/>
                  </a:lnTo>
                  <a:lnTo>
                    <a:pt x="2039629" y="1182178"/>
                  </a:lnTo>
                  <a:lnTo>
                    <a:pt x="2037456" y="1187455"/>
                  </a:lnTo>
                  <a:lnTo>
                    <a:pt x="2034351" y="1192733"/>
                  </a:lnTo>
                  <a:lnTo>
                    <a:pt x="2030315" y="1198010"/>
                  </a:lnTo>
                  <a:lnTo>
                    <a:pt x="2034351" y="1204219"/>
                  </a:lnTo>
                  <a:lnTo>
                    <a:pt x="2037456" y="1205151"/>
                  </a:lnTo>
                  <a:lnTo>
                    <a:pt x="2039629" y="1207324"/>
                  </a:lnTo>
                  <a:lnTo>
                    <a:pt x="2041802" y="1207324"/>
                  </a:lnTo>
                  <a:lnTo>
                    <a:pt x="2044906" y="1207324"/>
                  </a:lnTo>
                  <a:lnTo>
                    <a:pt x="2048942" y="1207324"/>
                  </a:lnTo>
                  <a:lnTo>
                    <a:pt x="2054220" y="1207324"/>
                  </a:lnTo>
                  <a:lnTo>
                    <a:pt x="2054220" y="1218810"/>
                  </a:lnTo>
                  <a:lnTo>
                    <a:pt x="2052046" y="1233712"/>
                  </a:lnTo>
                  <a:lnTo>
                    <a:pt x="2052046" y="1246440"/>
                  </a:lnTo>
                  <a:lnTo>
                    <a:pt x="2054220" y="1254822"/>
                  </a:lnTo>
                  <a:lnTo>
                    <a:pt x="2054220" y="1264446"/>
                  </a:lnTo>
                  <a:lnTo>
                    <a:pt x="2078124" y="1261341"/>
                  </a:lnTo>
                  <a:lnTo>
                    <a:pt x="2092715" y="1255132"/>
                  </a:lnTo>
                  <a:lnTo>
                    <a:pt x="2099855" y="1247682"/>
                  </a:lnTo>
                  <a:lnTo>
                    <a:pt x="2102960" y="1239300"/>
                  </a:lnTo>
                  <a:lnTo>
                    <a:pt x="2100787" y="1226571"/>
                  </a:lnTo>
                  <a:lnTo>
                    <a:pt x="2097682" y="1215085"/>
                  </a:lnTo>
                  <a:lnTo>
                    <a:pt x="2090542" y="1202357"/>
                  </a:lnTo>
                  <a:lnTo>
                    <a:pt x="2085264" y="1189628"/>
                  </a:lnTo>
                  <a:lnTo>
                    <a:pt x="2078124" y="1178142"/>
                  </a:lnTo>
                  <a:lnTo>
                    <a:pt x="2074088" y="1167587"/>
                  </a:lnTo>
                  <a:lnTo>
                    <a:pt x="2078124" y="1165414"/>
                  </a:lnTo>
                  <a:lnTo>
                    <a:pt x="2081228" y="1165414"/>
                  </a:lnTo>
                  <a:lnTo>
                    <a:pt x="2083402" y="1165414"/>
                  </a:lnTo>
                  <a:lnTo>
                    <a:pt x="2085575" y="1163241"/>
                  </a:lnTo>
                  <a:lnTo>
                    <a:pt x="2087748" y="1163241"/>
                  </a:lnTo>
                  <a:lnTo>
                    <a:pt x="2098303" y="1155790"/>
                  </a:lnTo>
                  <a:lnTo>
                    <a:pt x="2105443" y="1145235"/>
                  </a:lnTo>
                  <a:lnTo>
                    <a:pt x="2110721" y="1133748"/>
                  </a:lnTo>
                  <a:lnTo>
                    <a:pt x="2117861" y="1123193"/>
                  </a:lnTo>
                  <a:lnTo>
                    <a:pt x="2127175" y="1113569"/>
                  </a:lnTo>
                  <a:lnTo>
                    <a:pt x="2137730" y="1111396"/>
                  </a:lnTo>
                  <a:lnTo>
                    <a:pt x="2149216" y="1111396"/>
                  </a:lnTo>
                  <a:lnTo>
                    <a:pt x="2161634" y="1113569"/>
                  </a:lnTo>
                  <a:lnTo>
                    <a:pt x="2174052" y="1110465"/>
                  </a:lnTo>
                  <a:lnTo>
                    <a:pt x="2178088" y="1106118"/>
                  </a:lnTo>
                  <a:lnTo>
                    <a:pt x="2185228" y="1096495"/>
                  </a:lnTo>
                  <a:lnTo>
                    <a:pt x="2195783" y="1083766"/>
                  </a:lnTo>
                  <a:lnTo>
                    <a:pt x="2208201" y="1071038"/>
                  </a:lnTo>
                  <a:lnTo>
                    <a:pt x="2219687" y="1056137"/>
                  </a:lnTo>
                  <a:lnTo>
                    <a:pt x="2230242" y="1043408"/>
                  </a:lnTo>
                  <a:lnTo>
                    <a:pt x="2239556" y="1031922"/>
                  </a:lnTo>
                  <a:lnTo>
                    <a:pt x="2243592" y="1028817"/>
                  </a:lnTo>
                  <a:lnTo>
                    <a:pt x="2250732" y="1011743"/>
                  </a:lnTo>
                  <a:lnTo>
                    <a:pt x="2256010" y="999015"/>
                  </a:lnTo>
                  <a:lnTo>
                    <a:pt x="2263150" y="986286"/>
                  </a:lnTo>
                  <a:lnTo>
                    <a:pt x="2273705" y="974800"/>
                  </a:lnTo>
                  <a:lnTo>
                    <a:pt x="2270600" y="962072"/>
                  </a:lnTo>
                  <a:lnTo>
                    <a:pt x="2266565" y="952448"/>
                  </a:lnTo>
                  <a:lnTo>
                    <a:pt x="2263460" y="942824"/>
                  </a:lnTo>
                  <a:lnTo>
                    <a:pt x="2263460" y="932269"/>
                  </a:lnTo>
                  <a:lnTo>
                    <a:pt x="2265633" y="922645"/>
                  </a:lnTo>
                  <a:lnTo>
                    <a:pt x="2270911" y="917367"/>
                  </a:lnTo>
                  <a:lnTo>
                    <a:pt x="2273084" y="912090"/>
                  </a:lnTo>
                  <a:lnTo>
                    <a:pt x="2270911" y="902466"/>
                  </a:lnTo>
                  <a:lnTo>
                    <a:pt x="2266875" y="887565"/>
                  </a:lnTo>
                  <a:lnTo>
                    <a:pt x="2263771" y="877941"/>
                  </a:lnTo>
                  <a:lnTo>
                    <a:pt x="2258493" y="870490"/>
                  </a:lnTo>
                  <a:lnTo>
                    <a:pt x="2251353" y="862108"/>
                  </a:lnTo>
                  <a:lnTo>
                    <a:pt x="2242039" y="862108"/>
                  </a:lnTo>
                  <a:lnTo>
                    <a:pt x="2236762" y="862108"/>
                  </a:lnTo>
                  <a:lnTo>
                    <a:pt x="2230553" y="863039"/>
                  </a:lnTo>
                  <a:lnTo>
                    <a:pt x="2227448" y="865213"/>
                  </a:lnTo>
                  <a:lnTo>
                    <a:pt x="2223413" y="869559"/>
                  </a:lnTo>
                  <a:lnTo>
                    <a:pt x="2216272" y="867386"/>
                  </a:lnTo>
                  <a:lnTo>
                    <a:pt x="2213168" y="865213"/>
                  </a:lnTo>
                  <a:lnTo>
                    <a:pt x="2209132" y="862108"/>
                  </a:lnTo>
                  <a:lnTo>
                    <a:pt x="2208201" y="857762"/>
                  </a:lnTo>
                  <a:lnTo>
                    <a:pt x="2206028" y="854657"/>
                  </a:lnTo>
                  <a:lnTo>
                    <a:pt x="2203854" y="848448"/>
                  </a:lnTo>
                  <a:lnTo>
                    <a:pt x="2188332" y="848448"/>
                  </a:lnTo>
                  <a:lnTo>
                    <a:pt x="2188332" y="837893"/>
                  </a:lnTo>
                  <a:lnTo>
                    <a:pt x="2200750" y="828269"/>
                  </a:lnTo>
                  <a:lnTo>
                    <a:pt x="2206028" y="820819"/>
                  </a:lnTo>
                  <a:lnTo>
                    <a:pt x="2211305" y="812437"/>
                  </a:lnTo>
                  <a:lnTo>
                    <a:pt x="2218446" y="804986"/>
                  </a:lnTo>
                  <a:lnTo>
                    <a:pt x="2247627" y="795362"/>
                  </a:lnTo>
                  <a:lnTo>
                    <a:pt x="2256941" y="785738"/>
                  </a:lnTo>
                  <a:lnTo>
                    <a:pt x="2264081" y="773010"/>
                  </a:lnTo>
                  <a:lnTo>
                    <a:pt x="2271221" y="760282"/>
                  </a:lnTo>
                  <a:lnTo>
                    <a:pt x="2278361" y="746622"/>
                  </a:lnTo>
                  <a:lnTo>
                    <a:pt x="2290779" y="736067"/>
                  </a:lnTo>
                  <a:lnTo>
                    <a:pt x="2305370" y="726443"/>
                  </a:lnTo>
                  <a:lnTo>
                    <a:pt x="2317788" y="713715"/>
                  </a:lnTo>
                  <a:lnTo>
                    <a:pt x="2354110" y="718993"/>
                  </a:lnTo>
                  <a:lnTo>
                    <a:pt x="2363424" y="730479"/>
                  </a:lnTo>
                  <a:lnTo>
                    <a:pt x="2375841" y="732652"/>
                  </a:lnTo>
                  <a:lnTo>
                    <a:pt x="2390432" y="726443"/>
                  </a:lnTo>
                  <a:lnTo>
                    <a:pt x="2407196" y="723339"/>
                  </a:lnTo>
                  <a:lnTo>
                    <a:pt x="2407196" y="743518"/>
                  </a:lnTo>
                  <a:lnTo>
                    <a:pt x="2422719" y="743518"/>
                  </a:lnTo>
                  <a:lnTo>
                    <a:pt x="2439483" y="741345"/>
                  </a:lnTo>
                  <a:lnTo>
                    <a:pt x="2451901" y="739171"/>
                  </a:lnTo>
                  <a:lnTo>
                    <a:pt x="2463387" y="733894"/>
                  </a:lnTo>
                  <a:lnTo>
                    <a:pt x="2463387" y="730789"/>
                  </a:lnTo>
                  <a:lnTo>
                    <a:pt x="2461214" y="726443"/>
                  </a:lnTo>
                  <a:lnTo>
                    <a:pt x="2459041" y="721166"/>
                  </a:lnTo>
                  <a:lnTo>
                    <a:pt x="2458110" y="718061"/>
                  </a:lnTo>
                  <a:lnTo>
                    <a:pt x="2458110" y="713715"/>
                  </a:lnTo>
                  <a:lnTo>
                    <a:pt x="2458110" y="710610"/>
                  </a:lnTo>
                  <a:lnTo>
                    <a:pt x="2463387" y="700987"/>
                  </a:lnTo>
                  <a:lnTo>
                    <a:pt x="2473942" y="688258"/>
                  </a:lnTo>
                  <a:lnTo>
                    <a:pt x="2485429" y="674599"/>
                  </a:lnTo>
                  <a:lnTo>
                    <a:pt x="2497847" y="664044"/>
                  </a:lnTo>
                  <a:lnTo>
                    <a:pt x="2507160" y="658766"/>
                  </a:lnTo>
                  <a:lnTo>
                    <a:pt x="2510265" y="656593"/>
                  </a:lnTo>
                  <a:lnTo>
                    <a:pt x="2515542" y="658766"/>
                  </a:lnTo>
                  <a:lnTo>
                    <a:pt x="2519578" y="659697"/>
                  </a:lnTo>
                  <a:lnTo>
                    <a:pt x="2524855" y="661871"/>
                  </a:lnTo>
                  <a:lnTo>
                    <a:pt x="2530133" y="666217"/>
                  </a:lnTo>
                  <a:lnTo>
                    <a:pt x="2530133" y="669321"/>
                  </a:lnTo>
                  <a:lnTo>
                    <a:pt x="2529202" y="673667"/>
                  </a:lnTo>
                  <a:lnTo>
                    <a:pt x="2529202" y="674599"/>
                  </a:lnTo>
                  <a:lnTo>
                    <a:pt x="2529202" y="676772"/>
                  </a:lnTo>
                  <a:lnTo>
                    <a:pt x="2527028" y="678945"/>
                  </a:lnTo>
                  <a:lnTo>
                    <a:pt x="2527028" y="684223"/>
                  </a:lnTo>
                  <a:lnTo>
                    <a:pt x="2529202" y="688569"/>
                  </a:lnTo>
                  <a:lnTo>
                    <a:pt x="2529202" y="689500"/>
                  </a:lnTo>
                  <a:lnTo>
                    <a:pt x="2530133" y="695709"/>
                  </a:lnTo>
                  <a:lnTo>
                    <a:pt x="2546897" y="688258"/>
                  </a:lnTo>
                  <a:lnTo>
                    <a:pt x="2559315" y="678635"/>
                  </a:lnTo>
                  <a:lnTo>
                    <a:pt x="2568628" y="665906"/>
                  </a:lnTo>
                  <a:lnTo>
                    <a:pt x="2577942" y="651005"/>
                  </a:lnTo>
                  <a:lnTo>
                    <a:pt x="2587255" y="637345"/>
                  </a:lnTo>
                  <a:lnTo>
                    <a:pt x="2588186" y="636414"/>
                  </a:lnTo>
                  <a:lnTo>
                    <a:pt x="2590359" y="634241"/>
                  </a:lnTo>
                  <a:lnTo>
                    <a:pt x="2593464" y="632068"/>
                  </a:lnTo>
                  <a:lnTo>
                    <a:pt x="2595637" y="634241"/>
                  </a:lnTo>
                  <a:lnTo>
                    <a:pt x="2595637" y="636414"/>
                  </a:lnTo>
                  <a:lnTo>
                    <a:pt x="2597810" y="636414"/>
                  </a:lnTo>
                  <a:lnTo>
                    <a:pt x="2597810" y="637345"/>
                  </a:lnTo>
                  <a:lnTo>
                    <a:pt x="2592533" y="651005"/>
                  </a:lnTo>
                  <a:lnTo>
                    <a:pt x="2588497" y="665906"/>
                  </a:lnTo>
                  <a:lnTo>
                    <a:pt x="2583219" y="678635"/>
                  </a:lnTo>
                  <a:lnTo>
                    <a:pt x="2570802" y="688258"/>
                  </a:lnTo>
                  <a:lnTo>
                    <a:pt x="2558384" y="696640"/>
                  </a:lnTo>
                  <a:lnTo>
                    <a:pt x="2546897" y="706264"/>
                  </a:lnTo>
                  <a:lnTo>
                    <a:pt x="2532306" y="728616"/>
                  </a:lnTo>
                  <a:lnTo>
                    <a:pt x="2517715" y="750968"/>
                  </a:lnTo>
                  <a:lnTo>
                    <a:pt x="2510575" y="758419"/>
                  </a:lnTo>
                  <a:lnTo>
                    <a:pt x="2500020" y="761524"/>
                  </a:lnTo>
                  <a:lnTo>
                    <a:pt x="2490706" y="765870"/>
                  </a:lnTo>
                  <a:lnTo>
                    <a:pt x="2483566" y="771147"/>
                  </a:lnTo>
                  <a:lnTo>
                    <a:pt x="2476426" y="786049"/>
                  </a:lnTo>
                  <a:lnTo>
                    <a:pt x="2478599" y="798777"/>
                  </a:lnTo>
                  <a:lnTo>
                    <a:pt x="2483877" y="808401"/>
                  </a:lnTo>
                  <a:lnTo>
                    <a:pt x="2480772" y="815852"/>
                  </a:lnTo>
                  <a:lnTo>
                    <a:pt x="2478599" y="821129"/>
                  </a:lnTo>
                  <a:lnTo>
                    <a:pt x="2473322" y="825475"/>
                  </a:lnTo>
                  <a:lnTo>
                    <a:pt x="2469286" y="828580"/>
                  </a:lnTo>
                  <a:lnTo>
                    <a:pt x="2464008" y="832926"/>
                  </a:lnTo>
                  <a:lnTo>
                    <a:pt x="2461835" y="865833"/>
                  </a:lnTo>
                  <a:lnTo>
                    <a:pt x="2464008" y="893463"/>
                  </a:lnTo>
                  <a:lnTo>
                    <a:pt x="2473322" y="917678"/>
                  </a:lnTo>
                  <a:lnTo>
                    <a:pt x="2487912" y="937857"/>
                  </a:lnTo>
                  <a:lnTo>
                    <a:pt x="2487912" y="943134"/>
                  </a:lnTo>
                  <a:lnTo>
                    <a:pt x="2494121" y="943134"/>
                  </a:lnTo>
                  <a:lnTo>
                    <a:pt x="2498157" y="922955"/>
                  </a:lnTo>
                  <a:lnTo>
                    <a:pt x="2510575" y="922955"/>
                  </a:lnTo>
                  <a:lnTo>
                    <a:pt x="2515852" y="904950"/>
                  </a:lnTo>
                  <a:lnTo>
                    <a:pt x="2522993" y="890048"/>
                  </a:lnTo>
                  <a:lnTo>
                    <a:pt x="2527028" y="890048"/>
                  </a:lnTo>
                  <a:lnTo>
                    <a:pt x="2529202" y="890048"/>
                  </a:lnTo>
                  <a:lnTo>
                    <a:pt x="2530133" y="890048"/>
                  </a:lnTo>
                  <a:lnTo>
                    <a:pt x="2534169" y="890048"/>
                  </a:lnTo>
                  <a:lnTo>
                    <a:pt x="2537273" y="890048"/>
                  </a:lnTo>
                  <a:lnTo>
                    <a:pt x="2539446" y="875147"/>
                  </a:lnTo>
                  <a:lnTo>
                    <a:pt x="2541620" y="867696"/>
                  </a:lnTo>
                  <a:lnTo>
                    <a:pt x="2546897" y="860245"/>
                  </a:lnTo>
                  <a:lnTo>
                    <a:pt x="2554037" y="848759"/>
                  </a:lnTo>
                  <a:lnTo>
                    <a:pt x="2566455" y="848759"/>
                  </a:lnTo>
                  <a:lnTo>
                    <a:pt x="2566455" y="840377"/>
                  </a:lnTo>
                  <a:lnTo>
                    <a:pt x="2566455" y="832926"/>
                  </a:lnTo>
                  <a:lnTo>
                    <a:pt x="2568628" y="827649"/>
                  </a:lnTo>
                  <a:lnTo>
                    <a:pt x="2570802" y="821440"/>
                  </a:lnTo>
                  <a:lnTo>
                    <a:pt x="2572975" y="820508"/>
                  </a:lnTo>
                  <a:lnTo>
                    <a:pt x="2573906" y="818335"/>
                  </a:lnTo>
                  <a:lnTo>
                    <a:pt x="2576079" y="818335"/>
                  </a:lnTo>
                  <a:lnTo>
                    <a:pt x="2578252" y="818335"/>
                  </a:lnTo>
                  <a:lnTo>
                    <a:pt x="2583530" y="818335"/>
                  </a:lnTo>
                  <a:lnTo>
                    <a:pt x="2580425" y="794120"/>
                  </a:lnTo>
                  <a:lnTo>
                    <a:pt x="2580425" y="766491"/>
                  </a:lnTo>
                  <a:lnTo>
                    <a:pt x="2581356" y="742276"/>
                  </a:lnTo>
                  <a:lnTo>
                    <a:pt x="2590670" y="719924"/>
                  </a:lnTo>
                  <a:lnTo>
                    <a:pt x="2595948" y="718993"/>
                  </a:lnTo>
                  <a:lnTo>
                    <a:pt x="2607434" y="716819"/>
                  </a:lnTo>
                  <a:lnTo>
                    <a:pt x="2619852" y="716819"/>
                  </a:lnTo>
                  <a:lnTo>
                    <a:pt x="2629165" y="716819"/>
                  </a:lnTo>
                  <a:lnTo>
                    <a:pt x="2634443" y="714646"/>
                  </a:lnTo>
                  <a:lnTo>
                    <a:pt x="2634443" y="707196"/>
                  </a:lnTo>
                  <a:lnTo>
                    <a:pt x="2639720" y="704091"/>
                  </a:lnTo>
                  <a:lnTo>
                    <a:pt x="2646861" y="699745"/>
                  </a:lnTo>
                  <a:lnTo>
                    <a:pt x="2656174" y="697572"/>
                  </a:lnTo>
                  <a:lnTo>
                    <a:pt x="2663314" y="696640"/>
                  </a:lnTo>
                  <a:lnTo>
                    <a:pt x="2666419" y="701918"/>
                  </a:lnTo>
                  <a:lnTo>
                    <a:pt x="2672628" y="707196"/>
                  </a:lnTo>
                  <a:lnTo>
                    <a:pt x="2677905" y="711542"/>
                  </a:lnTo>
                  <a:lnTo>
                    <a:pt x="2685045" y="709369"/>
                  </a:lnTo>
                  <a:lnTo>
                    <a:pt x="2692186" y="705022"/>
                  </a:lnTo>
                  <a:lnTo>
                    <a:pt x="2702741" y="701918"/>
                  </a:lnTo>
                  <a:lnTo>
                    <a:pt x="2717332" y="699745"/>
                  </a:lnTo>
                  <a:lnTo>
                    <a:pt x="2724472" y="689190"/>
                  </a:lnTo>
                  <a:lnTo>
                    <a:pt x="2728508" y="677703"/>
                  </a:lnTo>
                  <a:lnTo>
                    <a:pt x="2729439" y="662802"/>
                  </a:lnTo>
                  <a:lnTo>
                    <a:pt x="2744030" y="657524"/>
                  </a:lnTo>
                  <a:lnTo>
                    <a:pt x="2757690" y="652247"/>
                  </a:lnTo>
                  <a:lnTo>
                    <a:pt x="2768245" y="644796"/>
                  </a:lnTo>
                  <a:lnTo>
                    <a:pt x="2773522" y="629895"/>
                  </a:lnTo>
                  <a:lnTo>
                    <a:pt x="2782836" y="632068"/>
                  </a:lnTo>
                  <a:lnTo>
                    <a:pt x="2789976" y="632999"/>
                  </a:lnTo>
                  <a:lnTo>
                    <a:pt x="2795254" y="637345"/>
                  </a:lnTo>
                  <a:lnTo>
                    <a:pt x="2802394" y="642623"/>
                  </a:lnTo>
                  <a:lnTo>
                    <a:pt x="2807671" y="640450"/>
                  </a:lnTo>
                  <a:lnTo>
                    <a:pt x="2811707" y="640450"/>
                  </a:lnTo>
                  <a:lnTo>
                    <a:pt x="2813880" y="638277"/>
                  </a:lnTo>
                  <a:lnTo>
                    <a:pt x="2816985" y="638277"/>
                  </a:lnTo>
                  <a:lnTo>
                    <a:pt x="2811707" y="612820"/>
                  </a:lnTo>
                  <a:lnTo>
                    <a:pt x="2800221" y="590468"/>
                  </a:lnTo>
                  <a:lnTo>
                    <a:pt x="2789666" y="577740"/>
                  </a:lnTo>
                  <a:lnTo>
                    <a:pt x="2792770" y="572462"/>
                  </a:lnTo>
                  <a:lnTo>
                    <a:pt x="2794943" y="570289"/>
                  </a:lnTo>
                  <a:lnTo>
                    <a:pt x="2797116" y="568116"/>
                  </a:lnTo>
                  <a:lnTo>
                    <a:pt x="2799290" y="568116"/>
                  </a:lnTo>
                  <a:lnTo>
                    <a:pt x="2800221" y="568116"/>
                  </a:lnTo>
                  <a:lnTo>
                    <a:pt x="2802394" y="570289"/>
                  </a:lnTo>
                  <a:lnTo>
                    <a:pt x="2804567" y="570289"/>
                  </a:lnTo>
                  <a:lnTo>
                    <a:pt x="2806740" y="570289"/>
                  </a:lnTo>
                  <a:lnTo>
                    <a:pt x="2809845" y="570289"/>
                  </a:lnTo>
                  <a:lnTo>
                    <a:pt x="2813880" y="568116"/>
                  </a:lnTo>
                  <a:lnTo>
                    <a:pt x="2822263" y="560665"/>
                  </a:lnTo>
                  <a:lnTo>
                    <a:pt x="2826298" y="547937"/>
                  </a:lnTo>
                  <a:lnTo>
                    <a:pt x="2829403" y="533036"/>
                  </a:lnTo>
                  <a:lnTo>
                    <a:pt x="2829403" y="520307"/>
                  </a:lnTo>
                  <a:lnTo>
                    <a:pt x="2833439" y="525585"/>
                  </a:lnTo>
                  <a:lnTo>
                    <a:pt x="2838716" y="533036"/>
                  </a:lnTo>
                  <a:lnTo>
                    <a:pt x="2842752" y="540486"/>
                  </a:lnTo>
                  <a:lnTo>
                    <a:pt x="2845856" y="538313"/>
                  </a:lnTo>
                  <a:lnTo>
                    <a:pt x="2848029" y="538313"/>
                  </a:lnTo>
                  <a:lnTo>
                    <a:pt x="2850203" y="538313"/>
                  </a:lnTo>
                  <a:lnTo>
                    <a:pt x="2851134" y="536140"/>
                  </a:lnTo>
                  <a:lnTo>
                    <a:pt x="2853307" y="536140"/>
                  </a:lnTo>
                  <a:lnTo>
                    <a:pt x="2860447" y="536140"/>
                  </a:lnTo>
                  <a:lnTo>
                    <a:pt x="2864483" y="538313"/>
                  </a:lnTo>
                  <a:lnTo>
                    <a:pt x="2865414" y="540486"/>
                  </a:lnTo>
                  <a:lnTo>
                    <a:pt x="2869450" y="542659"/>
                  </a:lnTo>
                  <a:lnTo>
                    <a:pt x="2872555" y="543591"/>
                  </a:lnTo>
                  <a:lnTo>
                    <a:pt x="2872555" y="557250"/>
                  </a:lnTo>
                  <a:lnTo>
                    <a:pt x="2887146" y="560355"/>
                  </a:lnTo>
                  <a:lnTo>
                    <a:pt x="2898632" y="565632"/>
                  </a:lnTo>
                  <a:lnTo>
                    <a:pt x="2905772" y="577119"/>
                  </a:lnTo>
                  <a:lnTo>
                    <a:pt x="2912913" y="577119"/>
                  </a:lnTo>
                  <a:lnTo>
                    <a:pt x="2916017" y="577119"/>
                  </a:lnTo>
                  <a:lnTo>
                    <a:pt x="2920053" y="577119"/>
                  </a:lnTo>
                  <a:lnTo>
                    <a:pt x="2923158" y="574946"/>
                  </a:lnTo>
                  <a:lnTo>
                    <a:pt x="2925330" y="572773"/>
                  </a:lnTo>
                  <a:lnTo>
                    <a:pt x="2928435" y="567495"/>
                  </a:lnTo>
                  <a:lnTo>
                    <a:pt x="2930608" y="564390"/>
                  </a:lnTo>
                  <a:lnTo>
                    <a:pt x="2930608" y="562217"/>
                  </a:lnTo>
                  <a:lnTo>
                    <a:pt x="2928435" y="557871"/>
                  </a:lnTo>
                  <a:lnTo>
                    <a:pt x="2927503" y="556940"/>
                  </a:lnTo>
                  <a:lnTo>
                    <a:pt x="2925330" y="554767"/>
                  </a:lnTo>
                  <a:lnTo>
                    <a:pt x="2921295" y="552594"/>
                  </a:lnTo>
                  <a:lnTo>
                    <a:pt x="2923468" y="547316"/>
                  </a:lnTo>
                  <a:lnTo>
                    <a:pt x="2925641" y="542038"/>
                  </a:lnTo>
                  <a:lnTo>
                    <a:pt x="2927814" y="539865"/>
                  </a:lnTo>
                  <a:lnTo>
                    <a:pt x="2930919" y="535519"/>
                  </a:lnTo>
                  <a:lnTo>
                    <a:pt x="2933092" y="532415"/>
                  </a:lnTo>
                  <a:lnTo>
                    <a:pt x="2969414" y="532415"/>
                  </a:lnTo>
                  <a:lnTo>
                    <a:pt x="2965999" y="516271"/>
                  </a:lnTo>
                  <a:close/>
                  <a:moveTo>
                    <a:pt x="758729" y="1039993"/>
                  </a:moveTo>
                  <a:lnTo>
                    <a:pt x="776425" y="1034716"/>
                  </a:lnTo>
                  <a:lnTo>
                    <a:pt x="791016" y="1027265"/>
                  </a:lnTo>
                  <a:lnTo>
                    <a:pt x="791016" y="1030370"/>
                  </a:lnTo>
                  <a:lnTo>
                    <a:pt x="791016" y="1034716"/>
                  </a:lnTo>
                  <a:lnTo>
                    <a:pt x="791016" y="1039993"/>
                  </a:lnTo>
                  <a:lnTo>
                    <a:pt x="788843" y="1045271"/>
                  </a:lnTo>
                  <a:lnTo>
                    <a:pt x="785738" y="1050549"/>
                  </a:lnTo>
                  <a:lnTo>
                    <a:pt x="785738" y="1057999"/>
                  </a:lnTo>
                  <a:lnTo>
                    <a:pt x="774252" y="1057999"/>
                  </a:lnTo>
                  <a:lnTo>
                    <a:pt x="765870" y="1057068"/>
                  </a:lnTo>
                  <a:lnTo>
                    <a:pt x="758729" y="1054895"/>
                  </a:lnTo>
                  <a:lnTo>
                    <a:pt x="758729" y="1039993"/>
                  </a:lnTo>
                  <a:close/>
                  <a:moveTo>
                    <a:pt x="644175" y="1152064"/>
                  </a:moveTo>
                  <a:lnTo>
                    <a:pt x="645106" y="1151133"/>
                  </a:lnTo>
                  <a:lnTo>
                    <a:pt x="645106" y="1148960"/>
                  </a:lnTo>
                  <a:lnTo>
                    <a:pt x="647279" y="1148960"/>
                  </a:lnTo>
                  <a:lnTo>
                    <a:pt x="649453" y="1146787"/>
                  </a:lnTo>
                  <a:lnTo>
                    <a:pt x="651626" y="1144614"/>
                  </a:lnTo>
                  <a:lnTo>
                    <a:pt x="666217" y="1144614"/>
                  </a:lnTo>
                  <a:lnTo>
                    <a:pt x="662181" y="1148960"/>
                  </a:lnTo>
                  <a:lnTo>
                    <a:pt x="659076" y="1151133"/>
                  </a:lnTo>
                  <a:lnTo>
                    <a:pt x="655041" y="1152064"/>
                  </a:lnTo>
                  <a:lnTo>
                    <a:pt x="651936" y="1154238"/>
                  </a:lnTo>
                  <a:lnTo>
                    <a:pt x="645727" y="1156411"/>
                  </a:lnTo>
                  <a:lnTo>
                    <a:pt x="642623" y="1156411"/>
                  </a:lnTo>
                  <a:lnTo>
                    <a:pt x="644175" y="1152064"/>
                  </a:lnTo>
                  <a:close/>
                  <a:moveTo>
                    <a:pt x="765870" y="1265377"/>
                  </a:moveTo>
                  <a:lnTo>
                    <a:pt x="759661" y="1282452"/>
                  </a:lnTo>
                  <a:lnTo>
                    <a:pt x="752520" y="1300457"/>
                  </a:lnTo>
                  <a:lnTo>
                    <a:pt x="751589" y="1315359"/>
                  </a:lnTo>
                  <a:lnTo>
                    <a:pt x="737930" y="1319705"/>
                  </a:lnTo>
                  <a:lnTo>
                    <a:pt x="725512" y="1320636"/>
                  </a:lnTo>
                  <a:lnTo>
                    <a:pt x="714957" y="1315359"/>
                  </a:lnTo>
                  <a:lnTo>
                    <a:pt x="701297" y="1312254"/>
                  </a:lnTo>
                  <a:lnTo>
                    <a:pt x="696019" y="1312254"/>
                  </a:lnTo>
                  <a:lnTo>
                    <a:pt x="692915" y="1312254"/>
                  </a:lnTo>
                  <a:lnTo>
                    <a:pt x="688879" y="1313186"/>
                  </a:lnTo>
                  <a:lnTo>
                    <a:pt x="685775" y="1317532"/>
                  </a:lnTo>
                  <a:lnTo>
                    <a:pt x="683602" y="1319705"/>
                  </a:lnTo>
                  <a:lnTo>
                    <a:pt x="681428" y="1322810"/>
                  </a:lnTo>
                  <a:lnTo>
                    <a:pt x="678324" y="1324983"/>
                  </a:lnTo>
                  <a:lnTo>
                    <a:pt x="673046" y="1322810"/>
                  </a:lnTo>
                  <a:lnTo>
                    <a:pt x="661560" y="1320636"/>
                  </a:lnTo>
                  <a:lnTo>
                    <a:pt x="646969" y="1319705"/>
                  </a:lnTo>
                  <a:lnTo>
                    <a:pt x="632378" y="1315359"/>
                  </a:lnTo>
                  <a:lnTo>
                    <a:pt x="617787" y="1313186"/>
                  </a:lnTo>
                  <a:lnTo>
                    <a:pt x="610647" y="1312254"/>
                  </a:lnTo>
                  <a:lnTo>
                    <a:pt x="596056" y="1306046"/>
                  </a:lnTo>
                  <a:lnTo>
                    <a:pt x="581465" y="1298595"/>
                  </a:lnTo>
                  <a:lnTo>
                    <a:pt x="566874" y="1295490"/>
                  </a:lnTo>
                  <a:lnTo>
                    <a:pt x="551352" y="1298595"/>
                  </a:lnTo>
                  <a:lnTo>
                    <a:pt x="539865" y="1306046"/>
                  </a:lnTo>
                  <a:lnTo>
                    <a:pt x="536761" y="1315669"/>
                  </a:lnTo>
                  <a:lnTo>
                    <a:pt x="532725" y="1325293"/>
                  </a:lnTo>
                  <a:lnTo>
                    <a:pt x="530552" y="1335848"/>
                  </a:lnTo>
                  <a:lnTo>
                    <a:pt x="523411" y="1334917"/>
                  </a:lnTo>
                  <a:lnTo>
                    <a:pt x="510994" y="1330571"/>
                  </a:lnTo>
                  <a:lnTo>
                    <a:pt x="496403" y="1327466"/>
                  </a:lnTo>
                  <a:lnTo>
                    <a:pt x="485848" y="1323120"/>
                  </a:lnTo>
                  <a:lnTo>
                    <a:pt x="478707" y="1320016"/>
                  </a:lnTo>
                  <a:lnTo>
                    <a:pt x="474671" y="1305114"/>
                  </a:lnTo>
                  <a:lnTo>
                    <a:pt x="460081" y="1297664"/>
                  </a:lnTo>
                  <a:lnTo>
                    <a:pt x="445490" y="1295490"/>
                  </a:lnTo>
                  <a:lnTo>
                    <a:pt x="430899" y="1295490"/>
                  </a:lnTo>
                  <a:lnTo>
                    <a:pt x="418481" y="1291144"/>
                  </a:lnTo>
                  <a:lnTo>
                    <a:pt x="415376" y="1288040"/>
                  </a:lnTo>
                  <a:lnTo>
                    <a:pt x="413203" y="1285867"/>
                  </a:lnTo>
                  <a:lnTo>
                    <a:pt x="409167" y="1282762"/>
                  </a:lnTo>
                  <a:lnTo>
                    <a:pt x="408236" y="1278416"/>
                  </a:lnTo>
                  <a:lnTo>
                    <a:pt x="402027" y="1275311"/>
                  </a:lnTo>
                  <a:lnTo>
                    <a:pt x="406063" y="1256374"/>
                  </a:lnTo>
                  <a:lnTo>
                    <a:pt x="409167" y="1238368"/>
                  </a:lnTo>
                  <a:lnTo>
                    <a:pt x="415376" y="1221294"/>
                  </a:lnTo>
                  <a:lnTo>
                    <a:pt x="410720" y="1221294"/>
                  </a:lnTo>
                  <a:lnTo>
                    <a:pt x="401406" y="1219121"/>
                  </a:lnTo>
                  <a:lnTo>
                    <a:pt x="381538" y="1218189"/>
                  </a:lnTo>
                  <a:lnTo>
                    <a:pt x="358565" y="1218189"/>
                  </a:lnTo>
                  <a:lnTo>
                    <a:pt x="330314" y="1218189"/>
                  </a:lnTo>
                  <a:lnTo>
                    <a:pt x="305168" y="1219121"/>
                  </a:lnTo>
                  <a:lnTo>
                    <a:pt x="281264" y="1223467"/>
                  </a:lnTo>
                  <a:lnTo>
                    <a:pt x="265742" y="1226571"/>
                  </a:lnTo>
                  <a:lnTo>
                    <a:pt x="254255" y="1234022"/>
                  </a:lnTo>
                  <a:lnTo>
                    <a:pt x="239664" y="1243646"/>
                  </a:lnTo>
                  <a:lnTo>
                    <a:pt x="225073" y="1251097"/>
                  </a:lnTo>
                  <a:lnTo>
                    <a:pt x="174160" y="1243646"/>
                  </a:lnTo>
                  <a:lnTo>
                    <a:pt x="174160" y="1234022"/>
                  </a:lnTo>
                  <a:lnTo>
                    <a:pt x="180369" y="1233091"/>
                  </a:lnTo>
                  <a:lnTo>
                    <a:pt x="183473" y="1230918"/>
                  </a:lnTo>
                  <a:lnTo>
                    <a:pt x="187509" y="1228744"/>
                  </a:lnTo>
                  <a:lnTo>
                    <a:pt x="190614" y="1226571"/>
                  </a:lnTo>
                  <a:lnTo>
                    <a:pt x="192787" y="1226571"/>
                  </a:lnTo>
                  <a:lnTo>
                    <a:pt x="195891" y="1228744"/>
                  </a:lnTo>
                  <a:lnTo>
                    <a:pt x="199927" y="1230918"/>
                  </a:lnTo>
                  <a:lnTo>
                    <a:pt x="205205" y="1233091"/>
                  </a:lnTo>
                  <a:lnTo>
                    <a:pt x="208309" y="1233091"/>
                  </a:lnTo>
                  <a:lnTo>
                    <a:pt x="214518" y="1230918"/>
                  </a:lnTo>
                  <a:lnTo>
                    <a:pt x="219796" y="1225640"/>
                  </a:lnTo>
                  <a:lnTo>
                    <a:pt x="222900" y="1219431"/>
                  </a:lnTo>
                  <a:lnTo>
                    <a:pt x="226936" y="1216327"/>
                  </a:lnTo>
                  <a:lnTo>
                    <a:pt x="232213" y="1211980"/>
                  </a:lnTo>
                  <a:lnTo>
                    <a:pt x="244631" y="1211049"/>
                  </a:lnTo>
                  <a:lnTo>
                    <a:pt x="244631" y="1204840"/>
                  </a:lnTo>
                  <a:lnTo>
                    <a:pt x="244631" y="1202978"/>
                  </a:lnTo>
                  <a:lnTo>
                    <a:pt x="244631" y="1200804"/>
                  </a:lnTo>
                  <a:lnTo>
                    <a:pt x="244631" y="1196458"/>
                  </a:lnTo>
                  <a:lnTo>
                    <a:pt x="248667" y="1195527"/>
                  </a:lnTo>
                  <a:lnTo>
                    <a:pt x="250840" y="1193354"/>
                  </a:lnTo>
                  <a:lnTo>
                    <a:pt x="251771" y="1191181"/>
                  </a:lnTo>
                  <a:lnTo>
                    <a:pt x="253945" y="1191181"/>
                  </a:lnTo>
                  <a:lnTo>
                    <a:pt x="256118" y="1189007"/>
                  </a:lnTo>
                  <a:lnTo>
                    <a:pt x="261395" y="1189007"/>
                  </a:lnTo>
                  <a:lnTo>
                    <a:pt x="259222" y="1185903"/>
                  </a:lnTo>
                  <a:lnTo>
                    <a:pt x="256118" y="1181557"/>
                  </a:lnTo>
                  <a:lnTo>
                    <a:pt x="253945" y="1180625"/>
                  </a:lnTo>
                  <a:lnTo>
                    <a:pt x="251771" y="1178452"/>
                  </a:lnTo>
                  <a:lnTo>
                    <a:pt x="251771" y="1174106"/>
                  </a:lnTo>
                  <a:lnTo>
                    <a:pt x="253945" y="1173175"/>
                  </a:lnTo>
                  <a:lnTo>
                    <a:pt x="257980" y="1159515"/>
                  </a:lnTo>
                  <a:lnTo>
                    <a:pt x="263258" y="1148960"/>
                  </a:lnTo>
                  <a:lnTo>
                    <a:pt x="270398" y="1139336"/>
                  </a:lnTo>
                  <a:lnTo>
                    <a:pt x="290267" y="1139336"/>
                  </a:lnTo>
                  <a:lnTo>
                    <a:pt x="295544" y="1130954"/>
                  </a:lnTo>
                  <a:lnTo>
                    <a:pt x="297717" y="1119468"/>
                  </a:lnTo>
                  <a:lnTo>
                    <a:pt x="300822" y="1108912"/>
                  </a:lnTo>
                  <a:lnTo>
                    <a:pt x="310135" y="1101462"/>
                  </a:lnTo>
                  <a:lnTo>
                    <a:pt x="314171" y="1099289"/>
                  </a:lnTo>
                  <a:lnTo>
                    <a:pt x="315102" y="1099289"/>
                  </a:lnTo>
                  <a:lnTo>
                    <a:pt x="319138" y="1099289"/>
                  </a:lnTo>
                  <a:lnTo>
                    <a:pt x="321311" y="1101462"/>
                  </a:lnTo>
                  <a:lnTo>
                    <a:pt x="322243" y="1104566"/>
                  </a:lnTo>
                  <a:lnTo>
                    <a:pt x="324416" y="1108912"/>
                  </a:lnTo>
                  <a:lnTo>
                    <a:pt x="344284" y="1104566"/>
                  </a:lnTo>
                  <a:lnTo>
                    <a:pt x="361048" y="1094942"/>
                  </a:lnTo>
                  <a:lnTo>
                    <a:pt x="373466" y="1084387"/>
                  </a:lnTo>
                  <a:lnTo>
                    <a:pt x="388057" y="1089665"/>
                  </a:lnTo>
                  <a:lnTo>
                    <a:pt x="399544" y="1101151"/>
                  </a:lnTo>
                  <a:lnTo>
                    <a:pt x="406684" y="1113880"/>
                  </a:lnTo>
                  <a:lnTo>
                    <a:pt x="415066" y="1124435"/>
                  </a:lnTo>
                  <a:lnTo>
                    <a:pt x="424379" y="1135921"/>
                  </a:lnTo>
                  <a:lnTo>
                    <a:pt x="453561" y="1156100"/>
                  </a:lnTo>
                  <a:lnTo>
                    <a:pt x="480570" y="1176279"/>
                  </a:lnTo>
                  <a:lnTo>
                    <a:pt x="480570" y="1180625"/>
                  </a:lnTo>
                  <a:lnTo>
                    <a:pt x="480570" y="1183730"/>
                  </a:lnTo>
                  <a:lnTo>
                    <a:pt x="479639" y="1185903"/>
                  </a:lnTo>
                  <a:lnTo>
                    <a:pt x="479639" y="1188076"/>
                  </a:lnTo>
                  <a:lnTo>
                    <a:pt x="477466" y="1189007"/>
                  </a:lnTo>
                  <a:lnTo>
                    <a:pt x="470325" y="1196458"/>
                  </a:lnTo>
                  <a:lnTo>
                    <a:pt x="458839" y="1200804"/>
                  </a:lnTo>
                  <a:lnTo>
                    <a:pt x="444248" y="1202978"/>
                  </a:lnTo>
                  <a:lnTo>
                    <a:pt x="429657" y="1200804"/>
                  </a:lnTo>
                  <a:lnTo>
                    <a:pt x="435866" y="1213533"/>
                  </a:lnTo>
                  <a:lnTo>
                    <a:pt x="444248" y="1218810"/>
                  </a:lnTo>
                  <a:lnTo>
                    <a:pt x="455734" y="1223157"/>
                  </a:lnTo>
                  <a:lnTo>
                    <a:pt x="465048" y="1230607"/>
                  </a:lnTo>
                  <a:lnTo>
                    <a:pt x="473430" y="1230607"/>
                  </a:lnTo>
                  <a:lnTo>
                    <a:pt x="473430" y="1206082"/>
                  </a:lnTo>
                  <a:lnTo>
                    <a:pt x="484916" y="1206082"/>
                  </a:lnTo>
                  <a:lnTo>
                    <a:pt x="488021" y="1198631"/>
                  </a:lnTo>
                  <a:lnTo>
                    <a:pt x="492057" y="1193354"/>
                  </a:lnTo>
                  <a:lnTo>
                    <a:pt x="495161" y="1189007"/>
                  </a:lnTo>
                  <a:lnTo>
                    <a:pt x="500439" y="1185903"/>
                  </a:lnTo>
                  <a:lnTo>
                    <a:pt x="499507" y="1180625"/>
                  </a:lnTo>
                  <a:lnTo>
                    <a:pt x="497334" y="1176279"/>
                  </a:lnTo>
                  <a:lnTo>
                    <a:pt x="497334" y="1174106"/>
                  </a:lnTo>
                  <a:lnTo>
                    <a:pt x="495161" y="1171002"/>
                  </a:lnTo>
                  <a:lnTo>
                    <a:pt x="494230" y="1166655"/>
                  </a:lnTo>
                  <a:lnTo>
                    <a:pt x="494230" y="1161378"/>
                  </a:lnTo>
                  <a:lnTo>
                    <a:pt x="499507" y="1161378"/>
                  </a:lnTo>
                  <a:lnTo>
                    <a:pt x="504785" y="1163551"/>
                  </a:lnTo>
                  <a:lnTo>
                    <a:pt x="507889" y="1165724"/>
                  </a:lnTo>
                  <a:lnTo>
                    <a:pt x="510062" y="1165724"/>
                  </a:lnTo>
                  <a:lnTo>
                    <a:pt x="514098" y="1165724"/>
                  </a:lnTo>
                  <a:lnTo>
                    <a:pt x="517203" y="1165724"/>
                  </a:lnTo>
                  <a:lnTo>
                    <a:pt x="521238" y="1165724"/>
                  </a:lnTo>
                  <a:lnTo>
                    <a:pt x="521238" y="1161378"/>
                  </a:lnTo>
                  <a:lnTo>
                    <a:pt x="509752" y="1151754"/>
                  </a:lnTo>
                  <a:lnTo>
                    <a:pt x="499197" y="1144303"/>
                  </a:lnTo>
                  <a:lnTo>
                    <a:pt x="484606" y="1139026"/>
                  </a:lnTo>
                  <a:lnTo>
                    <a:pt x="484606" y="1128471"/>
                  </a:lnTo>
                  <a:lnTo>
                    <a:pt x="470015" y="1128471"/>
                  </a:lnTo>
                  <a:lnTo>
                    <a:pt x="457597" y="1109533"/>
                  </a:lnTo>
                  <a:lnTo>
                    <a:pt x="443937" y="1093701"/>
                  </a:lnTo>
                  <a:lnTo>
                    <a:pt x="429346" y="1078799"/>
                  </a:lnTo>
                  <a:lnTo>
                    <a:pt x="429346" y="1072590"/>
                  </a:lnTo>
                  <a:lnTo>
                    <a:pt x="429346" y="1069486"/>
                  </a:lnTo>
                  <a:lnTo>
                    <a:pt x="429346" y="1065140"/>
                  </a:lnTo>
                  <a:lnTo>
                    <a:pt x="429346" y="1064208"/>
                  </a:lnTo>
                  <a:lnTo>
                    <a:pt x="433382" y="1062035"/>
                  </a:lnTo>
                  <a:lnTo>
                    <a:pt x="436487" y="1057689"/>
                  </a:lnTo>
                  <a:lnTo>
                    <a:pt x="438660" y="1057689"/>
                  </a:lnTo>
                  <a:lnTo>
                    <a:pt x="438660" y="1056758"/>
                  </a:lnTo>
                  <a:lnTo>
                    <a:pt x="440833" y="1056758"/>
                  </a:lnTo>
                  <a:lnTo>
                    <a:pt x="443006" y="1056758"/>
                  </a:lnTo>
                  <a:lnTo>
                    <a:pt x="443937" y="1054584"/>
                  </a:lnTo>
                  <a:lnTo>
                    <a:pt x="446111" y="1057689"/>
                  </a:lnTo>
                  <a:lnTo>
                    <a:pt x="448284" y="1062035"/>
                  </a:lnTo>
                  <a:lnTo>
                    <a:pt x="448284" y="1065140"/>
                  </a:lnTo>
                  <a:lnTo>
                    <a:pt x="450457" y="1071349"/>
                  </a:lnTo>
                  <a:lnTo>
                    <a:pt x="465048" y="1067002"/>
                  </a:lnTo>
                  <a:lnTo>
                    <a:pt x="472188" y="1087181"/>
                  </a:lnTo>
                  <a:lnTo>
                    <a:pt x="479328" y="1098668"/>
                  </a:lnTo>
                  <a:lnTo>
                    <a:pt x="487710" y="1103945"/>
                  </a:lnTo>
                  <a:lnTo>
                    <a:pt x="497024" y="1106118"/>
                  </a:lnTo>
                  <a:lnTo>
                    <a:pt x="507579" y="1111396"/>
                  </a:lnTo>
                  <a:lnTo>
                    <a:pt x="521238" y="1121020"/>
                  </a:lnTo>
                  <a:lnTo>
                    <a:pt x="526516" y="1126297"/>
                  </a:lnTo>
                  <a:lnTo>
                    <a:pt x="526516" y="1133748"/>
                  </a:lnTo>
                  <a:lnTo>
                    <a:pt x="524343" y="1141199"/>
                  </a:lnTo>
                  <a:lnTo>
                    <a:pt x="522170" y="1150823"/>
                  </a:lnTo>
                  <a:lnTo>
                    <a:pt x="524343" y="1161378"/>
                  </a:lnTo>
                  <a:lnTo>
                    <a:pt x="528379" y="1165724"/>
                  </a:lnTo>
                  <a:lnTo>
                    <a:pt x="531483" y="1166655"/>
                  </a:lnTo>
                  <a:lnTo>
                    <a:pt x="536761" y="1171002"/>
                  </a:lnTo>
                  <a:lnTo>
                    <a:pt x="540797" y="1174106"/>
                  </a:lnTo>
                  <a:lnTo>
                    <a:pt x="543901" y="1176279"/>
                  </a:lnTo>
                  <a:lnTo>
                    <a:pt x="560665" y="1225951"/>
                  </a:lnTo>
                  <a:lnTo>
                    <a:pt x="564701" y="1225951"/>
                  </a:lnTo>
                  <a:lnTo>
                    <a:pt x="565632" y="1228124"/>
                  </a:lnTo>
                  <a:lnTo>
                    <a:pt x="567805" y="1228124"/>
                  </a:lnTo>
                  <a:lnTo>
                    <a:pt x="569978" y="1230297"/>
                  </a:lnTo>
                  <a:lnTo>
                    <a:pt x="575256" y="1228124"/>
                  </a:lnTo>
                  <a:lnTo>
                    <a:pt x="580534" y="1225951"/>
                  </a:lnTo>
                  <a:lnTo>
                    <a:pt x="582707" y="1225019"/>
                  </a:lnTo>
                  <a:lnTo>
                    <a:pt x="584880" y="1220673"/>
                  </a:lnTo>
                  <a:lnTo>
                    <a:pt x="584880" y="1218500"/>
                  </a:lnTo>
                  <a:lnTo>
                    <a:pt x="587053" y="1215395"/>
                  </a:lnTo>
                  <a:lnTo>
                    <a:pt x="587984" y="1211049"/>
                  </a:lnTo>
                  <a:lnTo>
                    <a:pt x="592020" y="1210118"/>
                  </a:lnTo>
                  <a:lnTo>
                    <a:pt x="597298" y="1205772"/>
                  </a:lnTo>
                  <a:lnTo>
                    <a:pt x="594193" y="1188697"/>
                  </a:lnTo>
                  <a:lnTo>
                    <a:pt x="587053" y="1172864"/>
                  </a:lnTo>
                  <a:lnTo>
                    <a:pt x="577740" y="1161378"/>
                  </a:lnTo>
                  <a:lnTo>
                    <a:pt x="577740" y="1156411"/>
                  </a:lnTo>
                  <a:lnTo>
                    <a:pt x="580844" y="1158584"/>
                  </a:lnTo>
                  <a:lnTo>
                    <a:pt x="580844" y="1159515"/>
                  </a:lnTo>
                  <a:lnTo>
                    <a:pt x="583017" y="1161688"/>
                  </a:lnTo>
                  <a:lnTo>
                    <a:pt x="585190" y="1166035"/>
                  </a:lnTo>
                  <a:lnTo>
                    <a:pt x="592331" y="1163861"/>
                  </a:lnTo>
                  <a:lnTo>
                    <a:pt x="595435" y="1163861"/>
                  </a:lnTo>
                  <a:lnTo>
                    <a:pt x="597608" y="1163861"/>
                  </a:lnTo>
                  <a:lnTo>
                    <a:pt x="599781" y="1161688"/>
                  </a:lnTo>
                  <a:lnTo>
                    <a:pt x="599781" y="1159515"/>
                  </a:lnTo>
                  <a:lnTo>
                    <a:pt x="599781" y="1158584"/>
                  </a:lnTo>
                  <a:lnTo>
                    <a:pt x="597608" y="1154238"/>
                  </a:lnTo>
                  <a:lnTo>
                    <a:pt x="597608" y="1148960"/>
                  </a:lnTo>
                  <a:lnTo>
                    <a:pt x="600713" y="1148960"/>
                  </a:lnTo>
                  <a:lnTo>
                    <a:pt x="600713" y="1144614"/>
                  </a:lnTo>
                  <a:lnTo>
                    <a:pt x="604748" y="1144614"/>
                  </a:lnTo>
                  <a:lnTo>
                    <a:pt x="607853" y="1144614"/>
                  </a:lnTo>
                  <a:lnTo>
                    <a:pt x="610026" y="1146787"/>
                  </a:lnTo>
                  <a:lnTo>
                    <a:pt x="612199" y="1146787"/>
                  </a:lnTo>
                  <a:lnTo>
                    <a:pt x="614372" y="1148960"/>
                  </a:lnTo>
                  <a:lnTo>
                    <a:pt x="619650" y="1151133"/>
                  </a:lnTo>
                  <a:lnTo>
                    <a:pt x="622754" y="1152064"/>
                  </a:lnTo>
                  <a:lnTo>
                    <a:pt x="624927" y="1154238"/>
                  </a:lnTo>
                  <a:lnTo>
                    <a:pt x="627100" y="1156411"/>
                  </a:lnTo>
                  <a:lnTo>
                    <a:pt x="630205" y="1158584"/>
                  </a:lnTo>
                  <a:lnTo>
                    <a:pt x="634241" y="1161688"/>
                  </a:lnTo>
                  <a:lnTo>
                    <a:pt x="632068" y="1166966"/>
                  </a:lnTo>
                  <a:lnTo>
                    <a:pt x="629894" y="1171312"/>
                  </a:lnTo>
                  <a:lnTo>
                    <a:pt x="629894" y="1174416"/>
                  </a:lnTo>
                  <a:lnTo>
                    <a:pt x="629894" y="1178763"/>
                  </a:lnTo>
                  <a:lnTo>
                    <a:pt x="629894" y="1181867"/>
                  </a:lnTo>
                  <a:lnTo>
                    <a:pt x="629894" y="1186213"/>
                  </a:lnTo>
                  <a:lnTo>
                    <a:pt x="629894" y="1189318"/>
                  </a:lnTo>
                  <a:lnTo>
                    <a:pt x="636103" y="1206392"/>
                  </a:lnTo>
                  <a:lnTo>
                    <a:pt x="648521" y="1223467"/>
                  </a:lnTo>
                  <a:lnTo>
                    <a:pt x="665285" y="1234022"/>
                  </a:lnTo>
                  <a:lnTo>
                    <a:pt x="680808" y="1238368"/>
                  </a:lnTo>
                  <a:lnTo>
                    <a:pt x="684843" y="1236195"/>
                  </a:lnTo>
                  <a:lnTo>
                    <a:pt x="687948" y="1233091"/>
                  </a:lnTo>
                  <a:lnTo>
                    <a:pt x="690121" y="1228744"/>
                  </a:lnTo>
                  <a:lnTo>
                    <a:pt x="695399" y="1226571"/>
                  </a:lnTo>
                  <a:lnTo>
                    <a:pt x="699434" y="1225640"/>
                  </a:lnTo>
                  <a:lnTo>
                    <a:pt x="704712" y="1226571"/>
                  </a:lnTo>
                  <a:lnTo>
                    <a:pt x="714025" y="1230918"/>
                  </a:lnTo>
                  <a:lnTo>
                    <a:pt x="721165" y="1234022"/>
                  </a:lnTo>
                  <a:lnTo>
                    <a:pt x="728306" y="1236195"/>
                  </a:lnTo>
                  <a:lnTo>
                    <a:pt x="735446" y="1234022"/>
                  </a:lnTo>
                  <a:lnTo>
                    <a:pt x="743828" y="1226571"/>
                  </a:lnTo>
                  <a:lnTo>
                    <a:pt x="750968" y="1226571"/>
                  </a:lnTo>
                  <a:lnTo>
                    <a:pt x="755004" y="1226571"/>
                  </a:lnTo>
                  <a:lnTo>
                    <a:pt x="758109" y="1226571"/>
                  </a:lnTo>
                  <a:lnTo>
                    <a:pt x="760282" y="1228744"/>
                  </a:lnTo>
                  <a:lnTo>
                    <a:pt x="762455" y="1230918"/>
                  </a:lnTo>
                  <a:lnTo>
                    <a:pt x="762455" y="1234022"/>
                  </a:lnTo>
                  <a:lnTo>
                    <a:pt x="764628" y="1238368"/>
                  </a:lnTo>
                  <a:lnTo>
                    <a:pt x="767732" y="1251097"/>
                  </a:lnTo>
                  <a:lnTo>
                    <a:pt x="765870" y="1265377"/>
                  </a:lnTo>
                  <a:close/>
                  <a:moveTo>
                    <a:pt x="845033" y="1136232"/>
                  </a:moveTo>
                  <a:lnTo>
                    <a:pt x="825165" y="1141509"/>
                  </a:lnTo>
                  <a:lnTo>
                    <a:pt x="803434" y="1143682"/>
                  </a:lnTo>
                  <a:lnTo>
                    <a:pt x="781702" y="1139336"/>
                  </a:lnTo>
                  <a:lnTo>
                    <a:pt x="773320" y="1136232"/>
                  </a:lnTo>
                  <a:lnTo>
                    <a:pt x="766180" y="1130954"/>
                  </a:lnTo>
                  <a:lnTo>
                    <a:pt x="756867" y="1124745"/>
                  </a:lnTo>
                  <a:lnTo>
                    <a:pt x="742276" y="1124745"/>
                  </a:lnTo>
                  <a:lnTo>
                    <a:pt x="727685" y="1126918"/>
                  </a:lnTo>
                  <a:lnTo>
                    <a:pt x="713094" y="1134369"/>
                  </a:lnTo>
                  <a:lnTo>
                    <a:pt x="700676" y="1139647"/>
                  </a:lnTo>
                  <a:lnTo>
                    <a:pt x="686085" y="1141820"/>
                  </a:lnTo>
                  <a:lnTo>
                    <a:pt x="671494" y="1136542"/>
                  </a:lnTo>
                  <a:lnTo>
                    <a:pt x="666217" y="1134369"/>
                  </a:lnTo>
                  <a:lnTo>
                    <a:pt x="662181" y="1132196"/>
                  </a:lnTo>
                  <a:lnTo>
                    <a:pt x="659076" y="1131265"/>
                  </a:lnTo>
                  <a:lnTo>
                    <a:pt x="656903" y="1126918"/>
                  </a:lnTo>
                  <a:lnTo>
                    <a:pt x="656903" y="1123814"/>
                  </a:lnTo>
                  <a:lnTo>
                    <a:pt x="654730" y="1116363"/>
                  </a:lnTo>
                  <a:lnTo>
                    <a:pt x="654730" y="1110154"/>
                  </a:lnTo>
                  <a:lnTo>
                    <a:pt x="658766" y="1099599"/>
                  </a:lnTo>
                  <a:lnTo>
                    <a:pt x="665906" y="1086871"/>
                  </a:lnTo>
                  <a:lnTo>
                    <a:pt x="674288" y="1071969"/>
                  </a:lnTo>
                  <a:lnTo>
                    <a:pt x="683602" y="1057068"/>
                  </a:lnTo>
                  <a:lnTo>
                    <a:pt x="690742" y="1043408"/>
                  </a:lnTo>
                  <a:lnTo>
                    <a:pt x="694778" y="1035026"/>
                  </a:lnTo>
                  <a:lnTo>
                    <a:pt x="703160" y="1037199"/>
                  </a:lnTo>
                  <a:lnTo>
                    <a:pt x="710300" y="1040304"/>
                  </a:lnTo>
                  <a:lnTo>
                    <a:pt x="715578" y="1042477"/>
                  </a:lnTo>
                  <a:lnTo>
                    <a:pt x="721786" y="1047755"/>
                  </a:lnTo>
                  <a:lnTo>
                    <a:pt x="724891" y="1049928"/>
                  </a:lnTo>
                  <a:lnTo>
                    <a:pt x="727064" y="1049928"/>
                  </a:lnTo>
                  <a:lnTo>
                    <a:pt x="729237" y="1049928"/>
                  </a:lnTo>
                  <a:lnTo>
                    <a:pt x="730168" y="1050859"/>
                  </a:lnTo>
                  <a:lnTo>
                    <a:pt x="717751" y="1055205"/>
                  </a:lnTo>
                  <a:lnTo>
                    <a:pt x="721786" y="1064829"/>
                  </a:lnTo>
                  <a:lnTo>
                    <a:pt x="728927" y="1072280"/>
                  </a:lnTo>
                  <a:lnTo>
                    <a:pt x="734204" y="1079731"/>
                  </a:lnTo>
                  <a:lnTo>
                    <a:pt x="743518" y="1080662"/>
                  </a:lnTo>
                  <a:lnTo>
                    <a:pt x="755935" y="1075384"/>
                  </a:lnTo>
                  <a:lnTo>
                    <a:pt x="765249" y="1067934"/>
                  </a:lnTo>
                  <a:lnTo>
                    <a:pt x="780771" y="1073211"/>
                  </a:lnTo>
                  <a:lnTo>
                    <a:pt x="800640" y="1084698"/>
                  </a:lnTo>
                  <a:lnTo>
                    <a:pt x="821439" y="1097426"/>
                  </a:lnTo>
                  <a:lnTo>
                    <a:pt x="836030" y="1110154"/>
                  </a:lnTo>
                  <a:lnTo>
                    <a:pt x="844413" y="1125056"/>
                  </a:lnTo>
                  <a:lnTo>
                    <a:pt x="850621" y="1125056"/>
                  </a:lnTo>
                  <a:lnTo>
                    <a:pt x="845033" y="1136232"/>
                  </a:lnTo>
                  <a:close/>
                  <a:moveTo>
                    <a:pt x="1025402" y="1146787"/>
                  </a:moveTo>
                  <a:lnTo>
                    <a:pt x="1022298" y="1146787"/>
                  </a:lnTo>
                  <a:lnTo>
                    <a:pt x="1018262" y="1146787"/>
                  </a:lnTo>
                  <a:lnTo>
                    <a:pt x="1015157" y="1146787"/>
                  </a:lnTo>
                  <a:lnTo>
                    <a:pt x="1011122" y="1144614"/>
                  </a:lnTo>
                  <a:lnTo>
                    <a:pt x="1008949" y="1161688"/>
                  </a:lnTo>
                  <a:lnTo>
                    <a:pt x="1011122" y="1173175"/>
                  </a:lnTo>
                  <a:lnTo>
                    <a:pt x="1016399" y="1183730"/>
                  </a:lnTo>
                  <a:lnTo>
                    <a:pt x="1020435" y="1196458"/>
                  </a:lnTo>
                  <a:lnTo>
                    <a:pt x="1022608" y="1217569"/>
                  </a:lnTo>
                  <a:lnTo>
                    <a:pt x="995600" y="1218500"/>
                  </a:lnTo>
                  <a:lnTo>
                    <a:pt x="976973" y="1215395"/>
                  </a:lnTo>
                  <a:lnTo>
                    <a:pt x="966418" y="1205772"/>
                  </a:lnTo>
                  <a:lnTo>
                    <a:pt x="962382" y="1188697"/>
                  </a:lnTo>
                  <a:lnTo>
                    <a:pt x="962382" y="1165414"/>
                  </a:lnTo>
                  <a:lnTo>
                    <a:pt x="974800" y="1165414"/>
                  </a:lnTo>
                  <a:lnTo>
                    <a:pt x="967660" y="1151754"/>
                  </a:lnTo>
                  <a:lnTo>
                    <a:pt x="955242" y="1138094"/>
                  </a:lnTo>
                  <a:lnTo>
                    <a:pt x="944686" y="1121020"/>
                  </a:lnTo>
                  <a:lnTo>
                    <a:pt x="933200" y="1103945"/>
                  </a:lnTo>
                  <a:lnTo>
                    <a:pt x="927922" y="1086871"/>
                  </a:lnTo>
                  <a:lnTo>
                    <a:pt x="931027" y="1071038"/>
                  </a:lnTo>
                  <a:lnTo>
                    <a:pt x="938167" y="1059552"/>
                  </a:lnTo>
                  <a:lnTo>
                    <a:pt x="949653" y="1049928"/>
                  </a:lnTo>
                  <a:lnTo>
                    <a:pt x="962071" y="1044650"/>
                  </a:lnTo>
                  <a:lnTo>
                    <a:pt x="974489" y="1039373"/>
                  </a:lnTo>
                  <a:lnTo>
                    <a:pt x="985976" y="1029749"/>
                  </a:lnTo>
                  <a:lnTo>
                    <a:pt x="995289" y="1029749"/>
                  </a:lnTo>
                  <a:lnTo>
                    <a:pt x="1000567" y="1031922"/>
                  </a:lnTo>
                  <a:lnTo>
                    <a:pt x="1005844" y="1031922"/>
                  </a:lnTo>
                  <a:lnTo>
                    <a:pt x="1011122" y="1034095"/>
                  </a:lnTo>
                  <a:lnTo>
                    <a:pt x="1008017" y="1049928"/>
                  </a:lnTo>
                  <a:lnTo>
                    <a:pt x="1000877" y="1063587"/>
                  </a:lnTo>
                  <a:lnTo>
                    <a:pt x="986286" y="1068865"/>
                  </a:lnTo>
                  <a:lnTo>
                    <a:pt x="966418" y="1071038"/>
                  </a:lnTo>
                  <a:lnTo>
                    <a:pt x="973558" y="1086871"/>
                  </a:lnTo>
                  <a:lnTo>
                    <a:pt x="985976" y="1101772"/>
                  </a:lnTo>
                  <a:lnTo>
                    <a:pt x="1001498" y="1111396"/>
                  </a:lnTo>
                  <a:lnTo>
                    <a:pt x="1000567" y="1115742"/>
                  </a:lnTo>
                  <a:lnTo>
                    <a:pt x="998394" y="1116674"/>
                  </a:lnTo>
                  <a:lnTo>
                    <a:pt x="996220" y="1116674"/>
                  </a:lnTo>
                  <a:lnTo>
                    <a:pt x="995289" y="1121020"/>
                  </a:lnTo>
                  <a:lnTo>
                    <a:pt x="1000567" y="1130644"/>
                  </a:lnTo>
                  <a:lnTo>
                    <a:pt x="1005844" y="1139026"/>
                  </a:lnTo>
                  <a:lnTo>
                    <a:pt x="1008017" y="1143372"/>
                  </a:lnTo>
                  <a:lnTo>
                    <a:pt x="1008949" y="1144303"/>
                  </a:lnTo>
                  <a:lnTo>
                    <a:pt x="1011122" y="1143372"/>
                  </a:lnTo>
                  <a:lnTo>
                    <a:pt x="1011122" y="1141199"/>
                  </a:lnTo>
                  <a:lnTo>
                    <a:pt x="1013295" y="1138094"/>
                  </a:lnTo>
                  <a:lnTo>
                    <a:pt x="1013295" y="1133748"/>
                  </a:lnTo>
                  <a:lnTo>
                    <a:pt x="1015468" y="1131575"/>
                  </a:lnTo>
                  <a:lnTo>
                    <a:pt x="1018573" y="1133748"/>
                  </a:lnTo>
                  <a:lnTo>
                    <a:pt x="1022608" y="1138094"/>
                  </a:lnTo>
                  <a:lnTo>
                    <a:pt x="1023540" y="1139026"/>
                  </a:lnTo>
                  <a:lnTo>
                    <a:pt x="1027575" y="1141199"/>
                  </a:lnTo>
                  <a:lnTo>
                    <a:pt x="1030680" y="1144303"/>
                  </a:lnTo>
                  <a:lnTo>
                    <a:pt x="1025402" y="1146787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335">
              <a:extLst>
                <a:ext uri="{FF2B5EF4-FFF2-40B4-BE49-F238E27FC236}">
                  <a16:creationId xmlns:a16="http://schemas.microsoft.com/office/drawing/2014/main" xmlns="" id="{FE6027EC-1303-4354-B44B-3B555AB1569B}"/>
                </a:ext>
              </a:extLst>
            </p:cNvPr>
            <p:cNvSpPr/>
            <p:nvPr/>
          </p:nvSpPr>
          <p:spPr>
            <a:xfrm>
              <a:off x="3690211" y="4196454"/>
              <a:ext cx="74507" cy="99343"/>
            </a:xfrm>
            <a:custGeom>
              <a:avLst/>
              <a:gdLst>
                <a:gd name="connsiteX0" fmla="*/ 60226 w 74506"/>
                <a:gd name="connsiteY0" fmla="*/ 0 h 99342"/>
                <a:gd name="connsiteX1" fmla="*/ 43462 w 74506"/>
                <a:gd name="connsiteY1" fmla="*/ 0 h 99342"/>
                <a:gd name="connsiteX2" fmla="*/ 23904 w 74506"/>
                <a:gd name="connsiteY2" fmla="*/ 2173 h 99342"/>
                <a:gd name="connsiteX3" fmla="*/ 4036 w 74506"/>
                <a:gd name="connsiteY3" fmla="*/ 4346 h 99342"/>
                <a:gd name="connsiteX4" fmla="*/ 4967 w 74506"/>
                <a:gd name="connsiteY4" fmla="*/ 11797 h 99342"/>
                <a:gd name="connsiteX5" fmla="*/ 7140 w 74506"/>
                <a:gd name="connsiteY5" fmla="*/ 14901 h 99342"/>
                <a:gd name="connsiteX6" fmla="*/ 11176 w 74506"/>
                <a:gd name="connsiteY6" fmla="*/ 19248 h 99342"/>
                <a:gd name="connsiteX7" fmla="*/ 14281 w 74506"/>
                <a:gd name="connsiteY7" fmla="*/ 20179 h 99342"/>
                <a:gd name="connsiteX8" fmla="*/ 18627 w 74506"/>
                <a:gd name="connsiteY8" fmla="*/ 22352 h 99342"/>
                <a:gd name="connsiteX9" fmla="*/ 23904 w 74506"/>
                <a:gd name="connsiteY9" fmla="*/ 24525 h 99342"/>
                <a:gd name="connsiteX10" fmla="*/ 18627 w 74506"/>
                <a:gd name="connsiteY10" fmla="*/ 31976 h 99342"/>
                <a:gd name="connsiteX11" fmla="*/ 11176 w 74506"/>
                <a:gd name="connsiteY11" fmla="*/ 37253 h 99342"/>
                <a:gd name="connsiteX12" fmla="*/ 4036 w 74506"/>
                <a:gd name="connsiteY12" fmla="*/ 40358 h 99342"/>
                <a:gd name="connsiteX13" fmla="*/ 0 w 74506"/>
                <a:gd name="connsiteY13" fmla="*/ 74197 h 99342"/>
                <a:gd name="connsiteX14" fmla="*/ 23904 w 74506"/>
                <a:gd name="connsiteY14" fmla="*/ 77301 h 99342"/>
                <a:gd name="connsiteX15" fmla="*/ 23904 w 74506"/>
                <a:gd name="connsiteY15" fmla="*/ 89098 h 99342"/>
                <a:gd name="connsiteX16" fmla="*/ 31045 w 74506"/>
                <a:gd name="connsiteY16" fmla="*/ 92202 h 99342"/>
                <a:gd name="connsiteX17" fmla="*/ 38495 w 74506"/>
                <a:gd name="connsiteY17" fmla="*/ 98411 h 99342"/>
                <a:gd name="connsiteX18" fmla="*/ 43462 w 74506"/>
                <a:gd name="connsiteY18" fmla="*/ 101826 h 99342"/>
                <a:gd name="connsiteX19" fmla="*/ 48740 w 74506"/>
                <a:gd name="connsiteY19" fmla="*/ 99653 h 99342"/>
                <a:gd name="connsiteX20" fmla="*/ 50913 w 74506"/>
                <a:gd name="connsiteY20" fmla="*/ 96549 h 99342"/>
                <a:gd name="connsiteX21" fmla="*/ 53086 w 74506"/>
                <a:gd name="connsiteY21" fmla="*/ 94376 h 99342"/>
                <a:gd name="connsiteX22" fmla="*/ 53086 w 74506"/>
                <a:gd name="connsiteY22" fmla="*/ 92202 h 99342"/>
                <a:gd name="connsiteX23" fmla="*/ 53086 w 74506"/>
                <a:gd name="connsiteY23" fmla="*/ 89098 h 99342"/>
                <a:gd name="connsiteX24" fmla="*/ 53086 w 74506"/>
                <a:gd name="connsiteY24" fmla="*/ 84752 h 99342"/>
                <a:gd name="connsiteX25" fmla="*/ 56191 w 74506"/>
                <a:gd name="connsiteY25" fmla="*/ 81647 h 99342"/>
                <a:gd name="connsiteX26" fmla="*/ 67677 w 74506"/>
                <a:gd name="connsiteY26" fmla="*/ 84752 h 99342"/>
                <a:gd name="connsiteX27" fmla="*/ 72644 w 74506"/>
                <a:gd name="connsiteY27" fmla="*/ 77301 h 99342"/>
                <a:gd name="connsiteX28" fmla="*/ 76991 w 74506"/>
                <a:gd name="connsiteY28" fmla="*/ 77301 h 99342"/>
                <a:gd name="connsiteX29" fmla="*/ 69540 w 74506"/>
                <a:gd name="connsiteY29" fmla="*/ 37253 h 99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4506" h="99342">
                  <a:moveTo>
                    <a:pt x="60226" y="0"/>
                  </a:moveTo>
                  <a:lnTo>
                    <a:pt x="43462" y="0"/>
                  </a:lnTo>
                  <a:lnTo>
                    <a:pt x="23904" y="2173"/>
                  </a:lnTo>
                  <a:lnTo>
                    <a:pt x="4036" y="4346"/>
                  </a:lnTo>
                  <a:lnTo>
                    <a:pt x="4967" y="11797"/>
                  </a:lnTo>
                  <a:lnTo>
                    <a:pt x="7140" y="14901"/>
                  </a:lnTo>
                  <a:lnTo>
                    <a:pt x="11176" y="19248"/>
                  </a:lnTo>
                  <a:lnTo>
                    <a:pt x="14281" y="20179"/>
                  </a:lnTo>
                  <a:lnTo>
                    <a:pt x="18627" y="22352"/>
                  </a:lnTo>
                  <a:lnTo>
                    <a:pt x="23904" y="24525"/>
                  </a:lnTo>
                  <a:lnTo>
                    <a:pt x="18627" y="31976"/>
                  </a:lnTo>
                  <a:lnTo>
                    <a:pt x="11176" y="37253"/>
                  </a:lnTo>
                  <a:lnTo>
                    <a:pt x="4036" y="40358"/>
                  </a:lnTo>
                  <a:lnTo>
                    <a:pt x="0" y="74197"/>
                  </a:lnTo>
                  <a:lnTo>
                    <a:pt x="23904" y="77301"/>
                  </a:lnTo>
                  <a:lnTo>
                    <a:pt x="23904" y="89098"/>
                  </a:lnTo>
                  <a:lnTo>
                    <a:pt x="31045" y="92202"/>
                  </a:lnTo>
                  <a:lnTo>
                    <a:pt x="38495" y="98411"/>
                  </a:lnTo>
                  <a:lnTo>
                    <a:pt x="43462" y="101826"/>
                  </a:lnTo>
                  <a:lnTo>
                    <a:pt x="48740" y="99653"/>
                  </a:lnTo>
                  <a:lnTo>
                    <a:pt x="50913" y="96549"/>
                  </a:lnTo>
                  <a:lnTo>
                    <a:pt x="53086" y="94376"/>
                  </a:lnTo>
                  <a:lnTo>
                    <a:pt x="53086" y="92202"/>
                  </a:lnTo>
                  <a:lnTo>
                    <a:pt x="53086" y="89098"/>
                  </a:lnTo>
                  <a:lnTo>
                    <a:pt x="53086" y="84752"/>
                  </a:lnTo>
                  <a:lnTo>
                    <a:pt x="56191" y="81647"/>
                  </a:lnTo>
                  <a:lnTo>
                    <a:pt x="67677" y="84752"/>
                  </a:lnTo>
                  <a:lnTo>
                    <a:pt x="72644" y="77301"/>
                  </a:lnTo>
                  <a:lnTo>
                    <a:pt x="76991" y="77301"/>
                  </a:lnTo>
                  <a:lnTo>
                    <a:pt x="69540" y="3725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36">
              <a:extLst>
                <a:ext uri="{FF2B5EF4-FFF2-40B4-BE49-F238E27FC236}">
                  <a16:creationId xmlns:a16="http://schemas.microsoft.com/office/drawing/2014/main" xmlns="" id="{14388FC0-182E-4001-AB15-684BB33D3521}"/>
                </a:ext>
              </a:extLst>
            </p:cNvPr>
            <p:cNvSpPr/>
            <p:nvPr/>
          </p:nvSpPr>
          <p:spPr>
            <a:xfrm>
              <a:off x="3753542" y="4135296"/>
              <a:ext cx="40358" cy="34149"/>
            </a:xfrm>
            <a:custGeom>
              <a:avLst/>
              <a:gdLst>
                <a:gd name="connsiteX0" fmla="*/ 22042 w 40357"/>
                <a:gd name="connsiteY0" fmla="*/ 36012 h 34149"/>
                <a:gd name="connsiteX1" fmla="*/ 27009 w 40357"/>
                <a:gd name="connsiteY1" fmla="*/ 31665 h 34149"/>
                <a:gd name="connsiteX2" fmla="*/ 31355 w 40357"/>
                <a:gd name="connsiteY2" fmla="*/ 29492 h 34149"/>
                <a:gd name="connsiteX3" fmla="*/ 34460 w 40357"/>
                <a:gd name="connsiteY3" fmla="*/ 28561 h 34149"/>
                <a:gd name="connsiteX4" fmla="*/ 40668 w 40357"/>
                <a:gd name="connsiteY4" fmla="*/ 24215 h 34149"/>
                <a:gd name="connsiteX5" fmla="*/ 36633 w 40357"/>
                <a:gd name="connsiteY5" fmla="*/ 0 h 34149"/>
                <a:gd name="connsiteX6" fmla="*/ 23904 w 40357"/>
                <a:gd name="connsiteY6" fmla="*/ 2173 h 34149"/>
                <a:gd name="connsiteX7" fmla="*/ 16764 w 40357"/>
                <a:gd name="connsiteY7" fmla="*/ 6209 h 34149"/>
                <a:gd name="connsiteX8" fmla="*/ 9313 w 40357"/>
                <a:gd name="connsiteY8" fmla="*/ 11486 h 34149"/>
                <a:gd name="connsiteX9" fmla="*/ 0 w 40357"/>
                <a:gd name="connsiteY9" fmla="*/ 16764 h 34149"/>
                <a:gd name="connsiteX10" fmla="*/ 0 w 40357"/>
                <a:gd name="connsiteY10" fmla="*/ 24215 h 34149"/>
                <a:gd name="connsiteX11" fmla="*/ 2173 w 40357"/>
                <a:gd name="connsiteY11" fmla="*/ 26388 h 34149"/>
                <a:gd name="connsiteX12" fmla="*/ 2173 w 40357"/>
                <a:gd name="connsiteY12" fmla="*/ 28561 h 34149"/>
                <a:gd name="connsiteX13" fmla="*/ 4346 w 40357"/>
                <a:gd name="connsiteY13" fmla="*/ 28561 h 34149"/>
                <a:gd name="connsiteX14" fmla="*/ 4346 w 40357"/>
                <a:gd name="connsiteY14" fmla="*/ 29492 h 34149"/>
                <a:gd name="connsiteX15" fmla="*/ 4346 w 40357"/>
                <a:gd name="connsiteY15" fmla="*/ 33839 h 34149"/>
                <a:gd name="connsiteX16" fmla="*/ 9313 w 40357"/>
                <a:gd name="connsiteY16" fmla="*/ 33839 h 34149"/>
                <a:gd name="connsiteX17" fmla="*/ 11487 w 40357"/>
                <a:gd name="connsiteY17" fmla="*/ 33839 h 34149"/>
                <a:gd name="connsiteX18" fmla="*/ 13660 w 40357"/>
                <a:gd name="connsiteY18" fmla="*/ 36012 h 34149"/>
                <a:gd name="connsiteX19" fmla="*/ 14591 w 40357"/>
                <a:gd name="connsiteY19" fmla="*/ 36012 h 34149"/>
                <a:gd name="connsiteX20" fmla="*/ 16764 w 40357"/>
                <a:gd name="connsiteY20" fmla="*/ 36943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357" h="34149">
                  <a:moveTo>
                    <a:pt x="22042" y="36012"/>
                  </a:moveTo>
                  <a:lnTo>
                    <a:pt x="27009" y="31665"/>
                  </a:lnTo>
                  <a:lnTo>
                    <a:pt x="31355" y="29492"/>
                  </a:lnTo>
                  <a:lnTo>
                    <a:pt x="34460" y="28561"/>
                  </a:lnTo>
                  <a:lnTo>
                    <a:pt x="40668" y="24215"/>
                  </a:lnTo>
                  <a:lnTo>
                    <a:pt x="36633" y="0"/>
                  </a:lnTo>
                  <a:lnTo>
                    <a:pt x="23904" y="2173"/>
                  </a:lnTo>
                  <a:lnTo>
                    <a:pt x="16764" y="6209"/>
                  </a:lnTo>
                  <a:lnTo>
                    <a:pt x="9313" y="11486"/>
                  </a:lnTo>
                  <a:lnTo>
                    <a:pt x="0" y="16764"/>
                  </a:lnTo>
                  <a:lnTo>
                    <a:pt x="0" y="24215"/>
                  </a:lnTo>
                  <a:lnTo>
                    <a:pt x="2173" y="26388"/>
                  </a:lnTo>
                  <a:lnTo>
                    <a:pt x="2173" y="28561"/>
                  </a:lnTo>
                  <a:lnTo>
                    <a:pt x="4346" y="28561"/>
                  </a:lnTo>
                  <a:lnTo>
                    <a:pt x="4346" y="29492"/>
                  </a:lnTo>
                  <a:lnTo>
                    <a:pt x="4346" y="33839"/>
                  </a:lnTo>
                  <a:lnTo>
                    <a:pt x="9313" y="33839"/>
                  </a:lnTo>
                  <a:lnTo>
                    <a:pt x="11487" y="33839"/>
                  </a:lnTo>
                  <a:lnTo>
                    <a:pt x="13660" y="36012"/>
                  </a:lnTo>
                  <a:lnTo>
                    <a:pt x="14591" y="36012"/>
                  </a:lnTo>
                  <a:lnTo>
                    <a:pt x="16764" y="3694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37">
              <a:extLst>
                <a:ext uri="{FF2B5EF4-FFF2-40B4-BE49-F238E27FC236}">
                  <a16:creationId xmlns:a16="http://schemas.microsoft.com/office/drawing/2014/main" xmlns="" id="{41F2E4E4-EB19-4D82-BD24-0F3E8987B8A3}"/>
                </a:ext>
              </a:extLst>
            </p:cNvPr>
            <p:cNvSpPr/>
            <p:nvPr/>
          </p:nvSpPr>
          <p:spPr>
            <a:xfrm>
              <a:off x="3770306" y="4179690"/>
              <a:ext cx="55880" cy="96238"/>
            </a:xfrm>
            <a:custGeom>
              <a:avLst/>
              <a:gdLst>
                <a:gd name="connsiteX0" fmla="*/ 54018 w 55880"/>
                <a:gd name="connsiteY0" fmla="*/ 13660 h 96238"/>
                <a:gd name="connsiteX1" fmla="*/ 53086 w 55880"/>
                <a:gd name="connsiteY1" fmla="*/ 9624 h 96238"/>
                <a:gd name="connsiteX2" fmla="*/ 43773 w 55880"/>
                <a:gd name="connsiteY2" fmla="*/ 6209 h 96238"/>
                <a:gd name="connsiteX3" fmla="*/ 31045 w 55880"/>
                <a:gd name="connsiteY3" fmla="*/ 4346 h 96238"/>
                <a:gd name="connsiteX4" fmla="*/ 16454 w 55880"/>
                <a:gd name="connsiteY4" fmla="*/ 2173 h 96238"/>
                <a:gd name="connsiteX5" fmla="*/ 3104 w 55880"/>
                <a:gd name="connsiteY5" fmla="*/ 0 h 96238"/>
                <a:gd name="connsiteX6" fmla="*/ 0 w 55880"/>
                <a:gd name="connsiteY6" fmla="*/ 16764 h 96238"/>
                <a:gd name="connsiteX7" fmla="*/ 2173 w 55880"/>
                <a:gd name="connsiteY7" fmla="*/ 31665 h 96238"/>
                <a:gd name="connsiteX8" fmla="*/ 3104 w 55880"/>
                <a:gd name="connsiteY8" fmla="*/ 48740 h 96238"/>
                <a:gd name="connsiteX9" fmla="*/ 7140 w 55880"/>
                <a:gd name="connsiteY9" fmla="*/ 63331 h 96238"/>
                <a:gd name="connsiteX10" fmla="*/ 7140 w 55880"/>
                <a:gd name="connsiteY10" fmla="*/ 76059 h 96238"/>
                <a:gd name="connsiteX11" fmla="*/ 3104 w 55880"/>
                <a:gd name="connsiteY11" fmla="*/ 86614 h 96238"/>
                <a:gd name="connsiteX12" fmla="*/ 7140 w 55880"/>
                <a:gd name="connsiteY12" fmla="*/ 98411 h 96238"/>
                <a:gd name="connsiteX13" fmla="*/ 14591 w 55880"/>
                <a:gd name="connsiteY13" fmla="*/ 98411 h 96238"/>
                <a:gd name="connsiteX14" fmla="*/ 19869 w 55880"/>
                <a:gd name="connsiteY14" fmla="*/ 98411 h 96238"/>
                <a:gd name="connsiteX15" fmla="*/ 23904 w 55880"/>
                <a:gd name="connsiteY15" fmla="*/ 96238 h 96238"/>
                <a:gd name="connsiteX16" fmla="*/ 27009 w 55880"/>
                <a:gd name="connsiteY16" fmla="*/ 94065 h 96238"/>
                <a:gd name="connsiteX17" fmla="*/ 31045 w 55880"/>
                <a:gd name="connsiteY17" fmla="*/ 88788 h 96238"/>
                <a:gd name="connsiteX18" fmla="*/ 32286 w 55880"/>
                <a:gd name="connsiteY18" fmla="*/ 81337 h 96238"/>
                <a:gd name="connsiteX19" fmla="*/ 34460 w 55880"/>
                <a:gd name="connsiteY19" fmla="*/ 70782 h 96238"/>
                <a:gd name="connsiteX20" fmla="*/ 32286 w 55880"/>
                <a:gd name="connsiteY20" fmla="*/ 61468 h 96238"/>
                <a:gd name="connsiteX21" fmla="*/ 34460 w 55880"/>
                <a:gd name="connsiteY21" fmla="*/ 57122 h 96238"/>
                <a:gd name="connsiteX22" fmla="*/ 38495 w 55880"/>
                <a:gd name="connsiteY22" fmla="*/ 56191 h 96238"/>
                <a:gd name="connsiteX23" fmla="*/ 39427 w 55880"/>
                <a:gd name="connsiteY23" fmla="*/ 54018 h 96238"/>
                <a:gd name="connsiteX24" fmla="*/ 43773 w 55880"/>
                <a:gd name="connsiteY24" fmla="*/ 51844 h 96238"/>
                <a:gd name="connsiteX25" fmla="*/ 46877 w 55880"/>
                <a:gd name="connsiteY25" fmla="*/ 49671 h 96238"/>
                <a:gd name="connsiteX26" fmla="*/ 50913 w 55880"/>
                <a:gd name="connsiteY26" fmla="*/ 46567 h 96238"/>
                <a:gd name="connsiteX27" fmla="*/ 53086 w 55880"/>
                <a:gd name="connsiteY27" fmla="*/ 41289 h 96238"/>
                <a:gd name="connsiteX28" fmla="*/ 54018 w 55880"/>
                <a:gd name="connsiteY28" fmla="*/ 36943 h 96238"/>
                <a:gd name="connsiteX29" fmla="*/ 56191 w 55880"/>
                <a:gd name="connsiteY29" fmla="*/ 33839 h 96238"/>
                <a:gd name="connsiteX30" fmla="*/ 56191 w 55880"/>
                <a:gd name="connsiteY30" fmla="*/ 26388 h 96238"/>
                <a:gd name="connsiteX31" fmla="*/ 54018 w 55880"/>
                <a:gd name="connsiteY31" fmla="*/ 18937 h 9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5880" h="96238">
                  <a:moveTo>
                    <a:pt x="54018" y="13660"/>
                  </a:moveTo>
                  <a:lnTo>
                    <a:pt x="53086" y="9624"/>
                  </a:lnTo>
                  <a:lnTo>
                    <a:pt x="43773" y="6209"/>
                  </a:lnTo>
                  <a:lnTo>
                    <a:pt x="31045" y="4346"/>
                  </a:lnTo>
                  <a:lnTo>
                    <a:pt x="16454" y="2173"/>
                  </a:lnTo>
                  <a:lnTo>
                    <a:pt x="3104" y="0"/>
                  </a:lnTo>
                  <a:lnTo>
                    <a:pt x="0" y="16764"/>
                  </a:lnTo>
                  <a:lnTo>
                    <a:pt x="2173" y="31665"/>
                  </a:lnTo>
                  <a:lnTo>
                    <a:pt x="3104" y="48740"/>
                  </a:lnTo>
                  <a:lnTo>
                    <a:pt x="7140" y="63331"/>
                  </a:lnTo>
                  <a:lnTo>
                    <a:pt x="7140" y="76059"/>
                  </a:lnTo>
                  <a:lnTo>
                    <a:pt x="3104" y="86614"/>
                  </a:lnTo>
                  <a:lnTo>
                    <a:pt x="7140" y="98411"/>
                  </a:lnTo>
                  <a:lnTo>
                    <a:pt x="14591" y="98411"/>
                  </a:lnTo>
                  <a:lnTo>
                    <a:pt x="19869" y="98411"/>
                  </a:lnTo>
                  <a:lnTo>
                    <a:pt x="23904" y="96238"/>
                  </a:lnTo>
                  <a:lnTo>
                    <a:pt x="27009" y="94065"/>
                  </a:lnTo>
                  <a:lnTo>
                    <a:pt x="31045" y="88788"/>
                  </a:lnTo>
                  <a:lnTo>
                    <a:pt x="32286" y="81337"/>
                  </a:lnTo>
                  <a:lnTo>
                    <a:pt x="34460" y="70782"/>
                  </a:lnTo>
                  <a:lnTo>
                    <a:pt x="32286" y="61468"/>
                  </a:lnTo>
                  <a:lnTo>
                    <a:pt x="34460" y="57122"/>
                  </a:lnTo>
                  <a:lnTo>
                    <a:pt x="38495" y="56191"/>
                  </a:lnTo>
                  <a:lnTo>
                    <a:pt x="39427" y="54018"/>
                  </a:lnTo>
                  <a:lnTo>
                    <a:pt x="43773" y="51844"/>
                  </a:lnTo>
                  <a:lnTo>
                    <a:pt x="46877" y="49671"/>
                  </a:lnTo>
                  <a:lnTo>
                    <a:pt x="50913" y="46567"/>
                  </a:lnTo>
                  <a:lnTo>
                    <a:pt x="53086" y="41289"/>
                  </a:lnTo>
                  <a:lnTo>
                    <a:pt x="54018" y="36943"/>
                  </a:lnTo>
                  <a:lnTo>
                    <a:pt x="56191" y="33839"/>
                  </a:lnTo>
                  <a:lnTo>
                    <a:pt x="56191" y="26388"/>
                  </a:lnTo>
                  <a:lnTo>
                    <a:pt x="54018" y="18937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38">
              <a:extLst>
                <a:ext uri="{FF2B5EF4-FFF2-40B4-BE49-F238E27FC236}">
                  <a16:creationId xmlns:a16="http://schemas.microsoft.com/office/drawing/2014/main" xmlns="" id="{829B77F4-4CCB-42CF-A051-2F6413446029}"/>
                </a:ext>
              </a:extLst>
            </p:cNvPr>
            <p:cNvSpPr/>
            <p:nvPr/>
          </p:nvSpPr>
          <p:spPr>
            <a:xfrm>
              <a:off x="3630606" y="4070724"/>
              <a:ext cx="21731" cy="27940"/>
            </a:xfrm>
            <a:custGeom>
              <a:avLst/>
              <a:gdLst>
                <a:gd name="connsiteX0" fmla="*/ 22973 w 21731"/>
                <a:gd name="connsiteY0" fmla="*/ 28561 h 27940"/>
                <a:gd name="connsiteX1" fmla="*/ 22042 w 21731"/>
                <a:gd name="connsiteY1" fmla="*/ 21110 h 27940"/>
                <a:gd name="connsiteX2" fmla="*/ 17695 w 21731"/>
                <a:gd name="connsiteY2" fmla="*/ 13660 h 27940"/>
                <a:gd name="connsiteX3" fmla="*/ 14591 w 21731"/>
                <a:gd name="connsiteY3" fmla="*/ 7451 h 27940"/>
                <a:gd name="connsiteX4" fmla="*/ 7451 w 21731"/>
                <a:gd name="connsiteY4" fmla="*/ 4346 h 27940"/>
                <a:gd name="connsiteX5" fmla="*/ 0 w 21731"/>
                <a:gd name="connsiteY5" fmla="*/ 0 h 27940"/>
                <a:gd name="connsiteX6" fmla="*/ 1242 w 21731"/>
                <a:gd name="connsiteY6" fmla="*/ 7451 h 27940"/>
                <a:gd name="connsiteX7" fmla="*/ 3104 w 21731"/>
                <a:gd name="connsiteY7" fmla="*/ 13660 h 27940"/>
                <a:gd name="connsiteX8" fmla="*/ 5278 w 21731"/>
                <a:gd name="connsiteY8" fmla="*/ 16764 h 27940"/>
                <a:gd name="connsiteX9" fmla="*/ 7451 w 21731"/>
                <a:gd name="connsiteY9" fmla="*/ 21110 h 27940"/>
                <a:gd name="connsiteX10" fmla="*/ 12728 w 21731"/>
                <a:gd name="connsiteY10" fmla="*/ 24215 h 27940"/>
                <a:gd name="connsiteX11" fmla="*/ 12728 w 21731"/>
                <a:gd name="connsiteY11" fmla="*/ 28561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31" h="27940">
                  <a:moveTo>
                    <a:pt x="22973" y="28561"/>
                  </a:moveTo>
                  <a:lnTo>
                    <a:pt x="22042" y="21110"/>
                  </a:lnTo>
                  <a:lnTo>
                    <a:pt x="17695" y="13660"/>
                  </a:lnTo>
                  <a:lnTo>
                    <a:pt x="14591" y="7451"/>
                  </a:lnTo>
                  <a:lnTo>
                    <a:pt x="7451" y="4346"/>
                  </a:lnTo>
                  <a:lnTo>
                    <a:pt x="0" y="0"/>
                  </a:lnTo>
                  <a:lnTo>
                    <a:pt x="1242" y="7451"/>
                  </a:lnTo>
                  <a:lnTo>
                    <a:pt x="3104" y="13660"/>
                  </a:lnTo>
                  <a:lnTo>
                    <a:pt x="5278" y="16764"/>
                  </a:lnTo>
                  <a:lnTo>
                    <a:pt x="7451" y="21110"/>
                  </a:lnTo>
                  <a:lnTo>
                    <a:pt x="12728" y="24215"/>
                  </a:lnTo>
                  <a:lnTo>
                    <a:pt x="12728" y="2856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9">
              <a:extLst>
                <a:ext uri="{FF2B5EF4-FFF2-40B4-BE49-F238E27FC236}">
                  <a16:creationId xmlns:a16="http://schemas.microsoft.com/office/drawing/2014/main" xmlns="" id="{538D0A79-7BF7-4EF4-8BBF-F1BE28B56DFB}"/>
                </a:ext>
              </a:extLst>
            </p:cNvPr>
            <p:cNvSpPr/>
            <p:nvPr/>
          </p:nvSpPr>
          <p:spPr>
            <a:xfrm>
              <a:off x="3646438" y="4107667"/>
              <a:ext cx="86925" cy="68298"/>
            </a:xfrm>
            <a:custGeom>
              <a:avLst/>
              <a:gdLst>
                <a:gd name="connsiteX0" fmla="*/ 50913 w 86924"/>
                <a:gd name="connsiteY0" fmla="*/ 44394 h 68298"/>
                <a:gd name="connsiteX1" fmla="*/ 54949 w 86924"/>
                <a:gd name="connsiteY1" fmla="*/ 48740 h 68298"/>
                <a:gd name="connsiteX2" fmla="*/ 54949 w 86924"/>
                <a:gd name="connsiteY2" fmla="*/ 51844 h 68298"/>
                <a:gd name="connsiteX3" fmla="*/ 54949 w 86924"/>
                <a:gd name="connsiteY3" fmla="*/ 57122 h 68298"/>
                <a:gd name="connsiteX4" fmla="*/ 56191 w 86924"/>
                <a:gd name="connsiteY4" fmla="*/ 61468 h 68298"/>
                <a:gd name="connsiteX5" fmla="*/ 60226 w 86924"/>
                <a:gd name="connsiteY5" fmla="*/ 64573 h 68298"/>
                <a:gd name="connsiteX6" fmla="*/ 62400 w 86924"/>
                <a:gd name="connsiteY6" fmla="*/ 66746 h 68298"/>
                <a:gd name="connsiteX7" fmla="*/ 63331 w 86924"/>
                <a:gd name="connsiteY7" fmla="*/ 66746 h 68298"/>
                <a:gd name="connsiteX8" fmla="*/ 63331 w 86924"/>
                <a:gd name="connsiteY8" fmla="*/ 68919 h 68298"/>
                <a:gd name="connsiteX9" fmla="*/ 67677 w 86924"/>
                <a:gd name="connsiteY9" fmla="*/ 68919 h 68298"/>
                <a:gd name="connsiteX10" fmla="*/ 70782 w 86924"/>
                <a:gd name="connsiteY10" fmla="*/ 64573 h 68298"/>
                <a:gd name="connsiteX11" fmla="*/ 74817 w 86924"/>
                <a:gd name="connsiteY11" fmla="*/ 63641 h 68298"/>
                <a:gd name="connsiteX12" fmla="*/ 80095 w 86924"/>
                <a:gd name="connsiteY12" fmla="*/ 61468 h 68298"/>
                <a:gd name="connsiteX13" fmla="*/ 82268 w 86924"/>
                <a:gd name="connsiteY13" fmla="*/ 48740 h 68298"/>
                <a:gd name="connsiteX14" fmla="*/ 84131 w 86924"/>
                <a:gd name="connsiteY14" fmla="*/ 31665 h 68298"/>
                <a:gd name="connsiteX15" fmla="*/ 87235 w 86924"/>
                <a:gd name="connsiteY15" fmla="*/ 20179 h 68298"/>
                <a:gd name="connsiteX16" fmla="*/ 87235 w 86924"/>
                <a:gd name="connsiteY16" fmla="*/ 14901 h 68298"/>
                <a:gd name="connsiteX17" fmla="*/ 87235 w 86924"/>
                <a:gd name="connsiteY17" fmla="*/ 9624 h 68298"/>
                <a:gd name="connsiteX18" fmla="*/ 85373 w 86924"/>
                <a:gd name="connsiteY18" fmla="*/ 7451 h 68298"/>
                <a:gd name="connsiteX19" fmla="*/ 84131 w 86924"/>
                <a:gd name="connsiteY19" fmla="*/ 4346 h 68298"/>
                <a:gd name="connsiteX20" fmla="*/ 82268 w 86924"/>
                <a:gd name="connsiteY20" fmla="*/ 2173 h 68298"/>
                <a:gd name="connsiteX21" fmla="*/ 80095 w 86924"/>
                <a:gd name="connsiteY21" fmla="*/ 2173 h 68298"/>
                <a:gd name="connsiteX22" fmla="*/ 77922 w 86924"/>
                <a:gd name="connsiteY22" fmla="*/ 0 h 68298"/>
                <a:gd name="connsiteX23" fmla="*/ 76991 w 86924"/>
                <a:gd name="connsiteY23" fmla="*/ 0 h 68298"/>
                <a:gd name="connsiteX24" fmla="*/ 70782 w 86924"/>
                <a:gd name="connsiteY24" fmla="*/ 0 h 68298"/>
                <a:gd name="connsiteX25" fmla="*/ 70782 w 86924"/>
                <a:gd name="connsiteY25" fmla="*/ 11797 h 68298"/>
                <a:gd name="connsiteX26" fmla="*/ 58053 w 86924"/>
                <a:gd name="connsiteY26" fmla="*/ 11797 h 68298"/>
                <a:gd name="connsiteX27" fmla="*/ 43773 w 86924"/>
                <a:gd name="connsiteY27" fmla="*/ 13970 h 68298"/>
                <a:gd name="connsiteX28" fmla="*/ 31045 w 86924"/>
                <a:gd name="connsiteY28" fmla="*/ 14901 h 68298"/>
                <a:gd name="connsiteX29" fmla="*/ 20800 w 86924"/>
                <a:gd name="connsiteY29" fmla="*/ 11797 h 68298"/>
                <a:gd name="connsiteX30" fmla="*/ 14591 w 86924"/>
                <a:gd name="connsiteY30" fmla="*/ 13970 h 68298"/>
                <a:gd name="connsiteX31" fmla="*/ 11487 w 86924"/>
                <a:gd name="connsiteY31" fmla="*/ 13970 h 68298"/>
                <a:gd name="connsiteX32" fmla="*/ 9313 w 86924"/>
                <a:gd name="connsiteY32" fmla="*/ 13970 h 68298"/>
                <a:gd name="connsiteX33" fmla="*/ 7140 w 86924"/>
                <a:gd name="connsiteY33" fmla="*/ 13970 h 68298"/>
                <a:gd name="connsiteX34" fmla="*/ 7140 w 86924"/>
                <a:gd name="connsiteY34" fmla="*/ 14901 h 68298"/>
                <a:gd name="connsiteX35" fmla="*/ 6209 w 86924"/>
                <a:gd name="connsiteY35" fmla="*/ 17075 h 68298"/>
                <a:gd name="connsiteX36" fmla="*/ 4036 w 86924"/>
                <a:gd name="connsiteY36" fmla="*/ 20179 h 68298"/>
                <a:gd name="connsiteX37" fmla="*/ 0 w 86924"/>
                <a:gd name="connsiteY37" fmla="*/ 20179 h 68298"/>
                <a:gd name="connsiteX38" fmla="*/ 7140 w 86924"/>
                <a:gd name="connsiteY38" fmla="*/ 31665 h 68298"/>
                <a:gd name="connsiteX39" fmla="*/ 16454 w 86924"/>
                <a:gd name="connsiteY39" fmla="*/ 36943 h 68298"/>
                <a:gd name="connsiteX40" fmla="*/ 26077 w 86924"/>
                <a:gd name="connsiteY40" fmla="*/ 39116 h 68298"/>
                <a:gd name="connsiteX41" fmla="*/ 34149 w 86924"/>
                <a:gd name="connsiteY41" fmla="*/ 36943 h 68298"/>
                <a:gd name="connsiteX42" fmla="*/ 43773 w 86924"/>
                <a:gd name="connsiteY42" fmla="*/ 39116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6924" h="68298">
                  <a:moveTo>
                    <a:pt x="50913" y="44394"/>
                  </a:moveTo>
                  <a:lnTo>
                    <a:pt x="54949" y="48740"/>
                  </a:lnTo>
                  <a:lnTo>
                    <a:pt x="54949" y="51844"/>
                  </a:lnTo>
                  <a:lnTo>
                    <a:pt x="54949" y="57122"/>
                  </a:lnTo>
                  <a:lnTo>
                    <a:pt x="56191" y="61468"/>
                  </a:lnTo>
                  <a:lnTo>
                    <a:pt x="60226" y="64573"/>
                  </a:lnTo>
                  <a:lnTo>
                    <a:pt x="62400" y="66746"/>
                  </a:lnTo>
                  <a:lnTo>
                    <a:pt x="63331" y="66746"/>
                  </a:lnTo>
                  <a:lnTo>
                    <a:pt x="63331" y="68919"/>
                  </a:lnTo>
                  <a:lnTo>
                    <a:pt x="67677" y="68919"/>
                  </a:lnTo>
                  <a:lnTo>
                    <a:pt x="70782" y="64573"/>
                  </a:lnTo>
                  <a:lnTo>
                    <a:pt x="74817" y="63641"/>
                  </a:lnTo>
                  <a:lnTo>
                    <a:pt x="80095" y="61468"/>
                  </a:lnTo>
                  <a:lnTo>
                    <a:pt x="82268" y="48740"/>
                  </a:lnTo>
                  <a:lnTo>
                    <a:pt x="84131" y="31665"/>
                  </a:lnTo>
                  <a:lnTo>
                    <a:pt x="87235" y="20179"/>
                  </a:lnTo>
                  <a:lnTo>
                    <a:pt x="87235" y="14901"/>
                  </a:lnTo>
                  <a:lnTo>
                    <a:pt x="87235" y="9624"/>
                  </a:lnTo>
                  <a:lnTo>
                    <a:pt x="85373" y="7451"/>
                  </a:lnTo>
                  <a:lnTo>
                    <a:pt x="84131" y="4346"/>
                  </a:lnTo>
                  <a:lnTo>
                    <a:pt x="82268" y="2173"/>
                  </a:lnTo>
                  <a:lnTo>
                    <a:pt x="80095" y="2173"/>
                  </a:lnTo>
                  <a:lnTo>
                    <a:pt x="77922" y="0"/>
                  </a:lnTo>
                  <a:lnTo>
                    <a:pt x="76991" y="0"/>
                  </a:lnTo>
                  <a:lnTo>
                    <a:pt x="70782" y="0"/>
                  </a:lnTo>
                  <a:lnTo>
                    <a:pt x="70782" y="11797"/>
                  </a:lnTo>
                  <a:lnTo>
                    <a:pt x="58053" y="11797"/>
                  </a:lnTo>
                  <a:lnTo>
                    <a:pt x="43773" y="13970"/>
                  </a:lnTo>
                  <a:lnTo>
                    <a:pt x="31045" y="14901"/>
                  </a:lnTo>
                  <a:lnTo>
                    <a:pt x="20800" y="11797"/>
                  </a:lnTo>
                  <a:lnTo>
                    <a:pt x="14591" y="13970"/>
                  </a:lnTo>
                  <a:lnTo>
                    <a:pt x="11487" y="13970"/>
                  </a:lnTo>
                  <a:lnTo>
                    <a:pt x="9313" y="13970"/>
                  </a:lnTo>
                  <a:lnTo>
                    <a:pt x="7140" y="13970"/>
                  </a:lnTo>
                  <a:lnTo>
                    <a:pt x="7140" y="14901"/>
                  </a:lnTo>
                  <a:lnTo>
                    <a:pt x="6209" y="17075"/>
                  </a:lnTo>
                  <a:lnTo>
                    <a:pt x="4036" y="20179"/>
                  </a:lnTo>
                  <a:lnTo>
                    <a:pt x="0" y="20179"/>
                  </a:lnTo>
                  <a:lnTo>
                    <a:pt x="7140" y="31665"/>
                  </a:lnTo>
                  <a:lnTo>
                    <a:pt x="16454" y="36943"/>
                  </a:lnTo>
                  <a:lnTo>
                    <a:pt x="26077" y="39116"/>
                  </a:lnTo>
                  <a:lnTo>
                    <a:pt x="34149" y="36943"/>
                  </a:lnTo>
                  <a:lnTo>
                    <a:pt x="43773" y="3911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0">
              <a:extLst>
                <a:ext uri="{FF2B5EF4-FFF2-40B4-BE49-F238E27FC236}">
                  <a16:creationId xmlns:a16="http://schemas.microsoft.com/office/drawing/2014/main" xmlns="" id="{BDE64A74-3932-4E85-8E7B-C04ACDA97C2B}"/>
                </a:ext>
              </a:extLst>
            </p:cNvPr>
            <p:cNvSpPr/>
            <p:nvPr/>
          </p:nvSpPr>
          <p:spPr>
            <a:xfrm>
              <a:off x="3750438" y="4075070"/>
              <a:ext cx="235939" cy="102447"/>
            </a:xfrm>
            <a:custGeom>
              <a:avLst/>
              <a:gdLst>
                <a:gd name="connsiteX0" fmla="*/ 97790 w 235938"/>
                <a:gd name="connsiteY0" fmla="*/ 86614 h 102447"/>
                <a:gd name="connsiteX1" fmla="*/ 97790 w 235938"/>
                <a:gd name="connsiteY1" fmla="*/ 88787 h 102447"/>
                <a:gd name="connsiteX2" fmla="*/ 97790 w 235938"/>
                <a:gd name="connsiteY2" fmla="*/ 89719 h 102447"/>
                <a:gd name="connsiteX3" fmla="*/ 99964 w 235938"/>
                <a:gd name="connsiteY3" fmla="*/ 91892 h 102447"/>
                <a:gd name="connsiteX4" fmla="*/ 103068 w 235938"/>
                <a:gd name="connsiteY4" fmla="*/ 94065 h 102447"/>
                <a:gd name="connsiteX5" fmla="*/ 107414 w 235938"/>
                <a:gd name="connsiteY5" fmla="*/ 96238 h 102447"/>
                <a:gd name="connsiteX6" fmla="*/ 110519 w 235938"/>
                <a:gd name="connsiteY6" fmla="*/ 96238 h 102447"/>
                <a:gd name="connsiteX7" fmla="*/ 112381 w 235938"/>
                <a:gd name="connsiteY7" fmla="*/ 94065 h 102447"/>
                <a:gd name="connsiteX8" fmla="*/ 114554 w 235938"/>
                <a:gd name="connsiteY8" fmla="*/ 89719 h 102447"/>
                <a:gd name="connsiteX9" fmla="*/ 116728 w 235938"/>
                <a:gd name="connsiteY9" fmla="*/ 84441 h 102447"/>
                <a:gd name="connsiteX10" fmla="*/ 119832 w 235938"/>
                <a:gd name="connsiteY10" fmla="*/ 91892 h 102447"/>
                <a:gd name="connsiteX11" fmla="*/ 122937 w 235938"/>
                <a:gd name="connsiteY11" fmla="*/ 99343 h 102447"/>
                <a:gd name="connsiteX12" fmla="*/ 126972 w 235938"/>
                <a:gd name="connsiteY12" fmla="*/ 104620 h 102447"/>
                <a:gd name="connsiteX13" fmla="*/ 136596 w 235938"/>
                <a:gd name="connsiteY13" fmla="*/ 104620 h 102447"/>
                <a:gd name="connsiteX14" fmla="*/ 137527 w 235938"/>
                <a:gd name="connsiteY14" fmla="*/ 101516 h 102447"/>
                <a:gd name="connsiteX15" fmla="*/ 139701 w 235938"/>
                <a:gd name="connsiteY15" fmla="*/ 97170 h 102447"/>
                <a:gd name="connsiteX16" fmla="*/ 143736 w 235938"/>
                <a:gd name="connsiteY16" fmla="*/ 94065 h 102447"/>
                <a:gd name="connsiteX17" fmla="*/ 143736 w 235938"/>
                <a:gd name="connsiteY17" fmla="*/ 89719 h 102447"/>
                <a:gd name="connsiteX18" fmla="*/ 146841 w 235938"/>
                <a:gd name="connsiteY18" fmla="*/ 94065 h 102447"/>
                <a:gd name="connsiteX19" fmla="*/ 149014 w 235938"/>
                <a:gd name="connsiteY19" fmla="*/ 99343 h 102447"/>
                <a:gd name="connsiteX20" fmla="*/ 152118 w 235938"/>
                <a:gd name="connsiteY20" fmla="*/ 104620 h 102447"/>
                <a:gd name="connsiteX21" fmla="*/ 158327 w 235938"/>
                <a:gd name="connsiteY21" fmla="*/ 104620 h 102447"/>
                <a:gd name="connsiteX22" fmla="*/ 163605 w 235938"/>
                <a:gd name="connsiteY22" fmla="*/ 104620 h 102447"/>
                <a:gd name="connsiteX23" fmla="*/ 166709 w 235938"/>
                <a:gd name="connsiteY23" fmla="*/ 103689 h 102447"/>
                <a:gd name="connsiteX24" fmla="*/ 172918 w 235938"/>
                <a:gd name="connsiteY24" fmla="*/ 101516 h 102447"/>
                <a:gd name="connsiteX25" fmla="*/ 178196 w 235938"/>
                <a:gd name="connsiteY25" fmla="*/ 101516 h 102447"/>
                <a:gd name="connsiteX26" fmla="*/ 183163 w 235938"/>
                <a:gd name="connsiteY26" fmla="*/ 99343 h 102447"/>
                <a:gd name="connsiteX27" fmla="*/ 185336 w 235938"/>
                <a:gd name="connsiteY27" fmla="*/ 97170 h 102447"/>
                <a:gd name="connsiteX28" fmla="*/ 188441 w 235938"/>
                <a:gd name="connsiteY28" fmla="*/ 97170 h 102447"/>
                <a:gd name="connsiteX29" fmla="*/ 190614 w 235938"/>
                <a:gd name="connsiteY29" fmla="*/ 96238 h 102447"/>
                <a:gd name="connsiteX30" fmla="*/ 192787 w 235938"/>
                <a:gd name="connsiteY30" fmla="*/ 91892 h 102447"/>
                <a:gd name="connsiteX31" fmla="*/ 195891 w 235938"/>
                <a:gd name="connsiteY31" fmla="*/ 89719 h 102447"/>
                <a:gd name="connsiteX32" fmla="*/ 199927 w 235938"/>
                <a:gd name="connsiteY32" fmla="*/ 89719 h 102447"/>
                <a:gd name="connsiteX33" fmla="*/ 209240 w 235938"/>
                <a:gd name="connsiteY33" fmla="*/ 91892 h 102447"/>
                <a:gd name="connsiteX34" fmla="*/ 221969 w 235938"/>
                <a:gd name="connsiteY34" fmla="*/ 94065 h 102447"/>
                <a:gd name="connsiteX35" fmla="*/ 232213 w 235938"/>
                <a:gd name="connsiteY35" fmla="*/ 94065 h 102447"/>
                <a:gd name="connsiteX36" fmla="*/ 236560 w 235938"/>
                <a:gd name="connsiteY36" fmla="*/ 81337 h 102447"/>
                <a:gd name="connsiteX37" fmla="*/ 236560 w 235938"/>
                <a:gd name="connsiteY37" fmla="*/ 76991 h 102447"/>
                <a:gd name="connsiteX38" fmla="*/ 236560 w 235938"/>
                <a:gd name="connsiteY38" fmla="*/ 73886 h 102447"/>
                <a:gd name="connsiteX39" fmla="*/ 236560 w 235938"/>
                <a:gd name="connsiteY39" fmla="*/ 71713 h 102447"/>
                <a:gd name="connsiteX40" fmla="*/ 234387 w 235938"/>
                <a:gd name="connsiteY40" fmla="*/ 67677 h 102447"/>
                <a:gd name="connsiteX41" fmla="*/ 232213 w 235938"/>
                <a:gd name="connsiteY41" fmla="*/ 62400 h 102447"/>
                <a:gd name="connsiteX42" fmla="*/ 232213 w 235938"/>
                <a:gd name="connsiteY42" fmla="*/ 57122 h 102447"/>
                <a:gd name="connsiteX43" fmla="*/ 209240 w 235938"/>
                <a:gd name="connsiteY43" fmla="*/ 54949 h 102447"/>
                <a:gd name="connsiteX44" fmla="*/ 181300 w 235938"/>
                <a:gd name="connsiteY44" fmla="*/ 57122 h 102447"/>
                <a:gd name="connsiteX45" fmla="*/ 156154 w 235938"/>
                <a:gd name="connsiteY45" fmla="*/ 57122 h 102447"/>
                <a:gd name="connsiteX46" fmla="*/ 130077 w 235938"/>
                <a:gd name="connsiteY46" fmla="*/ 57122 h 102447"/>
                <a:gd name="connsiteX47" fmla="*/ 107414 w 235938"/>
                <a:gd name="connsiteY47" fmla="*/ 51844 h 102447"/>
                <a:gd name="connsiteX48" fmla="*/ 87546 w 235938"/>
                <a:gd name="connsiteY48" fmla="*/ 40047 h 102447"/>
                <a:gd name="connsiteX49" fmla="*/ 87546 w 235938"/>
                <a:gd name="connsiteY49" fmla="*/ 36943 h 102447"/>
                <a:gd name="connsiteX50" fmla="*/ 87546 w 235938"/>
                <a:gd name="connsiteY50" fmla="*/ 31665 h 102447"/>
                <a:gd name="connsiteX51" fmla="*/ 87546 w 235938"/>
                <a:gd name="connsiteY51" fmla="*/ 27319 h 102447"/>
                <a:gd name="connsiteX52" fmla="*/ 85373 w 235938"/>
                <a:gd name="connsiteY52" fmla="*/ 22042 h 102447"/>
                <a:gd name="connsiteX53" fmla="*/ 83199 w 235938"/>
                <a:gd name="connsiteY53" fmla="*/ 16764 h 102447"/>
                <a:gd name="connsiteX54" fmla="*/ 83199 w 235938"/>
                <a:gd name="connsiteY54" fmla="*/ 12418 h 102447"/>
                <a:gd name="connsiteX55" fmla="*/ 65504 w 235938"/>
                <a:gd name="connsiteY55" fmla="*/ 14591 h 102447"/>
                <a:gd name="connsiteX56" fmla="*/ 54328 w 235938"/>
                <a:gd name="connsiteY56" fmla="*/ 14591 h 102447"/>
                <a:gd name="connsiteX57" fmla="*/ 46877 w 235938"/>
                <a:gd name="connsiteY57" fmla="*/ 10555 h 102447"/>
                <a:gd name="connsiteX58" fmla="*/ 43773 w 235938"/>
                <a:gd name="connsiteY58" fmla="*/ 0 h 102447"/>
                <a:gd name="connsiteX59" fmla="*/ 37564 w 235938"/>
                <a:gd name="connsiteY59" fmla="*/ 0 h 102447"/>
                <a:gd name="connsiteX60" fmla="*/ 34460 w 235938"/>
                <a:gd name="connsiteY60" fmla="*/ 1863 h 102447"/>
                <a:gd name="connsiteX61" fmla="*/ 30113 w 235938"/>
                <a:gd name="connsiteY61" fmla="*/ 1863 h 102447"/>
                <a:gd name="connsiteX62" fmla="*/ 27009 w 235938"/>
                <a:gd name="connsiteY62" fmla="*/ 3104 h 102447"/>
                <a:gd name="connsiteX63" fmla="*/ 16764 w 235938"/>
                <a:gd name="connsiteY63" fmla="*/ 5278 h 102447"/>
                <a:gd name="connsiteX64" fmla="*/ 7451 w 235938"/>
                <a:gd name="connsiteY64" fmla="*/ 5278 h 102447"/>
                <a:gd name="connsiteX65" fmla="*/ 0 w 235938"/>
                <a:gd name="connsiteY65" fmla="*/ 7140 h 102447"/>
                <a:gd name="connsiteX66" fmla="*/ 0 w 235938"/>
                <a:gd name="connsiteY66" fmla="*/ 12418 h 102447"/>
                <a:gd name="connsiteX67" fmla="*/ 2173 w 235938"/>
                <a:gd name="connsiteY67" fmla="*/ 14591 h 102447"/>
                <a:gd name="connsiteX68" fmla="*/ 2173 w 235938"/>
                <a:gd name="connsiteY68" fmla="*/ 16764 h 102447"/>
                <a:gd name="connsiteX69" fmla="*/ 2173 w 235938"/>
                <a:gd name="connsiteY69" fmla="*/ 18006 h 102447"/>
                <a:gd name="connsiteX70" fmla="*/ 3104 w 235938"/>
                <a:gd name="connsiteY70" fmla="*/ 19869 h 102447"/>
                <a:gd name="connsiteX71" fmla="*/ 17695 w 235938"/>
                <a:gd name="connsiteY71" fmla="*/ 25146 h 102447"/>
                <a:gd name="connsiteX72" fmla="*/ 34460 w 235938"/>
                <a:gd name="connsiteY72" fmla="*/ 31665 h 102447"/>
                <a:gd name="connsiteX73" fmla="*/ 52155 w 235938"/>
                <a:gd name="connsiteY73" fmla="*/ 32597 h 102447"/>
                <a:gd name="connsiteX74" fmla="*/ 52155 w 235938"/>
                <a:gd name="connsiteY74" fmla="*/ 44394 h 102447"/>
                <a:gd name="connsiteX75" fmla="*/ 56191 w 235938"/>
                <a:gd name="connsiteY75" fmla="*/ 52776 h 102447"/>
                <a:gd name="connsiteX76" fmla="*/ 59295 w 235938"/>
                <a:gd name="connsiteY76" fmla="*/ 58985 h 102447"/>
                <a:gd name="connsiteX77" fmla="*/ 61468 w 235938"/>
                <a:gd name="connsiteY77" fmla="*/ 66435 h 102447"/>
                <a:gd name="connsiteX78" fmla="*/ 59295 w 235938"/>
                <a:gd name="connsiteY78" fmla="*/ 76991 h 102447"/>
                <a:gd name="connsiteX79" fmla="*/ 61468 w 235938"/>
                <a:gd name="connsiteY79" fmla="*/ 79164 h 102447"/>
                <a:gd name="connsiteX80" fmla="*/ 65504 w 235938"/>
                <a:gd name="connsiteY80" fmla="*/ 81337 h 102447"/>
                <a:gd name="connsiteX81" fmla="*/ 66746 w 235938"/>
                <a:gd name="connsiteY81" fmla="*/ 82268 h 102447"/>
                <a:gd name="connsiteX82" fmla="*/ 70782 w 235938"/>
                <a:gd name="connsiteY82" fmla="*/ 84441 h 102447"/>
                <a:gd name="connsiteX83" fmla="*/ 72955 w 235938"/>
                <a:gd name="connsiteY83" fmla="*/ 84441 h 102447"/>
                <a:gd name="connsiteX84" fmla="*/ 73886 w 235938"/>
                <a:gd name="connsiteY84" fmla="*/ 86614 h 102447"/>
                <a:gd name="connsiteX85" fmla="*/ 80095 w 235938"/>
                <a:gd name="connsiteY85" fmla="*/ 84441 h 102447"/>
                <a:gd name="connsiteX86" fmla="*/ 83199 w 235938"/>
                <a:gd name="connsiteY86" fmla="*/ 84441 h 102447"/>
                <a:gd name="connsiteX87" fmla="*/ 88477 w 235938"/>
                <a:gd name="connsiteY87" fmla="*/ 82268 h 102447"/>
                <a:gd name="connsiteX88" fmla="*/ 92823 w 235938"/>
                <a:gd name="connsiteY88" fmla="*/ 82268 h 102447"/>
                <a:gd name="connsiteX89" fmla="*/ 94686 w 235938"/>
                <a:gd name="connsiteY89" fmla="*/ 81337 h 102447"/>
                <a:gd name="connsiteX90" fmla="*/ 95928 w 235938"/>
                <a:gd name="connsiteY90" fmla="*/ 81337 h 102447"/>
                <a:gd name="connsiteX91" fmla="*/ 97790 w 235938"/>
                <a:gd name="connsiteY91" fmla="*/ 82268 h 102447"/>
                <a:gd name="connsiteX92" fmla="*/ 97790 w 235938"/>
                <a:gd name="connsiteY92" fmla="*/ 84441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35938" h="102447">
                  <a:moveTo>
                    <a:pt x="97790" y="86614"/>
                  </a:moveTo>
                  <a:lnTo>
                    <a:pt x="97790" y="88787"/>
                  </a:lnTo>
                  <a:lnTo>
                    <a:pt x="97790" y="89719"/>
                  </a:lnTo>
                  <a:lnTo>
                    <a:pt x="99964" y="91892"/>
                  </a:lnTo>
                  <a:lnTo>
                    <a:pt x="103068" y="94065"/>
                  </a:lnTo>
                  <a:lnTo>
                    <a:pt x="107414" y="96238"/>
                  </a:lnTo>
                  <a:lnTo>
                    <a:pt x="110519" y="96238"/>
                  </a:lnTo>
                  <a:lnTo>
                    <a:pt x="112381" y="94065"/>
                  </a:lnTo>
                  <a:lnTo>
                    <a:pt x="114554" y="89719"/>
                  </a:lnTo>
                  <a:lnTo>
                    <a:pt x="116728" y="84441"/>
                  </a:lnTo>
                  <a:lnTo>
                    <a:pt x="119832" y="91892"/>
                  </a:lnTo>
                  <a:lnTo>
                    <a:pt x="122937" y="99343"/>
                  </a:lnTo>
                  <a:lnTo>
                    <a:pt x="126972" y="104620"/>
                  </a:lnTo>
                  <a:lnTo>
                    <a:pt x="136596" y="104620"/>
                  </a:lnTo>
                  <a:lnTo>
                    <a:pt x="137527" y="101516"/>
                  </a:lnTo>
                  <a:lnTo>
                    <a:pt x="139701" y="97170"/>
                  </a:lnTo>
                  <a:lnTo>
                    <a:pt x="143736" y="94065"/>
                  </a:lnTo>
                  <a:lnTo>
                    <a:pt x="143736" y="89719"/>
                  </a:lnTo>
                  <a:lnTo>
                    <a:pt x="146841" y="94065"/>
                  </a:lnTo>
                  <a:lnTo>
                    <a:pt x="149014" y="99343"/>
                  </a:lnTo>
                  <a:lnTo>
                    <a:pt x="152118" y="104620"/>
                  </a:lnTo>
                  <a:lnTo>
                    <a:pt x="158327" y="104620"/>
                  </a:lnTo>
                  <a:lnTo>
                    <a:pt x="163605" y="104620"/>
                  </a:lnTo>
                  <a:lnTo>
                    <a:pt x="166709" y="103689"/>
                  </a:lnTo>
                  <a:lnTo>
                    <a:pt x="172918" y="101516"/>
                  </a:lnTo>
                  <a:lnTo>
                    <a:pt x="178196" y="101516"/>
                  </a:lnTo>
                  <a:lnTo>
                    <a:pt x="183163" y="99343"/>
                  </a:lnTo>
                  <a:lnTo>
                    <a:pt x="185336" y="97170"/>
                  </a:lnTo>
                  <a:lnTo>
                    <a:pt x="188441" y="97170"/>
                  </a:lnTo>
                  <a:lnTo>
                    <a:pt x="190614" y="96238"/>
                  </a:lnTo>
                  <a:lnTo>
                    <a:pt x="192787" y="91892"/>
                  </a:lnTo>
                  <a:lnTo>
                    <a:pt x="195891" y="89719"/>
                  </a:lnTo>
                  <a:lnTo>
                    <a:pt x="199927" y="89719"/>
                  </a:lnTo>
                  <a:lnTo>
                    <a:pt x="209240" y="91892"/>
                  </a:lnTo>
                  <a:lnTo>
                    <a:pt x="221969" y="94065"/>
                  </a:lnTo>
                  <a:lnTo>
                    <a:pt x="232213" y="94065"/>
                  </a:lnTo>
                  <a:lnTo>
                    <a:pt x="236560" y="81337"/>
                  </a:lnTo>
                  <a:lnTo>
                    <a:pt x="236560" y="76991"/>
                  </a:lnTo>
                  <a:lnTo>
                    <a:pt x="236560" y="73886"/>
                  </a:lnTo>
                  <a:lnTo>
                    <a:pt x="236560" y="71713"/>
                  </a:lnTo>
                  <a:lnTo>
                    <a:pt x="234387" y="67677"/>
                  </a:lnTo>
                  <a:lnTo>
                    <a:pt x="232213" y="62400"/>
                  </a:lnTo>
                  <a:lnTo>
                    <a:pt x="232213" y="57122"/>
                  </a:lnTo>
                  <a:lnTo>
                    <a:pt x="209240" y="54949"/>
                  </a:lnTo>
                  <a:lnTo>
                    <a:pt x="181300" y="57122"/>
                  </a:lnTo>
                  <a:lnTo>
                    <a:pt x="156154" y="57122"/>
                  </a:lnTo>
                  <a:lnTo>
                    <a:pt x="130077" y="57122"/>
                  </a:lnTo>
                  <a:lnTo>
                    <a:pt x="107414" y="51844"/>
                  </a:lnTo>
                  <a:lnTo>
                    <a:pt x="87546" y="40047"/>
                  </a:lnTo>
                  <a:lnTo>
                    <a:pt x="87546" y="36943"/>
                  </a:lnTo>
                  <a:lnTo>
                    <a:pt x="87546" y="31665"/>
                  </a:lnTo>
                  <a:lnTo>
                    <a:pt x="87546" y="27319"/>
                  </a:lnTo>
                  <a:lnTo>
                    <a:pt x="85373" y="22042"/>
                  </a:lnTo>
                  <a:lnTo>
                    <a:pt x="83199" y="16764"/>
                  </a:lnTo>
                  <a:lnTo>
                    <a:pt x="83199" y="12418"/>
                  </a:lnTo>
                  <a:lnTo>
                    <a:pt x="65504" y="14591"/>
                  </a:lnTo>
                  <a:lnTo>
                    <a:pt x="54328" y="14591"/>
                  </a:lnTo>
                  <a:lnTo>
                    <a:pt x="46877" y="10555"/>
                  </a:lnTo>
                  <a:lnTo>
                    <a:pt x="43773" y="0"/>
                  </a:lnTo>
                  <a:lnTo>
                    <a:pt x="37564" y="0"/>
                  </a:lnTo>
                  <a:lnTo>
                    <a:pt x="34460" y="1863"/>
                  </a:lnTo>
                  <a:lnTo>
                    <a:pt x="30113" y="1863"/>
                  </a:lnTo>
                  <a:lnTo>
                    <a:pt x="27009" y="3104"/>
                  </a:lnTo>
                  <a:lnTo>
                    <a:pt x="16764" y="5278"/>
                  </a:lnTo>
                  <a:lnTo>
                    <a:pt x="7451" y="5278"/>
                  </a:lnTo>
                  <a:lnTo>
                    <a:pt x="0" y="7140"/>
                  </a:lnTo>
                  <a:lnTo>
                    <a:pt x="0" y="12418"/>
                  </a:lnTo>
                  <a:lnTo>
                    <a:pt x="2173" y="14591"/>
                  </a:lnTo>
                  <a:lnTo>
                    <a:pt x="2173" y="16764"/>
                  </a:lnTo>
                  <a:lnTo>
                    <a:pt x="2173" y="18006"/>
                  </a:lnTo>
                  <a:lnTo>
                    <a:pt x="3104" y="19869"/>
                  </a:lnTo>
                  <a:lnTo>
                    <a:pt x="17695" y="25146"/>
                  </a:lnTo>
                  <a:lnTo>
                    <a:pt x="34460" y="31665"/>
                  </a:lnTo>
                  <a:lnTo>
                    <a:pt x="52155" y="32597"/>
                  </a:lnTo>
                  <a:lnTo>
                    <a:pt x="52155" y="44394"/>
                  </a:lnTo>
                  <a:lnTo>
                    <a:pt x="56191" y="52776"/>
                  </a:lnTo>
                  <a:lnTo>
                    <a:pt x="59295" y="58985"/>
                  </a:lnTo>
                  <a:lnTo>
                    <a:pt x="61468" y="66435"/>
                  </a:lnTo>
                  <a:lnTo>
                    <a:pt x="59295" y="76991"/>
                  </a:lnTo>
                  <a:lnTo>
                    <a:pt x="61468" y="79164"/>
                  </a:lnTo>
                  <a:lnTo>
                    <a:pt x="65504" y="81337"/>
                  </a:lnTo>
                  <a:lnTo>
                    <a:pt x="66746" y="82268"/>
                  </a:lnTo>
                  <a:lnTo>
                    <a:pt x="70782" y="84441"/>
                  </a:lnTo>
                  <a:lnTo>
                    <a:pt x="72955" y="84441"/>
                  </a:lnTo>
                  <a:lnTo>
                    <a:pt x="73886" y="86614"/>
                  </a:lnTo>
                  <a:lnTo>
                    <a:pt x="80095" y="84441"/>
                  </a:lnTo>
                  <a:lnTo>
                    <a:pt x="83199" y="84441"/>
                  </a:lnTo>
                  <a:lnTo>
                    <a:pt x="88477" y="82268"/>
                  </a:lnTo>
                  <a:lnTo>
                    <a:pt x="92823" y="82268"/>
                  </a:lnTo>
                  <a:lnTo>
                    <a:pt x="94686" y="81337"/>
                  </a:lnTo>
                  <a:lnTo>
                    <a:pt x="95928" y="81337"/>
                  </a:lnTo>
                  <a:lnTo>
                    <a:pt x="97790" y="82268"/>
                  </a:lnTo>
                  <a:lnTo>
                    <a:pt x="97790" y="8444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41">
              <a:extLst>
                <a:ext uri="{FF2B5EF4-FFF2-40B4-BE49-F238E27FC236}">
                  <a16:creationId xmlns:a16="http://schemas.microsoft.com/office/drawing/2014/main" xmlns="" id="{9178971C-2781-4739-B712-E444BD4A76D5}"/>
                </a:ext>
              </a:extLst>
            </p:cNvPr>
            <p:cNvSpPr/>
            <p:nvPr/>
          </p:nvSpPr>
          <p:spPr>
            <a:xfrm>
              <a:off x="6856448" y="5409987"/>
              <a:ext cx="24836" cy="58985"/>
            </a:xfrm>
            <a:custGeom>
              <a:avLst/>
              <a:gdLst>
                <a:gd name="connsiteX0" fmla="*/ 5277 w 24835"/>
                <a:gd name="connsiteY0" fmla="*/ 50913 h 58984"/>
                <a:gd name="connsiteX1" fmla="*/ 12418 w 24835"/>
                <a:gd name="connsiteY1" fmla="*/ 60227 h 58984"/>
                <a:gd name="connsiteX2" fmla="*/ 27009 w 24835"/>
                <a:gd name="connsiteY2" fmla="*/ 23283 h 58984"/>
                <a:gd name="connsiteX3" fmla="*/ 27009 w 24835"/>
                <a:gd name="connsiteY3" fmla="*/ 15833 h 58984"/>
                <a:gd name="connsiteX4" fmla="*/ 27009 w 24835"/>
                <a:gd name="connsiteY4" fmla="*/ 10555 h 58984"/>
                <a:gd name="connsiteX5" fmla="*/ 25146 w 24835"/>
                <a:gd name="connsiteY5" fmla="*/ 7451 h 58984"/>
                <a:gd name="connsiteX6" fmla="*/ 22973 w 24835"/>
                <a:gd name="connsiteY6" fmla="*/ 3104 h 58984"/>
                <a:gd name="connsiteX7" fmla="*/ 19869 w 24835"/>
                <a:gd name="connsiteY7" fmla="*/ 0 h 58984"/>
                <a:gd name="connsiteX8" fmla="*/ 0 w 24835"/>
                <a:gd name="connsiteY8" fmla="*/ 27630 h 58984"/>
                <a:gd name="connsiteX9" fmla="*/ 2173 w 24835"/>
                <a:gd name="connsiteY9" fmla="*/ 42531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58984">
                  <a:moveTo>
                    <a:pt x="5277" y="50913"/>
                  </a:moveTo>
                  <a:lnTo>
                    <a:pt x="12418" y="60227"/>
                  </a:lnTo>
                  <a:lnTo>
                    <a:pt x="27009" y="23283"/>
                  </a:lnTo>
                  <a:lnTo>
                    <a:pt x="27009" y="15833"/>
                  </a:lnTo>
                  <a:lnTo>
                    <a:pt x="27009" y="10555"/>
                  </a:lnTo>
                  <a:lnTo>
                    <a:pt x="25146" y="7451"/>
                  </a:lnTo>
                  <a:lnTo>
                    <a:pt x="22973" y="3104"/>
                  </a:lnTo>
                  <a:lnTo>
                    <a:pt x="19869" y="0"/>
                  </a:lnTo>
                  <a:lnTo>
                    <a:pt x="0" y="27630"/>
                  </a:lnTo>
                  <a:lnTo>
                    <a:pt x="2173" y="4253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42">
              <a:extLst>
                <a:ext uri="{FF2B5EF4-FFF2-40B4-BE49-F238E27FC236}">
                  <a16:creationId xmlns:a16="http://schemas.microsoft.com/office/drawing/2014/main" xmlns="" id="{8C2EC373-4445-4AFD-B347-06F433596320}"/>
                </a:ext>
              </a:extLst>
            </p:cNvPr>
            <p:cNvSpPr/>
            <p:nvPr/>
          </p:nvSpPr>
          <p:spPr>
            <a:xfrm>
              <a:off x="6876316" y="5644063"/>
              <a:ext cx="68298" cy="65194"/>
            </a:xfrm>
            <a:custGeom>
              <a:avLst/>
              <a:gdLst>
                <a:gd name="connsiteX0" fmla="*/ 43773 w 68298"/>
                <a:gd name="connsiteY0" fmla="*/ 12418 h 65193"/>
                <a:gd name="connsiteX1" fmla="*/ 31355 w 68298"/>
                <a:gd name="connsiteY1" fmla="*/ 19868 h 65193"/>
                <a:gd name="connsiteX2" fmla="*/ 17695 w 68298"/>
                <a:gd name="connsiteY2" fmla="*/ 24215 h 65193"/>
                <a:gd name="connsiteX3" fmla="*/ 3104 w 68298"/>
                <a:gd name="connsiteY3" fmla="*/ 29492 h 65193"/>
                <a:gd name="connsiteX4" fmla="*/ 3104 w 68298"/>
                <a:gd name="connsiteY4" fmla="*/ 33838 h 65193"/>
                <a:gd name="connsiteX5" fmla="*/ 2173 w 68298"/>
                <a:gd name="connsiteY5" fmla="*/ 33838 h 65193"/>
                <a:gd name="connsiteX6" fmla="*/ 2173 w 68298"/>
                <a:gd name="connsiteY6" fmla="*/ 34770 h 65193"/>
                <a:gd name="connsiteX7" fmla="*/ 0 w 68298"/>
                <a:gd name="connsiteY7" fmla="*/ 36943 h 65193"/>
                <a:gd name="connsiteX8" fmla="*/ 0 w 68298"/>
                <a:gd name="connsiteY8" fmla="*/ 46567 h 65193"/>
                <a:gd name="connsiteX9" fmla="*/ 7140 w 68298"/>
                <a:gd name="connsiteY9" fmla="*/ 42221 h 65193"/>
                <a:gd name="connsiteX10" fmla="*/ 14591 w 68298"/>
                <a:gd name="connsiteY10" fmla="*/ 40979 h 65193"/>
                <a:gd name="connsiteX11" fmla="*/ 21731 w 68298"/>
                <a:gd name="connsiteY11" fmla="*/ 36943 h 65193"/>
                <a:gd name="connsiteX12" fmla="*/ 27009 w 68298"/>
                <a:gd name="connsiteY12" fmla="*/ 33838 h 65193"/>
                <a:gd name="connsiteX13" fmla="*/ 31355 w 68298"/>
                <a:gd name="connsiteY13" fmla="*/ 40979 h 65193"/>
                <a:gd name="connsiteX14" fmla="*/ 32286 w 68298"/>
                <a:gd name="connsiteY14" fmla="*/ 46567 h 65193"/>
                <a:gd name="connsiteX15" fmla="*/ 34459 w 68298"/>
                <a:gd name="connsiteY15" fmla="*/ 51844 h 65193"/>
                <a:gd name="connsiteX16" fmla="*/ 36322 w 68298"/>
                <a:gd name="connsiteY16" fmla="*/ 55880 h 65193"/>
                <a:gd name="connsiteX17" fmla="*/ 41600 w 68298"/>
                <a:gd name="connsiteY17" fmla="*/ 58985 h 65193"/>
                <a:gd name="connsiteX18" fmla="*/ 46877 w 68298"/>
                <a:gd name="connsiteY18" fmla="*/ 61158 h 65193"/>
                <a:gd name="connsiteX19" fmla="*/ 46877 w 68298"/>
                <a:gd name="connsiteY19" fmla="*/ 66435 h 65193"/>
                <a:gd name="connsiteX20" fmla="*/ 56191 w 68298"/>
                <a:gd name="connsiteY20" fmla="*/ 66435 h 65193"/>
                <a:gd name="connsiteX21" fmla="*/ 56191 w 68298"/>
                <a:gd name="connsiteY21" fmla="*/ 61158 h 65193"/>
                <a:gd name="connsiteX22" fmla="*/ 56191 w 68298"/>
                <a:gd name="connsiteY22" fmla="*/ 58985 h 65193"/>
                <a:gd name="connsiteX23" fmla="*/ 56191 w 68298"/>
                <a:gd name="connsiteY23" fmla="*/ 57122 h 65193"/>
                <a:gd name="connsiteX24" fmla="*/ 58364 w 68298"/>
                <a:gd name="connsiteY24" fmla="*/ 55880 h 65193"/>
                <a:gd name="connsiteX25" fmla="*/ 56191 w 68298"/>
                <a:gd name="connsiteY25" fmla="*/ 53707 h 65193"/>
                <a:gd name="connsiteX26" fmla="*/ 54018 w 68298"/>
                <a:gd name="connsiteY26" fmla="*/ 51844 h 65193"/>
                <a:gd name="connsiteX27" fmla="*/ 53086 w 68298"/>
                <a:gd name="connsiteY27" fmla="*/ 49671 h 65193"/>
                <a:gd name="connsiteX28" fmla="*/ 53086 w 68298"/>
                <a:gd name="connsiteY28" fmla="*/ 46567 h 65193"/>
                <a:gd name="connsiteX29" fmla="*/ 54018 w 68298"/>
                <a:gd name="connsiteY29" fmla="*/ 48429 h 65193"/>
                <a:gd name="connsiteX30" fmla="*/ 56191 w 68298"/>
                <a:gd name="connsiteY30" fmla="*/ 48429 h 65193"/>
                <a:gd name="connsiteX31" fmla="*/ 58364 w 68298"/>
                <a:gd name="connsiteY31" fmla="*/ 48429 h 65193"/>
                <a:gd name="connsiteX32" fmla="*/ 58364 w 68298"/>
                <a:gd name="connsiteY32" fmla="*/ 49671 h 65193"/>
                <a:gd name="connsiteX33" fmla="*/ 60227 w 68298"/>
                <a:gd name="connsiteY33" fmla="*/ 53707 h 65193"/>
                <a:gd name="connsiteX34" fmla="*/ 63641 w 68298"/>
                <a:gd name="connsiteY34" fmla="*/ 51844 h 65193"/>
                <a:gd name="connsiteX35" fmla="*/ 65504 w 68298"/>
                <a:gd name="connsiteY35" fmla="*/ 51844 h 65193"/>
                <a:gd name="connsiteX36" fmla="*/ 65504 w 68298"/>
                <a:gd name="connsiteY36" fmla="*/ 49671 h 65193"/>
                <a:gd name="connsiteX37" fmla="*/ 67677 w 68298"/>
                <a:gd name="connsiteY37" fmla="*/ 49671 h 65193"/>
                <a:gd name="connsiteX38" fmla="*/ 67677 w 68298"/>
                <a:gd name="connsiteY38" fmla="*/ 46567 h 65193"/>
                <a:gd name="connsiteX39" fmla="*/ 68608 w 68298"/>
                <a:gd name="connsiteY39" fmla="*/ 42221 h 65193"/>
                <a:gd name="connsiteX40" fmla="*/ 70781 w 68298"/>
                <a:gd name="connsiteY40" fmla="*/ 42221 h 65193"/>
                <a:gd name="connsiteX41" fmla="*/ 70781 w 68298"/>
                <a:gd name="connsiteY41" fmla="*/ 40979 h 65193"/>
                <a:gd name="connsiteX42" fmla="*/ 68608 w 68298"/>
                <a:gd name="connsiteY42" fmla="*/ 40979 h 65193"/>
                <a:gd name="connsiteX43" fmla="*/ 67677 w 68298"/>
                <a:gd name="connsiteY43" fmla="*/ 36943 h 65193"/>
                <a:gd name="connsiteX44" fmla="*/ 67677 w 68298"/>
                <a:gd name="connsiteY44" fmla="*/ 19868 h 65193"/>
                <a:gd name="connsiteX45" fmla="*/ 61468 w 68298"/>
                <a:gd name="connsiteY45" fmla="*/ 9313 h 65193"/>
                <a:gd name="connsiteX46" fmla="*/ 53086 w 68298"/>
                <a:gd name="connsiteY46" fmla="*/ 0 h 65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68298" h="65193">
                  <a:moveTo>
                    <a:pt x="43773" y="12418"/>
                  </a:moveTo>
                  <a:lnTo>
                    <a:pt x="31355" y="19868"/>
                  </a:lnTo>
                  <a:lnTo>
                    <a:pt x="17695" y="24215"/>
                  </a:lnTo>
                  <a:lnTo>
                    <a:pt x="3104" y="29492"/>
                  </a:lnTo>
                  <a:lnTo>
                    <a:pt x="3104" y="33838"/>
                  </a:lnTo>
                  <a:lnTo>
                    <a:pt x="2173" y="33838"/>
                  </a:lnTo>
                  <a:lnTo>
                    <a:pt x="2173" y="34770"/>
                  </a:lnTo>
                  <a:lnTo>
                    <a:pt x="0" y="36943"/>
                  </a:lnTo>
                  <a:lnTo>
                    <a:pt x="0" y="46567"/>
                  </a:lnTo>
                  <a:lnTo>
                    <a:pt x="7140" y="42221"/>
                  </a:lnTo>
                  <a:lnTo>
                    <a:pt x="14591" y="40979"/>
                  </a:lnTo>
                  <a:lnTo>
                    <a:pt x="21731" y="36943"/>
                  </a:lnTo>
                  <a:lnTo>
                    <a:pt x="27009" y="33838"/>
                  </a:lnTo>
                  <a:lnTo>
                    <a:pt x="31355" y="40979"/>
                  </a:lnTo>
                  <a:lnTo>
                    <a:pt x="32286" y="46567"/>
                  </a:lnTo>
                  <a:lnTo>
                    <a:pt x="34459" y="51844"/>
                  </a:lnTo>
                  <a:lnTo>
                    <a:pt x="36322" y="55880"/>
                  </a:lnTo>
                  <a:lnTo>
                    <a:pt x="41600" y="58985"/>
                  </a:lnTo>
                  <a:lnTo>
                    <a:pt x="46877" y="61158"/>
                  </a:lnTo>
                  <a:lnTo>
                    <a:pt x="46877" y="66435"/>
                  </a:lnTo>
                  <a:lnTo>
                    <a:pt x="56191" y="66435"/>
                  </a:lnTo>
                  <a:lnTo>
                    <a:pt x="56191" y="61158"/>
                  </a:lnTo>
                  <a:lnTo>
                    <a:pt x="56191" y="58985"/>
                  </a:lnTo>
                  <a:lnTo>
                    <a:pt x="56191" y="57122"/>
                  </a:lnTo>
                  <a:lnTo>
                    <a:pt x="58364" y="55880"/>
                  </a:lnTo>
                  <a:lnTo>
                    <a:pt x="56191" y="53707"/>
                  </a:lnTo>
                  <a:lnTo>
                    <a:pt x="54018" y="51844"/>
                  </a:lnTo>
                  <a:lnTo>
                    <a:pt x="53086" y="49671"/>
                  </a:lnTo>
                  <a:lnTo>
                    <a:pt x="53086" y="46567"/>
                  </a:lnTo>
                  <a:lnTo>
                    <a:pt x="54018" y="48429"/>
                  </a:lnTo>
                  <a:lnTo>
                    <a:pt x="56191" y="48429"/>
                  </a:lnTo>
                  <a:lnTo>
                    <a:pt x="58364" y="48429"/>
                  </a:lnTo>
                  <a:lnTo>
                    <a:pt x="58364" y="49671"/>
                  </a:lnTo>
                  <a:lnTo>
                    <a:pt x="60227" y="53707"/>
                  </a:lnTo>
                  <a:lnTo>
                    <a:pt x="63641" y="51844"/>
                  </a:lnTo>
                  <a:lnTo>
                    <a:pt x="65504" y="51844"/>
                  </a:lnTo>
                  <a:lnTo>
                    <a:pt x="65504" y="49671"/>
                  </a:lnTo>
                  <a:lnTo>
                    <a:pt x="67677" y="49671"/>
                  </a:lnTo>
                  <a:lnTo>
                    <a:pt x="67677" y="46567"/>
                  </a:lnTo>
                  <a:lnTo>
                    <a:pt x="68608" y="42221"/>
                  </a:lnTo>
                  <a:lnTo>
                    <a:pt x="70781" y="42221"/>
                  </a:lnTo>
                  <a:lnTo>
                    <a:pt x="70781" y="40979"/>
                  </a:lnTo>
                  <a:lnTo>
                    <a:pt x="68608" y="40979"/>
                  </a:lnTo>
                  <a:lnTo>
                    <a:pt x="67677" y="36943"/>
                  </a:lnTo>
                  <a:lnTo>
                    <a:pt x="67677" y="19868"/>
                  </a:lnTo>
                  <a:lnTo>
                    <a:pt x="61468" y="9313"/>
                  </a:lnTo>
                  <a:lnTo>
                    <a:pt x="53086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43">
              <a:extLst>
                <a:ext uri="{FF2B5EF4-FFF2-40B4-BE49-F238E27FC236}">
                  <a16:creationId xmlns:a16="http://schemas.microsoft.com/office/drawing/2014/main" xmlns="" id="{8CFEC182-3BD2-4432-9941-144521318AFF}"/>
                </a:ext>
              </a:extLst>
            </p:cNvPr>
            <p:cNvSpPr/>
            <p:nvPr/>
          </p:nvSpPr>
          <p:spPr>
            <a:xfrm>
              <a:off x="6851170" y="5514917"/>
              <a:ext cx="83820" cy="139701"/>
            </a:xfrm>
            <a:custGeom>
              <a:avLst/>
              <a:gdLst>
                <a:gd name="connsiteX0" fmla="*/ 7450 w 83820"/>
                <a:gd name="connsiteY0" fmla="*/ 76991 h 139700"/>
                <a:gd name="connsiteX1" fmla="*/ 12728 w 83820"/>
                <a:gd name="connsiteY1" fmla="*/ 90961 h 139700"/>
                <a:gd name="connsiteX2" fmla="*/ 14591 w 83820"/>
                <a:gd name="connsiteY2" fmla="*/ 91892 h 139700"/>
                <a:gd name="connsiteX3" fmla="*/ 14591 w 83820"/>
                <a:gd name="connsiteY3" fmla="*/ 94065 h 139700"/>
                <a:gd name="connsiteX4" fmla="*/ 15833 w 83820"/>
                <a:gd name="connsiteY4" fmla="*/ 96238 h 139700"/>
                <a:gd name="connsiteX5" fmla="*/ 17695 w 83820"/>
                <a:gd name="connsiteY5" fmla="*/ 98411 h 139700"/>
                <a:gd name="connsiteX6" fmla="*/ 17695 w 83820"/>
                <a:gd name="connsiteY6" fmla="*/ 91892 h 139700"/>
                <a:gd name="connsiteX7" fmla="*/ 19868 w 83820"/>
                <a:gd name="connsiteY7" fmla="*/ 86614 h 139700"/>
                <a:gd name="connsiteX8" fmla="*/ 22042 w 83820"/>
                <a:gd name="connsiteY8" fmla="*/ 81337 h 139700"/>
                <a:gd name="connsiteX9" fmla="*/ 22042 w 83820"/>
                <a:gd name="connsiteY9" fmla="*/ 73886 h 139700"/>
                <a:gd name="connsiteX10" fmla="*/ 42841 w 83820"/>
                <a:gd name="connsiteY10" fmla="*/ 83510 h 139700"/>
                <a:gd name="connsiteX11" fmla="*/ 61468 w 83820"/>
                <a:gd name="connsiteY11" fmla="*/ 98411 h 139700"/>
                <a:gd name="connsiteX12" fmla="*/ 64572 w 83820"/>
                <a:gd name="connsiteY12" fmla="*/ 98411 h 139700"/>
                <a:gd name="connsiteX13" fmla="*/ 63641 w 83820"/>
                <a:gd name="connsiteY13" fmla="*/ 101516 h 139700"/>
                <a:gd name="connsiteX14" fmla="*/ 61468 w 83820"/>
                <a:gd name="connsiteY14" fmla="*/ 103689 h 139700"/>
                <a:gd name="connsiteX15" fmla="*/ 61468 w 83820"/>
                <a:gd name="connsiteY15" fmla="*/ 105862 h 139700"/>
                <a:gd name="connsiteX16" fmla="*/ 59605 w 83820"/>
                <a:gd name="connsiteY16" fmla="*/ 106793 h 139700"/>
                <a:gd name="connsiteX17" fmla="*/ 57432 w 83820"/>
                <a:gd name="connsiteY17" fmla="*/ 111140 h 139700"/>
                <a:gd name="connsiteX18" fmla="*/ 57432 w 83820"/>
                <a:gd name="connsiteY18" fmla="*/ 114244 h 139700"/>
                <a:gd name="connsiteX19" fmla="*/ 45015 w 83820"/>
                <a:gd name="connsiteY19" fmla="*/ 114244 h 139700"/>
                <a:gd name="connsiteX20" fmla="*/ 45015 w 83820"/>
                <a:gd name="connsiteY20" fmla="*/ 101516 h 139700"/>
                <a:gd name="connsiteX21" fmla="*/ 37564 w 83820"/>
                <a:gd name="connsiteY21" fmla="*/ 101516 h 139700"/>
                <a:gd name="connsiteX22" fmla="*/ 32286 w 83820"/>
                <a:gd name="connsiteY22" fmla="*/ 103689 h 139700"/>
                <a:gd name="connsiteX23" fmla="*/ 28250 w 83820"/>
                <a:gd name="connsiteY23" fmla="*/ 103689 h 139700"/>
                <a:gd name="connsiteX24" fmla="*/ 27319 w 83820"/>
                <a:gd name="connsiteY24" fmla="*/ 105862 h 139700"/>
                <a:gd name="connsiteX25" fmla="*/ 27319 w 83820"/>
                <a:gd name="connsiteY25" fmla="*/ 106793 h 139700"/>
                <a:gd name="connsiteX26" fmla="*/ 25146 w 83820"/>
                <a:gd name="connsiteY26" fmla="*/ 111140 h 139700"/>
                <a:gd name="connsiteX27" fmla="*/ 25146 w 83820"/>
                <a:gd name="connsiteY27" fmla="*/ 116417 h 139700"/>
                <a:gd name="connsiteX28" fmla="*/ 25146 w 83820"/>
                <a:gd name="connsiteY28" fmla="*/ 121695 h 139700"/>
                <a:gd name="connsiteX29" fmla="*/ 30423 w 83820"/>
                <a:gd name="connsiteY29" fmla="*/ 123558 h 139700"/>
                <a:gd name="connsiteX30" fmla="*/ 32286 w 83820"/>
                <a:gd name="connsiteY30" fmla="*/ 123558 h 139700"/>
                <a:gd name="connsiteX31" fmla="*/ 34459 w 83820"/>
                <a:gd name="connsiteY31" fmla="*/ 125731 h 139700"/>
                <a:gd name="connsiteX32" fmla="*/ 34459 w 83820"/>
                <a:gd name="connsiteY32" fmla="*/ 127904 h 139700"/>
                <a:gd name="connsiteX33" fmla="*/ 34459 w 83820"/>
                <a:gd name="connsiteY33" fmla="*/ 129146 h 139700"/>
                <a:gd name="connsiteX34" fmla="*/ 34459 w 83820"/>
                <a:gd name="connsiteY34" fmla="*/ 131008 h 139700"/>
                <a:gd name="connsiteX35" fmla="*/ 34459 w 83820"/>
                <a:gd name="connsiteY35" fmla="*/ 134423 h 139700"/>
                <a:gd name="connsiteX36" fmla="*/ 37564 w 83820"/>
                <a:gd name="connsiteY36" fmla="*/ 138459 h 139700"/>
                <a:gd name="connsiteX37" fmla="*/ 37564 w 83820"/>
                <a:gd name="connsiteY37" fmla="*/ 141563 h 139700"/>
                <a:gd name="connsiteX38" fmla="*/ 42841 w 83820"/>
                <a:gd name="connsiteY38" fmla="*/ 138459 h 139700"/>
                <a:gd name="connsiteX39" fmla="*/ 49050 w 83820"/>
                <a:gd name="connsiteY39" fmla="*/ 136286 h 139700"/>
                <a:gd name="connsiteX40" fmla="*/ 52155 w 83820"/>
                <a:gd name="connsiteY40" fmla="*/ 131008 h 139700"/>
                <a:gd name="connsiteX41" fmla="*/ 54328 w 83820"/>
                <a:gd name="connsiteY41" fmla="*/ 125731 h 139700"/>
                <a:gd name="connsiteX42" fmla="*/ 57432 w 83820"/>
                <a:gd name="connsiteY42" fmla="*/ 118280 h 139700"/>
                <a:gd name="connsiteX43" fmla="*/ 59605 w 83820"/>
                <a:gd name="connsiteY43" fmla="*/ 120453 h 139700"/>
                <a:gd name="connsiteX44" fmla="*/ 61468 w 83820"/>
                <a:gd name="connsiteY44" fmla="*/ 120453 h 139700"/>
                <a:gd name="connsiteX45" fmla="*/ 63641 w 83820"/>
                <a:gd name="connsiteY45" fmla="*/ 120453 h 139700"/>
                <a:gd name="connsiteX46" fmla="*/ 63641 w 83820"/>
                <a:gd name="connsiteY46" fmla="*/ 121695 h 139700"/>
                <a:gd name="connsiteX47" fmla="*/ 64572 w 83820"/>
                <a:gd name="connsiteY47" fmla="*/ 125731 h 139700"/>
                <a:gd name="connsiteX48" fmla="*/ 70781 w 83820"/>
                <a:gd name="connsiteY48" fmla="*/ 123558 h 139700"/>
                <a:gd name="connsiteX49" fmla="*/ 74196 w 83820"/>
                <a:gd name="connsiteY49" fmla="*/ 123558 h 139700"/>
                <a:gd name="connsiteX50" fmla="*/ 74196 w 83820"/>
                <a:gd name="connsiteY50" fmla="*/ 121695 h 139700"/>
                <a:gd name="connsiteX51" fmla="*/ 74196 w 83820"/>
                <a:gd name="connsiteY51" fmla="*/ 120453 h 139700"/>
                <a:gd name="connsiteX52" fmla="*/ 74196 w 83820"/>
                <a:gd name="connsiteY52" fmla="*/ 118280 h 139700"/>
                <a:gd name="connsiteX53" fmla="*/ 76059 w 83820"/>
                <a:gd name="connsiteY53" fmla="*/ 118280 h 139700"/>
                <a:gd name="connsiteX54" fmla="*/ 79164 w 83820"/>
                <a:gd name="connsiteY54" fmla="*/ 116417 h 139700"/>
                <a:gd name="connsiteX55" fmla="*/ 85373 w 83820"/>
                <a:gd name="connsiteY55" fmla="*/ 114244 h 139700"/>
                <a:gd name="connsiteX56" fmla="*/ 78232 w 83820"/>
                <a:gd name="connsiteY56" fmla="*/ 101516 h 139700"/>
                <a:gd name="connsiteX57" fmla="*/ 68919 w 83820"/>
                <a:gd name="connsiteY57" fmla="*/ 91892 h 139700"/>
                <a:gd name="connsiteX58" fmla="*/ 61468 w 83820"/>
                <a:gd name="connsiteY58" fmla="*/ 83510 h 139700"/>
                <a:gd name="connsiteX59" fmla="*/ 57432 w 83820"/>
                <a:gd name="connsiteY59" fmla="*/ 69850 h 139700"/>
                <a:gd name="connsiteX60" fmla="*/ 49982 w 83820"/>
                <a:gd name="connsiteY60" fmla="*/ 68609 h 139700"/>
                <a:gd name="connsiteX61" fmla="*/ 46877 w 83820"/>
                <a:gd name="connsiteY61" fmla="*/ 66435 h 139700"/>
                <a:gd name="connsiteX62" fmla="*/ 42841 w 83820"/>
                <a:gd name="connsiteY62" fmla="*/ 64573 h 139700"/>
                <a:gd name="connsiteX63" fmla="*/ 39737 w 83820"/>
                <a:gd name="connsiteY63" fmla="*/ 64573 h 139700"/>
                <a:gd name="connsiteX64" fmla="*/ 35391 w 83820"/>
                <a:gd name="connsiteY64" fmla="*/ 64573 h 139700"/>
                <a:gd name="connsiteX65" fmla="*/ 28250 w 83820"/>
                <a:gd name="connsiteY65" fmla="*/ 64573 h 139700"/>
                <a:gd name="connsiteX66" fmla="*/ 28250 w 83820"/>
                <a:gd name="connsiteY66" fmla="*/ 61158 h 139700"/>
                <a:gd name="connsiteX67" fmla="*/ 25146 w 83820"/>
                <a:gd name="connsiteY67" fmla="*/ 61158 h 139700"/>
                <a:gd name="connsiteX68" fmla="*/ 27319 w 83820"/>
                <a:gd name="connsiteY68" fmla="*/ 42221 h 139700"/>
                <a:gd name="connsiteX69" fmla="*/ 30423 w 83820"/>
                <a:gd name="connsiteY69" fmla="*/ 31666 h 139700"/>
                <a:gd name="connsiteX70" fmla="*/ 32286 w 83820"/>
                <a:gd name="connsiteY70" fmla="*/ 18937 h 139700"/>
                <a:gd name="connsiteX71" fmla="*/ 32286 w 83820"/>
                <a:gd name="connsiteY71" fmla="*/ 0 h 139700"/>
                <a:gd name="connsiteX72" fmla="*/ 25146 w 83820"/>
                <a:gd name="connsiteY72" fmla="*/ 0 h 139700"/>
                <a:gd name="connsiteX73" fmla="*/ 19868 w 83820"/>
                <a:gd name="connsiteY73" fmla="*/ 0 h 139700"/>
                <a:gd name="connsiteX74" fmla="*/ 14591 w 83820"/>
                <a:gd name="connsiteY74" fmla="*/ 1863 h 139700"/>
                <a:gd name="connsiteX75" fmla="*/ 8382 w 83820"/>
                <a:gd name="connsiteY75" fmla="*/ 4036 h 139700"/>
                <a:gd name="connsiteX76" fmla="*/ 1241 w 83820"/>
                <a:gd name="connsiteY76" fmla="*/ 22042 h 139700"/>
                <a:gd name="connsiteX77" fmla="*/ 0 w 83820"/>
                <a:gd name="connsiteY77" fmla="*/ 40048 h 139700"/>
                <a:gd name="connsiteX78" fmla="*/ 1241 w 83820"/>
                <a:gd name="connsiteY78" fmla="*/ 61158 h 13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83820" h="139700">
                  <a:moveTo>
                    <a:pt x="7450" y="76991"/>
                  </a:moveTo>
                  <a:lnTo>
                    <a:pt x="12728" y="90961"/>
                  </a:lnTo>
                  <a:lnTo>
                    <a:pt x="14591" y="91892"/>
                  </a:lnTo>
                  <a:lnTo>
                    <a:pt x="14591" y="94065"/>
                  </a:lnTo>
                  <a:lnTo>
                    <a:pt x="15833" y="96238"/>
                  </a:lnTo>
                  <a:lnTo>
                    <a:pt x="17695" y="98411"/>
                  </a:lnTo>
                  <a:lnTo>
                    <a:pt x="17695" y="91892"/>
                  </a:lnTo>
                  <a:lnTo>
                    <a:pt x="19868" y="86614"/>
                  </a:lnTo>
                  <a:lnTo>
                    <a:pt x="22042" y="81337"/>
                  </a:lnTo>
                  <a:lnTo>
                    <a:pt x="22042" y="73886"/>
                  </a:lnTo>
                  <a:lnTo>
                    <a:pt x="42841" y="83510"/>
                  </a:lnTo>
                  <a:lnTo>
                    <a:pt x="61468" y="98411"/>
                  </a:lnTo>
                  <a:lnTo>
                    <a:pt x="64572" y="98411"/>
                  </a:lnTo>
                  <a:lnTo>
                    <a:pt x="63641" y="101516"/>
                  </a:lnTo>
                  <a:lnTo>
                    <a:pt x="61468" y="103689"/>
                  </a:lnTo>
                  <a:lnTo>
                    <a:pt x="61468" y="105862"/>
                  </a:lnTo>
                  <a:lnTo>
                    <a:pt x="59605" y="106793"/>
                  </a:lnTo>
                  <a:lnTo>
                    <a:pt x="57432" y="111140"/>
                  </a:lnTo>
                  <a:lnTo>
                    <a:pt x="57432" y="114244"/>
                  </a:lnTo>
                  <a:lnTo>
                    <a:pt x="45015" y="114244"/>
                  </a:lnTo>
                  <a:lnTo>
                    <a:pt x="45015" y="101516"/>
                  </a:lnTo>
                  <a:lnTo>
                    <a:pt x="37564" y="101516"/>
                  </a:lnTo>
                  <a:lnTo>
                    <a:pt x="32286" y="103689"/>
                  </a:lnTo>
                  <a:lnTo>
                    <a:pt x="28250" y="103689"/>
                  </a:lnTo>
                  <a:lnTo>
                    <a:pt x="27319" y="105862"/>
                  </a:lnTo>
                  <a:lnTo>
                    <a:pt x="27319" y="106793"/>
                  </a:lnTo>
                  <a:lnTo>
                    <a:pt x="25146" y="111140"/>
                  </a:lnTo>
                  <a:lnTo>
                    <a:pt x="25146" y="116417"/>
                  </a:lnTo>
                  <a:lnTo>
                    <a:pt x="25146" y="121695"/>
                  </a:lnTo>
                  <a:lnTo>
                    <a:pt x="30423" y="123558"/>
                  </a:lnTo>
                  <a:lnTo>
                    <a:pt x="32286" y="123558"/>
                  </a:lnTo>
                  <a:lnTo>
                    <a:pt x="34459" y="125731"/>
                  </a:lnTo>
                  <a:lnTo>
                    <a:pt x="34459" y="127904"/>
                  </a:lnTo>
                  <a:lnTo>
                    <a:pt x="34459" y="129146"/>
                  </a:lnTo>
                  <a:lnTo>
                    <a:pt x="34459" y="131008"/>
                  </a:lnTo>
                  <a:lnTo>
                    <a:pt x="34459" y="134423"/>
                  </a:lnTo>
                  <a:lnTo>
                    <a:pt x="37564" y="138459"/>
                  </a:lnTo>
                  <a:lnTo>
                    <a:pt x="37564" y="141563"/>
                  </a:lnTo>
                  <a:lnTo>
                    <a:pt x="42841" y="138459"/>
                  </a:lnTo>
                  <a:lnTo>
                    <a:pt x="49050" y="136286"/>
                  </a:lnTo>
                  <a:lnTo>
                    <a:pt x="52155" y="131008"/>
                  </a:lnTo>
                  <a:lnTo>
                    <a:pt x="54328" y="125731"/>
                  </a:lnTo>
                  <a:lnTo>
                    <a:pt x="57432" y="118280"/>
                  </a:lnTo>
                  <a:lnTo>
                    <a:pt x="59605" y="120453"/>
                  </a:lnTo>
                  <a:lnTo>
                    <a:pt x="61468" y="120453"/>
                  </a:lnTo>
                  <a:lnTo>
                    <a:pt x="63641" y="120453"/>
                  </a:lnTo>
                  <a:lnTo>
                    <a:pt x="63641" y="121695"/>
                  </a:lnTo>
                  <a:lnTo>
                    <a:pt x="64572" y="125731"/>
                  </a:lnTo>
                  <a:lnTo>
                    <a:pt x="70781" y="123558"/>
                  </a:lnTo>
                  <a:lnTo>
                    <a:pt x="74196" y="123558"/>
                  </a:lnTo>
                  <a:lnTo>
                    <a:pt x="74196" y="121695"/>
                  </a:lnTo>
                  <a:lnTo>
                    <a:pt x="74196" y="120453"/>
                  </a:lnTo>
                  <a:lnTo>
                    <a:pt x="74196" y="118280"/>
                  </a:lnTo>
                  <a:lnTo>
                    <a:pt x="76059" y="118280"/>
                  </a:lnTo>
                  <a:lnTo>
                    <a:pt x="79164" y="116417"/>
                  </a:lnTo>
                  <a:lnTo>
                    <a:pt x="85373" y="114244"/>
                  </a:lnTo>
                  <a:lnTo>
                    <a:pt x="78232" y="101516"/>
                  </a:lnTo>
                  <a:lnTo>
                    <a:pt x="68919" y="91892"/>
                  </a:lnTo>
                  <a:lnTo>
                    <a:pt x="61468" y="83510"/>
                  </a:lnTo>
                  <a:lnTo>
                    <a:pt x="57432" y="69850"/>
                  </a:lnTo>
                  <a:lnTo>
                    <a:pt x="49982" y="68609"/>
                  </a:lnTo>
                  <a:lnTo>
                    <a:pt x="46877" y="66435"/>
                  </a:lnTo>
                  <a:lnTo>
                    <a:pt x="42841" y="64573"/>
                  </a:lnTo>
                  <a:lnTo>
                    <a:pt x="39737" y="64573"/>
                  </a:lnTo>
                  <a:lnTo>
                    <a:pt x="35391" y="64573"/>
                  </a:lnTo>
                  <a:lnTo>
                    <a:pt x="28250" y="64573"/>
                  </a:lnTo>
                  <a:lnTo>
                    <a:pt x="28250" y="61158"/>
                  </a:lnTo>
                  <a:lnTo>
                    <a:pt x="25146" y="61158"/>
                  </a:lnTo>
                  <a:lnTo>
                    <a:pt x="27319" y="42221"/>
                  </a:lnTo>
                  <a:lnTo>
                    <a:pt x="30423" y="31666"/>
                  </a:lnTo>
                  <a:lnTo>
                    <a:pt x="32286" y="18937"/>
                  </a:lnTo>
                  <a:lnTo>
                    <a:pt x="32286" y="0"/>
                  </a:lnTo>
                  <a:lnTo>
                    <a:pt x="25146" y="0"/>
                  </a:lnTo>
                  <a:lnTo>
                    <a:pt x="19868" y="0"/>
                  </a:lnTo>
                  <a:lnTo>
                    <a:pt x="14591" y="1863"/>
                  </a:lnTo>
                  <a:lnTo>
                    <a:pt x="8382" y="4036"/>
                  </a:lnTo>
                  <a:lnTo>
                    <a:pt x="1241" y="22042"/>
                  </a:lnTo>
                  <a:lnTo>
                    <a:pt x="0" y="40048"/>
                  </a:lnTo>
                  <a:lnTo>
                    <a:pt x="1241" y="6115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44">
              <a:extLst>
                <a:ext uri="{FF2B5EF4-FFF2-40B4-BE49-F238E27FC236}">
                  <a16:creationId xmlns:a16="http://schemas.microsoft.com/office/drawing/2014/main" xmlns="" id="{8743B4F2-CC19-499E-A9A8-AB9969E6E7BB}"/>
                </a:ext>
              </a:extLst>
            </p:cNvPr>
            <p:cNvSpPr/>
            <p:nvPr/>
          </p:nvSpPr>
          <p:spPr>
            <a:xfrm>
              <a:off x="6849307" y="5908563"/>
              <a:ext cx="46567" cy="15522"/>
            </a:xfrm>
            <a:custGeom>
              <a:avLst/>
              <a:gdLst>
                <a:gd name="connsiteX0" fmla="*/ 39427 w 46566"/>
                <a:gd name="connsiteY0" fmla="*/ 12728 h 15522"/>
                <a:gd name="connsiteX1" fmla="*/ 46878 w 46566"/>
                <a:gd name="connsiteY1" fmla="*/ 12728 h 15522"/>
                <a:gd name="connsiteX2" fmla="*/ 44704 w 46566"/>
                <a:gd name="connsiteY2" fmla="*/ 9313 h 15522"/>
                <a:gd name="connsiteX3" fmla="*/ 44704 w 46566"/>
                <a:gd name="connsiteY3" fmla="*/ 5277 h 15522"/>
                <a:gd name="connsiteX4" fmla="*/ 44704 w 46566"/>
                <a:gd name="connsiteY4" fmla="*/ 3104 h 15522"/>
                <a:gd name="connsiteX5" fmla="*/ 43773 w 46566"/>
                <a:gd name="connsiteY5" fmla="*/ 3104 h 15522"/>
                <a:gd name="connsiteX6" fmla="*/ 39427 w 46566"/>
                <a:gd name="connsiteY6" fmla="*/ 0 h 15522"/>
                <a:gd name="connsiteX7" fmla="*/ 30113 w 46566"/>
                <a:gd name="connsiteY7" fmla="*/ 5277 h 15522"/>
                <a:gd name="connsiteX8" fmla="*/ 21731 w 46566"/>
                <a:gd name="connsiteY8" fmla="*/ 5277 h 15522"/>
                <a:gd name="connsiteX9" fmla="*/ 12418 w 46566"/>
                <a:gd name="connsiteY9" fmla="*/ 5277 h 15522"/>
                <a:gd name="connsiteX10" fmla="*/ 3104 w 46566"/>
                <a:gd name="connsiteY10" fmla="*/ 9313 h 15522"/>
                <a:gd name="connsiteX11" fmla="*/ 1863 w 46566"/>
                <a:gd name="connsiteY11" fmla="*/ 10555 h 15522"/>
                <a:gd name="connsiteX12" fmla="*/ 0 w 46566"/>
                <a:gd name="connsiteY12" fmla="*/ 10555 h 15522"/>
                <a:gd name="connsiteX13" fmla="*/ 0 w 46566"/>
                <a:gd name="connsiteY13" fmla="*/ 12728 h 15522"/>
                <a:gd name="connsiteX14" fmla="*/ 12418 w 46566"/>
                <a:gd name="connsiteY14" fmla="*/ 16764 h 15522"/>
                <a:gd name="connsiteX15" fmla="*/ 27009 w 46566"/>
                <a:gd name="connsiteY15" fmla="*/ 16764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66" h="15522">
                  <a:moveTo>
                    <a:pt x="39427" y="12728"/>
                  </a:moveTo>
                  <a:lnTo>
                    <a:pt x="46878" y="12728"/>
                  </a:lnTo>
                  <a:lnTo>
                    <a:pt x="44704" y="9313"/>
                  </a:lnTo>
                  <a:lnTo>
                    <a:pt x="44704" y="5277"/>
                  </a:lnTo>
                  <a:lnTo>
                    <a:pt x="44704" y="3104"/>
                  </a:lnTo>
                  <a:lnTo>
                    <a:pt x="43773" y="3104"/>
                  </a:lnTo>
                  <a:lnTo>
                    <a:pt x="39427" y="0"/>
                  </a:lnTo>
                  <a:lnTo>
                    <a:pt x="30113" y="5277"/>
                  </a:lnTo>
                  <a:lnTo>
                    <a:pt x="21731" y="5277"/>
                  </a:lnTo>
                  <a:lnTo>
                    <a:pt x="12418" y="5277"/>
                  </a:lnTo>
                  <a:lnTo>
                    <a:pt x="3104" y="9313"/>
                  </a:lnTo>
                  <a:lnTo>
                    <a:pt x="1863" y="10555"/>
                  </a:lnTo>
                  <a:lnTo>
                    <a:pt x="0" y="10555"/>
                  </a:lnTo>
                  <a:lnTo>
                    <a:pt x="0" y="12728"/>
                  </a:lnTo>
                  <a:lnTo>
                    <a:pt x="12418" y="16764"/>
                  </a:lnTo>
                  <a:lnTo>
                    <a:pt x="27009" y="16764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45">
              <a:extLst>
                <a:ext uri="{FF2B5EF4-FFF2-40B4-BE49-F238E27FC236}">
                  <a16:creationId xmlns:a16="http://schemas.microsoft.com/office/drawing/2014/main" xmlns="" id="{31AB5428-7637-4428-9F62-C263861FBB04}"/>
                </a:ext>
              </a:extLst>
            </p:cNvPr>
            <p:cNvSpPr/>
            <p:nvPr/>
          </p:nvSpPr>
          <p:spPr>
            <a:xfrm>
              <a:off x="6900220" y="5913840"/>
              <a:ext cx="55880" cy="31045"/>
            </a:xfrm>
            <a:custGeom>
              <a:avLst/>
              <a:gdLst>
                <a:gd name="connsiteX0" fmla="*/ 5278 w 55880"/>
                <a:gd name="connsiteY0" fmla="*/ 29492 h 31044"/>
                <a:gd name="connsiteX1" fmla="*/ 7451 w 55880"/>
                <a:gd name="connsiteY1" fmla="*/ 29492 h 31044"/>
                <a:gd name="connsiteX2" fmla="*/ 8382 w 55880"/>
                <a:gd name="connsiteY2" fmla="*/ 31666 h 31044"/>
                <a:gd name="connsiteX3" fmla="*/ 12418 w 55880"/>
                <a:gd name="connsiteY3" fmla="*/ 31666 h 31044"/>
                <a:gd name="connsiteX4" fmla="*/ 25146 w 55880"/>
                <a:gd name="connsiteY4" fmla="*/ 22042 h 31044"/>
                <a:gd name="connsiteX5" fmla="*/ 39737 w 55880"/>
                <a:gd name="connsiteY5" fmla="*/ 12728 h 31044"/>
                <a:gd name="connsiteX6" fmla="*/ 52155 w 55880"/>
                <a:gd name="connsiteY6" fmla="*/ 4036 h 31044"/>
                <a:gd name="connsiteX7" fmla="*/ 56191 w 55880"/>
                <a:gd name="connsiteY7" fmla="*/ 4036 h 31044"/>
                <a:gd name="connsiteX8" fmla="*/ 56191 w 55880"/>
                <a:gd name="connsiteY8" fmla="*/ 0 h 31044"/>
                <a:gd name="connsiteX9" fmla="*/ 36322 w 55880"/>
                <a:gd name="connsiteY9" fmla="*/ 0 h 31044"/>
                <a:gd name="connsiteX10" fmla="*/ 17696 w 55880"/>
                <a:gd name="connsiteY10" fmla="*/ 12728 h 31044"/>
                <a:gd name="connsiteX11" fmla="*/ 0 w 55880"/>
                <a:gd name="connsiteY11" fmla="*/ 24215 h 31044"/>
                <a:gd name="connsiteX12" fmla="*/ 0 w 55880"/>
                <a:gd name="connsiteY12" fmla="*/ 27319 h 31044"/>
                <a:gd name="connsiteX13" fmla="*/ 3104 w 55880"/>
                <a:gd name="connsiteY13" fmla="*/ 27319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880" h="31044">
                  <a:moveTo>
                    <a:pt x="5278" y="29492"/>
                  </a:moveTo>
                  <a:lnTo>
                    <a:pt x="7451" y="29492"/>
                  </a:lnTo>
                  <a:lnTo>
                    <a:pt x="8382" y="31666"/>
                  </a:lnTo>
                  <a:lnTo>
                    <a:pt x="12418" y="31666"/>
                  </a:lnTo>
                  <a:lnTo>
                    <a:pt x="25146" y="22042"/>
                  </a:lnTo>
                  <a:lnTo>
                    <a:pt x="39737" y="12728"/>
                  </a:lnTo>
                  <a:lnTo>
                    <a:pt x="52155" y="4036"/>
                  </a:lnTo>
                  <a:lnTo>
                    <a:pt x="56191" y="4036"/>
                  </a:lnTo>
                  <a:lnTo>
                    <a:pt x="56191" y="0"/>
                  </a:lnTo>
                  <a:lnTo>
                    <a:pt x="36322" y="0"/>
                  </a:lnTo>
                  <a:lnTo>
                    <a:pt x="17696" y="12728"/>
                  </a:lnTo>
                  <a:lnTo>
                    <a:pt x="0" y="24215"/>
                  </a:lnTo>
                  <a:lnTo>
                    <a:pt x="0" y="27319"/>
                  </a:lnTo>
                  <a:lnTo>
                    <a:pt x="3104" y="2731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346">
              <a:extLst>
                <a:ext uri="{FF2B5EF4-FFF2-40B4-BE49-F238E27FC236}">
                  <a16:creationId xmlns:a16="http://schemas.microsoft.com/office/drawing/2014/main" xmlns="" id="{1CB4DB6E-8F8A-438B-A38E-536DD10218EA}"/>
                </a:ext>
              </a:extLst>
            </p:cNvPr>
            <p:cNvSpPr/>
            <p:nvPr/>
          </p:nvSpPr>
          <p:spPr>
            <a:xfrm>
              <a:off x="6939958" y="5274633"/>
              <a:ext cx="15522" cy="12418"/>
            </a:xfrm>
            <a:custGeom>
              <a:avLst/>
              <a:gdLst>
                <a:gd name="connsiteX0" fmla="*/ 16453 w 15522"/>
                <a:gd name="connsiteY0" fmla="*/ 0 h 12417"/>
                <a:gd name="connsiteX1" fmla="*/ 4036 w 15522"/>
                <a:gd name="connsiteY1" fmla="*/ 0 h 12417"/>
                <a:gd name="connsiteX2" fmla="*/ 4036 w 15522"/>
                <a:gd name="connsiteY2" fmla="*/ 4346 h 12417"/>
                <a:gd name="connsiteX3" fmla="*/ 0 w 15522"/>
                <a:gd name="connsiteY3" fmla="*/ 4346 h 12417"/>
                <a:gd name="connsiteX4" fmla="*/ 0 w 15522"/>
                <a:gd name="connsiteY4" fmla="*/ 12728 h 12417"/>
                <a:gd name="connsiteX5" fmla="*/ 16453 w 15522"/>
                <a:gd name="connsiteY5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522" h="12417">
                  <a:moveTo>
                    <a:pt x="16453" y="0"/>
                  </a:moveTo>
                  <a:lnTo>
                    <a:pt x="4036" y="0"/>
                  </a:lnTo>
                  <a:lnTo>
                    <a:pt x="4036" y="4346"/>
                  </a:lnTo>
                  <a:lnTo>
                    <a:pt x="0" y="4346"/>
                  </a:lnTo>
                  <a:lnTo>
                    <a:pt x="0" y="12728"/>
                  </a:lnTo>
                  <a:lnTo>
                    <a:pt x="16453" y="1272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347">
              <a:extLst>
                <a:ext uri="{FF2B5EF4-FFF2-40B4-BE49-F238E27FC236}">
                  <a16:creationId xmlns:a16="http://schemas.microsoft.com/office/drawing/2014/main" xmlns="" id="{5EA9098D-80B1-4CEA-A1A3-E17E6CF91CCE}"/>
                </a:ext>
              </a:extLst>
            </p:cNvPr>
            <p:cNvSpPr/>
            <p:nvPr/>
          </p:nvSpPr>
          <p:spPr>
            <a:xfrm>
              <a:off x="6808639" y="5623884"/>
              <a:ext cx="40358" cy="46567"/>
            </a:xfrm>
            <a:custGeom>
              <a:avLst/>
              <a:gdLst>
                <a:gd name="connsiteX0" fmla="*/ 21731 w 40357"/>
                <a:gd name="connsiteY0" fmla="*/ 31666 h 46566"/>
                <a:gd name="connsiteX1" fmla="*/ 29182 w 40357"/>
                <a:gd name="connsiteY1" fmla="*/ 22042 h 46566"/>
                <a:gd name="connsiteX2" fmla="*/ 40668 w 40357"/>
                <a:gd name="connsiteY2" fmla="*/ 12728 h 46566"/>
                <a:gd name="connsiteX3" fmla="*/ 38495 w 40357"/>
                <a:gd name="connsiteY3" fmla="*/ 9313 h 46566"/>
                <a:gd name="connsiteX4" fmla="*/ 38495 w 40357"/>
                <a:gd name="connsiteY4" fmla="*/ 5278 h 46566"/>
                <a:gd name="connsiteX5" fmla="*/ 38495 w 40357"/>
                <a:gd name="connsiteY5" fmla="*/ 4036 h 46566"/>
                <a:gd name="connsiteX6" fmla="*/ 36322 w 40357"/>
                <a:gd name="connsiteY6" fmla="*/ 4036 h 46566"/>
                <a:gd name="connsiteX7" fmla="*/ 35391 w 40357"/>
                <a:gd name="connsiteY7" fmla="*/ 4036 h 46566"/>
                <a:gd name="connsiteX8" fmla="*/ 31045 w 40357"/>
                <a:gd name="connsiteY8" fmla="*/ 0 h 46566"/>
                <a:gd name="connsiteX9" fmla="*/ 23905 w 40357"/>
                <a:gd name="connsiteY9" fmla="*/ 16764 h 46566"/>
                <a:gd name="connsiteX10" fmla="*/ 11487 w 40357"/>
                <a:gd name="connsiteY10" fmla="*/ 29492 h 46566"/>
                <a:gd name="connsiteX11" fmla="*/ 0 w 40357"/>
                <a:gd name="connsiteY11" fmla="*/ 42221 h 46566"/>
                <a:gd name="connsiteX12" fmla="*/ 0 w 40357"/>
                <a:gd name="connsiteY12" fmla="*/ 46567 h 46566"/>
                <a:gd name="connsiteX13" fmla="*/ 13349 w 40357"/>
                <a:gd name="connsiteY13" fmla="*/ 39116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357" h="46566">
                  <a:moveTo>
                    <a:pt x="21731" y="31666"/>
                  </a:moveTo>
                  <a:lnTo>
                    <a:pt x="29182" y="22042"/>
                  </a:lnTo>
                  <a:lnTo>
                    <a:pt x="40668" y="12728"/>
                  </a:lnTo>
                  <a:lnTo>
                    <a:pt x="38495" y="9313"/>
                  </a:lnTo>
                  <a:lnTo>
                    <a:pt x="38495" y="5278"/>
                  </a:lnTo>
                  <a:lnTo>
                    <a:pt x="38495" y="4036"/>
                  </a:lnTo>
                  <a:lnTo>
                    <a:pt x="36322" y="4036"/>
                  </a:lnTo>
                  <a:lnTo>
                    <a:pt x="35391" y="4036"/>
                  </a:lnTo>
                  <a:lnTo>
                    <a:pt x="31045" y="0"/>
                  </a:lnTo>
                  <a:lnTo>
                    <a:pt x="23905" y="16764"/>
                  </a:lnTo>
                  <a:lnTo>
                    <a:pt x="11487" y="29492"/>
                  </a:lnTo>
                  <a:lnTo>
                    <a:pt x="0" y="42221"/>
                  </a:lnTo>
                  <a:lnTo>
                    <a:pt x="0" y="46567"/>
                  </a:lnTo>
                  <a:lnTo>
                    <a:pt x="13349" y="3911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348">
              <a:extLst>
                <a:ext uri="{FF2B5EF4-FFF2-40B4-BE49-F238E27FC236}">
                  <a16:creationId xmlns:a16="http://schemas.microsoft.com/office/drawing/2014/main" xmlns="" id="{E974B8EE-3656-4A74-B5DC-F506119BB103}"/>
                </a:ext>
              </a:extLst>
            </p:cNvPr>
            <p:cNvSpPr/>
            <p:nvPr/>
          </p:nvSpPr>
          <p:spPr>
            <a:xfrm>
              <a:off x="4168919" y="5514917"/>
              <a:ext cx="24836" cy="12418"/>
            </a:xfrm>
            <a:custGeom>
              <a:avLst/>
              <a:gdLst>
                <a:gd name="connsiteX0" fmla="*/ 27009 w 24835"/>
                <a:gd name="connsiteY0" fmla="*/ 4036 h 12417"/>
                <a:gd name="connsiteX1" fmla="*/ 21731 w 24835"/>
                <a:gd name="connsiteY1" fmla="*/ 1863 h 12417"/>
                <a:gd name="connsiteX2" fmla="*/ 14591 w 24835"/>
                <a:gd name="connsiteY2" fmla="*/ 1863 h 12417"/>
                <a:gd name="connsiteX3" fmla="*/ 7140 w 24835"/>
                <a:gd name="connsiteY3" fmla="*/ 0 h 12417"/>
                <a:gd name="connsiteX4" fmla="*/ 0 w 24835"/>
                <a:gd name="connsiteY4" fmla="*/ 0 h 12417"/>
                <a:gd name="connsiteX5" fmla="*/ 0 w 24835"/>
                <a:gd name="connsiteY5" fmla="*/ 12728 h 12417"/>
                <a:gd name="connsiteX6" fmla="*/ 27009 w 24835"/>
                <a:gd name="connsiteY6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35" h="12417">
                  <a:moveTo>
                    <a:pt x="27009" y="4036"/>
                  </a:moveTo>
                  <a:lnTo>
                    <a:pt x="21731" y="1863"/>
                  </a:lnTo>
                  <a:lnTo>
                    <a:pt x="14591" y="1863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12728"/>
                  </a:lnTo>
                  <a:lnTo>
                    <a:pt x="27009" y="1272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349">
              <a:extLst>
                <a:ext uri="{FF2B5EF4-FFF2-40B4-BE49-F238E27FC236}">
                  <a16:creationId xmlns:a16="http://schemas.microsoft.com/office/drawing/2014/main" xmlns="" id="{CCA22168-3C4B-41E0-8F7B-6F2006528AA8}"/>
                </a:ext>
              </a:extLst>
            </p:cNvPr>
            <p:cNvSpPr/>
            <p:nvPr/>
          </p:nvSpPr>
          <p:spPr>
            <a:xfrm>
              <a:off x="2808235" y="5420542"/>
              <a:ext cx="27940" cy="15522"/>
            </a:xfrm>
            <a:custGeom>
              <a:avLst/>
              <a:gdLst>
                <a:gd name="connsiteX0" fmla="*/ 16764 w 27940"/>
                <a:gd name="connsiteY0" fmla="*/ 2173 h 15522"/>
                <a:gd name="connsiteX1" fmla="*/ 13660 w 27940"/>
                <a:gd name="connsiteY1" fmla="*/ 2173 h 15522"/>
                <a:gd name="connsiteX2" fmla="*/ 6209 w 27940"/>
                <a:gd name="connsiteY2" fmla="*/ 2173 h 15522"/>
                <a:gd name="connsiteX3" fmla="*/ 0 w 27940"/>
                <a:gd name="connsiteY3" fmla="*/ 0 h 15522"/>
                <a:gd name="connsiteX4" fmla="*/ 0 w 27940"/>
                <a:gd name="connsiteY4" fmla="*/ 17075 h 15522"/>
                <a:gd name="connsiteX5" fmla="*/ 7451 w 27940"/>
                <a:gd name="connsiteY5" fmla="*/ 17075 h 15522"/>
                <a:gd name="connsiteX6" fmla="*/ 13660 w 27940"/>
                <a:gd name="connsiteY6" fmla="*/ 17075 h 15522"/>
                <a:gd name="connsiteX7" fmla="*/ 18937 w 27940"/>
                <a:gd name="connsiteY7" fmla="*/ 14901 h 15522"/>
                <a:gd name="connsiteX8" fmla="*/ 24215 w 27940"/>
                <a:gd name="connsiteY8" fmla="*/ 12728 h 15522"/>
                <a:gd name="connsiteX9" fmla="*/ 28251 w 27940"/>
                <a:gd name="connsiteY9" fmla="*/ 12728 h 15522"/>
                <a:gd name="connsiteX10" fmla="*/ 28251 w 27940"/>
                <a:gd name="connsiteY10" fmla="*/ 5278 h 15522"/>
                <a:gd name="connsiteX11" fmla="*/ 22042 w 27940"/>
                <a:gd name="connsiteY11" fmla="*/ 4346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940" h="15522">
                  <a:moveTo>
                    <a:pt x="16764" y="2173"/>
                  </a:moveTo>
                  <a:lnTo>
                    <a:pt x="13660" y="2173"/>
                  </a:lnTo>
                  <a:lnTo>
                    <a:pt x="6209" y="2173"/>
                  </a:lnTo>
                  <a:lnTo>
                    <a:pt x="0" y="0"/>
                  </a:lnTo>
                  <a:lnTo>
                    <a:pt x="0" y="17075"/>
                  </a:lnTo>
                  <a:lnTo>
                    <a:pt x="7451" y="17075"/>
                  </a:lnTo>
                  <a:lnTo>
                    <a:pt x="13660" y="17075"/>
                  </a:lnTo>
                  <a:lnTo>
                    <a:pt x="18937" y="14901"/>
                  </a:lnTo>
                  <a:lnTo>
                    <a:pt x="24215" y="12728"/>
                  </a:lnTo>
                  <a:lnTo>
                    <a:pt x="28251" y="12728"/>
                  </a:lnTo>
                  <a:lnTo>
                    <a:pt x="28251" y="5278"/>
                  </a:lnTo>
                  <a:lnTo>
                    <a:pt x="22042" y="434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350">
              <a:extLst>
                <a:ext uri="{FF2B5EF4-FFF2-40B4-BE49-F238E27FC236}">
                  <a16:creationId xmlns:a16="http://schemas.microsoft.com/office/drawing/2014/main" xmlns="" id="{D5EDBEA6-718F-43CD-A0EB-B16C9D60537C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351">
              <a:extLst>
                <a:ext uri="{FF2B5EF4-FFF2-40B4-BE49-F238E27FC236}">
                  <a16:creationId xmlns:a16="http://schemas.microsoft.com/office/drawing/2014/main" xmlns="" id="{BA78A980-C1A4-4C36-99C3-0B7B95483FF8}"/>
                </a:ext>
              </a:extLst>
            </p:cNvPr>
            <p:cNvSpPr/>
            <p:nvPr/>
          </p:nvSpPr>
          <p:spPr>
            <a:xfrm>
              <a:off x="4243736" y="5014168"/>
              <a:ext cx="18627" cy="37253"/>
            </a:xfrm>
            <a:custGeom>
              <a:avLst/>
              <a:gdLst>
                <a:gd name="connsiteX0" fmla="*/ 3104 w 18626"/>
                <a:gd name="connsiteY0" fmla="*/ 31976 h 37253"/>
                <a:gd name="connsiteX1" fmla="*/ 3104 w 18626"/>
                <a:gd name="connsiteY1" fmla="*/ 32907 h 37253"/>
                <a:gd name="connsiteX2" fmla="*/ 3104 w 18626"/>
                <a:gd name="connsiteY2" fmla="*/ 35080 h 37253"/>
                <a:gd name="connsiteX3" fmla="*/ 5278 w 18626"/>
                <a:gd name="connsiteY3" fmla="*/ 37253 h 37253"/>
                <a:gd name="connsiteX4" fmla="*/ 12728 w 18626"/>
                <a:gd name="connsiteY4" fmla="*/ 37253 h 37253"/>
                <a:gd name="connsiteX5" fmla="*/ 14591 w 18626"/>
                <a:gd name="connsiteY5" fmla="*/ 37253 h 37253"/>
                <a:gd name="connsiteX6" fmla="*/ 14591 w 18626"/>
                <a:gd name="connsiteY6" fmla="*/ 35080 h 37253"/>
                <a:gd name="connsiteX7" fmla="*/ 15833 w 18626"/>
                <a:gd name="connsiteY7" fmla="*/ 35080 h 37253"/>
                <a:gd name="connsiteX8" fmla="*/ 17695 w 18626"/>
                <a:gd name="connsiteY8" fmla="*/ 35080 h 37253"/>
                <a:gd name="connsiteX9" fmla="*/ 19869 w 18626"/>
                <a:gd name="connsiteY9" fmla="*/ 32907 h 37253"/>
                <a:gd name="connsiteX10" fmla="*/ 17695 w 18626"/>
                <a:gd name="connsiteY10" fmla="*/ 22352 h 37253"/>
                <a:gd name="connsiteX11" fmla="*/ 15833 w 18626"/>
                <a:gd name="connsiteY11" fmla="*/ 9624 h 37253"/>
                <a:gd name="connsiteX12" fmla="*/ 12728 w 18626"/>
                <a:gd name="connsiteY12" fmla="*/ 0 h 37253"/>
                <a:gd name="connsiteX13" fmla="*/ 0 w 18626"/>
                <a:gd name="connsiteY13" fmla="*/ 29803 h 37253"/>
                <a:gd name="connsiteX14" fmla="*/ 1242 w 18626"/>
                <a:gd name="connsiteY14" fmla="*/ 31976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37253">
                  <a:moveTo>
                    <a:pt x="3104" y="31976"/>
                  </a:moveTo>
                  <a:lnTo>
                    <a:pt x="3104" y="32907"/>
                  </a:lnTo>
                  <a:lnTo>
                    <a:pt x="3104" y="35080"/>
                  </a:lnTo>
                  <a:lnTo>
                    <a:pt x="5278" y="37253"/>
                  </a:lnTo>
                  <a:lnTo>
                    <a:pt x="12728" y="37253"/>
                  </a:lnTo>
                  <a:lnTo>
                    <a:pt x="14591" y="37253"/>
                  </a:lnTo>
                  <a:lnTo>
                    <a:pt x="14591" y="35080"/>
                  </a:lnTo>
                  <a:lnTo>
                    <a:pt x="15833" y="35080"/>
                  </a:lnTo>
                  <a:lnTo>
                    <a:pt x="17695" y="35080"/>
                  </a:lnTo>
                  <a:lnTo>
                    <a:pt x="19869" y="32907"/>
                  </a:lnTo>
                  <a:lnTo>
                    <a:pt x="17695" y="22352"/>
                  </a:lnTo>
                  <a:lnTo>
                    <a:pt x="15833" y="9624"/>
                  </a:lnTo>
                  <a:lnTo>
                    <a:pt x="12728" y="0"/>
                  </a:lnTo>
                  <a:lnTo>
                    <a:pt x="0" y="29803"/>
                  </a:lnTo>
                  <a:lnTo>
                    <a:pt x="1242" y="3197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352">
              <a:extLst>
                <a:ext uri="{FF2B5EF4-FFF2-40B4-BE49-F238E27FC236}">
                  <a16:creationId xmlns:a16="http://schemas.microsoft.com/office/drawing/2014/main" xmlns="" id="{10C4B045-714F-4D2C-B0B0-9A25383D7CA8}"/>
                </a:ext>
              </a:extLst>
            </p:cNvPr>
            <p:cNvSpPr/>
            <p:nvPr/>
          </p:nvSpPr>
          <p:spPr>
            <a:xfrm>
              <a:off x="6688807" y="5690630"/>
              <a:ext cx="149014" cy="161432"/>
            </a:xfrm>
            <a:custGeom>
              <a:avLst/>
              <a:gdLst>
                <a:gd name="connsiteX0" fmla="*/ 11486 w 149013"/>
                <a:gd name="connsiteY0" fmla="*/ 128835 h 161431"/>
                <a:gd name="connsiteX1" fmla="*/ 23904 w 149013"/>
                <a:gd name="connsiteY1" fmla="*/ 145910 h 161431"/>
                <a:gd name="connsiteX2" fmla="*/ 36322 w 149013"/>
                <a:gd name="connsiteY2" fmla="*/ 151187 h 161431"/>
                <a:gd name="connsiteX3" fmla="*/ 49051 w 149013"/>
                <a:gd name="connsiteY3" fmla="*/ 153360 h 161431"/>
                <a:gd name="connsiteX4" fmla="*/ 62400 w 149013"/>
                <a:gd name="connsiteY4" fmla="*/ 153360 h 161431"/>
                <a:gd name="connsiteX5" fmla="*/ 72955 w 149013"/>
                <a:gd name="connsiteY5" fmla="*/ 155533 h 161431"/>
                <a:gd name="connsiteX6" fmla="*/ 84441 w 149013"/>
                <a:gd name="connsiteY6" fmla="*/ 161742 h 161431"/>
                <a:gd name="connsiteX7" fmla="*/ 90650 w 149013"/>
                <a:gd name="connsiteY7" fmla="*/ 161742 h 161431"/>
                <a:gd name="connsiteX8" fmla="*/ 96859 w 149013"/>
                <a:gd name="connsiteY8" fmla="*/ 160811 h 161431"/>
                <a:gd name="connsiteX9" fmla="*/ 102137 w 149013"/>
                <a:gd name="connsiteY9" fmla="*/ 160811 h 161431"/>
                <a:gd name="connsiteX10" fmla="*/ 107104 w 149013"/>
                <a:gd name="connsiteY10" fmla="*/ 156465 h 161431"/>
                <a:gd name="connsiteX11" fmla="*/ 116728 w 149013"/>
                <a:gd name="connsiteY11" fmla="*/ 138459 h 161431"/>
                <a:gd name="connsiteX12" fmla="*/ 121695 w 149013"/>
                <a:gd name="connsiteY12" fmla="*/ 118280 h 161431"/>
                <a:gd name="connsiteX13" fmla="*/ 131319 w 149013"/>
                <a:gd name="connsiteY13" fmla="*/ 101516 h 161431"/>
                <a:gd name="connsiteX14" fmla="*/ 133181 w 149013"/>
                <a:gd name="connsiteY14" fmla="*/ 97170 h 161431"/>
                <a:gd name="connsiteX15" fmla="*/ 134423 w 149013"/>
                <a:gd name="connsiteY15" fmla="*/ 96238 h 161431"/>
                <a:gd name="connsiteX16" fmla="*/ 136286 w 149013"/>
                <a:gd name="connsiteY16" fmla="*/ 94065 h 161431"/>
                <a:gd name="connsiteX17" fmla="*/ 138459 w 149013"/>
                <a:gd name="connsiteY17" fmla="*/ 94065 h 161431"/>
                <a:gd name="connsiteX18" fmla="*/ 141563 w 149013"/>
                <a:gd name="connsiteY18" fmla="*/ 94065 h 161431"/>
                <a:gd name="connsiteX19" fmla="*/ 147772 w 149013"/>
                <a:gd name="connsiteY19" fmla="*/ 91892 h 161431"/>
                <a:gd name="connsiteX20" fmla="*/ 140632 w 149013"/>
                <a:gd name="connsiteY20" fmla="*/ 76991 h 161431"/>
                <a:gd name="connsiteX21" fmla="*/ 133181 w 149013"/>
                <a:gd name="connsiteY21" fmla="*/ 64262 h 161431"/>
                <a:gd name="connsiteX22" fmla="*/ 126972 w 149013"/>
                <a:gd name="connsiteY22" fmla="*/ 47498 h 161431"/>
                <a:gd name="connsiteX23" fmla="*/ 134423 w 149013"/>
                <a:gd name="connsiteY23" fmla="*/ 44394 h 161431"/>
                <a:gd name="connsiteX24" fmla="*/ 140632 w 149013"/>
                <a:gd name="connsiteY24" fmla="*/ 40047 h 161431"/>
                <a:gd name="connsiteX25" fmla="*/ 145910 w 149013"/>
                <a:gd name="connsiteY25" fmla="*/ 34770 h 161431"/>
                <a:gd name="connsiteX26" fmla="*/ 150877 w 149013"/>
                <a:gd name="connsiteY26" fmla="*/ 31666 h 161431"/>
                <a:gd name="connsiteX27" fmla="*/ 145910 w 149013"/>
                <a:gd name="connsiteY27" fmla="*/ 22042 h 161431"/>
                <a:gd name="connsiteX28" fmla="*/ 134423 w 149013"/>
                <a:gd name="connsiteY28" fmla="*/ 10555 h 161431"/>
                <a:gd name="connsiteX29" fmla="*/ 121695 w 149013"/>
                <a:gd name="connsiteY29" fmla="*/ 3104 h 161431"/>
                <a:gd name="connsiteX30" fmla="*/ 111450 w 149013"/>
                <a:gd name="connsiteY30" fmla="*/ 0 h 161431"/>
                <a:gd name="connsiteX31" fmla="*/ 105241 w 149013"/>
                <a:gd name="connsiteY31" fmla="*/ 9313 h 161431"/>
                <a:gd name="connsiteX32" fmla="*/ 99963 w 149013"/>
                <a:gd name="connsiteY32" fmla="*/ 17695 h 161431"/>
                <a:gd name="connsiteX33" fmla="*/ 94686 w 149013"/>
                <a:gd name="connsiteY33" fmla="*/ 27319 h 161431"/>
                <a:gd name="connsiteX34" fmla="*/ 90650 w 149013"/>
                <a:gd name="connsiteY34" fmla="*/ 40047 h 161431"/>
                <a:gd name="connsiteX35" fmla="*/ 84441 w 149013"/>
                <a:gd name="connsiteY35" fmla="*/ 40047 h 161431"/>
                <a:gd name="connsiteX36" fmla="*/ 78232 w 149013"/>
                <a:gd name="connsiteY36" fmla="*/ 40047 h 161431"/>
                <a:gd name="connsiteX37" fmla="*/ 74817 w 149013"/>
                <a:gd name="connsiteY37" fmla="*/ 40047 h 161431"/>
                <a:gd name="connsiteX38" fmla="*/ 72955 w 149013"/>
                <a:gd name="connsiteY38" fmla="*/ 42221 h 161431"/>
                <a:gd name="connsiteX39" fmla="*/ 72955 w 149013"/>
                <a:gd name="connsiteY39" fmla="*/ 44394 h 161431"/>
                <a:gd name="connsiteX40" fmla="*/ 72955 w 149013"/>
                <a:gd name="connsiteY40" fmla="*/ 46256 h 161431"/>
                <a:gd name="connsiteX41" fmla="*/ 70782 w 149013"/>
                <a:gd name="connsiteY41" fmla="*/ 47498 h 161431"/>
                <a:gd name="connsiteX42" fmla="*/ 70782 w 149013"/>
                <a:gd name="connsiteY42" fmla="*/ 49671 h 161431"/>
                <a:gd name="connsiteX43" fmla="*/ 67677 w 149013"/>
                <a:gd name="connsiteY43" fmla="*/ 53707 h 161431"/>
                <a:gd name="connsiteX44" fmla="*/ 63641 w 149013"/>
                <a:gd name="connsiteY44" fmla="*/ 57122 h 161431"/>
                <a:gd name="connsiteX45" fmla="*/ 40668 w 149013"/>
                <a:gd name="connsiteY45" fmla="*/ 60226 h 161431"/>
                <a:gd name="connsiteX46" fmla="*/ 31355 w 149013"/>
                <a:gd name="connsiteY46" fmla="*/ 75128 h 161431"/>
                <a:gd name="connsiteX47" fmla="*/ 23904 w 149013"/>
                <a:gd name="connsiteY47" fmla="*/ 79164 h 161431"/>
                <a:gd name="connsiteX48" fmla="*/ 16764 w 149013"/>
                <a:gd name="connsiteY48" fmla="*/ 76991 h 161431"/>
                <a:gd name="connsiteX49" fmla="*/ 9313 w 149013"/>
                <a:gd name="connsiteY49" fmla="*/ 76991 h 161431"/>
                <a:gd name="connsiteX50" fmla="*/ 0 w 149013"/>
                <a:gd name="connsiteY50" fmla="*/ 81337 h 161431"/>
                <a:gd name="connsiteX51" fmla="*/ 2173 w 149013"/>
                <a:gd name="connsiteY51" fmla="*/ 106793 h 16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9013" h="161431">
                  <a:moveTo>
                    <a:pt x="11486" y="128835"/>
                  </a:moveTo>
                  <a:lnTo>
                    <a:pt x="23904" y="145910"/>
                  </a:lnTo>
                  <a:lnTo>
                    <a:pt x="36322" y="151187"/>
                  </a:lnTo>
                  <a:lnTo>
                    <a:pt x="49051" y="153360"/>
                  </a:lnTo>
                  <a:lnTo>
                    <a:pt x="62400" y="153360"/>
                  </a:lnTo>
                  <a:lnTo>
                    <a:pt x="72955" y="155533"/>
                  </a:lnTo>
                  <a:lnTo>
                    <a:pt x="84441" y="161742"/>
                  </a:lnTo>
                  <a:lnTo>
                    <a:pt x="90650" y="161742"/>
                  </a:lnTo>
                  <a:lnTo>
                    <a:pt x="96859" y="160811"/>
                  </a:lnTo>
                  <a:lnTo>
                    <a:pt x="102137" y="160811"/>
                  </a:lnTo>
                  <a:lnTo>
                    <a:pt x="107104" y="156465"/>
                  </a:lnTo>
                  <a:lnTo>
                    <a:pt x="116728" y="138459"/>
                  </a:lnTo>
                  <a:lnTo>
                    <a:pt x="121695" y="118280"/>
                  </a:lnTo>
                  <a:lnTo>
                    <a:pt x="131319" y="101516"/>
                  </a:lnTo>
                  <a:lnTo>
                    <a:pt x="133181" y="97170"/>
                  </a:lnTo>
                  <a:lnTo>
                    <a:pt x="134423" y="96238"/>
                  </a:lnTo>
                  <a:lnTo>
                    <a:pt x="136286" y="94065"/>
                  </a:lnTo>
                  <a:lnTo>
                    <a:pt x="138459" y="94065"/>
                  </a:lnTo>
                  <a:lnTo>
                    <a:pt x="141563" y="94065"/>
                  </a:lnTo>
                  <a:lnTo>
                    <a:pt x="147772" y="91892"/>
                  </a:lnTo>
                  <a:lnTo>
                    <a:pt x="140632" y="76991"/>
                  </a:lnTo>
                  <a:lnTo>
                    <a:pt x="133181" y="64262"/>
                  </a:lnTo>
                  <a:lnTo>
                    <a:pt x="126972" y="47498"/>
                  </a:lnTo>
                  <a:lnTo>
                    <a:pt x="134423" y="44394"/>
                  </a:lnTo>
                  <a:lnTo>
                    <a:pt x="140632" y="40047"/>
                  </a:lnTo>
                  <a:lnTo>
                    <a:pt x="145910" y="34770"/>
                  </a:lnTo>
                  <a:lnTo>
                    <a:pt x="150877" y="31666"/>
                  </a:lnTo>
                  <a:lnTo>
                    <a:pt x="145910" y="22042"/>
                  </a:lnTo>
                  <a:lnTo>
                    <a:pt x="134423" y="10555"/>
                  </a:lnTo>
                  <a:lnTo>
                    <a:pt x="121695" y="3104"/>
                  </a:lnTo>
                  <a:lnTo>
                    <a:pt x="111450" y="0"/>
                  </a:lnTo>
                  <a:lnTo>
                    <a:pt x="105241" y="9313"/>
                  </a:lnTo>
                  <a:lnTo>
                    <a:pt x="99963" y="17695"/>
                  </a:lnTo>
                  <a:lnTo>
                    <a:pt x="94686" y="27319"/>
                  </a:lnTo>
                  <a:lnTo>
                    <a:pt x="90650" y="40047"/>
                  </a:lnTo>
                  <a:lnTo>
                    <a:pt x="84441" y="40047"/>
                  </a:lnTo>
                  <a:lnTo>
                    <a:pt x="78232" y="40047"/>
                  </a:lnTo>
                  <a:lnTo>
                    <a:pt x="74817" y="40047"/>
                  </a:lnTo>
                  <a:lnTo>
                    <a:pt x="72955" y="42221"/>
                  </a:lnTo>
                  <a:lnTo>
                    <a:pt x="72955" y="44394"/>
                  </a:lnTo>
                  <a:lnTo>
                    <a:pt x="72955" y="46256"/>
                  </a:lnTo>
                  <a:lnTo>
                    <a:pt x="70782" y="47498"/>
                  </a:lnTo>
                  <a:lnTo>
                    <a:pt x="70782" y="49671"/>
                  </a:lnTo>
                  <a:lnTo>
                    <a:pt x="67677" y="53707"/>
                  </a:lnTo>
                  <a:lnTo>
                    <a:pt x="63641" y="57122"/>
                  </a:lnTo>
                  <a:lnTo>
                    <a:pt x="40668" y="60226"/>
                  </a:lnTo>
                  <a:lnTo>
                    <a:pt x="31355" y="75128"/>
                  </a:lnTo>
                  <a:lnTo>
                    <a:pt x="23904" y="79164"/>
                  </a:lnTo>
                  <a:lnTo>
                    <a:pt x="16764" y="76991"/>
                  </a:lnTo>
                  <a:lnTo>
                    <a:pt x="9313" y="76991"/>
                  </a:lnTo>
                  <a:lnTo>
                    <a:pt x="0" y="81337"/>
                  </a:lnTo>
                  <a:lnTo>
                    <a:pt x="2173" y="10679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353">
              <a:extLst>
                <a:ext uri="{FF2B5EF4-FFF2-40B4-BE49-F238E27FC236}">
                  <a16:creationId xmlns:a16="http://schemas.microsoft.com/office/drawing/2014/main" xmlns="" id="{10619103-B630-4948-9AA1-29E7115CA696}"/>
                </a:ext>
              </a:extLst>
            </p:cNvPr>
            <p:cNvSpPr/>
            <p:nvPr/>
          </p:nvSpPr>
          <p:spPr>
            <a:xfrm>
              <a:off x="6961689" y="5762343"/>
              <a:ext cx="15522" cy="46567"/>
            </a:xfrm>
            <a:custGeom>
              <a:avLst/>
              <a:gdLst>
                <a:gd name="connsiteX0" fmla="*/ 7140 w 15522"/>
                <a:gd name="connsiteY0" fmla="*/ 46567 h 46566"/>
                <a:gd name="connsiteX1" fmla="*/ 11486 w 15522"/>
                <a:gd name="connsiteY1" fmla="*/ 42531 h 46566"/>
                <a:gd name="connsiteX2" fmla="*/ 12418 w 15522"/>
                <a:gd name="connsiteY2" fmla="*/ 40358 h 46566"/>
                <a:gd name="connsiteX3" fmla="*/ 12418 w 15522"/>
                <a:gd name="connsiteY3" fmla="*/ 39116 h 46566"/>
                <a:gd name="connsiteX4" fmla="*/ 12418 w 15522"/>
                <a:gd name="connsiteY4" fmla="*/ 37253 h 46566"/>
                <a:gd name="connsiteX5" fmla="*/ 12418 w 15522"/>
                <a:gd name="connsiteY5" fmla="*/ 35080 h 46566"/>
                <a:gd name="connsiteX6" fmla="*/ 12418 w 15522"/>
                <a:gd name="connsiteY6" fmla="*/ 32907 h 46566"/>
                <a:gd name="connsiteX7" fmla="*/ 14591 w 15522"/>
                <a:gd name="connsiteY7" fmla="*/ 31976 h 46566"/>
                <a:gd name="connsiteX8" fmla="*/ 17695 w 15522"/>
                <a:gd name="connsiteY8" fmla="*/ 29803 h 46566"/>
                <a:gd name="connsiteX9" fmla="*/ 17695 w 15522"/>
                <a:gd name="connsiteY9" fmla="*/ 20179 h 46566"/>
                <a:gd name="connsiteX10" fmla="*/ 17695 w 15522"/>
                <a:gd name="connsiteY10" fmla="*/ 12728 h 46566"/>
                <a:gd name="connsiteX11" fmla="*/ 16764 w 15522"/>
                <a:gd name="connsiteY11" fmla="*/ 9624 h 46566"/>
                <a:gd name="connsiteX12" fmla="*/ 12418 w 15522"/>
                <a:gd name="connsiteY12" fmla="*/ 5278 h 46566"/>
                <a:gd name="connsiteX13" fmla="*/ 9313 w 15522"/>
                <a:gd name="connsiteY13" fmla="*/ 3415 h 46566"/>
                <a:gd name="connsiteX14" fmla="*/ 2173 w 15522"/>
                <a:gd name="connsiteY14" fmla="*/ 0 h 46566"/>
                <a:gd name="connsiteX15" fmla="*/ 0 w 15522"/>
                <a:gd name="connsiteY15" fmla="*/ 12728 h 46566"/>
                <a:gd name="connsiteX16" fmla="*/ 0 w 15522"/>
                <a:gd name="connsiteY16" fmla="*/ 25457 h 46566"/>
                <a:gd name="connsiteX17" fmla="*/ 7140 w 15522"/>
                <a:gd name="connsiteY17" fmla="*/ 37253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522" h="46566">
                  <a:moveTo>
                    <a:pt x="7140" y="46567"/>
                  </a:moveTo>
                  <a:lnTo>
                    <a:pt x="11486" y="42531"/>
                  </a:lnTo>
                  <a:lnTo>
                    <a:pt x="12418" y="40358"/>
                  </a:lnTo>
                  <a:lnTo>
                    <a:pt x="12418" y="39116"/>
                  </a:lnTo>
                  <a:lnTo>
                    <a:pt x="12418" y="37253"/>
                  </a:lnTo>
                  <a:lnTo>
                    <a:pt x="12418" y="35080"/>
                  </a:lnTo>
                  <a:lnTo>
                    <a:pt x="12418" y="32907"/>
                  </a:lnTo>
                  <a:lnTo>
                    <a:pt x="14591" y="31976"/>
                  </a:lnTo>
                  <a:lnTo>
                    <a:pt x="17695" y="29803"/>
                  </a:lnTo>
                  <a:lnTo>
                    <a:pt x="17695" y="20179"/>
                  </a:lnTo>
                  <a:lnTo>
                    <a:pt x="17695" y="12728"/>
                  </a:lnTo>
                  <a:lnTo>
                    <a:pt x="16764" y="9624"/>
                  </a:lnTo>
                  <a:lnTo>
                    <a:pt x="12418" y="5278"/>
                  </a:lnTo>
                  <a:lnTo>
                    <a:pt x="9313" y="3415"/>
                  </a:lnTo>
                  <a:lnTo>
                    <a:pt x="2173" y="0"/>
                  </a:lnTo>
                  <a:lnTo>
                    <a:pt x="0" y="12728"/>
                  </a:lnTo>
                  <a:lnTo>
                    <a:pt x="0" y="25457"/>
                  </a:lnTo>
                  <a:lnTo>
                    <a:pt x="7140" y="3725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354">
              <a:extLst>
                <a:ext uri="{FF2B5EF4-FFF2-40B4-BE49-F238E27FC236}">
                  <a16:creationId xmlns:a16="http://schemas.microsoft.com/office/drawing/2014/main" xmlns="" id="{AB5CF8EE-1897-4A2C-A275-6D37DAAEC71F}"/>
                </a:ext>
              </a:extLst>
            </p:cNvPr>
            <p:cNvSpPr/>
            <p:nvPr/>
          </p:nvSpPr>
          <p:spPr>
            <a:xfrm>
              <a:off x="7269030" y="5852372"/>
              <a:ext cx="58985" cy="31045"/>
            </a:xfrm>
            <a:custGeom>
              <a:avLst/>
              <a:gdLst>
                <a:gd name="connsiteX0" fmla="*/ 12418 w 58984"/>
                <a:gd name="connsiteY0" fmla="*/ 28561 h 31044"/>
                <a:gd name="connsiteX1" fmla="*/ 17695 w 58984"/>
                <a:gd name="connsiteY1" fmla="*/ 29492 h 31044"/>
                <a:gd name="connsiteX2" fmla="*/ 23904 w 58984"/>
                <a:gd name="connsiteY2" fmla="*/ 31666 h 31044"/>
                <a:gd name="connsiteX3" fmla="*/ 60537 w 58984"/>
                <a:gd name="connsiteY3" fmla="*/ 21110 h 31044"/>
                <a:gd name="connsiteX4" fmla="*/ 60537 w 58984"/>
                <a:gd name="connsiteY4" fmla="*/ 931 h 31044"/>
                <a:gd name="connsiteX5" fmla="*/ 59605 w 58984"/>
                <a:gd name="connsiteY5" fmla="*/ 0 h 31044"/>
                <a:gd name="connsiteX6" fmla="*/ 50913 w 58984"/>
                <a:gd name="connsiteY6" fmla="*/ 0 h 31044"/>
                <a:gd name="connsiteX7" fmla="*/ 38495 w 58984"/>
                <a:gd name="connsiteY7" fmla="*/ 9624 h 31044"/>
                <a:gd name="connsiteX8" fmla="*/ 21731 w 58984"/>
                <a:gd name="connsiteY8" fmla="*/ 14901 h 31044"/>
                <a:gd name="connsiteX9" fmla="*/ 0 w 58984"/>
                <a:gd name="connsiteY9" fmla="*/ 17075 h 31044"/>
                <a:gd name="connsiteX10" fmla="*/ 0 w 58984"/>
                <a:gd name="connsiteY10" fmla="*/ 24215 h 31044"/>
                <a:gd name="connsiteX11" fmla="*/ 5277 w 58984"/>
                <a:gd name="connsiteY11" fmla="*/ 26388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984" h="31044">
                  <a:moveTo>
                    <a:pt x="12418" y="28561"/>
                  </a:moveTo>
                  <a:lnTo>
                    <a:pt x="17695" y="29492"/>
                  </a:lnTo>
                  <a:lnTo>
                    <a:pt x="23904" y="31666"/>
                  </a:lnTo>
                  <a:lnTo>
                    <a:pt x="60537" y="21110"/>
                  </a:lnTo>
                  <a:lnTo>
                    <a:pt x="60537" y="931"/>
                  </a:lnTo>
                  <a:lnTo>
                    <a:pt x="59605" y="0"/>
                  </a:lnTo>
                  <a:lnTo>
                    <a:pt x="50913" y="0"/>
                  </a:lnTo>
                  <a:lnTo>
                    <a:pt x="38495" y="9624"/>
                  </a:lnTo>
                  <a:lnTo>
                    <a:pt x="21731" y="14901"/>
                  </a:lnTo>
                  <a:lnTo>
                    <a:pt x="0" y="17075"/>
                  </a:lnTo>
                  <a:lnTo>
                    <a:pt x="0" y="24215"/>
                  </a:lnTo>
                  <a:lnTo>
                    <a:pt x="5277" y="2638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355">
              <a:extLst>
                <a:ext uri="{FF2B5EF4-FFF2-40B4-BE49-F238E27FC236}">
                  <a16:creationId xmlns:a16="http://schemas.microsoft.com/office/drawing/2014/main" xmlns="" id="{E367D1D2-025A-4ACC-9942-F6A3DBF6CF60}"/>
                </a:ext>
              </a:extLst>
            </p:cNvPr>
            <p:cNvSpPr/>
            <p:nvPr/>
          </p:nvSpPr>
          <p:spPr>
            <a:xfrm>
              <a:off x="7008566" y="5801459"/>
              <a:ext cx="291819" cy="152118"/>
            </a:xfrm>
            <a:custGeom>
              <a:avLst/>
              <a:gdLst>
                <a:gd name="connsiteX0" fmla="*/ 207378 w 291819"/>
                <a:gd name="connsiteY0" fmla="*/ 60537 h 152118"/>
                <a:gd name="connsiteX1" fmla="*/ 192787 w 291819"/>
                <a:gd name="connsiteY1" fmla="*/ 49982 h 152118"/>
                <a:gd name="connsiteX2" fmla="*/ 175091 w 291819"/>
                <a:gd name="connsiteY2" fmla="*/ 38185 h 152118"/>
                <a:gd name="connsiteX3" fmla="*/ 153050 w 291819"/>
                <a:gd name="connsiteY3" fmla="*/ 30734 h 152118"/>
                <a:gd name="connsiteX4" fmla="*/ 135354 w 291819"/>
                <a:gd name="connsiteY4" fmla="*/ 23283 h 152118"/>
                <a:gd name="connsiteX5" fmla="*/ 120763 w 291819"/>
                <a:gd name="connsiteY5" fmla="*/ 14901 h 152118"/>
                <a:gd name="connsiteX6" fmla="*/ 102137 w 291819"/>
                <a:gd name="connsiteY6" fmla="*/ 16143 h 152118"/>
                <a:gd name="connsiteX7" fmla="*/ 89719 w 291819"/>
                <a:gd name="connsiteY7" fmla="*/ 20179 h 152118"/>
                <a:gd name="connsiteX8" fmla="*/ 80095 w 291819"/>
                <a:gd name="connsiteY8" fmla="*/ 25456 h 152118"/>
                <a:gd name="connsiteX9" fmla="*/ 70782 w 291819"/>
                <a:gd name="connsiteY9" fmla="*/ 35080 h 152118"/>
                <a:gd name="connsiteX10" fmla="*/ 70782 w 291819"/>
                <a:gd name="connsiteY10" fmla="*/ 38185 h 152118"/>
                <a:gd name="connsiteX11" fmla="*/ 67677 w 291819"/>
                <a:gd name="connsiteY11" fmla="*/ 38185 h 152118"/>
                <a:gd name="connsiteX12" fmla="*/ 67677 w 291819"/>
                <a:gd name="connsiteY12" fmla="*/ 35080 h 152118"/>
                <a:gd name="connsiteX13" fmla="*/ 60537 w 291819"/>
                <a:gd name="connsiteY13" fmla="*/ 25456 h 152118"/>
                <a:gd name="connsiteX14" fmla="*/ 55259 w 291819"/>
                <a:gd name="connsiteY14" fmla="*/ 14901 h 152118"/>
                <a:gd name="connsiteX15" fmla="*/ 50913 w 291819"/>
                <a:gd name="connsiteY15" fmla="*/ 1242 h 152118"/>
                <a:gd name="connsiteX16" fmla="*/ 36322 w 291819"/>
                <a:gd name="connsiteY16" fmla="*/ 0 h 152118"/>
                <a:gd name="connsiteX17" fmla="*/ 26078 w 291819"/>
                <a:gd name="connsiteY17" fmla="*/ 0 h 152118"/>
                <a:gd name="connsiteX18" fmla="*/ 14591 w 291819"/>
                <a:gd name="connsiteY18" fmla="*/ 0 h 152118"/>
                <a:gd name="connsiteX19" fmla="*/ 0 w 291819"/>
                <a:gd name="connsiteY19" fmla="*/ 1242 h 152118"/>
                <a:gd name="connsiteX20" fmla="*/ 0 w 291819"/>
                <a:gd name="connsiteY20" fmla="*/ 10866 h 152118"/>
                <a:gd name="connsiteX21" fmla="*/ 9313 w 291819"/>
                <a:gd name="connsiteY21" fmla="*/ 14901 h 152118"/>
                <a:gd name="connsiteX22" fmla="*/ 20800 w 291819"/>
                <a:gd name="connsiteY22" fmla="*/ 20179 h 152118"/>
                <a:gd name="connsiteX23" fmla="*/ 31355 w 291819"/>
                <a:gd name="connsiteY23" fmla="*/ 22352 h 152118"/>
                <a:gd name="connsiteX24" fmla="*/ 29182 w 291819"/>
                <a:gd name="connsiteY24" fmla="*/ 25456 h 152118"/>
                <a:gd name="connsiteX25" fmla="*/ 28250 w 291819"/>
                <a:gd name="connsiteY25" fmla="*/ 27630 h 152118"/>
                <a:gd name="connsiteX26" fmla="*/ 26078 w 291819"/>
                <a:gd name="connsiteY26" fmla="*/ 29803 h 152118"/>
                <a:gd name="connsiteX27" fmla="*/ 23904 w 291819"/>
                <a:gd name="connsiteY27" fmla="*/ 29803 h 152118"/>
                <a:gd name="connsiteX28" fmla="*/ 20800 w 291819"/>
                <a:gd name="connsiteY28" fmla="*/ 30734 h 152118"/>
                <a:gd name="connsiteX29" fmla="*/ 29182 w 291819"/>
                <a:gd name="connsiteY29" fmla="*/ 42531 h 152118"/>
                <a:gd name="connsiteX30" fmla="*/ 42842 w 291819"/>
                <a:gd name="connsiteY30" fmla="*/ 49982 h 152118"/>
                <a:gd name="connsiteX31" fmla="*/ 58364 w 291819"/>
                <a:gd name="connsiteY31" fmla="*/ 53086 h 152118"/>
                <a:gd name="connsiteX32" fmla="*/ 75128 w 291819"/>
                <a:gd name="connsiteY32" fmla="*/ 58364 h 152118"/>
                <a:gd name="connsiteX33" fmla="*/ 89719 w 291819"/>
                <a:gd name="connsiteY33" fmla="*/ 62710 h 152118"/>
                <a:gd name="connsiteX34" fmla="*/ 102137 w 291819"/>
                <a:gd name="connsiteY34" fmla="*/ 72023 h 152118"/>
                <a:gd name="connsiteX35" fmla="*/ 111450 w 291819"/>
                <a:gd name="connsiteY35" fmla="*/ 87856 h 152118"/>
                <a:gd name="connsiteX36" fmla="*/ 113623 w 291819"/>
                <a:gd name="connsiteY36" fmla="*/ 92202 h 152118"/>
                <a:gd name="connsiteX37" fmla="*/ 111450 w 291819"/>
                <a:gd name="connsiteY37" fmla="*/ 95307 h 152118"/>
                <a:gd name="connsiteX38" fmla="*/ 109277 w 291819"/>
                <a:gd name="connsiteY38" fmla="*/ 99653 h 152118"/>
                <a:gd name="connsiteX39" fmla="*/ 107414 w 291819"/>
                <a:gd name="connsiteY39" fmla="*/ 102757 h 152118"/>
                <a:gd name="connsiteX40" fmla="*/ 106172 w 291819"/>
                <a:gd name="connsiteY40" fmla="*/ 109277 h 152118"/>
                <a:gd name="connsiteX41" fmla="*/ 104310 w 291819"/>
                <a:gd name="connsiteY41" fmla="*/ 116417 h 152118"/>
                <a:gd name="connsiteX42" fmla="*/ 122005 w 291819"/>
                <a:gd name="connsiteY42" fmla="*/ 114554 h 152118"/>
                <a:gd name="connsiteX43" fmla="*/ 135354 w 291819"/>
                <a:gd name="connsiteY43" fmla="*/ 116417 h 152118"/>
                <a:gd name="connsiteX44" fmla="*/ 147772 w 291819"/>
                <a:gd name="connsiteY44" fmla="*/ 119832 h 152118"/>
                <a:gd name="connsiteX45" fmla="*/ 160500 w 291819"/>
                <a:gd name="connsiteY45" fmla="*/ 126972 h 152118"/>
                <a:gd name="connsiteX46" fmla="*/ 172918 w 291819"/>
                <a:gd name="connsiteY46" fmla="*/ 123868 h 152118"/>
                <a:gd name="connsiteX47" fmla="*/ 185336 w 291819"/>
                <a:gd name="connsiteY47" fmla="*/ 116417 h 152118"/>
                <a:gd name="connsiteX48" fmla="*/ 198996 w 291819"/>
                <a:gd name="connsiteY48" fmla="*/ 112381 h 152118"/>
                <a:gd name="connsiteX49" fmla="*/ 209241 w 291819"/>
                <a:gd name="connsiteY49" fmla="*/ 112381 h 152118"/>
                <a:gd name="connsiteX50" fmla="*/ 223831 w 291819"/>
                <a:gd name="connsiteY50" fmla="*/ 119832 h 152118"/>
                <a:gd name="connsiteX51" fmla="*/ 228178 w 291819"/>
                <a:gd name="connsiteY51" fmla="*/ 123868 h 152118"/>
                <a:gd name="connsiteX52" fmla="*/ 231282 w 291819"/>
                <a:gd name="connsiteY52" fmla="*/ 129145 h 152118"/>
                <a:gd name="connsiteX53" fmla="*/ 235318 w 291819"/>
                <a:gd name="connsiteY53" fmla="*/ 136596 h 152118"/>
                <a:gd name="connsiteX54" fmla="*/ 238423 w 291819"/>
                <a:gd name="connsiteY54" fmla="*/ 139701 h 152118"/>
                <a:gd name="connsiteX55" fmla="*/ 243700 w 291819"/>
                <a:gd name="connsiteY55" fmla="*/ 144047 h 152118"/>
                <a:gd name="connsiteX56" fmla="*/ 249909 w 291819"/>
                <a:gd name="connsiteY56" fmla="*/ 146220 h 152118"/>
                <a:gd name="connsiteX57" fmla="*/ 253013 w 291819"/>
                <a:gd name="connsiteY57" fmla="*/ 147151 h 152118"/>
                <a:gd name="connsiteX58" fmla="*/ 257360 w 291819"/>
                <a:gd name="connsiteY58" fmla="*/ 147151 h 152118"/>
                <a:gd name="connsiteX59" fmla="*/ 260464 w 291819"/>
                <a:gd name="connsiteY59" fmla="*/ 147151 h 152118"/>
                <a:gd name="connsiteX60" fmla="*/ 264500 w 291819"/>
                <a:gd name="connsiteY60" fmla="*/ 149324 h 152118"/>
                <a:gd name="connsiteX61" fmla="*/ 267604 w 291819"/>
                <a:gd name="connsiteY61" fmla="*/ 152429 h 152118"/>
                <a:gd name="connsiteX62" fmla="*/ 291819 w 291819"/>
                <a:gd name="connsiteY62" fmla="*/ 152429 h 152118"/>
                <a:gd name="connsiteX63" fmla="*/ 291819 w 291819"/>
                <a:gd name="connsiteY63" fmla="*/ 144047 h 152118"/>
                <a:gd name="connsiteX64" fmla="*/ 270709 w 291819"/>
                <a:gd name="connsiteY64" fmla="*/ 132560 h 152118"/>
                <a:gd name="connsiteX65" fmla="*/ 253013 w 291819"/>
                <a:gd name="connsiteY65" fmla="*/ 117659 h 152118"/>
                <a:gd name="connsiteX66" fmla="*/ 240595 w 291819"/>
                <a:gd name="connsiteY66" fmla="*/ 99653 h 152118"/>
                <a:gd name="connsiteX67" fmla="*/ 236560 w 291819"/>
                <a:gd name="connsiteY67" fmla="*/ 97480 h 152118"/>
                <a:gd name="connsiteX68" fmla="*/ 235318 w 291819"/>
                <a:gd name="connsiteY68" fmla="*/ 97480 h 152118"/>
                <a:gd name="connsiteX69" fmla="*/ 236560 w 291819"/>
                <a:gd name="connsiteY69" fmla="*/ 95307 h 152118"/>
                <a:gd name="connsiteX70" fmla="*/ 238423 w 291819"/>
                <a:gd name="connsiteY70" fmla="*/ 94375 h 152118"/>
                <a:gd name="connsiteX71" fmla="*/ 242768 w 291819"/>
                <a:gd name="connsiteY71" fmla="*/ 94375 h 152118"/>
                <a:gd name="connsiteX72" fmla="*/ 245873 w 291819"/>
                <a:gd name="connsiteY72" fmla="*/ 92202 h 152118"/>
                <a:gd name="connsiteX73" fmla="*/ 248046 w 291819"/>
                <a:gd name="connsiteY73" fmla="*/ 92202 h 152118"/>
                <a:gd name="connsiteX74" fmla="*/ 248046 w 291819"/>
                <a:gd name="connsiteY74" fmla="*/ 82579 h 152118"/>
                <a:gd name="connsiteX75" fmla="*/ 236560 w 291819"/>
                <a:gd name="connsiteY75" fmla="*/ 80405 h 152118"/>
                <a:gd name="connsiteX76" fmla="*/ 228178 w 291819"/>
                <a:gd name="connsiteY76" fmla="*/ 77301 h 152118"/>
                <a:gd name="connsiteX77" fmla="*/ 214518 w 291819"/>
                <a:gd name="connsiteY77" fmla="*/ 7512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291819" h="152118">
                  <a:moveTo>
                    <a:pt x="207378" y="60537"/>
                  </a:moveTo>
                  <a:lnTo>
                    <a:pt x="192787" y="49982"/>
                  </a:lnTo>
                  <a:lnTo>
                    <a:pt x="175091" y="38185"/>
                  </a:lnTo>
                  <a:lnTo>
                    <a:pt x="153050" y="30734"/>
                  </a:lnTo>
                  <a:lnTo>
                    <a:pt x="135354" y="23283"/>
                  </a:lnTo>
                  <a:lnTo>
                    <a:pt x="120763" y="14901"/>
                  </a:lnTo>
                  <a:lnTo>
                    <a:pt x="102137" y="16143"/>
                  </a:lnTo>
                  <a:lnTo>
                    <a:pt x="89719" y="20179"/>
                  </a:lnTo>
                  <a:lnTo>
                    <a:pt x="80095" y="25456"/>
                  </a:lnTo>
                  <a:lnTo>
                    <a:pt x="70782" y="35080"/>
                  </a:lnTo>
                  <a:lnTo>
                    <a:pt x="70782" y="38185"/>
                  </a:lnTo>
                  <a:lnTo>
                    <a:pt x="67677" y="38185"/>
                  </a:lnTo>
                  <a:lnTo>
                    <a:pt x="67677" y="35080"/>
                  </a:lnTo>
                  <a:lnTo>
                    <a:pt x="60537" y="25456"/>
                  </a:lnTo>
                  <a:lnTo>
                    <a:pt x="55259" y="14901"/>
                  </a:lnTo>
                  <a:lnTo>
                    <a:pt x="50913" y="1242"/>
                  </a:lnTo>
                  <a:lnTo>
                    <a:pt x="36322" y="0"/>
                  </a:lnTo>
                  <a:lnTo>
                    <a:pt x="26078" y="0"/>
                  </a:lnTo>
                  <a:lnTo>
                    <a:pt x="14591" y="0"/>
                  </a:lnTo>
                  <a:lnTo>
                    <a:pt x="0" y="1242"/>
                  </a:lnTo>
                  <a:lnTo>
                    <a:pt x="0" y="10866"/>
                  </a:lnTo>
                  <a:lnTo>
                    <a:pt x="9313" y="14901"/>
                  </a:lnTo>
                  <a:lnTo>
                    <a:pt x="20800" y="20179"/>
                  </a:lnTo>
                  <a:lnTo>
                    <a:pt x="31355" y="22352"/>
                  </a:lnTo>
                  <a:lnTo>
                    <a:pt x="29182" y="25456"/>
                  </a:lnTo>
                  <a:lnTo>
                    <a:pt x="28250" y="27630"/>
                  </a:lnTo>
                  <a:lnTo>
                    <a:pt x="26078" y="29803"/>
                  </a:lnTo>
                  <a:lnTo>
                    <a:pt x="23904" y="29803"/>
                  </a:lnTo>
                  <a:lnTo>
                    <a:pt x="20800" y="30734"/>
                  </a:lnTo>
                  <a:lnTo>
                    <a:pt x="29182" y="42531"/>
                  </a:lnTo>
                  <a:lnTo>
                    <a:pt x="42842" y="49982"/>
                  </a:lnTo>
                  <a:lnTo>
                    <a:pt x="58364" y="53086"/>
                  </a:lnTo>
                  <a:lnTo>
                    <a:pt x="75128" y="58364"/>
                  </a:lnTo>
                  <a:lnTo>
                    <a:pt x="89719" y="62710"/>
                  </a:lnTo>
                  <a:lnTo>
                    <a:pt x="102137" y="72023"/>
                  </a:lnTo>
                  <a:lnTo>
                    <a:pt x="111450" y="87856"/>
                  </a:lnTo>
                  <a:lnTo>
                    <a:pt x="113623" y="92202"/>
                  </a:lnTo>
                  <a:lnTo>
                    <a:pt x="111450" y="95307"/>
                  </a:lnTo>
                  <a:lnTo>
                    <a:pt x="109277" y="99653"/>
                  </a:lnTo>
                  <a:lnTo>
                    <a:pt x="107414" y="102757"/>
                  </a:lnTo>
                  <a:lnTo>
                    <a:pt x="106172" y="109277"/>
                  </a:lnTo>
                  <a:lnTo>
                    <a:pt x="104310" y="116417"/>
                  </a:lnTo>
                  <a:lnTo>
                    <a:pt x="122005" y="114554"/>
                  </a:lnTo>
                  <a:lnTo>
                    <a:pt x="135354" y="116417"/>
                  </a:lnTo>
                  <a:lnTo>
                    <a:pt x="147772" y="119832"/>
                  </a:lnTo>
                  <a:lnTo>
                    <a:pt x="160500" y="126972"/>
                  </a:lnTo>
                  <a:lnTo>
                    <a:pt x="172918" y="123868"/>
                  </a:lnTo>
                  <a:lnTo>
                    <a:pt x="185336" y="116417"/>
                  </a:lnTo>
                  <a:lnTo>
                    <a:pt x="198996" y="112381"/>
                  </a:lnTo>
                  <a:lnTo>
                    <a:pt x="209241" y="112381"/>
                  </a:lnTo>
                  <a:lnTo>
                    <a:pt x="223831" y="119832"/>
                  </a:lnTo>
                  <a:lnTo>
                    <a:pt x="228178" y="123868"/>
                  </a:lnTo>
                  <a:lnTo>
                    <a:pt x="231282" y="129145"/>
                  </a:lnTo>
                  <a:lnTo>
                    <a:pt x="235318" y="136596"/>
                  </a:lnTo>
                  <a:lnTo>
                    <a:pt x="238423" y="139701"/>
                  </a:lnTo>
                  <a:lnTo>
                    <a:pt x="243700" y="144047"/>
                  </a:lnTo>
                  <a:lnTo>
                    <a:pt x="249909" y="146220"/>
                  </a:lnTo>
                  <a:lnTo>
                    <a:pt x="253013" y="147151"/>
                  </a:lnTo>
                  <a:lnTo>
                    <a:pt x="257360" y="147151"/>
                  </a:lnTo>
                  <a:lnTo>
                    <a:pt x="260464" y="147151"/>
                  </a:lnTo>
                  <a:lnTo>
                    <a:pt x="264500" y="149324"/>
                  </a:lnTo>
                  <a:lnTo>
                    <a:pt x="267604" y="152429"/>
                  </a:lnTo>
                  <a:lnTo>
                    <a:pt x="291819" y="152429"/>
                  </a:lnTo>
                  <a:lnTo>
                    <a:pt x="291819" y="144047"/>
                  </a:lnTo>
                  <a:lnTo>
                    <a:pt x="270709" y="132560"/>
                  </a:lnTo>
                  <a:lnTo>
                    <a:pt x="253013" y="117659"/>
                  </a:lnTo>
                  <a:lnTo>
                    <a:pt x="240595" y="99653"/>
                  </a:lnTo>
                  <a:lnTo>
                    <a:pt x="236560" y="97480"/>
                  </a:lnTo>
                  <a:lnTo>
                    <a:pt x="235318" y="97480"/>
                  </a:lnTo>
                  <a:lnTo>
                    <a:pt x="236560" y="95307"/>
                  </a:lnTo>
                  <a:lnTo>
                    <a:pt x="238423" y="94375"/>
                  </a:lnTo>
                  <a:lnTo>
                    <a:pt x="242768" y="94375"/>
                  </a:lnTo>
                  <a:lnTo>
                    <a:pt x="245873" y="92202"/>
                  </a:lnTo>
                  <a:lnTo>
                    <a:pt x="248046" y="92202"/>
                  </a:lnTo>
                  <a:lnTo>
                    <a:pt x="248046" y="82579"/>
                  </a:lnTo>
                  <a:lnTo>
                    <a:pt x="236560" y="80405"/>
                  </a:lnTo>
                  <a:lnTo>
                    <a:pt x="228178" y="77301"/>
                  </a:lnTo>
                  <a:lnTo>
                    <a:pt x="214518" y="7512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356">
              <a:extLst>
                <a:ext uri="{FF2B5EF4-FFF2-40B4-BE49-F238E27FC236}">
                  <a16:creationId xmlns:a16="http://schemas.microsoft.com/office/drawing/2014/main" xmlns="" id="{F1694047-CDD2-4A9D-A57D-BA8E4E0544C9}"/>
                </a:ext>
              </a:extLst>
            </p:cNvPr>
            <p:cNvSpPr/>
            <p:nvPr/>
          </p:nvSpPr>
          <p:spPr>
            <a:xfrm>
              <a:off x="7300385" y="5823811"/>
              <a:ext cx="37253" cy="34149"/>
            </a:xfrm>
            <a:custGeom>
              <a:avLst/>
              <a:gdLst>
                <a:gd name="connsiteX0" fmla="*/ 29182 w 37253"/>
                <a:gd name="connsiteY0" fmla="*/ 29492 h 34149"/>
                <a:gd name="connsiteX1" fmla="*/ 36322 w 37253"/>
                <a:gd name="connsiteY1" fmla="*/ 36012 h 34149"/>
                <a:gd name="connsiteX2" fmla="*/ 39426 w 37253"/>
                <a:gd name="connsiteY2" fmla="*/ 36012 h 34149"/>
                <a:gd name="connsiteX3" fmla="*/ 36322 w 37253"/>
                <a:gd name="connsiteY3" fmla="*/ 22352 h 34149"/>
                <a:gd name="connsiteX4" fmla="*/ 29182 w 37253"/>
                <a:gd name="connsiteY4" fmla="*/ 10555 h 34149"/>
                <a:gd name="connsiteX5" fmla="*/ 19558 w 37253"/>
                <a:gd name="connsiteY5" fmla="*/ 0 h 34149"/>
                <a:gd name="connsiteX6" fmla="*/ 0 w 37253"/>
                <a:gd name="connsiteY6" fmla="*/ 0 h 34149"/>
                <a:gd name="connsiteX7" fmla="*/ 7140 w 37253"/>
                <a:gd name="connsiteY7" fmla="*/ 10555 h 34149"/>
                <a:gd name="connsiteX8" fmla="*/ 17695 w 37253"/>
                <a:gd name="connsiteY8" fmla="*/ 18006 h 34149"/>
                <a:gd name="connsiteX9" fmla="*/ 27009 w 37253"/>
                <a:gd name="connsiteY9" fmla="*/ 27630 h 34149"/>
                <a:gd name="connsiteX10" fmla="*/ 28250 w 37253"/>
                <a:gd name="connsiteY10" fmla="*/ 28561 h 34149"/>
                <a:gd name="connsiteX11" fmla="*/ 29182 w 37253"/>
                <a:gd name="connsiteY11" fmla="*/ 2856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53" h="34149">
                  <a:moveTo>
                    <a:pt x="29182" y="29492"/>
                  </a:moveTo>
                  <a:lnTo>
                    <a:pt x="36322" y="36012"/>
                  </a:lnTo>
                  <a:lnTo>
                    <a:pt x="39426" y="36012"/>
                  </a:lnTo>
                  <a:lnTo>
                    <a:pt x="36322" y="22352"/>
                  </a:lnTo>
                  <a:lnTo>
                    <a:pt x="29182" y="10555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7140" y="10555"/>
                  </a:lnTo>
                  <a:lnTo>
                    <a:pt x="17695" y="18006"/>
                  </a:lnTo>
                  <a:lnTo>
                    <a:pt x="27009" y="27630"/>
                  </a:lnTo>
                  <a:lnTo>
                    <a:pt x="28250" y="28561"/>
                  </a:lnTo>
                  <a:lnTo>
                    <a:pt x="29182" y="2856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357">
              <a:extLst>
                <a:ext uri="{FF2B5EF4-FFF2-40B4-BE49-F238E27FC236}">
                  <a16:creationId xmlns:a16="http://schemas.microsoft.com/office/drawing/2014/main" xmlns="" id="{23D11D2F-85ED-4FE2-8D33-2053DE54046F}"/>
                </a:ext>
              </a:extLst>
            </p:cNvPr>
            <p:cNvSpPr/>
            <p:nvPr/>
          </p:nvSpPr>
          <p:spPr>
            <a:xfrm>
              <a:off x="7503417" y="6096693"/>
              <a:ext cx="43462" cy="34149"/>
            </a:xfrm>
            <a:custGeom>
              <a:avLst/>
              <a:gdLst>
                <a:gd name="connsiteX0" fmla="*/ 14591 w 43462"/>
                <a:gd name="connsiteY0" fmla="*/ 20179 h 34149"/>
                <a:gd name="connsiteX1" fmla="*/ 23904 w 43462"/>
                <a:gd name="connsiteY1" fmla="*/ 27630 h 34149"/>
                <a:gd name="connsiteX2" fmla="*/ 33218 w 43462"/>
                <a:gd name="connsiteY2" fmla="*/ 35080 h 34149"/>
                <a:gd name="connsiteX3" fmla="*/ 45946 w 43462"/>
                <a:gd name="connsiteY3" fmla="*/ 35080 h 34149"/>
                <a:gd name="connsiteX4" fmla="*/ 45946 w 43462"/>
                <a:gd name="connsiteY4" fmla="*/ 24525 h 34149"/>
                <a:gd name="connsiteX5" fmla="*/ 26078 w 43462"/>
                <a:gd name="connsiteY5" fmla="*/ 12728 h 34149"/>
                <a:gd name="connsiteX6" fmla="*/ 9313 w 43462"/>
                <a:gd name="connsiteY6" fmla="*/ 0 h 34149"/>
                <a:gd name="connsiteX7" fmla="*/ 0 w 43462"/>
                <a:gd name="connsiteY7" fmla="*/ 0 h 34149"/>
                <a:gd name="connsiteX8" fmla="*/ 7140 w 43462"/>
                <a:gd name="connsiteY8" fmla="*/ 108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462" h="34149">
                  <a:moveTo>
                    <a:pt x="14591" y="20179"/>
                  </a:moveTo>
                  <a:lnTo>
                    <a:pt x="23904" y="27630"/>
                  </a:lnTo>
                  <a:lnTo>
                    <a:pt x="33218" y="35080"/>
                  </a:lnTo>
                  <a:lnTo>
                    <a:pt x="45946" y="35080"/>
                  </a:lnTo>
                  <a:lnTo>
                    <a:pt x="45946" y="24525"/>
                  </a:lnTo>
                  <a:lnTo>
                    <a:pt x="26078" y="12728"/>
                  </a:lnTo>
                  <a:lnTo>
                    <a:pt x="9313" y="0"/>
                  </a:lnTo>
                  <a:lnTo>
                    <a:pt x="0" y="0"/>
                  </a:lnTo>
                  <a:lnTo>
                    <a:pt x="7140" y="1086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358">
              <a:extLst>
                <a:ext uri="{FF2B5EF4-FFF2-40B4-BE49-F238E27FC236}">
                  <a16:creationId xmlns:a16="http://schemas.microsoft.com/office/drawing/2014/main" xmlns="" id="{30453104-94F2-4F11-B84C-476CCD12AB8E}"/>
                </a:ext>
              </a:extLst>
            </p:cNvPr>
            <p:cNvSpPr/>
            <p:nvPr/>
          </p:nvSpPr>
          <p:spPr>
            <a:xfrm>
              <a:off x="7529494" y="6010079"/>
              <a:ext cx="18627" cy="31045"/>
            </a:xfrm>
            <a:custGeom>
              <a:avLst/>
              <a:gdLst>
                <a:gd name="connsiteX0" fmla="*/ 5277 w 18626"/>
                <a:gd name="connsiteY0" fmla="*/ 24215 h 31044"/>
                <a:gd name="connsiteX1" fmla="*/ 7140 w 18626"/>
                <a:gd name="connsiteY1" fmla="*/ 32907 h 31044"/>
                <a:gd name="connsiteX2" fmla="*/ 19868 w 18626"/>
                <a:gd name="connsiteY2" fmla="*/ 32907 h 31044"/>
                <a:gd name="connsiteX3" fmla="*/ 17695 w 18626"/>
                <a:gd name="connsiteY3" fmla="*/ 27630 h 31044"/>
                <a:gd name="connsiteX4" fmla="*/ 15522 w 18626"/>
                <a:gd name="connsiteY4" fmla="*/ 24215 h 31044"/>
                <a:gd name="connsiteX5" fmla="*/ 14591 w 18626"/>
                <a:gd name="connsiteY5" fmla="*/ 20179 h 31044"/>
                <a:gd name="connsiteX6" fmla="*/ 12418 w 18626"/>
                <a:gd name="connsiteY6" fmla="*/ 16764 h 31044"/>
                <a:gd name="connsiteX7" fmla="*/ 12418 w 18626"/>
                <a:gd name="connsiteY7" fmla="*/ 10555 h 31044"/>
                <a:gd name="connsiteX8" fmla="*/ 10244 w 18626"/>
                <a:gd name="connsiteY8" fmla="*/ 5278 h 31044"/>
                <a:gd name="connsiteX9" fmla="*/ 8382 w 18626"/>
                <a:gd name="connsiteY9" fmla="*/ 3104 h 31044"/>
                <a:gd name="connsiteX10" fmla="*/ 7140 w 18626"/>
                <a:gd name="connsiteY10" fmla="*/ 3104 h 31044"/>
                <a:gd name="connsiteX11" fmla="*/ 5277 w 18626"/>
                <a:gd name="connsiteY11" fmla="*/ 3104 h 31044"/>
                <a:gd name="connsiteX12" fmla="*/ 5277 w 18626"/>
                <a:gd name="connsiteY12" fmla="*/ 2173 h 31044"/>
                <a:gd name="connsiteX13" fmla="*/ 3104 w 18626"/>
                <a:gd name="connsiteY13" fmla="*/ 0 h 31044"/>
                <a:gd name="connsiteX14" fmla="*/ 0 w 18626"/>
                <a:gd name="connsiteY14" fmla="*/ 0 h 31044"/>
                <a:gd name="connsiteX15" fmla="*/ 0 w 18626"/>
                <a:gd name="connsiteY15" fmla="*/ 10555 h 31044"/>
                <a:gd name="connsiteX16" fmla="*/ 931 w 18626"/>
                <a:gd name="connsiteY16" fmla="*/ 18006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626" h="31044">
                  <a:moveTo>
                    <a:pt x="5277" y="24215"/>
                  </a:moveTo>
                  <a:lnTo>
                    <a:pt x="7140" y="32907"/>
                  </a:lnTo>
                  <a:lnTo>
                    <a:pt x="19868" y="32907"/>
                  </a:lnTo>
                  <a:lnTo>
                    <a:pt x="17695" y="27630"/>
                  </a:lnTo>
                  <a:lnTo>
                    <a:pt x="15522" y="24215"/>
                  </a:lnTo>
                  <a:lnTo>
                    <a:pt x="14591" y="20179"/>
                  </a:lnTo>
                  <a:lnTo>
                    <a:pt x="12418" y="16764"/>
                  </a:lnTo>
                  <a:lnTo>
                    <a:pt x="12418" y="10555"/>
                  </a:lnTo>
                  <a:lnTo>
                    <a:pt x="10244" y="5278"/>
                  </a:lnTo>
                  <a:lnTo>
                    <a:pt x="8382" y="3104"/>
                  </a:lnTo>
                  <a:lnTo>
                    <a:pt x="7140" y="3104"/>
                  </a:lnTo>
                  <a:lnTo>
                    <a:pt x="5277" y="3104"/>
                  </a:lnTo>
                  <a:lnTo>
                    <a:pt x="527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0" y="10555"/>
                  </a:lnTo>
                  <a:lnTo>
                    <a:pt x="931" y="1800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359">
              <a:extLst>
                <a:ext uri="{FF2B5EF4-FFF2-40B4-BE49-F238E27FC236}">
                  <a16:creationId xmlns:a16="http://schemas.microsoft.com/office/drawing/2014/main" xmlns="" id="{0063F803-FDB9-4A17-9CB0-AE0FF82369E1}"/>
                </a:ext>
              </a:extLst>
            </p:cNvPr>
            <p:cNvSpPr/>
            <p:nvPr/>
          </p:nvSpPr>
          <p:spPr>
            <a:xfrm>
              <a:off x="7059479" y="5873482"/>
              <a:ext cx="12418" cy="18627"/>
            </a:xfrm>
            <a:custGeom>
              <a:avLst/>
              <a:gdLst>
                <a:gd name="connsiteX0" fmla="*/ 0 w 12417"/>
                <a:gd name="connsiteY0" fmla="*/ 20179 h 18626"/>
                <a:gd name="connsiteX1" fmla="*/ 2173 w 12417"/>
                <a:gd name="connsiteY1" fmla="*/ 18006 h 18626"/>
                <a:gd name="connsiteX2" fmla="*/ 4346 w 12417"/>
                <a:gd name="connsiteY2" fmla="*/ 15833 h 18626"/>
                <a:gd name="connsiteX3" fmla="*/ 13660 w 12417"/>
                <a:gd name="connsiteY3" fmla="*/ 10555 h 18626"/>
                <a:gd name="connsiteX4" fmla="*/ 13660 w 12417"/>
                <a:gd name="connsiteY4" fmla="*/ 3104 h 18626"/>
                <a:gd name="connsiteX5" fmla="*/ 0 w 12417"/>
                <a:gd name="connsiteY5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417" h="18626">
                  <a:moveTo>
                    <a:pt x="0" y="20179"/>
                  </a:moveTo>
                  <a:lnTo>
                    <a:pt x="2173" y="18006"/>
                  </a:lnTo>
                  <a:lnTo>
                    <a:pt x="4346" y="15833"/>
                  </a:lnTo>
                  <a:lnTo>
                    <a:pt x="13660" y="10555"/>
                  </a:lnTo>
                  <a:lnTo>
                    <a:pt x="13660" y="3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360">
              <a:extLst>
                <a:ext uri="{FF2B5EF4-FFF2-40B4-BE49-F238E27FC236}">
                  <a16:creationId xmlns:a16="http://schemas.microsoft.com/office/drawing/2014/main" xmlns="" id="{3FB80887-8827-44FC-A15A-67551CB4DDC6}"/>
                </a:ext>
              </a:extLst>
            </p:cNvPr>
            <p:cNvSpPr/>
            <p:nvPr/>
          </p:nvSpPr>
          <p:spPr>
            <a:xfrm>
              <a:off x="6836579" y="5928431"/>
              <a:ext cx="24836" cy="15522"/>
            </a:xfrm>
            <a:custGeom>
              <a:avLst/>
              <a:gdLst>
                <a:gd name="connsiteX0" fmla="*/ 7451 w 24835"/>
                <a:gd name="connsiteY0" fmla="*/ 9624 h 15522"/>
                <a:gd name="connsiteX1" fmla="*/ 12728 w 24835"/>
                <a:gd name="connsiteY1" fmla="*/ 12728 h 15522"/>
                <a:gd name="connsiteX2" fmla="*/ 17696 w 24835"/>
                <a:gd name="connsiteY2" fmla="*/ 14901 h 15522"/>
                <a:gd name="connsiteX3" fmla="*/ 22973 w 24835"/>
                <a:gd name="connsiteY3" fmla="*/ 17075 h 15522"/>
                <a:gd name="connsiteX4" fmla="*/ 22973 w 24835"/>
                <a:gd name="connsiteY4" fmla="*/ 12728 h 15522"/>
                <a:gd name="connsiteX5" fmla="*/ 27319 w 24835"/>
                <a:gd name="connsiteY5" fmla="*/ 12728 h 15522"/>
                <a:gd name="connsiteX6" fmla="*/ 27319 w 24835"/>
                <a:gd name="connsiteY6" fmla="*/ 5588 h 15522"/>
                <a:gd name="connsiteX7" fmla="*/ 22042 w 24835"/>
                <a:gd name="connsiteY7" fmla="*/ 4346 h 15522"/>
                <a:gd name="connsiteX8" fmla="*/ 17696 w 24835"/>
                <a:gd name="connsiteY8" fmla="*/ 2173 h 15522"/>
                <a:gd name="connsiteX9" fmla="*/ 12728 w 24835"/>
                <a:gd name="connsiteY9" fmla="*/ 2173 h 15522"/>
                <a:gd name="connsiteX10" fmla="*/ 7451 w 24835"/>
                <a:gd name="connsiteY10" fmla="*/ 2173 h 15522"/>
                <a:gd name="connsiteX11" fmla="*/ 0 w 24835"/>
                <a:gd name="connsiteY11" fmla="*/ 0 h 15522"/>
                <a:gd name="connsiteX12" fmla="*/ 3104 w 24835"/>
                <a:gd name="connsiteY12" fmla="*/ 558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835" h="15522">
                  <a:moveTo>
                    <a:pt x="7451" y="9624"/>
                  </a:moveTo>
                  <a:lnTo>
                    <a:pt x="12728" y="12728"/>
                  </a:lnTo>
                  <a:lnTo>
                    <a:pt x="17696" y="14901"/>
                  </a:lnTo>
                  <a:lnTo>
                    <a:pt x="22973" y="17075"/>
                  </a:lnTo>
                  <a:lnTo>
                    <a:pt x="22973" y="12728"/>
                  </a:lnTo>
                  <a:lnTo>
                    <a:pt x="27319" y="12728"/>
                  </a:lnTo>
                  <a:lnTo>
                    <a:pt x="27319" y="5588"/>
                  </a:lnTo>
                  <a:lnTo>
                    <a:pt x="22042" y="4346"/>
                  </a:lnTo>
                  <a:lnTo>
                    <a:pt x="17696" y="2173"/>
                  </a:lnTo>
                  <a:lnTo>
                    <a:pt x="12728" y="2173"/>
                  </a:lnTo>
                  <a:lnTo>
                    <a:pt x="7451" y="2173"/>
                  </a:lnTo>
                  <a:lnTo>
                    <a:pt x="0" y="0"/>
                  </a:lnTo>
                  <a:lnTo>
                    <a:pt x="3104" y="558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361">
              <a:extLst>
                <a:ext uri="{FF2B5EF4-FFF2-40B4-BE49-F238E27FC236}">
                  <a16:creationId xmlns:a16="http://schemas.microsoft.com/office/drawing/2014/main" xmlns="" id="{FFF17035-57FC-48A2-B76E-5ACF38068FEF}"/>
                </a:ext>
              </a:extLst>
            </p:cNvPr>
            <p:cNvSpPr/>
            <p:nvPr/>
          </p:nvSpPr>
          <p:spPr>
            <a:xfrm>
              <a:off x="6939958" y="5836539"/>
              <a:ext cx="18627" cy="9313"/>
            </a:xfrm>
            <a:custGeom>
              <a:avLst/>
              <a:gdLst>
                <a:gd name="connsiteX0" fmla="*/ 0 w 18626"/>
                <a:gd name="connsiteY0" fmla="*/ 0 h 9313"/>
                <a:gd name="connsiteX1" fmla="*/ 0 w 18626"/>
                <a:gd name="connsiteY1" fmla="*/ 10555 h 9313"/>
                <a:gd name="connsiteX2" fmla="*/ 19558 w 18626"/>
                <a:gd name="connsiteY2" fmla="*/ 10555 h 9313"/>
                <a:gd name="connsiteX3" fmla="*/ 19558 w 18626"/>
                <a:gd name="connsiteY3" fmla="*/ 3104 h 9313"/>
                <a:gd name="connsiteX4" fmla="*/ 18627 w 18626"/>
                <a:gd name="connsiteY4" fmla="*/ 2173 h 9313"/>
                <a:gd name="connsiteX5" fmla="*/ 16453 w 18626"/>
                <a:gd name="connsiteY5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626" h="9313">
                  <a:moveTo>
                    <a:pt x="0" y="0"/>
                  </a:moveTo>
                  <a:lnTo>
                    <a:pt x="0" y="10555"/>
                  </a:lnTo>
                  <a:lnTo>
                    <a:pt x="19558" y="10555"/>
                  </a:lnTo>
                  <a:lnTo>
                    <a:pt x="19558" y="3104"/>
                  </a:lnTo>
                  <a:lnTo>
                    <a:pt x="18627" y="2173"/>
                  </a:lnTo>
                  <a:lnTo>
                    <a:pt x="16453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362">
              <a:extLst>
                <a:ext uri="{FF2B5EF4-FFF2-40B4-BE49-F238E27FC236}">
                  <a16:creationId xmlns:a16="http://schemas.microsoft.com/office/drawing/2014/main" xmlns="" id="{A7AEED68-91C8-4646-B66C-C8E0B6ED91BE}"/>
                </a:ext>
              </a:extLst>
            </p:cNvPr>
            <p:cNvSpPr/>
            <p:nvPr/>
          </p:nvSpPr>
          <p:spPr>
            <a:xfrm>
              <a:off x="6803361" y="5908563"/>
              <a:ext cx="34149" cy="15522"/>
            </a:xfrm>
            <a:custGeom>
              <a:avLst/>
              <a:gdLst>
                <a:gd name="connsiteX0" fmla="*/ 34459 w 34149"/>
                <a:gd name="connsiteY0" fmla="*/ 9313 h 15522"/>
                <a:gd name="connsiteX1" fmla="*/ 31355 w 34149"/>
                <a:gd name="connsiteY1" fmla="*/ 5277 h 15522"/>
                <a:gd name="connsiteX2" fmla="*/ 27009 w 34149"/>
                <a:gd name="connsiteY2" fmla="*/ 3104 h 15522"/>
                <a:gd name="connsiteX3" fmla="*/ 23904 w 34149"/>
                <a:gd name="connsiteY3" fmla="*/ 2173 h 15522"/>
                <a:gd name="connsiteX4" fmla="*/ 16764 w 34149"/>
                <a:gd name="connsiteY4" fmla="*/ 0 h 15522"/>
                <a:gd name="connsiteX5" fmla="*/ 12418 w 34149"/>
                <a:gd name="connsiteY5" fmla="*/ 3104 h 15522"/>
                <a:gd name="connsiteX6" fmla="*/ 11486 w 34149"/>
                <a:gd name="connsiteY6" fmla="*/ 5277 h 15522"/>
                <a:gd name="connsiteX7" fmla="*/ 5277 w 34149"/>
                <a:gd name="connsiteY7" fmla="*/ 7451 h 15522"/>
                <a:gd name="connsiteX8" fmla="*/ 0 w 34149"/>
                <a:gd name="connsiteY8" fmla="*/ 9313 h 15522"/>
                <a:gd name="connsiteX9" fmla="*/ 0 w 34149"/>
                <a:gd name="connsiteY9" fmla="*/ 16764 h 15522"/>
                <a:gd name="connsiteX10" fmla="*/ 12418 w 34149"/>
                <a:gd name="connsiteY10" fmla="*/ 16764 h 15522"/>
                <a:gd name="connsiteX11" fmla="*/ 23904 w 34149"/>
                <a:gd name="connsiteY11" fmla="*/ 16764 h 15522"/>
                <a:gd name="connsiteX12" fmla="*/ 33218 w 34149"/>
                <a:gd name="connsiteY12" fmla="*/ 12728 h 15522"/>
                <a:gd name="connsiteX13" fmla="*/ 36322 w 34149"/>
                <a:gd name="connsiteY13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149" h="15522">
                  <a:moveTo>
                    <a:pt x="34459" y="9313"/>
                  </a:moveTo>
                  <a:lnTo>
                    <a:pt x="31355" y="5277"/>
                  </a:lnTo>
                  <a:lnTo>
                    <a:pt x="27009" y="3104"/>
                  </a:lnTo>
                  <a:lnTo>
                    <a:pt x="23904" y="2173"/>
                  </a:lnTo>
                  <a:lnTo>
                    <a:pt x="16764" y="0"/>
                  </a:lnTo>
                  <a:lnTo>
                    <a:pt x="12418" y="3104"/>
                  </a:lnTo>
                  <a:lnTo>
                    <a:pt x="11486" y="5277"/>
                  </a:lnTo>
                  <a:lnTo>
                    <a:pt x="5277" y="7451"/>
                  </a:lnTo>
                  <a:lnTo>
                    <a:pt x="0" y="9313"/>
                  </a:lnTo>
                  <a:lnTo>
                    <a:pt x="0" y="16764"/>
                  </a:lnTo>
                  <a:lnTo>
                    <a:pt x="12418" y="16764"/>
                  </a:lnTo>
                  <a:lnTo>
                    <a:pt x="23904" y="16764"/>
                  </a:lnTo>
                  <a:lnTo>
                    <a:pt x="33218" y="12728"/>
                  </a:lnTo>
                  <a:lnTo>
                    <a:pt x="36322" y="1272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363">
              <a:extLst>
                <a:ext uri="{FF2B5EF4-FFF2-40B4-BE49-F238E27FC236}">
                  <a16:creationId xmlns:a16="http://schemas.microsoft.com/office/drawing/2014/main" xmlns="" id="{D7F3EDF1-67B0-42E4-AB85-7B9F06BF059F}"/>
                </a:ext>
              </a:extLst>
            </p:cNvPr>
            <p:cNvSpPr/>
            <p:nvPr/>
          </p:nvSpPr>
          <p:spPr>
            <a:xfrm>
              <a:off x="2868772" y="5437617"/>
              <a:ext cx="34149" cy="12418"/>
            </a:xfrm>
            <a:custGeom>
              <a:avLst/>
              <a:gdLst>
                <a:gd name="connsiteX0" fmla="*/ 34459 w 34149"/>
                <a:gd name="connsiteY0" fmla="*/ 8382 h 12417"/>
                <a:gd name="connsiteX1" fmla="*/ 34459 w 34149"/>
                <a:gd name="connsiteY1" fmla="*/ 5278 h 12417"/>
                <a:gd name="connsiteX2" fmla="*/ 19869 w 34149"/>
                <a:gd name="connsiteY2" fmla="*/ 0 h 12417"/>
                <a:gd name="connsiteX3" fmla="*/ 14591 w 34149"/>
                <a:gd name="connsiteY3" fmla="*/ 2173 h 12417"/>
                <a:gd name="connsiteX4" fmla="*/ 10555 w 34149"/>
                <a:gd name="connsiteY4" fmla="*/ 3104 h 12417"/>
                <a:gd name="connsiteX5" fmla="*/ 5278 w 34149"/>
                <a:gd name="connsiteY5" fmla="*/ 3104 h 12417"/>
                <a:gd name="connsiteX6" fmla="*/ 0 w 34149"/>
                <a:gd name="connsiteY6" fmla="*/ 5278 h 12417"/>
                <a:gd name="connsiteX7" fmla="*/ 0 w 34149"/>
                <a:gd name="connsiteY7" fmla="*/ 12728 h 12417"/>
                <a:gd name="connsiteX8" fmla="*/ 9313 w 34149"/>
                <a:gd name="connsiteY8" fmla="*/ 12728 h 12417"/>
                <a:gd name="connsiteX9" fmla="*/ 19869 w 34149"/>
                <a:gd name="connsiteY9" fmla="*/ 12728 h 12417"/>
                <a:gd name="connsiteX10" fmla="*/ 31355 w 34149"/>
                <a:gd name="connsiteY10" fmla="*/ 8382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149" h="12417">
                  <a:moveTo>
                    <a:pt x="34459" y="8382"/>
                  </a:moveTo>
                  <a:lnTo>
                    <a:pt x="34459" y="5278"/>
                  </a:lnTo>
                  <a:lnTo>
                    <a:pt x="19869" y="0"/>
                  </a:lnTo>
                  <a:lnTo>
                    <a:pt x="14591" y="2173"/>
                  </a:lnTo>
                  <a:lnTo>
                    <a:pt x="10555" y="3104"/>
                  </a:lnTo>
                  <a:lnTo>
                    <a:pt x="5278" y="3104"/>
                  </a:lnTo>
                  <a:lnTo>
                    <a:pt x="0" y="5278"/>
                  </a:lnTo>
                  <a:lnTo>
                    <a:pt x="0" y="12728"/>
                  </a:lnTo>
                  <a:lnTo>
                    <a:pt x="9313" y="12728"/>
                  </a:lnTo>
                  <a:lnTo>
                    <a:pt x="19869" y="12728"/>
                  </a:lnTo>
                  <a:lnTo>
                    <a:pt x="31355" y="838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364">
              <a:extLst>
                <a:ext uri="{FF2B5EF4-FFF2-40B4-BE49-F238E27FC236}">
                  <a16:creationId xmlns:a16="http://schemas.microsoft.com/office/drawing/2014/main" xmlns="" id="{C55068FE-C274-4666-B6D1-90112478AFF5}"/>
                </a:ext>
              </a:extLst>
            </p:cNvPr>
            <p:cNvSpPr/>
            <p:nvPr/>
          </p:nvSpPr>
          <p:spPr>
            <a:xfrm>
              <a:off x="6993044" y="5054526"/>
              <a:ext cx="229730" cy="266983"/>
            </a:xfrm>
            <a:custGeom>
              <a:avLst/>
              <a:gdLst>
                <a:gd name="connsiteX0" fmla="*/ 7140 w 229729"/>
                <a:gd name="connsiteY0" fmla="*/ 247425 h 266983"/>
                <a:gd name="connsiteX1" fmla="*/ 8382 w 229729"/>
                <a:gd name="connsiteY1" fmla="*/ 254876 h 266983"/>
                <a:gd name="connsiteX2" fmla="*/ 10245 w 229729"/>
                <a:gd name="connsiteY2" fmla="*/ 269777 h 266983"/>
                <a:gd name="connsiteX3" fmla="*/ 22663 w 229729"/>
                <a:gd name="connsiteY3" fmla="*/ 269777 h 266983"/>
                <a:gd name="connsiteX4" fmla="*/ 27009 w 229729"/>
                <a:gd name="connsiteY4" fmla="*/ 262327 h 266983"/>
                <a:gd name="connsiteX5" fmla="*/ 30113 w 229729"/>
                <a:gd name="connsiteY5" fmla="*/ 254876 h 266983"/>
                <a:gd name="connsiteX6" fmla="*/ 36322 w 229729"/>
                <a:gd name="connsiteY6" fmla="*/ 249599 h 266983"/>
                <a:gd name="connsiteX7" fmla="*/ 34149 w 229729"/>
                <a:gd name="connsiteY7" fmla="*/ 240285 h 266983"/>
                <a:gd name="connsiteX8" fmla="*/ 34149 w 229729"/>
                <a:gd name="connsiteY8" fmla="*/ 235008 h 266983"/>
                <a:gd name="connsiteX9" fmla="*/ 34149 w 229729"/>
                <a:gd name="connsiteY9" fmla="*/ 231593 h 266983"/>
                <a:gd name="connsiteX10" fmla="*/ 30113 w 229729"/>
                <a:gd name="connsiteY10" fmla="*/ 229730 h 266983"/>
                <a:gd name="connsiteX11" fmla="*/ 27009 w 229729"/>
                <a:gd name="connsiteY11" fmla="*/ 224452 h 266983"/>
                <a:gd name="connsiteX12" fmla="*/ 27009 w 229729"/>
                <a:gd name="connsiteY12" fmla="*/ 220106 h 266983"/>
                <a:gd name="connsiteX13" fmla="*/ 34149 w 229729"/>
                <a:gd name="connsiteY13" fmla="*/ 222279 h 266983"/>
                <a:gd name="connsiteX14" fmla="*/ 37253 w 229729"/>
                <a:gd name="connsiteY14" fmla="*/ 224452 h 266983"/>
                <a:gd name="connsiteX15" fmla="*/ 41600 w 229729"/>
                <a:gd name="connsiteY15" fmla="*/ 224452 h 266983"/>
                <a:gd name="connsiteX16" fmla="*/ 41600 w 229729"/>
                <a:gd name="connsiteY16" fmla="*/ 225384 h 266983"/>
                <a:gd name="connsiteX17" fmla="*/ 41600 w 229729"/>
                <a:gd name="connsiteY17" fmla="*/ 229730 h 266983"/>
                <a:gd name="connsiteX18" fmla="*/ 41600 w 229729"/>
                <a:gd name="connsiteY18" fmla="*/ 231593 h 266983"/>
                <a:gd name="connsiteX19" fmla="*/ 41600 w 229729"/>
                <a:gd name="connsiteY19" fmla="*/ 236870 h 266983"/>
                <a:gd name="connsiteX20" fmla="*/ 43773 w 229729"/>
                <a:gd name="connsiteY20" fmla="*/ 240285 h 266983"/>
                <a:gd name="connsiteX21" fmla="*/ 48740 w 229729"/>
                <a:gd name="connsiteY21" fmla="*/ 239043 h 266983"/>
                <a:gd name="connsiteX22" fmla="*/ 54018 w 229729"/>
                <a:gd name="connsiteY22" fmla="*/ 239043 h 266983"/>
                <a:gd name="connsiteX23" fmla="*/ 56191 w 229729"/>
                <a:gd name="connsiteY23" fmla="*/ 236870 h 266983"/>
                <a:gd name="connsiteX24" fmla="*/ 58364 w 229729"/>
                <a:gd name="connsiteY24" fmla="*/ 235008 h 266983"/>
                <a:gd name="connsiteX25" fmla="*/ 59295 w 229729"/>
                <a:gd name="connsiteY25" fmla="*/ 235008 h 266983"/>
                <a:gd name="connsiteX26" fmla="*/ 61468 w 229729"/>
                <a:gd name="connsiteY26" fmla="*/ 232834 h 266983"/>
                <a:gd name="connsiteX27" fmla="*/ 65504 w 229729"/>
                <a:gd name="connsiteY27" fmla="*/ 232834 h 266983"/>
                <a:gd name="connsiteX28" fmla="*/ 70782 w 229729"/>
                <a:gd name="connsiteY28" fmla="*/ 232834 h 266983"/>
                <a:gd name="connsiteX29" fmla="*/ 72955 w 229729"/>
                <a:gd name="connsiteY29" fmla="*/ 229730 h 266983"/>
                <a:gd name="connsiteX30" fmla="*/ 73886 w 229729"/>
                <a:gd name="connsiteY30" fmla="*/ 224452 h 266983"/>
                <a:gd name="connsiteX31" fmla="*/ 73886 w 229729"/>
                <a:gd name="connsiteY31" fmla="*/ 220106 h 266983"/>
                <a:gd name="connsiteX32" fmla="*/ 76059 w 229729"/>
                <a:gd name="connsiteY32" fmla="*/ 212655 h 266983"/>
                <a:gd name="connsiteX33" fmla="*/ 81026 w 229729"/>
                <a:gd name="connsiteY33" fmla="*/ 220106 h 266983"/>
                <a:gd name="connsiteX34" fmla="*/ 86304 w 229729"/>
                <a:gd name="connsiteY34" fmla="*/ 229730 h 266983"/>
                <a:gd name="connsiteX35" fmla="*/ 112381 w 229729"/>
                <a:gd name="connsiteY35" fmla="*/ 217933 h 266983"/>
                <a:gd name="connsiteX36" fmla="*/ 139390 w 229729"/>
                <a:gd name="connsiteY36" fmla="*/ 205205 h 266983"/>
                <a:gd name="connsiteX37" fmla="*/ 163294 w 229729"/>
                <a:gd name="connsiteY37" fmla="*/ 192476 h 266983"/>
                <a:gd name="connsiteX38" fmla="*/ 165468 w 229729"/>
                <a:gd name="connsiteY38" fmla="*/ 170435 h 266983"/>
                <a:gd name="connsiteX39" fmla="*/ 168572 w 229729"/>
                <a:gd name="connsiteY39" fmla="*/ 152429 h 266983"/>
                <a:gd name="connsiteX40" fmla="*/ 172918 w 229729"/>
                <a:gd name="connsiteY40" fmla="*/ 138459 h 266983"/>
                <a:gd name="connsiteX41" fmla="*/ 173850 w 229729"/>
                <a:gd name="connsiteY41" fmla="*/ 125731 h 266983"/>
                <a:gd name="connsiteX42" fmla="*/ 173850 w 229729"/>
                <a:gd name="connsiteY42" fmla="*/ 113313 h 266983"/>
                <a:gd name="connsiteX43" fmla="*/ 172918 w 229729"/>
                <a:gd name="connsiteY43" fmla="*/ 96238 h 266983"/>
                <a:gd name="connsiteX44" fmla="*/ 166709 w 229729"/>
                <a:gd name="connsiteY44" fmla="*/ 73886 h 266983"/>
                <a:gd name="connsiteX45" fmla="*/ 170745 w 229729"/>
                <a:gd name="connsiteY45" fmla="*/ 72955 h 266983"/>
                <a:gd name="connsiteX46" fmla="*/ 172918 w 229729"/>
                <a:gd name="connsiteY46" fmla="*/ 68609 h 266983"/>
                <a:gd name="connsiteX47" fmla="*/ 176023 w 229729"/>
                <a:gd name="connsiteY47" fmla="*/ 66746 h 266983"/>
                <a:gd name="connsiteX48" fmla="*/ 180059 w 229729"/>
                <a:gd name="connsiteY48" fmla="*/ 65504 h 266983"/>
                <a:gd name="connsiteX49" fmla="*/ 183163 w 229729"/>
                <a:gd name="connsiteY49" fmla="*/ 66746 h 266983"/>
                <a:gd name="connsiteX50" fmla="*/ 186267 w 229729"/>
                <a:gd name="connsiteY50" fmla="*/ 68609 h 266983"/>
                <a:gd name="connsiteX51" fmla="*/ 190614 w 229729"/>
                <a:gd name="connsiteY51" fmla="*/ 73886 h 266983"/>
                <a:gd name="connsiteX52" fmla="*/ 200858 w 229729"/>
                <a:gd name="connsiteY52" fmla="*/ 68609 h 266983"/>
                <a:gd name="connsiteX53" fmla="*/ 208309 w 229729"/>
                <a:gd name="connsiteY53" fmla="*/ 61468 h 266983"/>
                <a:gd name="connsiteX54" fmla="*/ 217622 w 229729"/>
                <a:gd name="connsiteY54" fmla="*/ 54018 h 266983"/>
                <a:gd name="connsiteX55" fmla="*/ 230040 w 229729"/>
                <a:gd name="connsiteY55" fmla="*/ 50603 h 266983"/>
                <a:gd name="connsiteX56" fmla="*/ 230040 w 229729"/>
                <a:gd name="connsiteY56" fmla="*/ 44394 h 266983"/>
                <a:gd name="connsiteX57" fmla="*/ 230040 w 229729"/>
                <a:gd name="connsiteY57" fmla="*/ 41289 h 266983"/>
                <a:gd name="connsiteX58" fmla="*/ 229109 w 229729"/>
                <a:gd name="connsiteY58" fmla="*/ 36943 h 266983"/>
                <a:gd name="connsiteX59" fmla="*/ 226936 w 229729"/>
                <a:gd name="connsiteY59" fmla="*/ 33839 h 266983"/>
                <a:gd name="connsiteX60" fmla="*/ 219796 w 229729"/>
                <a:gd name="connsiteY60" fmla="*/ 28561 h 266983"/>
                <a:gd name="connsiteX61" fmla="*/ 212345 w 229729"/>
                <a:gd name="connsiteY61" fmla="*/ 24215 h 266983"/>
                <a:gd name="connsiteX62" fmla="*/ 200858 w 229729"/>
                <a:gd name="connsiteY62" fmla="*/ 21110 h 266983"/>
                <a:gd name="connsiteX63" fmla="*/ 192476 w 229729"/>
                <a:gd name="connsiteY63" fmla="*/ 13660 h 266983"/>
                <a:gd name="connsiteX64" fmla="*/ 183163 w 229729"/>
                <a:gd name="connsiteY64" fmla="*/ 0 h 266983"/>
                <a:gd name="connsiteX65" fmla="*/ 173850 w 229729"/>
                <a:gd name="connsiteY65" fmla="*/ 9624 h 266983"/>
                <a:gd name="connsiteX66" fmla="*/ 170745 w 229729"/>
                <a:gd name="connsiteY66" fmla="*/ 24215 h 266983"/>
                <a:gd name="connsiteX67" fmla="*/ 170745 w 229729"/>
                <a:gd name="connsiteY67" fmla="*/ 43462 h 266983"/>
                <a:gd name="connsiteX68" fmla="*/ 166709 w 229729"/>
                <a:gd name="connsiteY68" fmla="*/ 43462 h 266983"/>
                <a:gd name="connsiteX69" fmla="*/ 163294 w 229729"/>
                <a:gd name="connsiteY69" fmla="*/ 44394 h 266983"/>
                <a:gd name="connsiteX70" fmla="*/ 158327 w 229729"/>
                <a:gd name="connsiteY70" fmla="*/ 44394 h 266983"/>
                <a:gd name="connsiteX71" fmla="*/ 150877 w 229729"/>
                <a:gd name="connsiteY71" fmla="*/ 46567 h 266983"/>
                <a:gd name="connsiteX72" fmla="*/ 150877 w 229729"/>
                <a:gd name="connsiteY72" fmla="*/ 48740 h 266983"/>
                <a:gd name="connsiteX73" fmla="*/ 150877 w 229729"/>
                <a:gd name="connsiteY73" fmla="*/ 50603 h 266983"/>
                <a:gd name="connsiteX74" fmla="*/ 149014 w 229729"/>
                <a:gd name="connsiteY74" fmla="*/ 51844 h 266983"/>
                <a:gd name="connsiteX75" fmla="*/ 146841 w 229729"/>
                <a:gd name="connsiteY75" fmla="*/ 54018 h 266983"/>
                <a:gd name="connsiteX76" fmla="*/ 146841 w 229729"/>
                <a:gd name="connsiteY76" fmla="*/ 63331 h 266983"/>
                <a:gd name="connsiteX77" fmla="*/ 146841 w 229729"/>
                <a:gd name="connsiteY77" fmla="*/ 70782 h 266983"/>
                <a:gd name="connsiteX78" fmla="*/ 149014 w 229729"/>
                <a:gd name="connsiteY78" fmla="*/ 73886 h 266983"/>
                <a:gd name="connsiteX79" fmla="*/ 150877 w 229729"/>
                <a:gd name="connsiteY79" fmla="*/ 78232 h 266983"/>
                <a:gd name="connsiteX80" fmla="*/ 156154 w 229729"/>
                <a:gd name="connsiteY80" fmla="*/ 81337 h 266983"/>
                <a:gd name="connsiteX81" fmla="*/ 163294 w 229729"/>
                <a:gd name="connsiteY81" fmla="*/ 81337 h 266983"/>
                <a:gd name="connsiteX82" fmla="*/ 152118 w 229729"/>
                <a:gd name="connsiteY82" fmla="*/ 98411 h 266983"/>
                <a:gd name="connsiteX83" fmla="*/ 146841 w 229729"/>
                <a:gd name="connsiteY83" fmla="*/ 111140 h 266983"/>
                <a:gd name="connsiteX84" fmla="*/ 143737 w 229729"/>
                <a:gd name="connsiteY84" fmla="*/ 125731 h 266983"/>
                <a:gd name="connsiteX85" fmla="*/ 139390 w 229729"/>
                <a:gd name="connsiteY85" fmla="*/ 138459 h 266983"/>
                <a:gd name="connsiteX86" fmla="*/ 130077 w 229729"/>
                <a:gd name="connsiteY86" fmla="*/ 150256 h 266983"/>
                <a:gd name="connsiteX87" fmla="*/ 115486 w 229729"/>
                <a:gd name="connsiteY87" fmla="*/ 162984 h 266983"/>
                <a:gd name="connsiteX88" fmla="*/ 114555 w 229729"/>
                <a:gd name="connsiteY88" fmla="*/ 165157 h 266983"/>
                <a:gd name="connsiteX89" fmla="*/ 112381 w 229729"/>
                <a:gd name="connsiteY89" fmla="*/ 165157 h 266983"/>
                <a:gd name="connsiteX90" fmla="*/ 110208 w 229729"/>
                <a:gd name="connsiteY90" fmla="*/ 165157 h 266983"/>
                <a:gd name="connsiteX91" fmla="*/ 108346 w 229729"/>
                <a:gd name="connsiteY91" fmla="*/ 162984 h 266983"/>
                <a:gd name="connsiteX92" fmla="*/ 107104 w 229729"/>
                <a:gd name="connsiteY92" fmla="*/ 159880 h 266983"/>
                <a:gd name="connsiteX93" fmla="*/ 100895 w 229729"/>
                <a:gd name="connsiteY93" fmla="*/ 162984 h 266983"/>
                <a:gd name="connsiteX94" fmla="*/ 97790 w 229729"/>
                <a:gd name="connsiteY94" fmla="*/ 168262 h 266983"/>
                <a:gd name="connsiteX95" fmla="*/ 95617 w 229729"/>
                <a:gd name="connsiteY95" fmla="*/ 172297 h 266983"/>
                <a:gd name="connsiteX96" fmla="*/ 93754 w 229729"/>
                <a:gd name="connsiteY96" fmla="*/ 177886 h 266983"/>
                <a:gd name="connsiteX97" fmla="*/ 90650 w 229729"/>
                <a:gd name="connsiteY97" fmla="*/ 183163 h 266983"/>
                <a:gd name="connsiteX98" fmla="*/ 86304 w 229729"/>
                <a:gd name="connsiteY98" fmla="*/ 188441 h 266983"/>
                <a:gd name="connsiteX99" fmla="*/ 83200 w 229729"/>
                <a:gd name="connsiteY99" fmla="*/ 188441 h 266983"/>
                <a:gd name="connsiteX100" fmla="*/ 80095 w 229729"/>
                <a:gd name="connsiteY100" fmla="*/ 188441 h 266983"/>
                <a:gd name="connsiteX101" fmla="*/ 73886 w 229729"/>
                <a:gd name="connsiteY101" fmla="*/ 187199 h 266983"/>
                <a:gd name="connsiteX102" fmla="*/ 66435 w 229729"/>
                <a:gd name="connsiteY102" fmla="*/ 187199 h 266983"/>
                <a:gd name="connsiteX103" fmla="*/ 59295 w 229729"/>
                <a:gd name="connsiteY103" fmla="*/ 188441 h 266983"/>
                <a:gd name="connsiteX104" fmla="*/ 39426 w 229729"/>
                <a:gd name="connsiteY104" fmla="*/ 197754 h 266983"/>
                <a:gd name="connsiteX105" fmla="*/ 22663 w 229729"/>
                <a:gd name="connsiteY105" fmla="*/ 212655 h 266983"/>
                <a:gd name="connsiteX106" fmla="*/ 10245 w 229729"/>
                <a:gd name="connsiteY106" fmla="*/ 229730 h 266983"/>
                <a:gd name="connsiteX107" fmla="*/ 0 w 229729"/>
                <a:gd name="connsiteY107" fmla="*/ 229730 h 266983"/>
                <a:gd name="connsiteX108" fmla="*/ 3104 w 229729"/>
                <a:gd name="connsiteY108" fmla="*/ 240285 h 26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229729" h="266983">
                  <a:moveTo>
                    <a:pt x="7140" y="247425"/>
                  </a:moveTo>
                  <a:lnTo>
                    <a:pt x="8382" y="254876"/>
                  </a:lnTo>
                  <a:lnTo>
                    <a:pt x="10245" y="269777"/>
                  </a:lnTo>
                  <a:lnTo>
                    <a:pt x="22663" y="269777"/>
                  </a:lnTo>
                  <a:lnTo>
                    <a:pt x="27009" y="262327"/>
                  </a:lnTo>
                  <a:lnTo>
                    <a:pt x="30113" y="254876"/>
                  </a:lnTo>
                  <a:lnTo>
                    <a:pt x="36322" y="249599"/>
                  </a:lnTo>
                  <a:lnTo>
                    <a:pt x="34149" y="240285"/>
                  </a:lnTo>
                  <a:lnTo>
                    <a:pt x="34149" y="235008"/>
                  </a:lnTo>
                  <a:lnTo>
                    <a:pt x="34149" y="231593"/>
                  </a:lnTo>
                  <a:lnTo>
                    <a:pt x="30113" y="229730"/>
                  </a:lnTo>
                  <a:lnTo>
                    <a:pt x="27009" y="224452"/>
                  </a:lnTo>
                  <a:lnTo>
                    <a:pt x="27009" y="220106"/>
                  </a:lnTo>
                  <a:lnTo>
                    <a:pt x="34149" y="222279"/>
                  </a:lnTo>
                  <a:lnTo>
                    <a:pt x="37253" y="224452"/>
                  </a:lnTo>
                  <a:lnTo>
                    <a:pt x="41600" y="224452"/>
                  </a:lnTo>
                  <a:lnTo>
                    <a:pt x="41600" y="225384"/>
                  </a:lnTo>
                  <a:lnTo>
                    <a:pt x="41600" y="229730"/>
                  </a:lnTo>
                  <a:lnTo>
                    <a:pt x="41600" y="231593"/>
                  </a:lnTo>
                  <a:lnTo>
                    <a:pt x="41600" y="236870"/>
                  </a:lnTo>
                  <a:lnTo>
                    <a:pt x="43773" y="240285"/>
                  </a:lnTo>
                  <a:lnTo>
                    <a:pt x="48740" y="239043"/>
                  </a:lnTo>
                  <a:lnTo>
                    <a:pt x="54018" y="239043"/>
                  </a:lnTo>
                  <a:lnTo>
                    <a:pt x="56191" y="236870"/>
                  </a:lnTo>
                  <a:lnTo>
                    <a:pt x="58364" y="235008"/>
                  </a:lnTo>
                  <a:lnTo>
                    <a:pt x="59295" y="235008"/>
                  </a:lnTo>
                  <a:lnTo>
                    <a:pt x="61468" y="232834"/>
                  </a:lnTo>
                  <a:lnTo>
                    <a:pt x="65504" y="232834"/>
                  </a:lnTo>
                  <a:lnTo>
                    <a:pt x="70782" y="232834"/>
                  </a:lnTo>
                  <a:lnTo>
                    <a:pt x="72955" y="229730"/>
                  </a:lnTo>
                  <a:lnTo>
                    <a:pt x="73886" y="224452"/>
                  </a:lnTo>
                  <a:lnTo>
                    <a:pt x="73886" y="220106"/>
                  </a:lnTo>
                  <a:lnTo>
                    <a:pt x="76059" y="212655"/>
                  </a:lnTo>
                  <a:lnTo>
                    <a:pt x="81026" y="220106"/>
                  </a:lnTo>
                  <a:lnTo>
                    <a:pt x="86304" y="229730"/>
                  </a:lnTo>
                  <a:lnTo>
                    <a:pt x="112381" y="217933"/>
                  </a:lnTo>
                  <a:lnTo>
                    <a:pt x="139390" y="205205"/>
                  </a:lnTo>
                  <a:lnTo>
                    <a:pt x="163294" y="192476"/>
                  </a:lnTo>
                  <a:lnTo>
                    <a:pt x="165468" y="170435"/>
                  </a:lnTo>
                  <a:lnTo>
                    <a:pt x="168572" y="152429"/>
                  </a:lnTo>
                  <a:lnTo>
                    <a:pt x="172918" y="138459"/>
                  </a:lnTo>
                  <a:lnTo>
                    <a:pt x="173850" y="125731"/>
                  </a:lnTo>
                  <a:lnTo>
                    <a:pt x="173850" y="113313"/>
                  </a:lnTo>
                  <a:lnTo>
                    <a:pt x="172918" y="96238"/>
                  </a:lnTo>
                  <a:lnTo>
                    <a:pt x="166709" y="73886"/>
                  </a:lnTo>
                  <a:lnTo>
                    <a:pt x="170745" y="72955"/>
                  </a:lnTo>
                  <a:lnTo>
                    <a:pt x="172918" y="68609"/>
                  </a:lnTo>
                  <a:lnTo>
                    <a:pt x="176023" y="66746"/>
                  </a:lnTo>
                  <a:lnTo>
                    <a:pt x="180059" y="65504"/>
                  </a:lnTo>
                  <a:lnTo>
                    <a:pt x="183163" y="66746"/>
                  </a:lnTo>
                  <a:lnTo>
                    <a:pt x="186267" y="68609"/>
                  </a:lnTo>
                  <a:lnTo>
                    <a:pt x="190614" y="73886"/>
                  </a:lnTo>
                  <a:lnTo>
                    <a:pt x="200858" y="68609"/>
                  </a:lnTo>
                  <a:lnTo>
                    <a:pt x="208309" y="61468"/>
                  </a:lnTo>
                  <a:lnTo>
                    <a:pt x="217622" y="54018"/>
                  </a:lnTo>
                  <a:lnTo>
                    <a:pt x="230040" y="50603"/>
                  </a:lnTo>
                  <a:lnTo>
                    <a:pt x="230040" y="44394"/>
                  </a:lnTo>
                  <a:lnTo>
                    <a:pt x="230040" y="41289"/>
                  </a:lnTo>
                  <a:lnTo>
                    <a:pt x="229109" y="36943"/>
                  </a:lnTo>
                  <a:lnTo>
                    <a:pt x="226936" y="33839"/>
                  </a:lnTo>
                  <a:lnTo>
                    <a:pt x="219796" y="28561"/>
                  </a:lnTo>
                  <a:lnTo>
                    <a:pt x="212345" y="24215"/>
                  </a:lnTo>
                  <a:lnTo>
                    <a:pt x="200858" y="21110"/>
                  </a:lnTo>
                  <a:lnTo>
                    <a:pt x="192476" y="13660"/>
                  </a:lnTo>
                  <a:lnTo>
                    <a:pt x="183163" y="0"/>
                  </a:lnTo>
                  <a:lnTo>
                    <a:pt x="173850" y="9624"/>
                  </a:lnTo>
                  <a:lnTo>
                    <a:pt x="170745" y="24215"/>
                  </a:lnTo>
                  <a:lnTo>
                    <a:pt x="170745" y="43462"/>
                  </a:lnTo>
                  <a:lnTo>
                    <a:pt x="166709" y="43462"/>
                  </a:lnTo>
                  <a:lnTo>
                    <a:pt x="163294" y="44394"/>
                  </a:lnTo>
                  <a:lnTo>
                    <a:pt x="158327" y="44394"/>
                  </a:lnTo>
                  <a:lnTo>
                    <a:pt x="150877" y="46567"/>
                  </a:lnTo>
                  <a:lnTo>
                    <a:pt x="150877" y="48740"/>
                  </a:lnTo>
                  <a:lnTo>
                    <a:pt x="150877" y="50603"/>
                  </a:lnTo>
                  <a:lnTo>
                    <a:pt x="149014" y="51844"/>
                  </a:lnTo>
                  <a:lnTo>
                    <a:pt x="146841" y="54018"/>
                  </a:lnTo>
                  <a:lnTo>
                    <a:pt x="146841" y="63331"/>
                  </a:lnTo>
                  <a:lnTo>
                    <a:pt x="146841" y="70782"/>
                  </a:lnTo>
                  <a:lnTo>
                    <a:pt x="149014" y="73886"/>
                  </a:lnTo>
                  <a:lnTo>
                    <a:pt x="150877" y="78232"/>
                  </a:lnTo>
                  <a:lnTo>
                    <a:pt x="156154" y="81337"/>
                  </a:lnTo>
                  <a:lnTo>
                    <a:pt x="163294" y="81337"/>
                  </a:lnTo>
                  <a:lnTo>
                    <a:pt x="152118" y="98411"/>
                  </a:lnTo>
                  <a:lnTo>
                    <a:pt x="146841" y="111140"/>
                  </a:lnTo>
                  <a:lnTo>
                    <a:pt x="143737" y="125731"/>
                  </a:lnTo>
                  <a:lnTo>
                    <a:pt x="139390" y="138459"/>
                  </a:lnTo>
                  <a:lnTo>
                    <a:pt x="130077" y="150256"/>
                  </a:lnTo>
                  <a:lnTo>
                    <a:pt x="115486" y="162984"/>
                  </a:lnTo>
                  <a:lnTo>
                    <a:pt x="114555" y="165157"/>
                  </a:lnTo>
                  <a:lnTo>
                    <a:pt x="112381" y="165157"/>
                  </a:lnTo>
                  <a:lnTo>
                    <a:pt x="110208" y="165157"/>
                  </a:lnTo>
                  <a:lnTo>
                    <a:pt x="108346" y="162984"/>
                  </a:lnTo>
                  <a:lnTo>
                    <a:pt x="107104" y="159880"/>
                  </a:lnTo>
                  <a:lnTo>
                    <a:pt x="100895" y="162984"/>
                  </a:lnTo>
                  <a:lnTo>
                    <a:pt x="97790" y="168262"/>
                  </a:lnTo>
                  <a:lnTo>
                    <a:pt x="95617" y="172297"/>
                  </a:lnTo>
                  <a:lnTo>
                    <a:pt x="93754" y="177886"/>
                  </a:lnTo>
                  <a:lnTo>
                    <a:pt x="90650" y="183163"/>
                  </a:lnTo>
                  <a:lnTo>
                    <a:pt x="86304" y="188441"/>
                  </a:lnTo>
                  <a:lnTo>
                    <a:pt x="83200" y="188441"/>
                  </a:lnTo>
                  <a:lnTo>
                    <a:pt x="80095" y="188441"/>
                  </a:lnTo>
                  <a:lnTo>
                    <a:pt x="73886" y="187199"/>
                  </a:lnTo>
                  <a:lnTo>
                    <a:pt x="66435" y="187199"/>
                  </a:lnTo>
                  <a:lnTo>
                    <a:pt x="59295" y="188441"/>
                  </a:lnTo>
                  <a:lnTo>
                    <a:pt x="39426" y="197754"/>
                  </a:lnTo>
                  <a:lnTo>
                    <a:pt x="22663" y="212655"/>
                  </a:lnTo>
                  <a:lnTo>
                    <a:pt x="10245" y="229730"/>
                  </a:lnTo>
                  <a:lnTo>
                    <a:pt x="0" y="229730"/>
                  </a:lnTo>
                  <a:lnTo>
                    <a:pt x="3104" y="24028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365">
              <a:extLst>
                <a:ext uri="{FF2B5EF4-FFF2-40B4-BE49-F238E27FC236}">
                  <a16:creationId xmlns:a16="http://schemas.microsoft.com/office/drawing/2014/main" xmlns="" id="{5506346B-8948-4986-A8F6-E5656157B468}"/>
                </a:ext>
              </a:extLst>
            </p:cNvPr>
            <p:cNvSpPr/>
            <p:nvPr/>
          </p:nvSpPr>
          <p:spPr>
            <a:xfrm>
              <a:off x="6968829" y="5832193"/>
              <a:ext cx="43462" cy="18627"/>
            </a:xfrm>
            <a:custGeom>
              <a:avLst/>
              <a:gdLst>
                <a:gd name="connsiteX0" fmla="*/ 0 w 43462"/>
                <a:gd name="connsiteY0" fmla="*/ 0 h 18626"/>
                <a:gd name="connsiteX1" fmla="*/ 0 w 43462"/>
                <a:gd name="connsiteY1" fmla="*/ 11797 h 18626"/>
                <a:gd name="connsiteX2" fmla="*/ 16764 w 43462"/>
                <a:gd name="connsiteY2" fmla="*/ 11797 h 18626"/>
                <a:gd name="connsiteX3" fmla="*/ 29182 w 43462"/>
                <a:gd name="connsiteY3" fmla="*/ 13970 h 18626"/>
                <a:gd name="connsiteX4" fmla="*/ 39737 w 43462"/>
                <a:gd name="connsiteY4" fmla="*/ 20179 h 18626"/>
                <a:gd name="connsiteX5" fmla="*/ 43773 w 43462"/>
                <a:gd name="connsiteY5" fmla="*/ 20179 h 18626"/>
                <a:gd name="connsiteX6" fmla="*/ 41910 w 43462"/>
                <a:gd name="connsiteY6" fmla="*/ 14901 h 18626"/>
                <a:gd name="connsiteX7" fmla="*/ 41910 w 43462"/>
                <a:gd name="connsiteY7" fmla="*/ 11797 h 18626"/>
                <a:gd name="connsiteX8" fmla="*/ 39737 w 43462"/>
                <a:gd name="connsiteY8" fmla="*/ 7451 h 18626"/>
                <a:gd name="connsiteX9" fmla="*/ 39737 w 43462"/>
                <a:gd name="connsiteY9" fmla="*/ 4346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462" h="18626">
                  <a:moveTo>
                    <a:pt x="0" y="0"/>
                  </a:moveTo>
                  <a:lnTo>
                    <a:pt x="0" y="11797"/>
                  </a:lnTo>
                  <a:lnTo>
                    <a:pt x="16764" y="11797"/>
                  </a:lnTo>
                  <a:lnTo>
                    <a:pt x="29182" y="13970"/>
                  </a:lnTo>
                  <a:lnTo>
                    <a:pt x="39737" y="20179"/>
                  </a:lnTo>
                  <a:lnTo>
                    <a:pt x="43773" y="20179"/>
                  </a:lnTo>
                  <a:lnTo>
                    <a:pt x="41910" y="14901"/>
                  </a:lnTo>
                  <a:lnTo>
                    <a:pt x="41910" y="11797"/>
                  </a:lnTo>
                  <a:lnTo>
                    <a:pt x="39737" y="7451"/>
                  </a:lnTo>
                  <a:lnTo>
                    <a:pt x="39737" y="434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366">
              <a:extLst>
                <a:ext uri="{FF2B5EF4-FFF2-40B4-BE49-F238E27FC236}">
                  <a16:creationId xmlns:a16="http://schemas.microsoft.com/office/drawing/2014/main" xmlns="" id="{EECC080E-A091-4446-9FE2-353C33830EFF}"/>
                </a:ext>
              </a:extLst>
            </p:cNvPr>
            <p:cNvSpPr/>
            <p:nvPr/>
          </p:nvSpPr>
          <p:spPr>
            <a:xfrm>
              <a:off x="6983420" y="5324304"/>
              <a:ext cx="15522" cy="24836"/>
            </a:xfrm>
            <a:custGeom>
              <a:avLst/>
              <a:gdLst>
                <a:gd name="connsiteX0" fmla="*/ 10555 w 15522"/>
                <a:gd name="connsiteY0" fmla="*/ 22352 h 24835"/>
                <a:gd name="connsiteX1" fmla="*/ 14591 w 15522"/>
                <a:gd name="connsiteY1" fmla="*/ 17075 h 24835"/>
                <a:gd name="connsiteX2" fmla="*/ 16764 w 15522"/>
                <a:gd name="connsiteY2" fmla="*/ 11797 h 24835"/>
                <a:gd name="connsiteX3" fmla="*/ 16764 w 15522"/>
                <a:gd name="connsiteY3" fmla="*/ 7451 h 24835"/>
                <a:gd name="connsiteX4" fmla="*/ 14591 w 15522"/>
                <a:gd name="connsiteY4" fmla="*/ 4346 h 24835"/>
                <a:gd name="connsiteX5" fmla="*/ 14591 w 15522"/>
                <a:gd name="connsiteY5" fmla="*/ 2173 h 24835"/>
                <a:gd name="connsiteX6" fmla="*/ 12728 w 15522"/>
                <a:gd name="connsiteY6" fmla="*/ 2173 h 24835"/>
                <a:gd name="connsiteX7" fmla="*/ 9624 w 15522"/>
                <a:gd name="connsiteY7" fmla="*/ 0 h 24835"/>
                <a:gd name="connsiteX8" fmla="*/ 7451 w 15522"/>
                <a:gd name="connsiteY8" fmla="*/ 6519 h 24835"/>
                <a:gd name="connsiteX9" fmla="*/ 5277 w 15522"/>
                <a:gd name="connsiteY9" fmla="*/ 9624 h 24835"/>
                <a:gd name="connsiteX10" fmla="*/ 3415 w 15522"/>
                <a:gd name="connsiteY10" fmla="*/ 13660 h 24835"/>
                <a:gd name="connsiteX11" fmla="*/ 0 w 15522"/>
                <a:gd name="connsiteY11" fmla="*/ 14901 h 24835"/>
                <a:gd name="connsiteX12" fmla="*/ 0 w 15522"/>
                <a:gd name="connsiteY12" fmla="*/ 27630 h 24835"/>
                <a:gd name="connsiteX13" fmla="*/ 9624 w 15522"/>
                <a:gd name="connsiteY13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22" h="24835">
                  <a:moveTo>
                    <a:pt x="10555" y="22352"/>
                  </a:moveTo>
                  <a:lnTo>
                    <a:pt x="14591" y="17075"/>
                  </a:lnTo>
                  <a:lnTo>
                    <a:pt x="16764" y="11797"/>
                  </a:lnTo>
                  <a:lnTo>
                    <a:pt x="16764" y="7451"/>
                  </a:lnTo>
                  <a:lnTo>
                    <a:pt x="14591" y="4346"/>
                  </a:lnTo>
                  <a:lnTo>
                    <a:pt x="14591" y="2173"/>
                  </a:lnTo>
                  <a:lnTo>
                    <a:pt x="12728" y="2173"/>
                  </a:lnTo>
                  <a:lnTo>
                    <a:pt x="9624" y="0"/>
                  </a:lnTo>
                  <a:lnTo>
                    <a:pt x="7451" y="6519"/>
                  </a:lnTo>
                  <a:lnTo>
                    <a:pt x="5277" y="9624"/>
                  </a:lnTo>
                  <a:lnTo>
                    <a:pt x="3415" y="13660"/>
                  </a:lnTo>
                  <a:lnTo>
                    <a:pt x="0" y="14901"/>
                  </a:lnTo>
                  <a:lnTo>
                    <a:pt x="0" y="27630"/>
                  </a:lnTo>
                  <a:lnTo>
                    <a:pt x="9624" y="2763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367">
              <a:extLst>
                <a:ext uri="{FF2B5EF4-FFF2-40B4-BE49-F238E27FC236}">
                  <a16:creationId xmlns:a16="http://schemas.microsoft.com/office/drawing/2014/main" xmlns="" id="{67B34FC7-341F-418B-B57D-8EFDC2D8E1A6}"/>
                </a:ext>
              </a:extLst>
            </p:cNvPr>
            <p:cNvSpPr/>
            <p:nvPr/>
          </p:nvSpPr>
          <p:spPr>
            <a:xfrm>
              <a:off x="6832543" y="5765758"/>
              <a:ext cx="99343" cy="108656"/>
            </a:xfrm>
            <a:custGeom>
              <a:avLst/>
              <a:gdLst>
                <a:gd name="connsiteX0" fmla="*/ 63641 w 99342"/>
                <a:gd name="connsiteY0" fmla="*/ 107725 h 108656"/>
                <a:gd name="connsiteX1" fmla="*/ 67677 w 99342"/>
                <a:gd name="connsiteY1" fmla="*/ 107725 h 108656"/>
                <a:gd name="connsiteX2" fmla="*/ 63641 w 99342"/>
                <a:gd name="connsiteY2" fmla="*/ 88787 h 108656"/>
                <a:gd name="connsiteX3" fmla="*/ 60537 w 99342"/>
                <a:gd name="connsiteY3" fmla="*/ 78232 h 108656"/>
                <a:gd name="connsiteX4" fmla="*/ 53086 w 99342"/>
                <a:gd name="connsiteY4" fmla="*/ 66435 h 108656"/>
                <a:gd name="connsiteX5" fmla="*/ 46877 w 99342"/>
                <a:gd name="connsiteY5" fmla="*/ 53707 h 108656"/>
                <a:gd name="connsiteX6" fmla="*/ 54017 w 99342"/>
                <a:gd name="connsiteY6" fmla="*/ 50603 h 108656"/>
                <a:gd name="connsiteX7" fmla="*/ 61468 w 99342"/>
                <a:gd name="connsiteY7" fmla="*/ 46567 h 108656"/>
                <a:gd name="connsiteX8" fmla="*/ 67677 w 99342"/>
                <a:gd name="connsiteY8" fmla="*/ 43152 h 108656"/>
                <a:gd name="connsiteX9" fmla="*/ 70781 w 99342"/>
                <a:gd name="connsiteY9" fmla="*/ 43152 h 108656"/>
                <a:gd name="connsiteX10" fmla="*/ 70781 w 99342"/>
                <a:gd name="connsiteY10" fmla="*/ 33838 h 108656"/>
                <a:gd name="connsiteX11" fmla="*/ 50913 w 99342"/>
                <a:gd name="connsiteY11" fmla="*/ 39116 h 108656"/>
                <a:gd name="connsiteX12" fmla="*/ 31355 w 99342"/>
                <a:gd name="connsiteY12" fmla="*/ 46567 h 108656"/>
                <a:gd name="connsiteX13" fmla="*/ 29182 w 99342"/>
                <a:gd name="connsiteY13" fmla="*/ 43152 h 108656"/>
                <a:gd name="connsiteX14" fmla="*/ 27009 w 99342"/>
                <a:gd name="connsiteY14" fmla="*/ 40979 h 108656"/>
                <a:gd name="connsiteX15" fmla="*/ 27009 w 99342"/>
                <a:gd name="connsiteY15" fmla="*/ 39116 h 108656"/>
                <a:gd name="connsiteX16" fmla="*/ 23904 w 99342"/>
                <a:gd name="connsiteY16" fmla="*/ 36943 h 108656"/>
                <a:gd name="connsiteX17" fmla="*/ 23904 w 99342"/>
                <a:gd name="connsiteY17" fmla="*/ 26388 h 108656"/>
                <a:gd name="connsiteX18" fmla="*/ 43773 w 99342"/>
                <a:gd name="connsiteY18" fmla="*/ 24215 h 108656"/>
                <a:gd name="connsiteX19" fmla="*/ 60537 w 99342"/>
                <a:gd name="connsiteY19" fmla="*/ 24215 h 108656"/>
                <a:gd name="connsiteX20" fmla="*/ 80095 w 99342"/>
                <a:gd name="connsiteY20" fmla="*/ 26388 h 108656"/>
                <a:gd name="connsiteX21" fmla="*/ 85373 w 99342"/>
                <a:gd name="connsiteY21" fmla="*/ 21110 h 108656"/>
                <a:gd name="connsiteX22" fmla="*/ 90650 w 99342"/>
                <a:gd name="connsiteY22" fmla="*/ 14591 h 108656"/>
                <a:gd name="connsiteX23" fmla="*/ 96859 w 99342"/>
                <a:gd name="connsiteY23" fmla="*/ 9313 h 108656"/>
                <a:gd name="connsiteX24" fmla="*/ 96859 w 99342"/>
                <a:gd name="connsiteY24" fmla="*/ 7140 h 108656"/>
                <a:gd name="connsiteX25" fmla="*/ 97790 w 99342"/>
                <a:gd name="connsiteY25" fmla="*/ 7140 h 108656"/>
                <a:gd name="connsiteX26" fmla="*/ 99963 w 99342"/>
                <a:gd name="connsiteY26" fmla="*/ 6209 h 108656"/>
                <a:gd name="connsiteX27" fmla="*/ 96859 w 99342"/>
                <a:gd name="connsiteY27" fmla="*/ 6209 h 108656"/>
                <a:gd name="connsiteX28" fmla="*/ 96859 w 99342"/>
                <a:gd name="connsiteY28" fmla="*/ 4036 h 108656"/>
                <a:gd name="connsiteX29" fmla="*/ 94686 w 99342"/>
                <a:gd name="connsiteY29" fmla="*/ 4036 h 108656"/>
                <a:gd name="connsiteX30" fmla="*/ 94686 w 99342"/>
                <a:gd name="connsiteY30" fmla="*/ 1863 h 108656"/>
                <a:gd name="connsiteX31" fmla="*/ 94686 w 99342"/>
                <a:gd name="connsiteY31" fmla="*/ 0 h 108656"/>
                <a:gd name="connsiteX32" fmla="*/ 92823 w 99342"/>
                <a:gd name="connsiteY32" fmla="*/ 0 h 108656"/>
                <a:gd name="connsiteX33" fmla="*/ 90650 w 99342"/>
                <a:gd name="connsiteY33" fmla="*/ 0 h 108656"/>
                <a:gd name="connsiteX34" fmla="*/ 80095 w 99342"/>
                <a:gd name="connsiteY34" fmla="*/ 6209 h 108656"/>
                <a:gd name="connsiteX35" fmla="*/ 68608 w 99342"/>
                <a:gd name="connsiteY35" fmla="*/ 9313 h 108656"/>
                <a:gd name="connsiteX36" fmla="*/ 60537 w 99342"/>
                <a:gd name="connsiteY36" fmla="*/ 11486 h 108656"/>
                <a:gd name="connsiteX37" fmla="*/ 49050 w 99342"/>
                <a:gd name="connsiteY37" fmla="*/ 11486 h 108656"/>
                <a:gd name="connsiteX38" fmla="*/ 31355 w 99342"/>
                <a:gd name="connsiteY38" fmla="*/ 6209 h 108656"/>
                <a:gd name="connsiteX39" fmla="*/ 27009 w 99342"/>
                <a:gd name="connsiteY39" fmla="*/ 11486 h 108656"/>
                <a:gd name="connsiteX40" fmla="*/ 19868 w 99342"/>
                <a:gd name="connsiteY40" fmla="*/ 22042 h 108656"/>
                <a:gd name="connsiteX41" fmla="*/ 12418 w 99342"/>
                <a:gd name="connsiteY41" fmla="*/ 35701 h 108656"/>
                <a:gd name="connsiteX42" fmla="*/ 5277 w 99342"/>
                <a:gd name="connsiteY42" fmla="*/ 50603 h 108656"/>
                <a:gd name="connsiteX43" fmla="*/ 0 w 99342"/>
                <a:gd name="connsiteY43" fmla="*/ 61158 h 108656"/>
                <a:gd name="connsiteX44" fmla="*/ 0 w 99342"/>
                <a:gd name="connsiteY44" fmla="*/ 70782 h 108656"/>
                <a:gd name="connsiteX45" fmla="*/ 4036 w 99342"/>
                <a:gd name="connsiteY45" fmla="*/ 80405 h 108656"/>
                <a:gd name="connsiteX46" fmla="*/ 7140 w 99342"/>
                <a:gd name="connsiteY46" fmla="*/ 86614 h 108656"/>
                <a:gd name="connsiteX47" fmla="*/ 9313 w 99342"/>
                <a:gd name="connsiteY47" fmla="*/ 94065 h 108656"/>
                <a:gd name="connsiteX48" fmla="*/ 7140 w 99342"/>
                <a:gd name="connsiteY48" fmla="*/ 107725 h 108656"/>
                <a:gd name="connsiteX49" fmla="*/ 9313 w 99342"/>
                <a:gd name="connsiteY49" fmla="*/ 107725 h 108656"/>
                <a:gd name="connsiteX50" fmla="*/ 9313 w 99342"/>
                <a:gd name="connsiteY50" fmla="*/ 108966 h 108656"/>
                <a:gd name="connsiteX51" fmla="*/ 11486 w 99342"/>
                <a:gd name="connsiteY51" fmla="*/ 108966 h 108656"/>
                <a:gd name="connsiteX52" fmla="*/ 11486 w 99342"/>
                <a:gd name="connsiteY52" fmla="*/ 110829 h 108656"/>
                <a:gd name="connsiteX53" fmla="*/ 27009 w 99342"/>
                <a:gd name="connsiteY53" fmla="*/ 110829 h 108656"/>
                <a:gd name="connsiteX54" fmla="*/ 27009 w 99342"/>
                <a:gd name="connsiteY54" fmla="*/ 70782 h 108656"/>
                <a:gd name="connsiteX55" fmla="*/ 36322 w 99342"/>
                <a:gd name="connsiteY55" fmla="*/ 83510 h 108656"/>
                <a:gd name="connsiteX56" fmla="*/ 45946 w 99342"/>
                <a:gd name="connsiteY56" fmla="*/ 96238 h 108656"/>
                <a:gd name="connsiteX57" fmla="*/ 56191 w 99342"/>
                <a:gd name="connsiteY57" fmla="*/ 107725 h 108656"/>
                <a:gd name="connsiteX58" fmla="*/ 58364 w 99342"/>
                <a:gd name="connsiteY58" fmla="*/ 107725 h 108656"/>
                <a:gd name="connsiteX59" fmla="*/ 58364 w 99342"/>
                <a:gd name="connsiteY59" fmla="*/ 108966 h 108656"/>
                <a:gd name="connsiteX60" fmla="*/ 60537 w 99342"/>
                <a:gd name="connsiteY60" fmla="*/ 108966 h 108656"/>
                <a:gd name="connsiteX61" fmla="*/ 63641 w 99342"/>
                <a:gd name="connsiteY61" fmla="*/ 110829 h 10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99342" h="108656">
                  <a:moveTo>
                    <a:pt x="63641" y="107725"/>
                  </a:moveTo>
                  <a:lnTo>
                    <a:pt x="67677" y="107725"/>
                  </a:lnTo>
                  <a:lnTo>
                    <a:pt x="63641" y="88787"/>
                  </a:lnTo>
                  <a:lnTo>
                    <a:pt x="60537" y="78232"/>
                  </a:lnTo>
                  <a:lnTo>
                    <a:pt x="53086" y="66435"/>
                  </a:lnTo>
                  <a:lnTo>
                    <a:pt x="46877" y="53707"/>
                  </a:lnTo>
                  <a:lnTo>
                    <a:pt x="54017" y="50603"/>
                  </a:lnTo>
                  <a:lnTo>
                    <a:pt x="61468" y="46567"/>
                  </a:lnTo>
                  <a:lnTo>
                    <a:pt x="67677" y="43152"/>
                  </a:lnTo>
                  <a:lnTo>
                    <a:pt x="70781" y="43152"/>
                  </a:lnTo>
                  <a:lnTo>
                    <a:pt x="70781" y="33838"/>
                  </a:lnTo>
                  <a:lnTo>
                    <a:pt x="50913" y="39116"/>
                  </a:lnTo>
                  <a:lnTo>
                    <a:pt x="31355" y="46567"/>
                  </a:lnTo>
                  <a:lnTo>
                    <a:pt x="29182" y="43152"/>
                  </a:lnTo>
                  <a:lnTo>
                    <a:pt x="27009" y="40979"/>
                  </a:lnTo>
                  <a:lnTo>
                    <a:pt x="27009" y="39116"/>
                  </a:lnTo>
                  <a:lnTo>
                    <a:pt x="23904" y="36943"/>
                  </a:lnTo>
                  <a:lnTo>
                    <a:pt x="23904" y="26388"/>
                  </a:lnTo>
                  <a:lnTo>
                    <a:pt x="43773" y="24215"/>
                  </a:lnTo>
                  <a:lnTo>
                    <a:pt x="60537" y="24215"/>
                  </a:lnTo>
                  <a:lnTo>
                    <a:pt x="80095" y="26388"/>
                  </a:lnTo>
                  <a:lnTo>
                    <a:pt x="85373" y="21110"/>
                  </a:lnTo>
                  <a:lnTo>
                    <a:pt x="90650" y="14591"/>
                  </a:lnTo>
                  <a:lnTo>
                    <a:pt x="96859" y="9313"/>
                  </a:lnTo>
                  <a:lnTo>
                    <a:pt x="96859" y="7140"/>
                  </a:lnTo>
                  <a:lnTo>
                    <a:pt x="97790" y="7140"/>
                  </a:lnTo>
                  <a:lnTo>
                    <a:pt x="99963" y="6209"/>
                  </a:lnTo>
                  <a:lnTo>
                    <a:pt x="96859" y="6209"/>
                  </a:lnTo>
                  <a:lnTo>
                    <a:pt x="96859" y="4036"/>
                  </a:lnTo>
                  <a:lnTo>
                    <a:pt x="94686" y="4036"/>
                  </a:lnTo>
                  <a:lnTo>
                    <a:pt x="94686" y="1863"/>
                  </a:lnTo>
                  <a:lnTo>
                    <a:pt x="94686" y="0"/>
                  </a:lnTo>
                  <a:lnTo>
                    <a:pt x="92823" y="0"/>
                  </a:lnTo>
                  <a:lnTo>
                    <a:pt x="90650" y="0"/>
                  </a:lnTo>
                  <a:lnTo>
                    <a:pt x="80095" y="6209"/>
                  </a:lnTo>
                  <a:lnTo>
                    <a:pt x="68608" y="9313"/>
                  </a:lnTo>
                  <a:lnTo>
                    <a:pt x="60537" y="11486"/>
                  </a:lnTo>
                  <a:lnTo>
                    <a:pt x="49050" y="11486"/>
                  </a:lnTo>
                  <a:lnTo>
                    <a:pt x="31355" y="6209"/>
                  </a:lnTo>
                  <a:lnTo>
                    <a:pt x="27009" y="11486"/>
                  </a:lnTo>
                  <a:lnTo>
                    <a:pt x="19868" y="22042"/>
                  </a:lnTo>
                  <a:lnTo>
                    <a:pt x="12418" y="35701"/>
                  </a:lnTo>
                  <a:lnTo>
                    <a:pt x="5277" y="50603"/>
                  </a:lnTo>
                  <a:lnTo>
                    <a:pt x="0" y="61158"/>
                  </a:lnTo>
                  <a:lnTo>
                    <a:pt x="0" y="70782"/>
                  </a:lnTo>
                  <a:lnTo>
                    <a:pt x="4036" y="80405"/>
                  </a:lnTo>
                  <a:lnTo>
                    <a:pt x="7140" y="86614"/>
                  </a:lnTo>
                  <a:lnTo>
                    <a:pt x="9313" y="94065"/>
                  </a:lnTo>
                  <a:lnTo>
                    <a:pt x="7140" y="107725"/>
                  </a:lnTo>
                  <a:lnTo>
                    <a:pt x="9313" y="107725"/>
                  </a:lnTo>
                  <a:lnTo>
                    <a:pt x="9313" y="108966"/>
                  </a:lnTo>
                  <a:lnTo>
                    <a:pt x="11486" y="108966"/>
                  </a:lnTo>
                  <a:lnTo>
                    <a:pt x="11486" y="110829"/>
                  </a:lnTo>
                  <a:lnTo>
                    <a:pt x="27009" y="110829"/>
                  </a:lnTo>
                  <a:lnTo>
                    <a:pt x="27009" y="70782"/>
                  </a:lnTo>
                  <a:lnTo>
                    <a:pt x="36322" y="83510"/>
                  </a:lnTo>
                  <a:lnTo>
                    <a:pt x="45946" y="96238"/>
                  </a:lnTo>
                  <a:lnTo>
                    <a:pt x="56191" y="107725"/>
                  </a:lnTo>
                  <a:lnTo>
                    <a:pt x="58364" y="107725"/>
                  </a:lnTo>
                  <a:lnTo>
                    <a:pt x="58364" y="108966"/>
                  </a:lnTo>
                  <a:lnTo>
                    <a:pt x="60537" y="108966"/>
                  </a:lnTo>
                  <a:lnTo>
                    <a:pt x="63641" y="11082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368">
              <a:extLst>
                <a:ext uri="{FF2B5EF4-FFF2-40B4-BE49-F238E27FC236}">
                  <a16:creationId xmlns:a16="http://schemas.microsoft.com/office/drawing/2014/main" xmlns="" id="{0C517CFE-47B4-42E5-9524-6BAFC100C99B}"/>
                </a:ext>
              </a:extLst>
            </p:cNvPr>
            <p:cNvSpPr/>
            <p:nvPr/>
          </p:nvSpPr>
          <p:spPr>
            <a:xfrm>
              <a:off x="7352229" y="5852372"/>
              <a:ext cx="21731" cy="34149"/>
            </a:xfrm>
            <a:custGeom>
              <a:avLst/>
              <a:gdLst>
                <a:gd name="connsiteX0" fmla="*/ 18937 w 21731"/>
                <a:gd name="connsiteY0" fmla="*/ 18937 h 34149"/>
                <a:gd name="connsiteX1" fmla="*/ 11487 w 21731"/>
                <a:gd name="connsiteY1" fmla="*/ 7451 h 34149"/>
                <a:gd name="connsiteX2" fmla="*/ 0 w 21731"/>
                <a:gd name="connsiteY2" fmla="*/ 0 h 34149"/>
                <a:gd name="connsiteX3" fmla="*/ 2173 w 21731"/>
                <a:gd name="connsiteY3" fmla="*/ 13660 h 34149"/>
                <a:gd name="connsiteX4" fmla="*/ 4346 w 21731"/>
                <a:gd name="connsiteY4" fmla="*/ 22352 h 34149"/>
                <a:gd name="connsiteX5" fmla="*/ 7451 w 21731"/>
                <a:gd name="connsiteY5" fmla="*/ 31666 h 34149"/>
                <a:gd name="connsiteX6" fmla="*/ 20800 w 21731"/>
                <a:gd name="connsiteY6" fmla="*/ 36943 h 34149"/>
                <a:gd name="connsiteX7" fmla="*/ 20800 w 21731"/>
                <a:gd name="connsiteY7" fmla="*/ 31666 h 34149"/>
                <a:gd name="connsiteX8" fmla="*/ 24215 w 21731"/>
                <a:gd name="connsiteY8" fmla="*/ 316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31" h="34149">
                  <a:moveTo>
                    <a:pt x="18937" y="18937"/>
                  </a:moveTo>
                  <a:lnTo>
                    <a:pt x="11487" y="7451"/>
                  </a:lnTo>
                  <a:lnTo>
                    <a:pt x="0" y="0"/>
                  </a:lnTo>
                  <a:lnTo>
                    <a:pt x="2173" y="13660"/>
                  </a:lnTo>
                  <a:lnTo>
                    <a:pt x="4346" y="22352"/>
                  </a:lnTo>
                  <a:lnTo>
                    <a:pt x="7451" y="31666"/>
                  </a:lnTo>
                  <a:lnTo>
                    <a:pt x="20800" y="36943"/>
                  </a:lnTo>
                  <a:lnTo>
                    <a:pt x="20800" y="31666"/>
                  </a:lnTo>
                  <a:lnTo>
                    <a:pt x="24215" y="3166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369">
              <a:extLst>
                <a:ext uri="{FF2B5EF4-FFF2-40B4-BE49-F238E27FC236}">
                  <a16:creationId xmlns:a16="http://schemas.microsoft.com/office/drawing/2014/main" xmlns="" id="{87A5548F-7686-457B-8021-10C6E57E7F81}"/>
                </a:ext>
              </a:extLst>
            </p:cNvPr>
            <p:cNvSpPr/>
            <p:nvPr/>
          </p:nvSpPr>
          <p:spPr>
            <a:xfrm>
              <a:off x="6269084" y="5666105"/>
              <a:ext cx="24836" cy="55880"/>
            </a:xfrm>
            <a:custGeom>
              <a:avLst/>
              <a:gdLst>
                <a:gd name="connsiteX0" fmla="*/ 23904 w 24835"/>
                <a:gd name="connsiteY0" fmla="*/ 41289 h 55880"/>
                <a:gd name="connsiteX1" fmla="*/ 23904 w 24835"/>
                <a:gd name="connsiteY1" fmla="*/ 39116 h 55880"/>
                <a:gd name="connsiteX2" fmla="*/ 23904 w 24835"/>
                <a:gd name="connsiteY2" fmla="*/ 20179 h 55880"/>
                <a:gd name="connsiteX3" fmla="*/ 17695 w 24835"/>
                <a:gd name="connsiteY3" fmla="*/ 7451 h 55880"/>
                <a:gd name="connsiteX4" fmla="*/ 7140 w 24835"/>
                <a:gd name="connsiteY4" fmla="*/ 0 h 55880"/>
                <a:gd name="connsiteX5" fmla="*/ 4967 w 24835"/>
                <a:gd name="connsiteY5" fmla="*/ 5278 h 55880"/>
                <a:gd name="connsiteX6" fmla="*/ 4036 w 24835"/>
                <a:gd name="connsiteY6" fmla="*/ 9624 h 55880"/>
                <a:gd name="connsiteX7" fmla="*/ 1863 w 24835"/>
                <a:gd name="connsiteY7" fmla="*/ 11797 h 55880"/>
                <a:gd name="connsiteX8" fmla="*/ 0 w 24835"/>
                <a:gd name="connsiteY8" fmla="*/ 14901 h 55880"/>
                <a:gd name="connsiteX9" fmla="*/ 0 w 24835"/>
                <a:gd name="connsiteY9" fmla="*/ 36943 h 55880"/>
                <a:gd name="connsiteX10" fmla="*/ 7140 w 24835"/>
                <a:gd name="connsiteY10" fmla="*/ 51844 h 55880"/>
                <a:gd name="connsiteX11" fmla="*/ 9313 w 24835"/>
                <a:gd name="connsiteY11" fmla="*/ 54018 h 55880"/>
                <a:gd name="connsiteX12" fmla="*/ 10244 w 24835"/>
                <a:gd name="connsiteY12" fmla="*/ 54018 h 55880"/>
                <a:gd name="connsiteX13" fmla="*/ 12418 w 24835"/>
                <a:gd name="connsiteY13" fmla="*/ 56191 h 55880"/>
                <a:gd name="connsiteX14" fmla="*/ 14591 w 24835"/>
                <a:gd name="connsiteY14" fmla="*/ 56191 h 55880"/>
                <a:gd name="connsiteX15" fmla="*/ 17695 w 24835"/>
                <a:gd name="connsiteY15" fmla="*/ 54018 h 55880"/>
                <a:gd name="connsiteX16" fmla="*/ 19558 w 24835"/>
                <a:gd name="connsiteY16" fmla="*/ 49671 h 55880"/>
                <a:gd name="connsiteX17" fmla="*/ 23904 w 24835"/>
                <a:gd name="connsiteY17" fmla="*/ 48740 h 55880"/>
                <a:gd name="connsiteX18" fmla="*/ 27009 w 24835"/>
                <a:gd name="connsiteY18" fmla="*/ 48740 h 55880"/>
                <a:gd name="connsiteX19" fmla="*/ 27009 w 24835"/>
                <a:gd name="connsiteY19" fmla="*/ 44394 h 55880"/>
                <a:gd name="connsiteX20" fmla="*/ 27009 w 24835"/>
                <a:gd name="connsiteY20" fmla="*/ 42221 h 55880"/>
                <a:gd name="connsiteX21" fmla="*/ 24836 w 24835"/>
                <a:gd name="connsiteY21" fmla="*/ 41289 h 55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4835" h="55880">
                  <a:moveTo>
                    <a:pt x="23904" y="41289"/>
                  </a:moveTo>
                  <a:lnTo>
                    <a:pt x="23904" y="39116"/>
                  </a:lnTo>
                  <a:lnTo>
                    <a:pt x="23904" y="20179"/>
                  </a:lnTo>
                  <a:lnTo>
                    <a:pt x="17695" y="7451"/>
                  </a:lnTo>
                  <a:lnTo>
                    <a:pt x="7140" y="0"/>
                  </a:lnTo>
                  <a:lnTo>
                    <a:pt x="4967" y="5278"/>
                  </a:lnTo>
                  <a:lnTo>
                    <a:pt x="4036" y="9624"/>
                  </a:lnTo>
                  <a:lnTo>
                    <a:pt x="1863" y="11797"/>
                  </a:lnTo>
                  <a:lnTo>
                    <a:pt x="0" y="14901"/>
                  </a:lnTo>
                  <a:lnTo>
                    <a:pt x="0" y="36943"/>
                  </a:lnTo>
                  <a:lnTo>
                    <a:pt x="7140" y="51844"/>
                  </a:lnTo>
                  <a:lnTo>
                    <a:pt x="9313" y="54018"/>
                  </a:lnTo>
                  <a:lnTo>
                    <a:pt x="10244" y="54018"/>
                  </a:lnTo>
                  <a:lnTo>
                    <a:pt x="12418" y="56191"/>
                  </a:lnTo>
                  <a:lnTo>
                    <a:pt x="14591" y="56191"/>
                  </a:lnTo>
                  <a:lnTo>
                    <a:pt x="17695" y="54018"/>
                  </a:lnTo>
                  <a:lnTo>
                    <a:pt x="19558" y="49671"/>
                  </a:lnTo>
                  <a:lnTo>
                    <a:pt x="23904" y="48740"/>
                  </a:lnTo>
                  <a:lnTo>
                    <a:pt x="27009" y="48740"/>
                  </a:lnTo>
                  <a:lnTo>
                    <a:pt x="27009" y="44394"/>
                  </a:lnTo>
                  <a:lnTo>
                    <a:pt x="27009" y="42221"/>
                  </a:lnTo>
                  <a:lnTo>
                    <a:pt x="24836" y="4128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370">
              <a:extLst>
                <a:ext uri="{FF2B5EF4-FFF2-40B4-BE49-F238E27FC236}">
                  <a16:creationId xmlns:a16="http://schemas.microsoft.com/office/drawing/2014/main" xmlns="" id="{0AE796C7-599C-472F-B07D-EB3E52525EE8}"/>
                </a:ext>
              </a:extLst>
            </p:cNvPr>
            <p:cNvSpPr/>
            <p:nvPr/>
          </p:nvSpPr>
          <p:spPr>
            <a:xfrm>
              <a:off x="6752448" y="5941160"/>
              <a:ext cx="599160" cy="468773"/>
            </a:xfrm>
            <a:custGeom>
              <a:avLst/>
              <a:gdLst>
                <a:gd name="connsiteX0" fmla="*/ 587363 w 599160"/>
                <a:gd name="connsiteY0" fmla="*/ 227557 h 468773"/>
                <a:gd name="connsiteX1" fmla="*/ 578050 w 599160"/>
                <a:gd name="connsiteY1" fmla="*/ 214828 h 468773"/>
                <a:gd name="connsiteX2" fmla="*/ 567495 w 599160"/>
                <a:gd name="connsiteY2" fmla="*/ 202100 h 468773"/>
                <a:gd name="connsiteX3" fmla="*/ 560355 w 599160"/>
                <a:gd name="connsiteY3" fmla="*/ 183163 h 468773"/>
                <a:gd name="connsiteX4" fmla="*/ 540486 w 599160"/>
                <a:gd name="connsiteY4" fmla="*/ 183163 h 468773"/>
                <a:gd name="connsiteX5" fmla="*/ 536450 w 599160"/>
                <a:gd name="connsiteY5" fmla="*/ 165157 h 468773"/>
                <a:gd name="connsiteX6" fmla="*/ 526826 w 599160"/>
                <a:gd name="connsiteY6" fmla="*/ 151498 h 468773"/>
                <a:gd name="connsiteX7" fmla="*/ 523722 w 599160"/>
                <a:gd name="connsiteY7" fmla="*/ 146220 h 468773"/>
                <a:gd name="connsiteX8" fmla="*/ 520617 w 599160"/>
                <a:gd name="connsiteY8" fmla="*/ 143115 h 468773"/>
                <a:gd name="connsiteX9" fmla="*/ 514408 w 599160"/>
                <a:gd name="connsiteY9" fmla="*/ 140942 h 468773"/>
                <a:gd name="connsiteX10" fmla="*/ 509131 w 599160"/>
                <a:gd name="connsiteY10" fmla="*/ 138769 h 468773"/>
                <a:gd name="connsiteX11" fmla="*/ 499818 w 599160"/>
                <a:gd name="connsiteY11" fmla="*/ 138769 h 468773"/>
                <a:gd name="connsiteX12" fmla="*/ 496713 w 599160"/>
                <a:gd name="connsiteY12" fmla="*/ 129145 h 468773"/>
                <a:gd name="connsiteX13" fmla="*/ 492677 w 599160"/>
                <a:gd name="connsiteY13" fmla="*/ 116417 h 468773"/>
                <a:gd name="connsiteX14" fmla="*/ 487400 w 599160"/>
                <a:gd name="connsiteY14" fmla="*/ 98411 h 468773"/>
                <a:gd name="connsiteX15" fmla="*/ 484295 w 599160"/>
                <a:gd name="connsiteY15" fmla="*/ 83820 h 468773"/>
                <a:gd name="connsiteX16" fmla="*/ 479949 w 599160"/>
                <a:gd name="connsiteY16" fmla="*/ 71092 h 468773"/>
                <a:gd name="connsiteX17" fmla="*/ 479949 w 599160"/>
                <a:gd name="connsiteY17" fmla="*/ 64573 h 468773"/>
                <a:gd name="connsiteX18" fmla="*/ 476845 w 599160"/>
                <a:gd name="connsiteY18" fmla="*/ 63641 h 468773"/>
                <a:gd name="connsiteX19" fmla="*/ 472809 w 599160"/>
                <a:gd name="connsiteY19" fmla="*/ 63641 h 468773"/>
                <a:gd name="connsiteX20" fmla="*/ 467531 w 599160"/>
                <a:gd name="connsiteY20" fmla="*/ 61468 h 468773"/>
                <a:gd name="connsiteX21" fmla="*/ 463496 w 599160"/>
                <a:gd name="connsiteY21" fmla="*/ 61468 h 468773"/>
                <a:gd name="connsiteX22" fmla="*/ 458218 w 599160"/>
                <a:gd name="connsiteY22" fmla="*/ 59295 h 468773"/>
                <a:gd name="connsiteX23" fmla="*/ 456045 w 599160"/>
                <a:gd name="connsiteY23" fmla="*/ 57122 h 468773"/>
                <a:gd name="connsiteX24" fmla="*/ 452940 w 599160"/>
                <a:gd name="connsiteY24" fmla="*/ 49982 h 468773"/>
                <a:gd name="connsiteX25" fmla="*/ 448905 w 599160"/>
                <a:gd name="connsiteY25" fmla="*/ 37253 h 468773"/>
                <a:gd name="connsiteX26" fmla="*/ 443627 w 599160"/>
                <a:gd name="connsiteY26" fmla="*/ 22352 h 468773"/>
                <a:gd name="connsiteX27" fmla="*/ 441454 w 599160"/>
                <a:gd name="connsiteY27" fmla="*/ 9624 h 468773"/>
                <a:gd name="connsiteX28" fmla="*/ 440523 w 599160"/>
                <a:gd name="connsiteY28" fmla="*/ 0 h 468773"/>
                <a:gd name="connsiteX29" fmla="*/ 436487 w 599160"/>
                <a:gd name="connsiteY29" fmla="*/ 0 h 468773"/>
                <a:gd name="connsiteX30" fmla="*/ 431209 w 599160"/>
                <a:gd name="connsiteY30" fmla="*/ 19247 h 468773"/>
                <a:gd name="connsiteX31" fmla="*/ 426863 w 599160"/>
                <a:gd name="connsiteY31" fmla="*/ 42531 h 468773"/>
                <a:gd name="connsiteX32" fmla="*/ 425931 w 599160"/>
                <a:gd name="connsiteY32" fmla="*/ 66746 h 468773"/>
                <a:gd name="connsiteX33" fmla="*/ 420654 w 599160"/>
                <a:gd name="connsiteY33" fmla="*/ 91271 h 468773"/>
                <a:gd name="connsiteX34" fmla="*/ 411341 w 599160"/>
                <a:gd name="connsiteY34" fmla="*/ 105862 h 468773"/>
                <a:gd name="connsiteX35" fmla="*/ 398923 w 599160"/>
                <a:gd name="connsiteY35" fmla="*/ 105862 h 468773"/>
                <a:gd name="connsiteX36" fmla="*/ 382159 w 599160"/>
                <a:gd name="connsiteY36" fmla="*/ 100584 h 468773"/>
                <a:gd name="connsiteX37" fmla="*/ 365395 w 599160"/>
                <a:gd name="connsiteY37" fmla="*/ 91271 h 468773"/>
                <a:gd name="connsiteX38" fmla="*/ 348941 w 599160"/>
                <a:gd name="connsiteY38" fmla="*/ 81647 h 468773"/>
                <a:gd name="connsiteX39" fmla="*/ 336213 w 599160"/>
                <a:gd name="connsiteY39" fmla="*/ 74196 h 468773"/>
                <a:gd name="connsiteX40" fmla="*/ 343663 w 599160"/>
                <a:gd name="connsiteY40" fmla="*/ 49982 h 468773"/>
                <a:gd name="connsiteX41" fmla="*/ 356081 w 599160"/>
                <a:gd name="connsiteY41" fmla="*/ 33838 h 468773"/>
                <a:gd name="connsiteX42" fmla="*/ 356081 w 599160"/>
                <a:gd name="connsiteY42" fmla="*/ 24525 h 468773"/>
                <a:gd name="connsiteX43" fmla="*/ 338386 w 599160"/>
                <a:gd name="connsiteY43" fmla="*/ 26698 h 468773"/>
                <a:gd name="connsiteX44" fmla="*/ 321622 w 599160"/>
                <a:gd name="connsiteY44" fmla="*/ 26698 h 468773"/>
                <a:gd name="connsiteX45" fmla="*/ 306099 w 599160"/>
                <a:gd name="connsiteY45" fmla="*/ 24525 h 468773"/>
                <a:gd name="connsiteX46" fmla="*/ 291509 w 599160"/>
                <a:gd name="connsiteY46" fmla="*/ 17075 h 468773"/>
                <a:gd name="connsiteX47" fmla="*/ 276917 w 599160"/>
                <a:gd name="connsiteY47" fmla="*/ 17075 h 468773"/>
                <a:gd name="connsiteX48" fmla="*/ 277849 w 599160"/>
                <a:gd name="connsiteY48" fmla="*/ 19247 h 468773"/>
                <a:gd name="connsiteX49" fmla="*/ 280022 w 599160"/>
                <a:gd name="connsiteY49" fmla="*/ 20179 h 468773"/>
                <a:gd name="connsiteX50" fmla="*/ 280022 w 599160"/>
                <a:gd name="connsiteY50" fmla="*/ 22352 h 468773"/>
                <a:gd name="connsiteX51" fmla="*/ 284368 w 599160"/>
                <a:gd name="connsiteY51" fmla="*/ 24525 h 468773"/>
                <a:gd name="connsiteX52" fmla="*/ 274745 w 599160"/>
                <a:gd name="connsiteY52" fmla="*/ 33838 h 468773"/>
                <a:gd name="connsiteX53" fmla="*/ 265431 w 599160"/>
                <a:gd name="connsiteY53" fmla="*/ 37253 h 468773"/>
                <a:gd name="connsiteX54" fmla="*/ 256118 w 599160"/>
                <a:gd name="connsiteY54" fmla="*/ 42531 h 468773"/>
                <a:gd name="connsiteX55" fmla="*/ 248977 w 599160"/>
                <a:gd name="connsiteY55" fmla="*/ 48740 h 468773"/>
                <a:gd name="connsiteX56" fmla="*/ 243700 w 599160"/>
                <a:gd name="connsiteY56" fmla="*/ 57122 h 468773"/>
                <a:gd name="connsiteX57" fmla="*/ 240595 w 599160"/>
                <a:gd name="connsiteY57" fmla="*/ 74196 h 468773"/>
                <a:gd name="connsiteX58" fmla="*/ 234387 w 599160"/>
                <a:gd name="connsiteY58" fmla="*/ 72023 h 468773"/>
                <a:gd name="connsiteX59" fmla="*/ 230972 w 599160"/>
                <a:gd name="connsiteY59" fmla="*/ 71092 h 468773"/>
                <a:gd name="connsiteX60" fmla="*/ 226005 w 599160"/>
                <a:gd name="connsiteY60" fmla="*/ 71092 h 468773"/>
                <a:gd name="connsiteX61" fmla="*/ 220727 w 599160"/>
                <a:gd name="connsiteY61" fmla="*/ 68919 h 468773"/>
                <a:gd name="connsiteX62" fmla="*/ 218554 w 599160"/>
                <a:gd name="connsiteY62" fmla="*/ 63641 h 468773"/>
                <a:gd name="connsiteX63" fmla="*/ 218554 w 599160"/>
                <a:gd name="connsiteY63" fmla="*/ 59295 h 468773"/>
                <a:gd name="connsiteX64" fmla="*/ 218554 w 599160"/>
                <a:gd name="connsiteY64" fmla="*/ 56191 h 468773"/>
                <a:gd name="connsiteX65" fmla="*/ 216381 w 599160"/>
                <a:gd name="connsiteY65" fmla="*/ 54017 h 468773"/>
                <a:gd name="connsiteX66" fmla="*/ 209241 w 599160"/>
                <a:gd name="connsiteY66" fmla="*/ 49982 h 468773"/>
                <a:gd name="connsiteX67" fmla="*/ 198685 w 599160"/>
                <a:gd name="connsiteY67" fmla="*/ 56191 h 468773"/>
                <a:gd name="connsiteX68" fmla="*/ 187509 w 599160"/>
                <a:gd name="connsiteY68" fmla="*/ 63641 h 468773"/>
                <a:gd name="connsiteX69" fmla="*/ 176954 w 599160"/>
                <a:gd name="connsiteY69" fmla="*/ 72023 h 468773"/>
                <a:gd name="connsiteX70" fmla="*/ 167641 w 599160"/>
                <a:gd name="connsiteY70" fmla="*/ 81647 h 468773"/>
                <a:gd name="connsiteX71" fmla="*/ 160190 w 599160"/>
                <a:gd name="connsiteY71" fmla="*/ 85683 h 468773"/>
                <a:gd name="connsiteX72" fmla="*/ 160190 w 599160"/>
                <a:gd name="connsiteY72" fmla="*/ 98411 h 468773"/>
                <a:gd name="connsiteX73" fmla="*/ 145599 w 599160"/>
                <a:gd name="connsiteY73" fmla="*/ 103689 h 468773"/>
                <a:gd name="connsiteX74" fmla="*/ 134112 w 599160"/>
                <a:gd name="connsiteY74" fmla="*/ 114554 h 468773"/>
                <a:gd name="connsiteX75" fmla="*/ 126041 w 599160"/>
                <a:gd name="connsiteY75" fmla="*/ 129145 h 468773"/>
                <a:gd name="connsiteX76" fmla="*/ 120763 w 599160"/>
                <a:gd name="connsiteY76" fmla="*/ 143115 h 468773"/>
                <a:gd name="connsiteX77" fmla="*/ 106172 w 599160"/>
                <a:gd name="connsiteY77" fmla="*/ 146220 h 468773"/>
                <a:gd name="connsiteX78" fmla="*/ 89409 w 599160"/>
                <a:gd name="connsiteY78" fmla="*/ 150256 h 468773"/>
                <a:gd name="connsiteX79" fmla="*/ 70782 w 599160"/>
                <a:gd name="connsiteY79" fmla="*/ 153671 h 468773"/>
                <a:gd name="connsiteX80" fmla="*/ 56191 w 599160"/>
                <a:gd name="connsiteY80" fmla="*/ 155533 h 468773"/>
                <a:gd name="connsiteX81" fmla="*/ 47809 w 599160"/>
                <a:gd name="connsiteY81" fmla="*/ 155533 h 468773"/>
                <a:gd name="connsiteX82" fmla="*/ 34149 w 599160"/>
                <a:gd name="connsiteY82" fmla="*/ 161121 h 468773"/>
                <a:gd name="connsiteX83" fmla="*/ 23904 w 599160"/>
                <a:gd name="connsiteY83" fmla="*/ 170435 h 468773"/>
                <a:gd name="connsiteX84" fmla="*/ 16454 w 599160"/>
                <a:gd name="connsiteY84" fmla="*/ 180990 h 468773"/>
                <a:gd name="connsiteX85" fmla="*/ 9313 w 599160"/>
                <a:gd name="connsiteY85" fmla="*/ 192787 h 468773"/>
                <a:gd name="connsiteX86" fmla="*/ 0 w 599160"/>
                <a:gd name="connsiteY86" fmla="*/ 203342 h 468773"/>
                <a:gd name="connsiteX87" fmla="*/ 4036 w 599160"/>
                <a:gd name="connsiteY87" fmla="*/ 216070 h 468773"/>
                <a:gd name="connsiteX88" fmla="*/ 7140 w 599160"/>
                <a:gd name="connsiteY88" fmla="*/ 227557 h 468773"/>
                <a:gd name="connsiteX89" fmla="*/ 16454 w 599160"/>
                <a:gd name="connsiteY89" fmla="*/ 237180 h 468773"/>
                <a:gd name="connsiteX90" fmla="*/ 14591 w 599160"/>
                <a:gd name="connsiteY90" fmla="*/ 240285 h 468773"/>
                <a:gd name="connsiteX91" fmla="*/ 13349 w 599160"/>
                <a:gd name="connsiteY91" fmla="*/ 242458 h 468773"/>
                <a:gd name="connsiteX92" fmla="*/ 11176 w 599160"/>
                <a:gd name="connsiteY92" fmla="*/ 244631 h 468773"/>
                <a:gd name="connsiteX93" fmla="*/ 9313 w 599160"/>
                <a:gd name="connsiteY93" fmla="*/ 242458 h 468773"/>
                <a:gd name="connsiteX94" fmla="*/ 7140 w 599160"/>
                <a:gd name="connsiteY94" fmla="*/ 242458 h 468773"/>
                <a:gd name="connsiteX95" fmla="*/ 4036 w 599160"/>
                <a:gd name="connsiteY95" fmla="*/ 240285 h 468773"/>
                <a:gd name="connsiteX96" fmla="*/ 0 w 599160"/>
                <a:gd name="connsiteY96" fmla="*/ 240285 h 468773"/>
                <a:gd name="connsiteX97" fmla="*/ 4036 w 599160"/>
                <a:gd name="connsiteY97" fmla="*/ 253013 h 468773"/>
                <a:gd name="connsiteX98" fmla="*/ 9313 w 599160"/>
                <a:gd name="connsiteY98" fmla="*/ 270088 h 468773"/>
                <a:gd name="connsiteX99" fmla="*/ 18627 w 599160"/>
                <a:gd name="connsiteY99" fmla="*/ 289025 h 468773"/>
                <a:gd name="connsiteX100" fmla="*/ 25767 w 599160"/>
                <a:gd name="connsiteY100" fmla="*/ 309204 h 468773"/>
                <a:gd name="connsiteX101" fmla="*/ 33218 w 599160"/>
                <a:gd name="connsiteY101" fmla="*/ 327210 h 468773"/>
                <a:gd name="connsiteX102" fmla="*/ 34149 w 599160"/>
                <a:gd name="connsiteY102" fmla="*/ 346147 h 468773"/>
                <a:gd name="connsiteX103" fmla="*/ 33218 w 599160"/>
                <a:gd name="connsiteY103" fmla="*/ 361980 h 468773"/>
                <a:gd name="connsiteX104" fmla="*/ 23904 w 599160"/>
                <a:gd name="connsiteY104" fmla="*/ 375639 h 468773"/>
                <a:gd name="connsiteX105" fmla="*/ 27009 w 599160"/>
                <a:gd name="connsiteY105" fmla="*/ 381227 h 468773"/>
                <a:gd name="connsiteX106" fmla="*/ 33218 w 599160"/>
                <a:gd name="connsiteY106" fmla="*/ 386505 h 468773"/>
                <a:gd name="connsiteX107" fmla="*/ 36322 w 599160"/>
                <a:gd name="connsiteY107" fmla="*/ 391782 h 468773"/>
                <a:gd name="connsiteX108" fmla="*/ 40358 w 599160"/>
                <a:gd name="connsiteY108" fmla="*/ 398923 h 468773"/>
                <a:gd name="connsiteX109" fmla="*/ 54949 w 599160"/>
                <a:gd name="connsiteY109" fmla="*/ 398923 h 468773"/>
                <a:gd name="connsiteX110" fmla="*/ 67677 w 599160"/>
                <a:gd name="connsiteY110" fmla="*/ 397991 h 468773"/>
                <a:gd name="connsiteX111" fmla="*/ 77922 w 599160"/>
                <a:gd name="connsiteY111" fmla="*/ 391782 h 468773"/>
                <a:gd name="connsiteX112" fmla="*/ 91582 w 599160"/>
                <a:gd name="connsiteY112" fmla="*/ 386505 h 468773"/>
                <a:gd name="connsiteX113" fmla="*/ 103999 w 599160"/>
                <a:gd name="connsiteY113" fmla="*/ 383090 h 468773"/>
                <a:gd name="connsiteX114" fmla="*/ 121695 w 599160"/>
                <a:gd name="connsiteY114" fmla="*/ 381227 h 468773"/>
                <a:gd name="connsiteX115" fmla="*/ 138459 w 599160"/>
                <a:gd name="connsiteY115" fmla="*/ 383090 h 468773"/>
                <a:gd name="connsiteX116" fmla="*/ 156154 w 599160"/>
                <a:gd name="connsiteY116" fmla="*/ 383090 h 468773"/>
                <a:gd name="connsiteX117" fmla="*/ 163294 w 599160"/>
                <a:gd name="connsiteY117" fmla="*/ 358875 h 468773"/>
                <a:gd name="connsiteX118" fmla="*/ 176954 w 599160"/>
                <a:gd name="connsiteY118" fmla="*/ 354529 h 468773"/>
                <a:gd name="connsiteX119" fmla="*/ 194649 w 599160"/>
                <a:gd name="connsiteY119" fmla="*/ 351425 h 468773"/>
                <a:gd name="connsiteX120" fmla="*/ 214518 w 599160"/>
                <a:gd name="connsiteY120" fmla="*/ 347078 h 468773"/>
                <a:gd name="connsiteX121" fmla="*/ 234387 w 599160"/>
                <a:gd name="connsiteY121" fmla="*/ 346147 h 468773"/>
                <a:gd name="connsiteX122" fmla="*/ 255186 w 599160"/>
                <a:gd name="connsiteY122" fmla="*/ 343974 h 468773"/>
                <a:gd name="connsiteX123" fmla="*/ 269777 w 599160"/>
                <a:gd name="connsiteY123" fmla="*/ 346147 h 468773"/>
                <a:gd name="connsiteX124" fmla="*/ 280022 w 599160"/>
                <a:gd name="connsiteY124" fmla="*/ 349252 h 468773"/>
                <a:gd name="connsiteX125" fmla="*/ 296786 w 599160"/>
                <a:gd name="connsiteY125" fmla="*/ 351425 h 468773"/>
                <a:gd name="connsiteX126" fmla="*/ 309204 w 599160"/>
                <a:gd name="connsiteY126" fmla="*/ 358875 h 468773"/>
                <a:gd name="connsiteX127" fmla="*/ 318517 w 599160"/>
                <a:gd name="connsiteY127" fmla="*/ 368499 h 468773"/>
                <a:gd name="connsiteX128" fmla="*/ 325968 w 599160"/>
                <a:gd name="connsiteY128" fmla="*/ 379054 h 468773"/>
                <a:gd name="connsiteX129" fmla="*/ 331245 w 599160"/>
                <a:gd name="connsiteY129" fmla="*/ 390541 h 468773"/>
                <a:gd name="connsiteX130" fmla="*/ 345837 w 599160"/>
                <a:gd name="connsiteY130" fmla="*/ 384332 h 468773"/>
                <a:gd name="connsiteX131" fmla="*/ 355150 w 599160"/>
                <a:gd name="connsiteY131" fmla="*/ 379054 h 468773"/>
                <a:gd name="connsiteX132" fmla="*/ 363532 w 599160"/>
                <a:gd name="connsiteY132" fmla="*/ 369431 h 468773"/>
                <a:gd name="connsiteX133" fmla="*/ 363532 w 599160"/>
                <a:gd name="connsiteY133" fmla="*/ 375639 h 468773"/>
                <a:gd name="connsiteX134" fmla="*/ 367568 w 599160"/>
                <a:gd name="connsiteY134" fmla="*/ 375639 h 468773"/>
                <a:gd name="connsiteX135" fmla="*/ 363532 w 599160"/>
                <a:gd name="connsiteY135" fmla="*/ 381227 h 468773"/>
                <a:gd name="connsiteX136" fmla="*/ 358254 w 599160"/>
                <a:gd name="connsiteY136" fmla="*/ 386505 h 468773"/>
                <a:gd name="connsiteX137" fmla="*/ 350804 w 599160"/>
                <a:gd name="connsiteY137" fmla="*/ 390541 h 468773"/>
                <a:gd name="connsiteX138" fmla="*/ 350804 w 599160"/>
                <a:gd name="connsiteY138" fmla="*/ 393645 h 468773"/>
                <a:gd name="connsiteX139" fmla="*/ 356081 w 599160"/>
                <a:gd name="connsiteY139" fmla="*/ 393645 h 468773"/>
                <a:gd name="connsiteX140" fmla="*/ 356081 w 599160"/>
                <a:gd name="connsiteY140" fmla="*/ 398923 h 468773"/>
                <a:gd name="connsiteX141" fmla="*/ 358254 w 599160"/>
                <a:gd name="connsiteY141" fmla="*/ 398923 h 468773"/>
                <a:gd name="connsiteX142" fmla="*/ 360427 w 599160"/>
                <a:gd name="connsiteY142" fmla="*/ 398923 h 468773"/>
                <a:gd name="connsiteX143" fmla="*/ 362290 w 599160"/>
                <a:gd name="connsiteY143" fmla="*/ 397991 h 468773"/>
                <a:gd name="connsiteX144" fmla="*/ 362290 w 599160"/>
                <a:gd name="connsiteY144" fmla="*/ 395818 h 468773"/>
                <a:gd name="connsiteX145" fmla="*/ 363532 w 599160"/>
                <a:gd name="connsiteY145" fmla="*/ 393645 h 468773"/>
                <a:gd name="connsiteX146" fmla="*/ 369741 w 599160"/>
                <a:gd name="connsiteY146" fmla="*/ 395818 h 468773"/>
                <a:gd name="connsiteX147" fmla="*/ 370672 w 599160"/>
                <a:gd name="connsiteY147" fmla="*/ 397991 h 468773"/>
                <a:gd name="connsiteX148" fmla="*/ 372845 w 599160"/>
                <a:gd name="connsiteY148" fmla="*/ 398923 h 468773"/>
                <a:gd name="connsiteX149" fmla="*/ 372845 w 599160"/>
                <a:gd name="connsiteY149" fmla="*/ 401096 h 468773"/>
                <a:gd name="connsiteX150" fmla="*/ 372845 w 599160"/>
                <a:gd name="connsiteY150" fmla="*/ 403269 h 468773"/>
                <a:gd name="connsiteX151" fmla="*/ 370672 w 599160"/>
                <a:gd name="connsiteY151" fmla="*/ 405442 h 468773"/>
                <a:gd name="connsiteX152" fmla="*/ 370672 w 599160"/>
                <a:gd name="connsiteY152" fmla="*/ 406373 h 468773"/>
                <a:gd name="connsiteX153" fmla="*/ 372845 w 599160"/>
                <a:gd name="connsiteY153" fmla="*/ 408547 h 468773"/>
                <a:gd name="connsiteX154" fmla="*/ 376881 w 599160"/>
                <a:gd name="connsiteY154" fmla="*/ 410720 h 468773"/>
                <a:gd name="connsiteX155" fmla="*/ 379986 w 599160"/>
                <a:gd name="connsiteY155" fmla="*/ 413824 h 468773"/>
                <a:gd name="connsiteX156" fmla="*/ 385263 w 599160"/>
                <a:gd name="connsiteY156" fmla="*/ 415997 h 468773"/>
                <a:gd name="connsiteX157" fmla="*/ 391472 w 599160"/>
                <a:gd name="connsiteY157" fmla="*/ 418170 h 468773"/>
                <a:gd name="connsiteX158" fmla="*/ 396750 w 599160"/>
                <a:gd name="connsiteY158" fmla="*/ 419102 h 468773"/>
                <a:gd name="connsiteX159" fmla="*/ 403890 w 599160"/>
                <a:gd name="connsiteY159" fmla="*/ 456355 h 468773"/>
                <a:gd name="connsiteX160" fmla="*/ 420654 w 599160"/>
                <a:gd name="connsiteY160" fmla="*/ 458218 h 468773"/>
                <a:gd name="connsiteX161" fmla="*/ 434314 w 599160"/>
                <a:gd name="connsiteY161" fmla="*/ 460391 h 468773"/>
                <a:gd name="connsiteX162" fmla="*/ 447663 w 599160"/>
                <a:gd name="connsiteY162" fmla="*/ 462564 h 468773"/>
                <a:gd name="connsiteX163" fmla="*/ 458218 w 599160"/>
                <a:gd name="connsiteY163" fmla="*/ 458218 h 468773"/>
                <a:gd name="connsiteX164" fmla="*/ 467531 w 599160"/>
                <a:gd name="connsiteY164" fmla="*/ 451078 h 468773"/>
                <a:gd name="connsiteX165" fmla="*/ 479949 w 599160"/>
                <a:gd name="connsiteY165" fmla="*/ 462564 h 468773"/>
                <a:gd name="connsiteX166" fmla="*/ 491436 w 599160"/>
                <a:gd name="connsiteY166" fmla="*/ 470946 h 468773"/>
                <a:gd name="connsiteX167" fmla="*/ 499818 w 599160"/>
                <a:gd name="connsiteY167" fmla="*/ 467842 h 468773"/>
                <a:gd name="connsiteX168" fmla="*/ 513477 w 599160"/>
                <a:gd name="connsiteY168" fmla="*/ 462564 h 468773"/>
                <a:gd name="connsiteX169" fmla="*/ 525895 w 599160"/>
                <a:gd name="connsiteY169" fmla="*/ 456355 h 468773"/>
                <a:gd name="connsiteX170" fmla="*/ 536450 w 599160"/>
                <a:gd name="connsiteY170" fmla="*/ 451078 h 468773"/>
                <a:gd name="connsiteX171" fmla="*/ 545764 w 599160"/>
                <a:gd name="connsiteY171" fmla="*/ 441454 h 468773"/>
                <a:gd name="connsiteX172" fmla="*/ 551041 w 599160"/>
                <a:gd name="connsiteY172" fmla="*/ 428726 h 468773"/>
                <a:gd name="connsiteX173" fmla="*/ 555077 w 599160"/>
                <a:gd name="connsiteY173" fmla="*/ 412893 h 468773"/>
                <a:gd name="connsiteX174" fmla="*/ 560355 w 599160"/>
                <a:gd name="connsiteY174" fmla="*/ 397991 h 468773"/>
                <a:gd name="connsiteX175" fmla="*/ 563459 w 599160"/>
                <a:gd name="connsiteY175" fmla="*/ 383090 h 468773"/>
                <a:gd name="connsiteX176" fmla="*/ 574945 w 599160"/>
                <a:gd name="connsiteY176" fmla="*/ 358875 h 468773"/>
                <a:gd name="connsiteX177" fmla="*/ 584259 w 599160"/>
                <a:gd name="connsiteY177" fmla="*/ 336523 h 468773"/>
                <a:gd name="connsiteX178" fmla="*/ 592641 w 599160"/>
                <a:gd name="connsiteY178" fmla="*/ 316655 h 468773"/>
                <a:gd name="connsiteX179" fmla="*/ 598850 w 599160"/>
                <a:gd name="connsiteY179" fmla="*/ 294303 h 468773"/>
                <a:gd name="connsiteX180" fmla="*/ 599781 w 599160"/>
                <a:gd name="connsiteY180" fmla="*/ 271950 h 468773"/>
                <a:gd name="connsiteX181" fmla="*/ 596677 w 599160"/>
                <a:gd name="connsiteY181" fmla="*/ 244631 h 468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</a:cxnLst>
              <a:rect l="l" t="t" r="r" b="b"/>
              <a:pathLst>
                <a:path w="599160" h="468773">
                  <a:moveTo>
                    <a:pt x="587363" y="227557"/>
                  </a:moveTo>
                  <a:lnTo>
                    <a:pt x="578050" y="214828"/>
                  </a:lnTo>
                  <a:lnTo>
                    <a:pt x="567495" y="202100"/>
                  </a:lnTo>
                  <a:lnTo>
                    <a:pt x="560355" y="183163"/>
                  </a:lnTo>
                  <a:lnTo>
                    <a:pt x="540486" y="183163"/>
                  </a:lnTo>
                  <a:lnTo>
                    <a:pt x="536450" y="165157"/>
                  </a:lnTo>
                  <a:lnTo>
                    <a:pt x="526826" y="151498"/>
                  </a:lnTo>
                  <a:lnTo>
                    <a:pt x="523722" y="146220"/>
                  </a:lnTo>
                  <a:lnTo>
                    <a:pt x="520617" y="143115"/>
                  </a:lnTo>
                  <a:lnTo>
                    <a:pt x="514408" y="140942"/>
                  </a:lnTo>
                  <a:lnTo>
                    <a:pt x="509131" y="138769"/>
                  </a:lnTo>
                  <a:lnTo>
                    <a:pt x="499818" y="138769"/>
                  </a:lnTo>
                  <a:lnTo>
                    <a:pt x="496713" y="129145"/>
                  </a:lnTo>
                  <a:lnTo>
                    <a:pt x="492677" y="116417"/>
                  </a:lnTo>
                  <a:lnTo>
                    <a:pt x="487400" y="98411"/>
                  </a:lnTo>
                  <a:lnTo>
                    <a:pt x="484295" y="83820"/>
                  </a:lnTo>
                  <a:lnTo>
                    <a:pt x="479949" y="71092"/>
                  </a:lnTo>
                  <a:lnTo>
                    <a:pt x="479949" y="64573"/>
                  </a:lnTo>
                  <a:lnTo>
                    <a:pt x="476845" y="63641"/>
                  </a:lnTo>
                  <a:lnTo>
                    <a:pt x="472809" y="63641"/>
                  </a:lnTo>
                  <a:lnTo>
                    <a:pt x="467531" y="61468"/>
                  </a:lnTo>
                  <a:lnTo>
                    <a:pt x="463496" y="61468"/>
                  </a:lnTo>
                  <a:lnTo>
                    <a:pt x="458218" y="59295"/>
                  </a:lnTo>
                  <a:lnTo>
                    <a:pt x="456045" y="57122"/>
                  </a:lnTo>
                  <a:lnTo>
                    <a:pt x="452940" y="49982"/>
                  </a:lnTo>
                  <a:lnTo>
                    <a:pt x="448905" y="37253"/>
                  </a:lnTo>
                  <a:lnTo>
                    <a:pt x="443627" y="22352"/>
                  </a:lnTo>
                  <a:lnTo>
                    <a:pt x="441454" y="9624"/>
                  </a:lnTo>
                  <a:lnTo>
                    <a:pt x="440523" y="0"/>
                  </a:lnTo>
                  <a:lnTo>
                    <a:pt x="436487" y="0"/>
                  </a:lnTo>
                  <a:lnTo>
                    <a:pt x="431209" y="19247"/>
                  </a:lnTo>
                  <a:lnTo>
                    <a:pt x="426863" y="42531"/>
                  </a:lnTo>
                  <a:lnTo>
                    <a:pt x="425931" y="66746"/>
                  </a:lnTo>
                  <a:lnTo>
                    <a:pt x="420654" y="91271"/>
                  </a:lnTo>
                  <a:lnTo>
                    <a:pt x="411341" y="105862"/>
                  </a:lnTo>
                  <a:lnTo>
                    <a:pt x="398923" y="105862"/>
                  </a:lnTo>
                  <a:lnTo>
                    <a:pt x="382159" y="100584"/>
                  </a:lnTo>
                  <a:lnTo>
                    <a:pt x="365395" y="91271"/>
                  </a:lnTo>
                  <a:lnTo>
                    <a:pt x="348941" y="81647"/>
                  </a:lnTo>
                  <a:lnTo>
                    <a:pt x="336213" y="74196"/>
                  </a:lnTo>
                  <a:lnTo>
                    <a:pt x="343663" y="49982"/>
                  </a:lnTo>
                  <a:lnTo>
                    <a:pt x="356081" y="33838"/>
                  </a:lnTo>
                  <a:lnTo>
                    <a:pt x="356081" y="24525"/>
                  </a:lnTo>
                  <a:lnTo>
                    <a:pt x="338386" y="26698"/>
                  </a:lnTo>
                  <a:lnTo>
                    <a:pt x="321622" y="26698"/>
                  </a:lnTo>
                  <a:lnTo>
                    <a:pt x="306099" y="24525"/>
                  </a:lnTo>
                  <a:lnTo>
                    <a:pt x="291509" y="17075"/>
                  </a:lnTo>
                  <a:lnTo>
                    <a:pt x="276917" y="17075"/>
                  </a:lnTo>
                  <a:lnTo>
                    <a:pt x="277849" y="19247"/>
                  </a:lnTo>
                  <a:lnTo>
                    <a:pt x="280022" y="20179"/>
                  </a:lnTo>
                  <a:lnTo>
                    <a:pt x="280022" y="22352"/>
                  </a:lnTo>
                  <a:lnTo>
                    <a:pt x="284368" y="24525"/>
                  </a:lnTo>
                  <a:lnTo>
                    <a:pt x="274745" y="33838"/>
                  </a:lnTo>
                  <a:lnTo>
                    <a:pt x="265431" y="37253"/>
                  </a:lnTo>
                  <a:lnTo>
                    <a:pt x="256118" y="42531"/>
                  </a:lnTo>
                  <a:lnTo>
                    <a:pt x="248977" y="48740"/>
                  </a:lnTo>
                  <a:lnTo>
                    <a:pt x="243700" y="57122"/>
                  </a:lnTo>
                  <a:lnTo>
                    <a:pt x="240595" y="74196"/>
                  </a:lnTo>
                  <a:lnTo>
                    <a:pt x="234387" y="72023"/>
                  </a:lnTo>
                  <a:lnTo>
                    <a:pt x="230972" y="71092"/>
                  </a:lnTo>
                  <a:lnTo>
                    <a:pt x="226005" y="71092"/>
                  </a:lnTo>
                  <a:lnTo>
                    <a:pt x="220727" y="68919"/>
                  </a:lnTo>
                  <a:lnTo>
                    <a:pt x="218554" y="63641"/>
                  </a:lnTo>
                  <a:lnTo>
                    <a:pt x="218554" y="59295"/>
                  </a:lnTo>
                  <a:lnTo>
                    <a:pt x="218554" y="56191"/>
                  </a:lnTo>
                  <a:lnTo>
                    <a:pt x="216381" y="54017"/>
                  </a:lnTo>
                  <a:lnTo>
                    <a:pt x="209241" y="49982"/>
                  </a:lnTo>
                  <a:lnTo>
                    <a:pt x="198685" y="56191"/>
                  </a:lnTo>
                  <a:lnTo>
                    <a:pt x="187509" y="63641"/>
                  </a:lnTo>
                  <a:lnTo>
                    <a:pt x="176954" y="72023"/>
                  </a:lnTo>
                  <a:lnTo>
                    <a:pt x="167641" y="81647"/>
                  </a:lnTo>
                  <a:lnTo>
                    <a:pt x="160190" y="85683"/>
                  </a:lnTo>
                  <a:lnTo>
                    <a:pt x="160190" y="98411"/>
                  </a:lnTo>
                  <a:lnTo>
                    <a:pt x="145599" y="103689"/>
                  </a:lnTo>
                  <a:lnTo>
                    <a:pt x="134112" y="114554"/>
                  </a:lnTo>
                  <a:lnTo>
                    <a:pt x="126041" y="129145"/>
                  </a:lnTo>
                  <a:lnTo>
                    <a:pt x="120763" y="143115"/>
                  </a:lnTo>
                  <a:lnTo>
                    <a:pt x="106172" y="146220"/>
                  </a:lnTo>
                  <a:lnTo>
                    <a:pt x="89409" y="150256"/>
                  </a:lnTo>
                  <a:lnTo>
                    <a:pt x="70782" y="153671"/>
                  </a:lnTo>
                  <a:lnTo>
                    <a:pt x="56191" y="155533"/>
                  </a:lnTo>
                  <a:lnTo>
                    <a:pt x="47809" y="155533"/>
                  </a:lnTo>
                  <a:lnTo>
                    <a:pt x="34149" y="161121"/>
                  </a:lnTo>
                  <a:lnTo>
                    <a:pt x="23904" y="170435"/>
                  </a:lnTo>
                  <a:lnTo>
                    <a:pt x="16454" y="180990"/>
                  </a:lnTo>
                  <a:lnTo>
                    <a:pt x="9313" y="192787"/>
                  </a:lnTo>
                  <a:lnTo>
                    <a:pt x="0" y="203342"/>
                  </a:lnTo>
                  <a:lnTo>
                    <a:pt x="4036" y="216070"/>
                  </a:lnTo>
                  <a:lnTo>
                    <a:pt x="7140" y="227557"/>
                  </a:lnTo>
                  <a:lnTo>
                    <a:pt x="16454" y="237180"/>
                  </a:lnTo>
                  <a:lnTo>
                    <a:pt x="14591" y="240285"/>
                  </a:lnTo>
                  <a:lnTo>
                    <a:pt x="13349" y="242458"/>
                  </a:lnTo>
                  <a:lnTo>
                    <a:pt x="11176" y="244631"/>
                  </a:lnTo>
                  <a:lnTo>
                    <a:pt x="9313" y="242458"/>
                  </a:lnTo>
                  <a:lnTo>
                    <a:pt x="7140" y="242458"/>
                  </a:lnTo>
                  <a:lnTo>
                    <a:pt x="4036" y="240285"/>
                  </a:lnTo>
                  <a:lnTo>
                    <a:pt x="0" y="240285"/>
                  </a:lnTo>
                  <a:lnTo>
                    <a:pt x="4036" y="253013"/>
                  </a:lnTo>
                  <a:lnTo>
                    <a:pt x="9313" y="270088"/>
                  </a:lnTo>
                  <a:lnTo>
                    <a:pt x="18627" y="289025"/>
                  </a:lnTo>
                  <a:lnTo>
                    <a:pt x="25767" y="309204"/>
                  </a:lnTo>
                  <a:lnTo>
                    <a:pt x="33218" y="327210"/>
                  </a:lnTo>
                  <a:lnTo>
                    <a:pt x="34149" y="346147"/>
                  </a:lnTo>
                  <a:lnTo>
                    <a:pt x="33218" y="361980"/>
                  </a:lnTo>
                  <a:lnTo>
                    <a:pt x="23904" y="375639"/>
                  </a:lnTo>
                  <a:lnTo>
                    <a:pt x="27009" y="381227"/>
                  </a:lnTo>
                  <a:lnTo>
                    <a:pt x="33218" y="386505"/>
                  </a:lnTo>
                  <a:lnTo>
                    <a:pt x="36322" y="391782"/>
                  </a:lnTo>
                  <a:lnTo>
                    <a:pt x="40358" y="398923"/>
                  </a:lnTo>
                  <a:lnTo>
                    <a:pt x="54949" y="398923"/>
                  </a:lnTo>
                  <a:lnTo>
                    <a:pt x="67677" y="397991"/>
                  </a:lnTo>
                  <a:lnTo>
                    <a:pt x="77922" y="391782"/>
                  </a:lnTo>
                  <a:lnTo>
                    <a:pt x="91582" y="386505"/>
                  </a:lnTo>
                  <a:lnTo>
                    <a:pt x="103999" y="383090"/>
                  </a:lnTo>
                  <a:lnTo>
                    <a:pt x="121695" y="381227"/>
                  </a:lnTo>
                  <a:lnTo>
                    <a:pt x="138459" y="383090"/>
                  </a:lnTo>
                  <a:lnTo>
                    <a:pt x="156154" y="383090"/>
                  </a:lnTo>
                  <a:lnTo>
                    <a:pt x="163294" y="358875"/>
                  </a:lnTo>
                  <a:lnTo>
                    <a:pt x="176954" y="354529"/>
                  </a:lnTo>
                  <a:lnTo>
                    <a:pt x="194649" y="351425"/>
                  </a:lnTo>
                  <a:lnTo>
                    <a:pt x="214518" y="347078"/>
                  </a:lnTo>
                  <a:lnTo>
                    <a:pt x="234387" y="346147"/>
                  </a:lnTo>
                  <a:lnTo>
                    <a:pt x="255186" y="343974"/>
                  </a:lnTo>
                  <a:lnTo>
                    <a:pt x="269777" y="346147"/>
                  </a:lnTo>
                  <a:lnTo>
                    <a:pt x="280022" y="349252"/>
                  </a:lnTo>
                  <a:lnTo>
                    <a:pt x="296786" y="351425"/>
                  </a:lnTo>
                  <a:lnTo>
                    <a:pt x="309204" y="358875"/>
                  </a:lnTo>
                  <a:lnTo>
                    <a:pt x="318517" y="368499"/>
                  </a:lnTo>
                  <a:lnTo>
                    <a:pt x="325968" y="379054"/>
                  </a:lnTo>
                  <a:lnTo>
                    <a:pt x="331245" y="390541"/>
                  </a:lnTo>
                  <a:lnTo>
                    <a:pt x="345837" y="384332"/>
                  </a:lnTo>
                  <a:lnTo>
                    <a:pt x="355150" y="379054"/>
                  </a:lnTo>
                  <a:lnTo>
                    <a:pt x="363532" y="369431"/>
                  </a:lnTo>
                  <a:lnTo>
                    <a:pt x="363532" y="375639"/>
                  </a:lnTo>
                  <a:lnTo>
                    <a:pt x="367568" y="375639"/>
                  </a:lnTo>
                  <a:lnTo>
                    <a:pt x="363532" y="381227"/>
                  </a:lnTo>
                  <a:lnTo>
                    <a:pt x="358254" y="386505"/>
                  </a:lnTo>
                  <a:lnTo>
                    <a:pt x="350804" y="390541"/>
                  </a:lnTo>
                  <a:lnTo>
                    <a:pt x="350804" y="393645"/>
                  </a:lnTo>
                  <a:lnTo>
                    <a:pt x="356081" y="393645"/>
                  </a:lnTo>
                  <a:lnTo>
                    <a:pt x="356081" y="398923"/>
                  </a:lnTo>
                  <a:lnTo>
                    <a:pt x="358254" y="398923"/>
                  </a:lnTo>
                  <a:lnTo>
                    <a:pt x="360427" y="398923"/>
                  </a:lnTo>
                  <a:lnTo>
                    <a:pt x="362290" y="397991"/>
                  </a:lnTo>
                  <a:lnTo>
                    <a:pt x="362290" y="395818"/>
                  </a:lnTo>
                  <a:lnTo>
                    <a:pt x="363532" y="393645"/>
                  </a:lnTo>
                  <a:lnTo>
                    <a:pt x="369741" y="395818"/>
                  </a:lnTo>
                  <a:lnTo>
                    <a:pt x="370672" y="397991"/>
                  </a:lnTo>
                  <a:lnTo>
                    <a:pt x="372845" y="398923"/>
                  </a:lnTo>
                  <a:lnTo>
                    <a:pt x="372845" y="401096"/>
                  </a:lnTo>
                  <a:lnTo>
                    <a:pt x="372845" y="403269"/>
                  </a:lnTo>
                  <a:lnTo>
                    <a:pt x="370672" y="405442"/>
                  </a:lnTo>
                  <a:lnTo>
                    <a:pt x="370672" y="406373"/>
                  </a:lnTo>
                  <a:lnTo>
                    <a:pt x="372845" y="408547"/>
                  </a:lnTo>
                  <a:lnTo>
                    <a:pt x="376881" y="410720"/>
                  </a:lnTo>
                  <a:lnTo>
                    <a:pt x="379986" y="413824"/>
                  </a:lnTo>
                  <a:lnTo>
                    <a:pt x="385263" y="415997"/>
                  </a:lnTo>
                  <a:lnTo>
                    <a:pt x="391472" y="418170"/>
                  </a:lnTo>
                  <a:lnTo>
                    <a:pt x="396750" y="419102"/>
                  </a:lnTo>
                  <a:lnTo>
                    <a:pt x="403890" y="456355"/>
                  </a:lnTo>
                  <a:lnTo>
                    <a:pt x="420654" y="458218"/>
                  </a:lnTo>
                  <a:lnTo>
                    <a:pt x="434314" y="460391"/>
                  </a:lnTo>
                  <a:lnTo>
                    <a:pt x="447663" y="462564"/>
                  </a:lnTo>
                  <a:lnTo>
                    <a:pt x="458218" y="458218"/>
                  </a:lnTo>
                  <a:lnTo>
                    <a:pt x="467531" y="451078"/>
                  </a:lnTo>
                  <a:lnTo>
                    <a:pt x="479949" y="462564"/>
                  </a:lnTo>
                  <a:lnTo>
                    <a:pt x="491436" y="470946"/>
                  </a:lnTo>
                  <a:lnTo>
                    <a:pt x="499818" y="467842"/>
                  </a:lnTo>
                  <a:lnTo>
                    <a:pt x="513477" y="462564"/>
                  </a:lnTo>
                  <a:lnTo>
                    <a:pt x="525895" y="456355"/>
                  </a:lnTo>
                  <a:lnTo>
                    <a:pt x="536450" y="451078"/>
                  </a:lnTo>
                  <a:lnTo>
                    <a:pt x="545764" y="441454"/>
                  </a:lnTo>
                  <a:lnTo>
                    <a:pt x="551041" y="428726"/>
                  </a:lnTo>
                  <a:lnTo>
                    <a:pt x="555077" y="412893"/>
                  </a:lnTo>
                  <a:lnTo>
                    <a:pt x="560355" y="397991"/>
                  </a:lnTo>
                  <a:lnTo>
                    <a:pt x="563459" y="383090"/>
                  </a:lnTo>
                  <a:lnTo>
                    <a:pt x="574945" y="358875"/>
                  </a:lnTo>
                  <a:lnTo>
                    <a:pt x="584259" y="336523"/>
                  </a:lnTo>
                  <a:lnTo>
                    <a:pt x="592641" y="316655"/>
                  </a:lnTo>
                  <a:lnTo>
                    <a:pt x="598850" y="294303"/>
                  </a:lnTo>
                  <a:lnTo>
                    <a:pt x="599781" y="271950"/>
                  </a:lnTo>
                  <a:lnTo>
                    <a:pt x="596677" y="24463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371">
              <a:extLst>
                <a:ext uri="{FF2B5EF4-FFF2-40B4-BE49-F238E27FC236}">
                  <a16:creationId xmlns:a16="http://schemas.microsoft.com/office/drawing/2014/main" xmlns="" id="{1765B408-1F3C-4DAC-8F93-44F54AD97A4A}"/>
                </a:ext>
              </a:extLst>
            </p:cNvPr>
            <p:cNvSpPr/>
            <p:nvPr/>
          </p:nvSpPr>
          <p:spPr>
            <a:xfrm>
              <a:off x="7376444" y="5893661"/>
              <a:ext cx="15522" cy="9313"/>
            </a:xfrm>
            <a:custGeom>
              <a:avLst/>
              <a:gdLst>
                <a:gd name="connsiteX0" fmla="*/ 9313 w 15522"/>
                <a:gd name="connsiteY0" fmla="*/ 5278 h 9313"/>
                <a:gd name="connsiteX1" fmla="*/ 9313 w 15522"/>
                <a:gd name="connsiteY1" fmla="*/ 3104 h 9313"/>
                <a:gd name="connsiteX2" fmla="*/ 7140 w 15522"/>
                <a:gd name="connsiteY2" fmla="*/ 2173 h 9313"/>
                <a:gd name="connsiteX3" fmla="*/ 4967 w 15522"/>
                <a:gd name="connsiteY3" fmla="*/ 2173 h 9313"/>
                <a:gd name="connsiteX4" fmla="*/ 3104 w 15522"/>
                <a:gd name="connsiteY4" fmla="*/ 0 h 9313"/>
                <a:gd name="connsiteX5" fmla="*/ 0 w 15522"/>
                <a:gd name="connsiteY5" fmla="*/ 0 h 9313"/>
                <a:gd name="connsiteX6" fmla="*/ 3104 w 15522"/>
                <a:gd name="connsiteY6" fmla="*/ 3104 h 9313"/>
                <a:gd name="connsiteX7" fmla="*/ 4967 w 15522"/>
                <a:gd name="connsiteY7" fmla="*/ 5278 h 9313"/>
                <a:gd name="connsiteX8" fmla="*/ 7140 w 15522"/>
                <a:gd name="connsiteY8" fmla="*/ 7451 h 9313"/>
                <a:gd name="connsiteX9" fmla="*/ 10245 w 15522"/>
                <a:gd name="connsiteY9" fmla="*/ 9624 h 9313"/>
                <a:gd name="connsiteX10" fmla="*/ 16454 w 15522"/>
                <a:gd name="connsiteY10" fmla="*/ 10555 h 9313"/>
                <a:gd name="connsiteX11" fmla="*/ 16454 w 15522"/>
                <a:gd name="connsiteY11" fmla="*/ 7451 h 9313"/>
                <a:gd name="connsiteX12" fmla="*/ 12418 w 15522"/>
                <a:gd name="connsiteY12" fmla="*/ 7451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22" h="9313">
                  <a:moveTo>
                    <a:pt x="9313" y="5278"/>
                  </a:moveTo>
                  <a:lnTo>
                    <a:pt x="9313" y="3104"/>
                  </a:lnTo>
                  <a:lnTo>
                    <a:pt x="7140" y="2173"/>
                  </a:lnTo>
                  <a:lnTo>
                    <a:pt x="496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3104" y="3104"/>
                  </a:lnTo>
                  <a:lnTo>
                    <a:pt x="4967" y="5278"/>
                  </a:lnTo>
                  <a:lnTo>
                    <a:pt x="7140" y="7451"/>
                  </a:lnTo>
                  <a:lnTo>
                    <a:pt x="10245" y="9624"/>
                  </a:lnTo>
                  <a:lnTo>
                    <a:pt x="16454" y="10555"/>
                  </a:lnTo>
                  <a:lnTo>
                    <a:pt x="16454" y="7451"/>
                  </a:lnTo>
                  <a:lnTo>
                    <a:pt x="12418" y="745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372">
              <a:extLst>
                <a:ext uri="{FF2B5EF4-FFF2-40B4-BE49-F238E27FC236}">
                  <a16:creationId xmlns:a16="http://schemas.microsoft.com/office/drawing/2014/main" xmlns="" id="{C595176C-FF57-48A9-8332-5BC7C721A341}"/>
                </a:ext>
              </a:extLst>
            </p:cNvPr>
            <p:cNvSpPr/>
            <p:nvPr/>
          </p:nvSpPr>
          <p:spPr>
            <a:xfrm>
              <a:off x="2900127" y="5457796"/>
              <a:ext cx="55880" cy="37253"/>
            </a:xfrm>
            <a:custGeom>
              <a:avLst/>
              <a:gdLst>
                <a:gd name="connsiteX0" fmla="*/ 29182 w 55880"/>
                <a:gd name="connsiteY0" fmla="*/ 5278 h 37253"/>
                <a:gd name="connsiteX1" fmla="*/ 12418 w 55880"/>
                <a:gd name="connsiteY1" fmla="*/ 0 h 37253"/>
                <a:gd name="connsiteX2" fmla="*/ 10245 w 55880"/>
                <a:gd name="connsiteY2" fmla="*/ 1863 h 37253"/>
                <a:gd name="connsiteX3" fmla="*/ 8072 w 55880"/>
                <a:gd name="connsiteY3" fmla="*/ 1863 h 37253"/>
                <a:gd name="connsiteX4" fmla="*/ 8072 w 55880"/>
                <a:gd name="connsiteY4" fmla="*/ 3104 h 37253"/>
                <a:gd name="connsiteX5" fmla="*/ 7140 w 55880"/>
                <a:gd name="connsiteY5" fmla="*/ 3104 h 37253"/>
                <a:gd name="connsiteX6" fmla="*/ 3104 w 55880"/>
                <a:gd name="connsiteY6" fmla="*/ 5278 h 37253"/>
                <a:gd name="connsiteX7" fmla="*/ 3104 w 55880"/>
                <a:gd name="connsiteY7" fmla="*/ 18006 h 37253"/>
                <a:gd name="connsiteX8" fmla="*/ 3104 w 55880"/>
                <a:gd name="connsiteY8" fmla="*/ 27319 h 37253"/>
                <a:gd name="connsiteX9" fmla="*/ 0 w 55880"/>
                <a:gd name="connsiteY9" fmla="*/ 36943 h 37253"/>
                <a:gd name="connsiteX10" fmla="*/ 3104 w 55880"/>
                <a:gd name="connsiteY10" fmla="*/ 36943 h 37253"/>
                <a:gd name="connsiteX11" fmla="*/ 3104 w 55880"/>
                <a:gd name="connsiteY11" fmla="*/ 40047 h 37253"/>
                <a:gd name="connsiteX12" fmla="*/ 15522 w 55880"/>
                <a:gd name="connsiteY12" fmla="*/ 36943 h 37253"/>
                <a:gd name="connsiteX13" fmla="*/ 27009 w 55880"/>
                <a:gd name="connsiteY13" fmla="*/ 34770 h 37253"/>
                <a:gd name="connsiteX14" fmla="*/ 39427 w 55880"/>
                <a:gd name="connsiteY14" fmla="*/ 32597 h 37253"/>
                <a:gd name="connsiteX15" fmla="*/ 51844 w 55880"/>
                <a:gd name="connsiteY15" fmla="*/ 24215 h 37253"/>
                <a:gd name="connsiteX16" fmla="*/ 56191 w 55880"/>
                <a:gd name="connsiteY16" fmla="*/ 24215 h 37253"/>
                <a:gd name="connsiteX17" fmla="*/ 56191 w 55880"/>
                <a:gd name="connsiteY17" fmla="*/ 19868 h 37253"/>
                <a:gd name="connsiteX18" fmla="*/ 41600 w 55880"/>
                <a:gd name="connsiteY18" fmla="*/ 12418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880" h="37253">
                  <a:moveTo>
                    <a:pt x="29182" y="5278"/>
                  </a:moveTo>
                  <a:lnTo>
                    <a:pt x="12418" y="0"/>
                  </a:lnTo>
                  <a:lnTo>
                    <a:pt x="10245" y="1863"/>
                  </a:lnTo>
                  <a:lnTo>
                    <a:pt x="8072" y="1863"/>
                  </a:lnTo>
                  <a:lnTo>
                    <a:pt x="8072" y="3104"/>
                  </a:lnTo>
                  <a:lnTo>
                    <a:pt x="7140" y="3104"/>
                  </a:lnTo>
                  <a:lnTo>
                    <a:pt x="3104" y="5278"/>
                  </a:lnTo>
                  <a:lnTo>
                    <a:pt x="3104" y="18006"/>
                  </a:lnTo>
                  <a:lnTo>
                    <a:pt x="3104" y="27319"/>
                  </a:lnTo>
                  <a:lnTo>
                    <a:pt x="0" y="36943"/>
                  </a:lnTo>
                  <a:lnTo>
                    <a:pt x="3104" y="36943"/>
                  </a:lnTo>
                  <a:lnTo>
                    <a:pt x="3104" y="40047"/>
                  </a:lnTo>
                  <a:lnTo>
                    <a:pt x="15522" y="36943"/>
                  </a:lnTo>
                  <a:lnTo>
                    <a:pt x="27009" y="34770"/>
                  </a:lnTo>
                  <a:lnTo>
                    <a:pt x="39427" y="32597"/>
                  </a:lnTo>
                  <a:lnTo>
                    <a:pt x="51844" y="24215"/>
                  </a:lnTo>
                  <a:lnTo>
                    <a:pt x="56191" y="24215"/>
                  </a:lnTo>
                  <a:lnTo>
                    <a:pt x="56191" y="19868"/>
                  </a:lnTo>
                  <a:lnTo>
                    <a:pt x="41600" y="1241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373">
              <a:extLst>
                <a:ext uri="{FF2B5EF4-FFF2-40B4-BE49-F238E27FC236}">
                  <a16:creationId xmlns:a16="http://schemas.microsoft.com/office/drawing/2014/main" xmlns="" id="{F65D624B-FE2F-42EC-BCFA-35F64F280B39}"/>
                </a:ext>
              </a:extLst>
            </p:cNvPr>
            <p:cNvSpPr/>
            <p:nvPr/>
          </p:nvSpPr>
          <p:spPr>
            <a:xfrm>
              <a:off x="6488880" y="5710498"/>
              <a:ext cx="301132" cy="207999"/>
            </a:xfrm>
            <a:custGeom>
              <a:avLst/>
              <a:gdLst>
                <a:gd name="connsiteX0" fmla="*/ 284368 w 301132"/>
                <a:gd name="connsiteY0" fmla="*/ 210793 h 207998"/>
                <a:gd name="connsiteX1" fmla="*/ 294613 w 301132"/>
                <a:gd name="connsiteY1" fmla="*/ 207378 h 207998"/>
                <a:gd name="connsiteX2" fmla="*/ 297718 w 301132"/>
                <a:gd name="connsiteY2" fmla="*/ 205515 h 207998"/>
                <a:gd name="connsiteX3" fmla="*/ 299891 w 301132"/>
                <a:gd name="connsiteY3" fmla="*/ 205515 h 207998"/>
                <a:gd name="connsiteX4" fmla="*/ 302064 w 301132"/>
                <a:gd name="connsiteY4" fmla="*/ 203342 h 207998"/>
                <a:gd name="connsiteX5" fmla="*/ 303926 w 301132"/>
                <a:gd name="connsiteY5" fmla="*/ 203342 h 207998"/>
                <a:gd name="connsiteX6" fmla="*/ 287473 w 301132"/>
                <a:gd name="connsiteY6" fmla="*/ 195891 h 207998"/>
                <a:gd name="connsiteX7" fmla="*/ 269777 w 301132"/>
                <a:gd name="connsiteY7" fmla="*/ 186267 h 207998"/>
                <a:gd name="connsiteX8" fmla="*/ 250840 w 301132"/>
                <a:gd name="connsiteY8" fmla="*/ 178817 h 207998"/>
                <a:gd name="connsiteX9" fmla="*/ 234387 w 301132"/>
                <a:gd name="connsiteY9" fmla="*/ 173539 h 207998"/>
                <a:gd name="connsiteX10" fmla="*/ 226936 w 301132"/>
                <a:gd name="connsiteY10" fmla="*/ 175712 h 207998"/>
                <a:gd name="connsiteX11" fmla="*/ 219796 w 301132"/>
                <a:gd name="connsiteY11" fmla="*/ 178817 h 207998"/>
                <a:gd name="connsiteX12" fmla="*/ 211413 w 301132"/>
                <a:gd name="connsiteY12" fmla="*/ 183163 h 207998"/>
                <a:gd name="connsiteX13" fmla="*/ 199927 w 301132"/>
                <a:gd name="connsiteY13" fmla="*/ 183163 h 207998"/>
                <a:gd name="connsiteX14" fmla="*/ 190614 w 301132"/>
                <a:gd name="connsiteY14" fmla="*/ 177886 h 207998"/>
                <a:gd name="connsiteX15" fmla="*/ 184094 w 301132"/>
                <a:gd name="connsiteY15" fmla="*/ 171366 h 207998"/>
                <a:gd name="connsiteX16" fmla="*/ 174781 w 301132"/>
                <a:gd name="connsiteY16" fmla="*/ 168262 h 207998"/>
                <a:gd name="connsiteX17" fmla="*/ 160190 w 301132"/>
                <a:gd name="connsiteY17" fmla="*/ 166089 h 207998"/>
                <a:gd name="connsiteX18" fmla="*/ 160190 w 301132"/>
                <a:gd name="connsiteY18" fmla="*/ 144047 h 207998"/>
                <a:gd name="connsiteX19" fmla="*/ 163294 w 301132"/>
                <a:gd name="connsiteY19" fmla="*/ 126041 h 207998"/>
                <a:gd name="connsiteX20" fmla="*/ 145599 w 301132"/>
                <a:gd name="connsiteY20" fmla="*/ 111140 h 207998"/>
                <a:gd name="connsiteX21" fmla="*/ 133181 w 301132"/>
                <a:gd name="connsiteY21" fmla="*/ 92202 h 207998"/>
                <a:gd name="connsiteX22" fmla="*/ 121695 w 301132"/>
                <a:gd name="connsiteY22" fmla="*/ 76370 h 207998"/>
                <a:gd name="connsiteX23" fmla="*/ 109277 w 301132"/>
                <a:gd name="connsiteY23" fmla="*/ 61468 h 207998"/>
                <a:gd name="connsiteX24" fmla="*/ 101826 w 301132"/>
                <a:gd name="connsiteY24" fmla="*/ 54018 h 207998"/>
                <a:gd name="connsiteX25" fmla="*/ 99964 w 301132"/>
                <a:gd name="connsiteY25" fmla="*/ 54018 h 207998"/>
                <a:gd name="connsiteX26" fmla="*/ 99964 w 301132"/>
                <a:gd name="connsiteY26" fmla="*/ 51844 h 207998"/>
                <a:gd name="connsiteX27" fmla="*/ 94686 w 301132"/>
                <a:gd name="connsiteY27" fmla="*/ 47809 h 207998"/>
                <a:gd name="connsiteX28" fmla="*/ 76991 w 301132"/>
                <a:gd name="connsiteY28" fmla="*/ 39116 h 207998"/>
                <a:gd name="connsiteX29" fmla="*/ 62400 w 301132"/>
                <a:gd name="connsiteY29" fmla="*/ 29803 h 207998"/>
                <a:gd name="connsiteX30" fmla="*/ 47809 w 301132"/>
                <a:gd name="connsiteY30" fmla="*/ 20179 h 207998"/>
                <a:gd name="connsiteX31" fmla="*/ 34149 w 301132"/>
                <a:gd name="connsiteY31" fmla="*/ 4346 h 207998"/>
                <a:gd name="connsiteX32" fmla="*/ 0 w 301132"/>
                <a:gd name="connsiteY32" fmla="*/ 0 h 207998"/>
                <a:gd name="connsiteX33" fmla="*/ 4967 w 301132"/>
                <a:gd name="connsiteY33" fmla="*/ 17075 h 207998"/>
                <a:gd name="connsiteX34" fmla="*/ 16454 w 301132"/>
                <a:gd name="connsiteY34" fmla="*/ 27630 h 207998"/>
                <a:gd name="connsiteX35" fmla="*/ 29182 w 301132"/>
                <a:gd name="connsiteY35" fmla="*/ 39116 h 207998"/>
                <a:gd name="connsiteX36" fmla="*/ 40358 w 301132"/>
                <a:gd name="connsiteY36" fmla="*/ 47809 h 207998"/>
                <a:gd name="connsiteX37" fmla="*/ 50913 w 301132"/>
                <a:gd name="connsiteY37" fmla="*/ 61468 h 207998"/>
                <a:gd name="connsiteX38" fmla="*/ 62400 w 301132"/>
                <a:gd name="connsiteY38" fmla="*/ 77301 h 207998"/>
                <a:gd name="connsiteX39" fmla="*/ 72644 w 301132"/>
                <a:gd name="connsiteY39" fmla="*/ 98411 h 207998"/>
                <a:gd name="connsiteX40" fmla="*/ 85373 w 301132"/>
                <a:gd name="connsiteY40" fmla="*/ 118590 h 207998"/>
                <a:gd name="connsiteX41" fmla="*/ 97790 w 301132"/>
                <a:gd name="connsiteY41" fmla="*/ 136596 h 207998"/>
                <a:gd name="connsiteX42" fmla="*/ 114555 w 301132"/>
                <a:gd name="connsiteY42" fmla="*/ 153671 h 207998"/>
                <a:gd name="connsiteX43" fmla="*/ 133181 w 301132"/>
                <a:gd name="connsiteY43" fmla="*/ 164226 h 207998"/>
                <a:gd name="connsiteX44" fmla="*/ 155223 w 301132"/>
                <a:gd name="connsiteY44" fmla="*/ 170435 h 207998"/>
                <a:gd name="connsiteX45" fmla="*/ 153050 w 301132"/>
                <a:gd name="connsiteY45" fmla="*/ 173539 h 207998"/>
                <a:gd name="connsiteX46" fmla="*/ 150877 w 301132"/>
                <a:gd name="connsiteY46" fmla="*/ 175712 h 207998"/>
                <a:gd name="connsiteX47" fmla="*/ 147772 w 301132"/>
                <a:gd name="connsiteY47" fmla="*/ 178817 h 207998"/>
                <a:gd name="connsiteX48" fmla="*/ 155223 w 301132"/>
                <a:gd name="connsiteY48" fmla="*/ 183163 h 207998"/>
                <a:gd name="connsiteX49" fmla="*/ 170745 w 301132"/>
                <a:gd name="connsiteY49" fmla="*/ 190614 h 207998"/>
                <a:gd name="connsiteX50" fmla="*/ 190614 w 301132"/>
                <a:gd name="connsiteY50" fmla="*/ 195891 h 207998"/>
                <a:gd name="connsiteX51" fmla="*/ 216691 w 301132"/>
                <a:gd name="connsiteY51" fmla="*/ 201169 h 207998"/>
                <a:gd name="connsiteX52" fmla="*/ 240595 w 301132"/>
                <a:gd name="connsiteY52" fmla="*/ 207378 h 207998"/>
                <a:gd name="connsiteX53" fmla="*/ 263569 w 301132"/>
                <a:gd name="connsiteY53" fmla="*/ 210793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01132" h="207998">
                  <a:moveTo>
                    <a:pt x="284368" y="210793"/>
                  </a:moveTo>
                  <a:lnTo>
                    <a:pt x="294613" y="207378"/>
                  </a:lnTo>
                  <a:lnTo>
                    <a:pt x="297718" y="205515"/>
                  </a:lnTo>
                  <a:lnTo>
                    <a:pt x="299891" y="205515"/>
                  </a:lnTo>
                  <a:lnTo>
                    <a:pt x="302064" y="203342"/>
                  </a:lnTo>
                  <a:lnTo>
                    <a:pt x="303926" y="203342"/>
                  </a:lnTo>
                  <a:lnTo>
                    <a:pt x="287473" y="195891"/>
                  </a:lnTo>
                  <a:lnTo>
                    <a:pt x="269777" y="186267"/>
                  </a:lnTo>
                  <a:lnTo>
                    <a:pt x="250840" y="178817"/>
                  </a:lnTo>
                  <a:lnTo>
                    <a:pt x="234387" y="173539"/>
                  </a:lnTo>
                  <a:lnTo>
                    <a:pt x="226936" y="175712"/>
                  </a:lnTo>
                  <a:lnTo>
                    <a:pt x="219796" y="178817"/>
                  </a:lnTo>
                  <a:lnTo>
                    <a:pt x="211413" y="183163"/>
                  </a:lnTo>
                  <a:lnTo>
                    <a:pt x="199927" y="183163"/>
                  </a:lnTo>
                  <a:lnTo>
                    <a:pt x="190614" y="177886"/>
                  </a:lnTo>
                  <a:lnTo>
                    <a:pt x="184094" y="171366"/>
                  </a:lnTo>
                  <a:lnTo>
                    <a:pt x="174781" y="168262"/>
                  </a:lnTo>
                  <a:lnTo>
                    <a:pt x="160190" y="166089"/>
                  </a:lnTo>
                  <a:lnTo>
                    <a:pt x="160190" y="144047"/>
                  </a:lnTo>
                  <a:lnTo>
                    <a:pt x="163294" y="126041"/>
                  </a:lnTo>
                  <a:lnTo>
                    <a:pt x="145599" y="111140"/>
                  </a:lnTo>
                  <a:lnTo>
                    <a:pt x="133181" y="92202"/>
                  </a:lnTo>
                  <a:lnTo>
                    <a:pt x="121695" y="76370"/>
                  </a:lnTo>
                  <a:lnTo>
                    <a:pt x="109277" y="61468"/>
                  </a:lnTo>
                  <a:lnTo>
                    <a:pt x="101826" y="54018"/>
                  </a:lnTo>
                  <a:lnTo>
                    <a:pt x="99964" y="54018"/>
                  </a:lnTo>
                  <a:lnTo>
                    <a:pt x="99964" y="51844"/>
                  </a:lnTo>
                  <a:lnTo>
                    <a:pt x="94686" y="47809"/>
                  </a:lnTo>
                  <a:lnTo>
                    <a:pt x="76991" y="39116"/>
                  </a:lnTo>
                  <a:lnTo>
                    <a:pt x="62400" y="29803"/>
                  </a:lnTo>
                  <a:lnTo>
                    <a:pt x="47809" y="20179"/>
                  </a:lnTo>
                  <a:lnTo>
                    <a:pt x="34149" y="4346"/>
                  </a:lnTo>
                  <a:lnTo>
                    <a:pt x="0" y="0"/>
                  </a:lnTo>
                  <a:lnTo>
                    <a:pt x="4967" y="17075"/>
                  </a:lnTo>
                  <a:lnTo>
                    <a:pt x="16454" y="27630"/>
                  </a:lnTo>
                  <a:lnTo>
                    <a:pt x="29182" y="39116"/>
                  </a:lnTo>
                  <a:lnTo>
                    <a:pt x="40358" y="47809"/>
                  </a:lnTo>
                  <a:lnTo>
                    <a:pt x="50913" y="61468"/>
                  </a:lnTo>
                  <a:lnTo>
                    <a:pt x="62400" y="77301"/>
                  </a:lnTo>
                  <a:lnTo>
                    <a:pt x="72644" y="98411"/>
                  </a:lnTo>
                  <a:lnTo>
                    <a:pt x="85373" y="118590"/>
                  </a:lnTo>
                  <a:lnTo>
                    <a:pt x="97790" y="136596"/>
                  </a:lnTo>
                  <a:lnTo>
                    <a:pt x="114555" y="153671"/>
                  </a:lnTo>
                  <a:lnTo>
                    <a:pt x="133181" y="164226"/>
                  </a:lnTo>
                  <a:lnTo>
                    <a:pt x="155223" y="170435"/>
                  </a:lnTo>
                  <a:lnTo>
                    <a:pt x="153050" y="173539"/>
                  </a:lnTo>
                  <a:lnTo>
                    <a:pt x="150877" y="175712"/>
                  </a:lnTo>
                  <a:lnTo>
                    <a:pt x="147772" y="178817"/>
                  </a:lnTo>
                  <a:lnTo>
                    <a:pt x="155223" y="183163"/>
                  </a:lnTo>
                  <a:lnTo>
                    <a:pt x="170745" y="190614"/>
                  </a:lnTo>
                  <a:lnTo>
                    <a:pt x="190614" y="195891"/>
                  </a:lnTo>
                  <a:lnTo>
                    <a:pt x="216691" y="201169"/>
                  </a:lnTo>
                  <a:lnTo>
                    <a:pt x="240595" y="207378"/>
                  </a:lnTo>
                  <a:lnTo>
                    <a:pt x="263569" y="21079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374">
              <a:extLst>
                <a:ext uri="{FF2B5EF4-FFF2-40B4-BE49-F238E27FC236}">
                  <a16:creationId xmlns:a16="http://schemas.microsoft.com/office/drawing/2014/main" xmlns="" id="{5B144BAC-18B4-48A3-90B6-6A1E984BCCE8}"/>
                </a:ext>
              </a:extLst>
            </p:cNvPr>
            <p:cNvSpPr/>
            <p:nvPr/>
          </p:nvSpPr>
          <p:spPr>
            <a:xfrm>
              <a:off x="7403453" y="5901112"/>
              <a:ext cx="24836" cy="21731"/>
            </a:xfrm>
            <a:custGeom>
              <a:avLst/>
              <a:gdLst>
                <a:gd name="connsiteX0" fmla="*/ 26078 w 24835"/>
                <a:gd name="connsiteY0" fmla="*/ 24215 h 21731"/>
                <a:gd name="connsiteX1" fmla="*/ 21731 w 24835"/>
                <a:gd name="connsiteY1" fmla="*/ 18006 h 21731"/>
                <a:gd name="connsiteX2" fmla="*/ 19869 w 24835"/>
                <a:gd name="connsiteY2" fmla="*/ 12728 h 21731"/>
                <a:gd name="connsiteX3" fmla="*/ 16454 w 24835"/>
                <a:gd name="connsiteY3" fmla="*/ 9624 h 21731"/>
                <a:gd name="connsiteX4" fmla="*/ 11487 w 24835"/>
                <a:gd name="connsiteY4" fmla="*/ 5278 h 21731"/>
                <a:gd name="connsiteX5" fmla="*/ 7140 w 24835"/>
                <a:gd name="connsiteY5" fmla="*/ 3104 h 21731"/>
                <a:gd name="connsiteX6" fmla="*/ 0 w 24835"/>
                <a:gd name="connsiteY6" fmla="*/ 0 h 21731"/>
                <a:gd name="connsiteX7" fmla="*/ 4036 w 24835"/>
                <a:gd name="connsiteY7" fmla="*/ 7451 h 21731"/>
                <a:gd name="connsiteX8" fmla="*/ 7140 w 24835"/>
                <a:gd name="connsiteY8" fmla="*/ 12728 h 21731"/>
                <a:gd name="connsiteX9" fmla="*/ 11487 w 24835"/>
                <a:gd name="connsiteY9" fmla="*/ 16764 h 21731"/>
                <a:gd name="connsiteX10" fmla="*/ 16454 w 24835"/>
                <a:gd name="connsiteY10" fmla="*/ 20179 h 21731"/>
                <a:gd name="connsiteX11" fmla="*/ 19869 w 24835"/>
                <a:gd name="connsiteY11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35" h="21731">
                  <a:moveTo>
                    <a:pt x="26078" y="24215"/>
                  </a:moveTo>
                  <a:lnTo>
                    <a:pt x="21731" y="18006"/>
                  </a:lnTo>
                  <a:lnTo>
                    <a:pt x="19869" y="12728"/>
                  </a:lnTo>
                  <a:lnTo>
                    <a:pt x="16454" y="9624"/>
                  </a:lnTo>
                  <a:lnTo>
                    <a:pt x="11487" y="5278"/>
                  </a:lnTo>
                  <a:lnTo>
                    <a:pt x="7140" y="3104"/>
                  </a:lnTo>
                  <a:lnTo>
                    <a:pt x="0" y="0"/>
                  </a:lnTo>
                  <a:lnTo>
                    <a:pt x="4036" y="7451"/>
                  </a:lnTo>
                  <a:lnTo>
                    <a:pt x="7140" y="12728"/>
                  </a:lnTo>
                  <a:lnTo>
                    <a:pt x="11487" y="16764"/>
                  </a:lnTo>
                  <a:lnTo>
                    <a:pt x="16454" y="20179"/>
                  </a:lnTo>
                  <a:lnTo>
                    <a:pt x="19869" y="2421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375">
              <a:extLst>
                <a:ext uri="{FF2B5EF4-FFF2-40B4-BE49-F238E27FC236}">
                  <a16:creationId xmlns:a16="http://schemas.microsoft.com/office/drawing/2014/main" xmlns="" id="{714A8583-932F-4ABC-8EDE-BD8068877442}"/>
                </a:ext>
              </a:extLst>
            </p:cNvPr>
            <p:cNvSpPr/>
            <p:nvPr/>
          </p:nvSpPr>
          <p:spPr>
            <a:xfrm>
              <a:off x="7568921" y="6290411"/>
              <a:ext cx="93134" cy="145910"/>
            </a:xfrm>
            <a:custGeom>
              <a:avLst/>
              <a:gdLst>
                <a:gd name="connsiteX0" fmla="*/ 89719 w 93133"/>
                <a:gd name="connsiteY0" fmla="*/ 63641 h 145909"/>
                <a:gd name="connsiteX1" fmla="*/ 87546 w 93133"/>
                <a:gd name="connsiteY1" fmla="*/ 66746 h 145909"/>
                <a:gd name="connsiteX2" fmla="*/ 83510 w 93133"/>
                <a:gd name="connsiteY2" fmla="*/ 69850 h 145909"/>
                <a:gd name="connsiteX3" fmla="*/ 80406 w 93133"/>
                <a:gd name="connsiteY3" fmla="*/ 69850 h 145909"/>
                <a:gd name="connsiteX4" fmla="*/ 78232 w 93133"/>
                <a:gd name="connsiteY4" fmla="*/ 69850 h 145909"/>
                <a:gd name="connsiteX5" fmla="*/ 75128 w 93133"/>
                <a:gd name="connsiteY5" fmla="*/ 69850 h 145909"/>
                <a:gd name="connsiteX6" fmla="*/ 68919 w 93133"/>
                <a:gd name="connsiteY6" fmla="*/ 69850 h 145909"/>
                <a:gd name="connsiteX7" fmla="*/ 63641 w 93133"/>
                <a:gd name="connsiteY7" fmla="*/ 69850 h 145909"/>
                <a:gd name="connsiteX8" fmla="*/ 53086 w 93133"/>
                <a:gd name="connsiteY8" fmla="*/ 48740 h 145909"/>
                <a:gd name="connsiteX9" fmla="*/ 38495 w 93133"/>
                <a:gd name="connsiteY9" fmla="*/ 31976 h 145909"/>
                <a:gd name="connsiteX10" fmla="*/ 23904 w 93133"/>
                <a:gd name="connsiteY10" fmla="*/ 17075 h 145909"/>
                <a:gd name="connsiteX11" fmla="*/ 7451 w 93133"/>
                <a:gd name="connsiteY11" fmla="*/ 0 h 145909"/>
                <a:gd name="connsiteX12" fmla="*/ 0 w 93133"/>
                <a:gd name="connsiteY12" fmla="*/ 0 h 145909"/>
                <a:gd name="connsiteX13" fmla="*/ 4346 w 93133"/>
                <a:gd name="connsiteY13" fmla="*/ 11797 h 145909"/>
                <a:gd name="connsiteX14" fmla="*/ 9313 w 93133"/>
                <a:gd name="connsiteY14" fmla="*/ 26388 h 145909"/>
                <a:gd name="connsiteX15" fmla="*/ 17695 w 93133"/>
                <a:gd name="connsiteY15" fmla="*/ 42531 h 145909"/>
                <a:gd name="connsiteX16" fmla="*/ 29182 w 93133"/>
                <a:gd name="connsiteY16" fmla="*/ 61468 h 145909"/>
                <a:gd name="connsiteX17" fmla="*/ 36633 w 93133"/>
                <a:gd name="connsiteY17" fmla="*/ 74196 h 145909"/>
                <a:gd name="connsiteX18" fmla="*/ 43773 w 93133"/>
                <a:gd name="connsiteY18" fmla="*/ 81647 h 145909"/>
                <a:gd name="connsiteX19" fmla="*/ 38495 w 93133"/>
                <a:gd name="connsiteY19" fmla="*/ 86925 h 145909"/>
                <a:gd name="connsiteX20" fmla="*/ 32286 w 93133"/>
                <a:gd name="connsiteY20" fmla="*/ 92202 h 145909"/>
                <a:gd name="connsiteX21" fmla="*/ 27319 w 93133"/>
                <a:gd name="connsiteY21" fmla="*/ 96238 h 145909"/>
                <a:gd name="connsiteX22" fmla="*/ 23904 w 93133"/>
                <a:gd name="connsiteY22" fmla="*/ 101826 h 145909"/>
                <a:gd name="connsiteX23" fmla="*/ 22042 w 93133"/>
                <a:gd name="connsiteY23" fmla="*/ 103689 h 145909"/>
                <a:gd name="connsiteX24" fmla="*/ 22042 w 93133"/>
                <a:gd name="connsiteY24" fmla="*/ 105862 h 145909"/>
                <a:gd name="connsiteX25" fmla="*/ 23904 w 93133"/>
                <a:gd name="connsiteY25" fmla="*/ 107104 h 145909"/>
                <a:gd name="connsiteX26" fmla="*/ 27319 w 93133"/>
                <a:gd name="connsiteY26" fmla="*/ 108966 h 145909"/>
                <a:gd name="connsiteX27" fmla="*/ 31355 w 93133"/>
                <a:gd name="connsiteY27" fmla="*/ 111140 h 145909"/>
                <a:gd name="connsiteX28" fmla="*/ 34459 w 93133"/>
                <a:gd name="connsiteY28" fmla="*/ 113313 h 145909"/>
                <a:gd name="connsiteX29" fmla="*/ 38495 w 93133"/>
                <a:gd name="connsiteY29" fmla="*/ 114244 h 145909"/>
                <a:gd name="connsiteX30" fmla="*/ 41910 w 93133"/>
                <a:gd name="connsiteY30" fmla="*/ 116417 h 145909"/>
                <a:gd name="connsiteX31" fmla="*/ 43773 w 93133"/>
                <a:gd name="connsiteY31" fmla="*/ 118590 h 145909"/>
                <a:gd name="connsiteX32" fmla="*/ 43773 w 93133"/>
                <a:gd name="connsiteY32" fmla="*/ 121695 h 145909"/>
                <a:gd name="connsiteX33" fmla="*/ 43773 w 93133"/>
                <a:gd name="connsiteY33" fmla="*/ 126041 h 145909"/>
                <a:gd name="connsiteX34" fmla="*/ 41910 w 93133"/>
                <a:gd name="connsiteY34" fmla="*/ 129145 h 145909"/>
                <a:gd name="connsiteX35" fmla="*/ 41910 w 93133"/>
                <a:gd name="connsiteY35" fmla="*/ 135665 h 145909"/>
                <a:gd name="connsiteX36" fmla="*/ 41910 w 93133"/>
                <a:gd name="connsiteY36" fmla="*/ 138769 h 145909"/>
                <a:gd name="connsiteX37" fmla="*/ 43773 w 93133"/>
                <a:gd name="connsiteY37" fmla="*/ 142805 h 145909"/>
                <a:gd name="connsiteX38" fmla="*/ 43773 w 93133"/>
                <a:gd name="connsiteY38" fmla="*/ 148083 h 145909"/>
                <a:gd name="connsiteX39" fmla="*/ 54328 w 93133"/>
                <a:gd name="connsiteY39" fmla="*/ 136596 h 145909"/>
                <a:gd name="connsiteX40" fmla="*/ 63641 w 93133"/>
                <a:gd name="connsiteY40" fmla="*/ 126041 h 145909"/>
                <a:gd name="connsiteX41" fmla="*/ 75128 w 93133"/>
                <a:gd name="connsiteY41" fmla="*/ 114244 h 145909"/>
                <a:gd name="connsiteX42" fmla="*/ 75128 w 93133"/>
                <a:gd name="connsiteY42" fmla="*/ 101826 h 145909"/>
                <a:gd name="connsiteX43" fmla="*/ 87546 w 93133"/>
                <a:gd name="connsiteY43" fmla="*/ 101826 h 145909"/>
                <a:gd name="connsiteX44" fmla="*/ 89719 w 93133"/>
                <a:gd name="connsiteY44" fmla="*/ 98411 h 145909"/>
                <a:gd name="connsiteX45" fmla="*/ 90650 w 93133"/>
                <a:gd name="connsiteY45" fmla="*/ 92202 h 145909"/>
                <a:gd name="connsiteX46" fmla="*/ 92823 w 93133"/>
                <a:gd name="connsiteY46" fmla="*/ 86925 h 145909"/>
                <a:gd name="connsiteX47" fmla="*/ 94996 w 93133"/>
                <a:gd name="connsiteY47" fmla="*/ 81647 h 145909"/>
                <a:gd name="connsiteX48" fmla="*/ 94996 w 93133"/>
                <a:gd name="connsiteY48" fmla="*/ 57122 h 145909"/>
                <a:gd name="connsiteX49" fmla="*/ 90650 w 93133"/>
                <a:gd name="connsiteY49" fmla="*/ 57122 h 145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93133" h="145909">
                  <a:moveTo>
                    <a:pt x="89719" y="63641"/>
                  </a:moveTo>
                  <a:lnTo>
                    <a:pt x="87546" y="66746"/>
                  </a:lnTo>
                  <a:lnTo>
                    <a:pt x="83510" y="69850"/>
                  </a:lnTo>
                  <a:lnTo>
                    <a:pt x="80406" y="69850"/>
                  </a:lnTo>
                  <a:lnTo>
                    <a:pt x="78232" y="69850"/>
                  </a:lnTo>
                  <a:lnTo>
                    <a:pt x="75128" y="69850"/>
                  </a:lnTo>
                  <a:lnTo>
                    <a:pt x="68919" y="69850"/>
                  </a:lnTo>
                  <a:lnTo>
                    <a:pt x="63641" y="69850"/>
                  </a:lnTo>
                  <a:lnTo>
                    <a:pt x="53086" y="48740"/>
                  </a:lnTo>
                  <a:lnTo>
                    <a:pt x="38495" y="31976"/>
                  </a:lnTo>
                  <a:lnTo>
                    <a:pt x="23904" y="17075"/>
                  </a:lnTo>
                  <a:lnTo>
                    <a:pt x="7451" y="0"/>
                  </a:lnTo>
                  <a:lnTo>
                    <a:pt x="0" y="0"/>
                  </a:lnTo>
                  <a:lnTo>
                    <a:pt x="4346" y="11797"/>
                  </a:lnTo>
                  <a:lnTo>
                    <a:pt x="9313" y="26388"/>
                  </a:lnTo>
                  <a:lnTo>
                    <a:pt x="17695" y="42531"/>
                  </a:lnTo>
                  <a:lnTo>
                    <a:pt x="29182" y="61468"/>
                  </a:lnTo>
                  <a:lnTo>
                    <a:pt x="36633" y="74196"/>
                  </a:lnTo>
                  <a:lnTo>
                    <a:pt x="43773" y="81647"/>
                  </a:lnTo>
                  <a:lnTo>
                    <a:pt x="38495" y="86925"/>
                  </a:lnTo>
                  <a:lnTo>
                    <a:pt x="32286" y="92202"/>
                  </a:lnTo>
                  <a:lnTo>
                    <a:pt x="27319" y="96238"/>
                  </a:lnTo>
                  <a:lnTo>
                    <a:pt x="23904" y="101826"/>
                  </a:lnTo>
                  <a:lnTo>
                    <a:pt x="22042" y="103689"/>
                  </a:lnTo>
                  <a:lnTo>
                    <a:pt x="22042" y="105862"/>
                  </a:lnTo>
                  <a:lnTo>
                    <a:pt x="23904" y="107104"/>
                  </a:lnTo>
                  <a:lnTo>
                    <a:pt x="27319" y="108966"/>
                  </a:lnTo>
                  <a:lnTo>
                    <a:pt x="31355" y="111140"/>
                  </a:lnTo>
                  <a:lnTo>
                    <a:pt x="34459" y="113313"/>
                  </a:lnTo>
                  <a:lnTo>
                    <a:pt x="38495" y="114244"/>
                  </a:lnTo>
                  <a:lnTo>
                    <a:pt x="41910" y="116417"/>
                  </a:lnTo>
                  <a:lnTo>
                    <a:pt x="43773" y="118590"/>
                  </a:lnTo>
                  <a:lnTo>
                    <a:pt x="43773" y="121695"/>
                  </a:lnTo>
                  <a:lnTo>
                    <a:pt x="43773" y="126041"/>
                  </a:lnTo>
                  <a:lnTo>
                    <a:pt x="41910" y="129145"/>
                  </a:lnTo>
                  <a:lnTo>
                    <a:pt x="41910" y="135665"/>
                  </a:lnTo>
                  <a:lnTo>
                    <a:pt x="41910" y="138769"/>
                  </a:lnTo>
                  <a:lnTo>
                    <a:pt x="43773" y="142805"/>
                  </a:lnTo>
                  <a:lnTo>
                    <a:pt x="43773" y="148083"/>
                  </a:lnTo>
                  <a:lnTo>
                    <a:pt x="54328" y="136596"/>
                  </a:lnTo>
                  <a:lnTo>
                    <a:pt x="63641" y="126041"/>
                  </a:lnTo>
                  <a:lnTo>
                    <a:pt x="75128" y="114244"/>
                  </a:lnTo>
                  <a:lnTo>
                    <a:pt x="75128" y="101826"/>
                  </a:lnTo>
                  <a:lnTo>
                    <a:pt x="87546" y="101826"/>
                  </a:lnTo>
                  <a:lnTo>
                    <a:pt x="89719" y="98411"/>
                  </a:lnTo>
                  <a:lnTo>
                    <a:pt x="90650" y="92202"/>
                  </a:lnTo>
                  <a:lnTo>
                    <a:pt x="92823" y="86925"/>
                  </a:lnTo>
                  <a:lnTo>
                    <a:pt x="94996" y="81647"/>
                  </a:lnTo>
                  <a:lnTo>
                    <a:pt x="94996" y="57122"/>
                  </a:lnTo>
                  <a:lnTo>
                    <a:pt x="90650" y="5712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376">
              <a:extLst>
                <a:ext uri="{FF2B5EF4-FFF2-40B4-BE49-F238E27FC236}">
                  <a16:creationId xmlns:a16="http://schemas.microsoft.com/office/drawing/2014/main" xmlns="" id="{3068DD5C-8173-4169-AAAF-15C10A7DCE99}"/>
                </a:ext>
              </a:extLst>
            </p:cNvPr>
            <p:cNvSpPr/>
            <p:nvPr/>
          </p:nvSpPr>
          <p:spPr>
            <a:xfrm>
              <a:off x="7483548" y="6426076"/>
              <a:ext cx="117969" cy="136596"/>
            </a:xfrm>
            <a:custGeom>
              <a:avLst/>
              <a:gdLst>
                <a:gd name="connsiteX0" fmla="*/ 116728 w 117969"/>
                <a:gd name="connsiteY0" fmla="*/ 7140 h 136596"/>
                <a:gd name="connsiteX1" fmla="*/ 116728 w 117969"/>
                <a:gd name="connsiteY1" fmla="*/ 3104 h 136596"/>
                <a:gd name="connsiteX2" fmla="*/ 114555 w 117969"/>
                <a:gd name="connsiteY2" fmla="*/ 3104 h 136596"/>
                <a:gd name="connsiteX3" fmla="*/ 112692 w 117969"/>
                <a:gd name="connsiteY3" fmla="*/ 3104 h 136596"/>
                <a:gd name="connsiteX4" fmla="*/ 112692 w 117969"/>
                <a:gd name="connsiteY4" fmla="*/ 5278 h 136596"/>
                <a:gd name="connsiteX5" fmla="*/ 110519 w 117969"/>
                <a:gd name="connsiteY5" fmla="*/ 8382 h 136596"/>
                <a:gd name="connsiteX6" fmla="*/ 109277 w 117969"/>
                <a:gd name="connsiteY6" fmla="*/ 10555 h 136596"/>
                <a:gd name="connsiteX7" fmla="*/ 109277 w 117969"/>
                <a:gd name="connsiteY7" fmla="*/ 12418 h 136596"/>
                <a:gd name="connsiteX8" fmla="*/ 105241 w 117969"/>
                <a:gd name="connsiteY8" fmla="*/ 8382 h 136596"/>
                <a:gd name="connsiteX9" fmla="*/ 103068 w 117969"/>
                <a:gd name="connsiteY9" fmla="*/ 7140 h 136596"/>
                <a:gd name="connsiteX10" fmla="*/ 102137 w 117969"/>
                <a:gd name="connsiteY10" fmla="*/ 5278 h 136596"/>
                <a:gd name="connsiteX11" fmla="*/ 99963 w 117969"/>
                <a:gd name="connsiteY11" fmla="*/ 3104 h 136596"/>
                <a:gd name="connsiteX12" fmla="*/ 95928 w 117969"/>
                <a:gd name="connsiteY12" fmla="*/ 931 h 136596"/>
                <a:gd name="connsiteX13" fmla="*/ 92823 w 117969"/>
                <a:gd name="connsiteY13" fmla="*/ 0 h 136596"/>
                <a:gd name="connsiteX14" fmla="*/ 87546 w 117969"/>
                <a:gd name="connsiteY14" fmla="*/ 8382 h 136596"/>
                <a:gd name="connsiteX15" fmla="*/ 80406 w 117969"/>
                <a:gd name="connsiteY15" fmla="*/ 23283 h 136596"/>
                <a:gd name="connsiteX16" fmla="*/ 70782 w 117969"/>
                <a:gd name="connsiteY16" fmla="*/ 37874 h 136596"/>
                <a:gd name="connsiteX17" fmla="*/ 63641 w 117969"/>
                <a:gd name="connsiteY17" fmla="*/ 52776 h 136596"/>
                <a:gd name="connsiteX18" fmla="*/ 54328 w 117969"/>
                <a:gd name="connsiteY18" fmla="*/ 65504 h 136596"/>
                <a:gd name="connsiteX19" fmla="*/ 49051 w 117969"/>
                <a:gd name="connsiteY19" fmla="*/ 71713 h 136596"/>
                <a:gd name="connsiteX20" fmla="*/ 38495 w 117969"/>
                <a:gd name="connsiteY20" fmla="*/ 75128 h 136596"/>
                <a:gd name="connsiteX21" fmla="*/ 27009 w 117969"/>
                <a:gd name="connsiteY21" fmla="*/ 76991 h 136596"/>
                <a:gd name="connsiteX22" fmla="*/ 16764 w 117969"/>
                <a:gd name="connsiteY22" fmla="*/ 80406 h 136596"/>
                <a:gd name="connsiteX23" fmla="*/ 12418 w 117969"/>
                <a:gd name="connsiteY23" fmla="*/ 84441 h 136596"/>
                <a:gd name="connsiteX24" fmla="*/ 10555 w 117969"/>
                <a:gd name="connsiteY24" fmla="*/ 89719 h 136596"/>
                <a:gd name="connsiteX25" fmla="*/ 9313 w 117969"/>
                <a:gd name="connsiteY25" fmla="*/ 94997 h 136596"/>
                <a:gd name="connsiteX26" fmla="*/ 7451 w 117969"/>
                <a:gd name="connsiteY26" fmla="*/ 99343 h 136596"/>
                <a:gd name="connsiteX27" fmla="*/ 5277 w 117969"/>
                <a:gd name="connsiteY27" fmla="*/ 104620 h 136596"/>
                <a:gd name="connsiteX28" fmla="*/ 0 w 117969"/>
                <a:gd name="connsiteY28" fmla="*/ 108967 h 136596"/>
                <a:gd name="connsiteX29" fmla="*/ 7451 w 117969"/>
                <a:gd name="connsiteY29" fmla="*/ 119522 h 136596"/>
                <a:gd name="connsiteX30" fmla="*/ 14591 w 117969"/>
                <a:gd name="connsiteY30" fmla="*/ 124799 h 136596"/>
                <a:gd name="connsiteX31" fmla="*/ 23904 w 117969"/>
                <a:gd name="connsiteY31" fmla="*/ 131008 h 136596"/>
                <a:gd name="connsiteX32" fmla="*/ 32286 w 117969"/>
                <a:gd name="connsiteY32" fmla="*/ 137528 h 136596"/>
                <a:gd name="connsiteX33" fmla="*/ 39737 w 117969"/>
                <a:gd name="connsiteY33" fmla="*/ 137528 h 136596"/>
                <a:gd name="connsiteX34" fmla="*/ 45946 w 117969"/>
                <a:gd name="connsiteY34" fmla="*/ 132250 h 136596"/>
                <a:gd name="connsiteX35" fmla="*/ 51224 w 117969"/>
                <a:gd name="connsiteY35" fmla="*/ 128835 h 136596"/>
                <a:gd name="connsiteX36" fmla="*/ 56191 w 117969"/>
                <a:gd name="connsiteY36" fmla="*/ 124799 h 136596"/>
                <a:gd name="connsiteX37" fmla="*/ 61468 w 117969"/>
                <a:gd name="connsiteY37" fmla="*/ 121695 h 136596"/>
                <a:gd name="connsiteX38" fmla="*/ 65814 w 117969"/>
                <a:gd name="connsiteY38" fmla="*/ 117349 h 136596"/>
                <a:gd name="connsiteX39" fmla="*/ 67677 w 117969"/>
                <a:gd name="connsiteY39" fmla="*/ 109898 h 136596"/>
                <a:gd name="connsiteX40" fmla="*/ 67677 w 117969"/>
                <a:gd name="connsiteY40" fmla="*/ 104620 h 136596"/>
                <a:gd name="connsiteX41" fmla="*/ 68919 w 117969"/>
                <a:gd name="connsiteY41" fmla="*/ 99343 h 136596"/>
                <a:gd name="connsiteX42" fmla="*/ 68919 w 117969"/>
                <a:gd name="connsiteY42" fmla="*/ 94065 h 136596"/>
                <a:gd name="connsiteX43" fmla="*/ 72955 w 117969"/>
                <a:gd name="connsiteY43" fmla="*/ 87856 h 136596"/>
                <a:gd name="connsiteX44" fmla="*/ 76059 w 117969"/>
                <a:gd name="connsiteY44" fmla="*/ 86614 h 136596"/>
                <a:gd name="connsiteX45" fmla="*/ 82268 w 117969"/>
                <a:gd name="connsiteY45" fmla="*/ 82268 h 136596"/>
                <a:gd name="connsiteX46" fmla="*/ 87546 w 117969"/>
                <a:gd name="connsiteY46" fmla="*/ 80406 h 136596"/>
                <a:gd name="connsiteX47" fmla="*/ 92823 w 117969"/>
                <a:gd name="connsiteY47" fmla="*/ 79164 h 136596"/>
                <a:gd name="connsiteX48" fmla="*/ 98101 w 117969"/>
                <a:gd name="connsiteY48" fmla="*/ 75128 h 136596"/>
                <a:gd name="connsiteX49" fmla="*/ 99963 w 117969"/>
                <a:gd name="connsiteY49" fmla="*/ 71713 h 136596"/>
                <a:gd name="connsiteX50" fmla="*/ 95928 w 117969"/>
                <a:gd name="connsiteY50" fmla="*/ 60227 h 136596"/>
                <a:gd name="connsiteX51" fmla="*/ 107414 w 117969"/>
                <a:gd name="connsiteY51" fmla="*/ 42221 h 136596"/>
                <a:gd name="connsiteX52" fmla="*/ 119832 w 117969"/>
                <a:gd name="connsiteY52" fmla="*/ 27319 h 136596"/>
                <a:gd name="connsiteX53" fmla="*/ 119832 w 117969"/>
                <a:gd name="connsiteY53" fmla="*/ 22042 h 136596"/>
                <a:gd name="connsiteX54" fmla="*/ 119832 w 117969"/>
                <a:gd name="connsiteY54" fmla="*/ 15833 h 136596"/>
                <a:gd name="connsiteX55" fmla="*/ 117659 w 117969"/>
                <a:gd name="connsiteY55" fmla="*/ 10555 h 13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17969" h="136596">
                  <a:moveTo>
                    <a:pt x="116728" y="7140"/>
                  </a:moveTo>
                  <a:lnTo>
                    <a:pt x="116728" y="3104"/>
                  </a:lnTo>
                  <a:lnTo>
                    <a:pt x="114555" y="3104"/>
                  </a:lnTo>
                  <a:lnTo>
                    <a:pt x="112692" y="3104"/>
                  </a:lnTo>
                  <a:lnTo>
                    <a:pt x="112692" y="5278"/>
                  </a:lnTo>
                  <a:lnTo>
                    <a:pt x="110519" y="8382"/>
                  </a:lnTo>
                  <a:lnTo>
                    <a:pt x="109277" y="10555"/>
                  </a:lnTo>
                  <a:lnTo>
                    <a:pt x="109277" y="12418"/>
                  </a:lnTo>
                  <a:lnTo>
                    <a:pt x="105241" y="8382"/>
                  </a:lnTo>
                  <a:lnTo>
                    <a:pt x="103068" y="7140"/>
                  </a:lnTo>
                  <a:lnTo>
                    <a:pt x="102137" y="5278"/>
                  </a:lnTo>
                  <a:lnTo>
                    <a:pt x="99963" y="3104"/>
                  </a:lnTo>
                  <a:lnTo>
                    <a:pt x="95928" y="931"/>
                  </a:lnTo>
                  <a:lnTo>
                    <a:pt x="92823" y="0"/>
                  </a:lnTo>
                  <a:lnTo>
                    <a:pt x="87546" y="8382"/>
                  </a:lnTo>
                  <a:lnTo>
                    <a:pt x="80406" y="23283"/>
                  </a:lnTo>
                  <a:lnTo>
                    <a:pt x="70782" y="37874"/>
                  </a:lnTo>
                  <a:lnTo>
                    <a:pt x="63641" y="52776"/>
                  </a:lnTo>
                  <a:lnTo>
                    <a:pt x="54328" y="65504"/>
                  </a:lnTo>
                  <a:lnTo>
                    <a:pt x="49051" y="71713"/>
                  </a:lnTo>
                  <a:lnTo>
                    <a:pt x="38495" y="75128"/>
                  </a:lnTo>
                  <a:lnTo>
                    <a:pt x="27009" y="76991"/>
                  </a:lnTo>
                  <a:lnTo>
                    <a:pt x="16764" y="80406"/>
                  </a:lnTo>
                  <a:lnTo>
                    <a:pt x="12418" y="84441"/>
                  </a:lnTo>
                  <a:lnTo>
                    <a:pt x="10555" y="89719"/>
                  </a:lnTo>
                  <a:lnTo>
                    <a:pt x="9313" y="94997"/>
                  </a:lnTo>
                  <a:lnTo>
                    <a:pt x="7451" y="99343"/>
                  </a:lnTo>
                  <a:lnTo>
                    <a:pt x="5277" y="104620"/>
                  </a:lnTo>
                  <a:lnTo>
                    <a:pt x="0" y="108967"/>
                  </a:lnTo>
                  <a:lnTo>
                    <a:pt x="7451" y="119522"/>
                  </a:lnTo>
                  <a:lnTo>
                    <a:pt x="14591" y="124799"/>
                  </a:lnTo>
                  <a:lnTo>
                    <a:pt x="23904" y="131008"/>
                  </a:lnTo>
                  <a:lnTo>
                    <a:pt x="32286" y="137528"/>
                  </a:lnTo>
                  <a:lnTo>
                    <a:pt x="39737" y="137528"/>
                  </a:lnTo>
                  <a:lnTo>
                    <a:pt x="45946" y="132250"/>
                  </a:lnTo>
                  <a:lnTo>
                    <a:pt x="51224" y="128835"/>
                  </a:lnTo>
                  <a:lnTo>
                    <a:pt x="56191" y="124799"/>
                  </a:lnTo>
                  <a:lnTo>
                    <a:pt x="61468" y="121695"/>
                  </a:lnTo>
                  <a:lnTo>
                    <a:pt x="65814" y="117349"/>
                  </a:lnTo>
                  <a:lnTo>
                    <a:pt x="67677" y="109898"/>
                  </a:lnTo>
                  <a:lnTo>
                    <a:pt x="67677" y="104620"/>
                  </a:lnTo>
                  <a:lnTo>
                    <a:pt x="68919" y="99343"/>
                  </a:lnTo>
                  <a:lnTo>
                    <a:pt x="68919" y="94065"/>
                  </a:lnTo>
                  <a:lnTo>
                    <a:pt x="72955" y="87856"/>
                  </a:lnTo>
                  <a:lnTo>
                    <a:pt x="76059" y="86614"/>
                  </a:lnTo>
                  <a:lnTo>
                    <a:pt x="82268" y="82268"/>
                  </a:lnTo>
                  <a:lnTo>
                    <a:pt x="87546" y="80406"/>
                  </a:lnTo>
                  <a:lnTo>
                    <a:pt x="92823" y="79164"/>
                  </a:lnTo>
                  <a:lnTo>
                    <a:pt x="98101" y="75128"/>
                  </a:lnTo>
                  <a:lnTo>
                    <a:pt x="99963" y="71713"/>
                  </a:lnTo>
                  <a:lnTo>
                    <a:pt x="95928" y="60227"/>
                  </a:lnTo>
                  <a:lnTo>
                    <a:pt x="107414" y="42221"/>
                  </a:lnTo>
                  <a:lnTo>
                    <a:pt x="119832" y="27319"/>
                  </a:lnTo>
                  <a:lnTo>
                    <a:pt x="119832" y="22042"/>
                  </a:lnTo>
                  <a:lnTo>
                    <a:pt x="119832" y="15833"/>
                  </a:lnTo>
                  <a:lnTo>
                    <a:pt x="117659" y="1055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377">
              <a:extLst>
                <a:ext uri="{FF2B5EF4-FFF2-40B4-BE49-F238E27FC236}">
                  <a16:creationId xmlns:a16="http://schemas.microsoft.com/office/drawing/2014/main" xmlns="" id="{7EAA3A2D-3B99-4526-A139-FF5DA38F7793}"/>
                </a:ext>
              </a:extLst>
            </p:cNvPr>
            <p:cNvSpPr/>
            <p:nvPr/>
          </p:nvSpPr>
          <p:spPr>
            <a:xfrm>
              <a:off x="7696203" y="6032431"/>
              <a:ext cx="18627" cy="27940"/>
            </a:xfrm>
            <a:custGeom>
              <a:avLst/>
              <a:gdLst>
                <a:gd name="connsiteX0" fmla="*/ 19558 w 18626"/>
                <a:gd name="connsiteY0" fmla="*/ 30424 h 27940"/>
                <a:gd name="connsiteX1" fmla="*/ 18627 w 18626"/>
                <a:gd name="connsiteY1" fmla="*/ 23283 h 27940"/>
                <a:gd name="connsiteX2" fmla="*/ 16454 w 18626"/>
                <a:gd name="connsiteY2" fmla="*/ 16764 h 27940"/>
                <a:gd name="connsiteX3" fmla="*/ 12418 w 18626"/>
                <a:gd name="connsiteY3" fmla="*/ 10555 h 27940"/>
                <a:gd name="connsiteX4" fmla="*/ 11486 w 18626"/>
                <a:gd name="connsiteY4" fmla="*/ 7140 h 27940"/>
                <a:gd name="connsiteX5" fmla="*/ 9313 w 18626"/>
                <a:gd name="connsiteY5" fmla="*/ 5278 h 27940"/>
                <a:gd name="connsiteX6" fmla="*/ 9313 w 18626"/>
                <a:gd name="connsiteY6" fmla="*/ 3104 h 27940"/>
                <a:gd name="connsiteX7" fmla="*/ 7140 w 18626"/>
                <a:gd name="connsiteY7" fmla="*/ 1863 h 27940"/>
                <a:gd name="connsiteX8" fmla="*/ 4036 w 18626"/>
                <a:gd name="connsiteY8" fmla="*/ 0 h 27940"/>
                <a:gd name="connsiteX9" fmla="*/ 0 w 18626"/>
                <a:gd name="connsiteY9" fmla="*/ 0 h 27940"/>
                <a:gd name="connsiteX10" fmla="*/ 1863 w 18626"/>
                <a:gd name="connsiteY10" fmla="*/ 5278 h 27940"/>
                <a:gd name="connsiteX11" fmla="*/ 4036 w 18626"/>
                <a:gd name="connsiteY11" fmla="*/ 10555 h 27940"/>
                <a:gd name="connsiteX12" fmla="*/ 4967 w 18626"/>
                <a:gd name="connsiteY12" fmla="*/ 14591 h 27940"/>
                <a:gd name="connsiteX13" fmla="*/ 7140 w 18626"/>
                <a:gd name="connsiteY13" fmla="*/ 19869 h 27940"/>
                <a:gd name="connsiteX14" fmla="*/ 12418 w 18626"/>
                <a:gd name="connsiteY14" fmla="*/ 23283 h 27940"/>
                <a:gd name="connsiteX15" fmla="*/ 12418 w 18626"/>
                <a:gd name="connsiteY15" fmla="*/ 30424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27940">
                  <a:moveTo>
                    <a:pt x="19558" y="30424"/>
                  </a:moveTo>
                  <a:lnTo>
                    <a:pt x="18627" y="23283"/>
                  </a:lnTo>
                  <a:lnTo>
                    <a:pt x="16454" y="16764"/>
                  </a:lnTo>
                  <a:lnTo>
                    <a:pt x="12418" y="10555"/>
                  </a:lnTo>
                  <a:lnTo>
                    <a:pt x="11486" y="7140"/>
                  </a:lnTo>
                  <a:lnTo>
                    <a:pt x="9313" y="5278"/>
                  </a:lnTo>
                  <a:lnTo>
                    <a:pt x="9313" y="3104"/>
                  </a:lnTo>
                  <a:lnTo>
                    <a:pt x="7140" y="1863"/>
                  </a:lnTo>
                  <a:lnTo>
                    <a:pt x="4036" y="0"/>
                  </a:lnTo>
                  <a:lnTo>
                    <a:pt x="0" y="0"/>
                  </a:lnTo>
                  <a:lnTo>
                    <a:pt x="1863" y="5278"/>
                  </a:lnTo>
                  <a:lnTo>
                    <a:pt x="4036" y="10555"/>
                  </a:lnTo>
                  <a:lnTo>
                    <a:pt x="4967" y="14591"/>
                  </a:lnTo>
                  <a:lnTo>
                    <a:pt x="7140" y="19869"/>
                  </a:lnTo>
                  <a:lnTo>
                    <a:pt x="12418" y="23283"/>
                  </a:lnTo>
                  <a:lnTo>
                    <a:pt x="12418" y="30424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378">
              <a:extLst>
                <a:ext uri="{FF2B5EF4-FFF2-40B4-BE49-F238E27FC236}">
                  <a16:creationId xmlns:a16="http://schemas.microsoft.com/office/drawing/2014/main" xmlns="" id="{2FF5272F-133A-4C5C-A785-444718F3B78F}"/>
                </a:ext>
              </a:extLst>
            </p:cNvPr>
            <p:cNvSpPr/>
            <p:nvPr/>
          </p:nvSpPr>
          <p:spPr>
            <a:xfrm>
              <a:off x="7436671" y="5917876"/>
              <a:ext cx="18627" cy="21731"/>
            </a:xfrm>
            <a:custGeom>
              <a:avLst/>
              <a:gdLst>
                <a:gd name="connsiteX0" fmla="*/ 12418 w 18626"/>
                <a:gd name="connsiteY0" fmla="*/ 23283 h 21731"/>
                <a:gd name="connsiteX1" fmla="*/ 19869 w 18626"/>
                <a:gd name="connsiteY1" fmla="*/ 23283 h 21731"/>
                <a:gd name="connsiteX2" fmla="*/ 12418 w 18626"/>
                <a:gd name="connsiteY2" fmla="*/ 0 h 21731"/>
                <a:gd name="connsiteX3" fmla="*/ 0 w 18626"/>
                <a:gd name="connsiteY3" fmla="*/ 0 h 21731"/>
                <a:gd name="connsiteX4" fmla="*/ 931 w 18626"/>
                <a:gd name="connsiteY4" fmla="*/ 5277 h 21731"/>
                <a:gd name="connsiteX5" fmla="*/ 3104 w 18626"/>
                <a:gd name="connsiteY5" fmla="*/ 8692 h 21731"/>
                <a:gd name="connsiteX6" fmla="*/ 5277 w 18626"/>
                <a:gd name="connsiteY6" fmla="*/ 12728 h 21731"/>
                <a:gd name="connsiteX7" fmla="*/ 7451 w 18626"/>
                <a:gd name="connsiteY7" fmla="*/ 16143 h 21731"/>
                <a:gd name="connsiteX8" fmla="*/ 12418 w 18626"/>
                <a:gd name="connsiteY8" fmla="*/ 2017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26" h="21731">
                  <a:moveTo>
                    <a:pt x="12418" y="23283"/>
                  </a:moveTo>
                  <a:lnTo>
                    <a:pt x="19869" y="23283"/>
                  </a:lnTo>
                  <a:lnTo>
                    <a:pt x="12418" y="0"/>
                  </a:lnTo>
                  <a:lnTo>
                    <a:pt x="0" y="0"/>
                  </a:lnTo>
                  <a:lnTo>
                    <a:pt x="931" y="5277"/>
                  </a:lnTo>
                  <a:lnTo>
                    <a:pt x="3104" y="8692"/>
                  </a:lnTo>
                  <a:lnTo>
                    <a:pt x="5277" y="12728"/>
                  </a:lnTo>
                  <a:lnTo>
                    <a:pt x="7451" y="16143"/>
                  </a:lnTo>
                  <a:lnTo>
                    <a:pt x="12418" y="2017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379">
              <a:extLst>
                <a:ext uri="{FF2B5EF4-FFF2-40B4-BE49-F238E27FC236}">
                  <a16:creationId xmlns:a16="http://schemas.microsoft.com/office/drawing/2014/main" xmlns="" id="{3ECF7B81-498A-4545-A2AD-8F5429589217}"/>
                </a:ext>
              </a:extLst>
            </p:cNvPr>
            <p:cNvSpPr/>
            <p:nvPr/>
          </p:nvSpPr>
          <p:spPr>
            <a:xfrm>
              <a:off x="7423321" y="5928431"/>
              <a:ext cx="18627" cy="15522"/>
            </a:xfrm>
            <a:custGeom>
              <a:avLst/>
              <a:gdLst>
                <a:gd name="connsiteX0" fmla="*/ 13349 w 18626"/>
                <a:gd name="connsiteY0" fmla="*/ 4346 h 15522"/>
                <a:gd name="connsiteX1" fmla="*/ 9313 w 18626"/>
                <a:gd name="connsiteY1" fmla="*/ 0 h 15522"/>
                <a:gd name="connsiteX2" fmla="*/ 6209 w 18626"/>
                <a:gd name="connsiteY2" fmla="*/ 4346 h 15522"/>
                <a:gd name="connsiteX3" fmla="*/ 4036 w 18626"/>
                <a:gd name="connsiteY3" fmla="*/ 4346 h 15522"/>
                <a:gd name="connsiteX4" fmla="*/ 1863 w 18626"/>
                <a:gd name="connsiteY4" fmla="*/ 4346 h 15522"/>
                <a:gd name="connsiteX5" fmla="*/ 1863 w 18626"/>
                <a:gd name="connsiteY5" fmla="*/ 5588 h 15522"/>
                <a:gd name="connsiteX6" fmla="*/ 1863 w 18626"/>
                <a:gd name="connsiteY6" fmla="*/ 9624 h 15522"/>
                <a:gd name="connsiteX7" fmla="*/ 0 w 18626"/>
                <a:gd name="connsiteY7" fmla="*/ 12728 h 15522"/>
                <a:gd name="connsiteX8" fmla="*/ 6209 w 18626"/>
                <a:gd name="connsiteY8" fmla="*/ 14901 h 15522"/>
                <a:gd name="connsiteX9" fmla="*/ 7140 w 18626"/>
                <a:gd name="connsiteY9" fmla="*/ 14901 h 15522"/>
                <a:gd name="connsiteX10" fmla="*/ 9313 w 18626"/>
                <a:gd name="connsiteY10" fmla="*/ 14901 h 15522"/>
                <a:gd name="connsiteX11" fmla="*/ 11176 w 18626"/>
                <a:gd name="connsiteY11" fmla="*/ 17075 h 15522"/>
                <a:gd name="connsiteX12" fmla="*/ 13349 w 18626"/>
                <a:gd name="connsiteY12" fmla="*/ 17075 h 15522"/>
                <a:gd name="connsiteX13" fmla="*/ 20800 w 18626"/>
                <a:gd name="connsiteY13" fmla="*/ 17075 h 15522"/>
                <a:gd name="connsiteX14" fmla="*/ 20800 w 18626"/>
                <a:gd name="connsiteY14" fmla="*/ 9624 h 15522"/>
                <a:gd name="connsiteX15" fmla="*/ 16454 w 18626"/>
                <a:gd name="connsiteY15" fmla="*/ 745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15522">
                  <a:moveTo>
                    <a:pt x="13349" y="4346"/>
                  </a:moveTo>
                  <a:lnTo>
                    <a:pt x="9313" y="0"/>
                  </a:lnTo>
                  <a:lnTo>
                    <a:pt x="6209" y="4346"/>
                  </a:lnTo>
                  <a:lnTo>
                    <a:pt x="4036" y="4346"/>
                  </a:lnTo>
                  <a:lnTo>
                    <a:pt x="1863" y="4346"/>
                  </a:lnTo>
                  <a:lnTo>
                    <a:pt x="1863" y="5588"/>
                  </a:lnTo>
                  <a:lnTo>
                    <a:pt x="1863" y="9624"/>
                  </a:lnTo>
                  <a:lnTo>
                    <a:pt x="0" y="12728"/>
                  </a:lnTo>
                  <a:lnTo>
                    <a:pt x="6209" y="14901"/>
                  </a:lnTo>
                  <a:lnTo>
                    <a:pt x="7140" y="14901"/>
                  </a:lnTo>
                  <a:lnTo>
                    <a:pt x="9313" y="14901"/>
                  </a:lnTo>
                  <a:lnTo>
                    <a:pt x="11176" y="17075"/>
                  </a:lnTo>
                  <a:lnTo>
                    <a:pt x="13349" y="17075"/>
                  </a:lnTo>
                  <a:lnTo>
                    <a:pt x="20800" y="17075"/>
                  </a:lnTo>
                  <a:lnTo>
                    <a:pt x="20800" y="9624"/>
                  </a:lnTo>
                  <a:lnTo>
                    <a:pt x="16454" y="745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380">
              <a:extLst>
                <a:ext uri="{FF2B5EF4-FFF2-40B4-BE49-F238E27FC236}">
                  <a16:creationId xmlns:a16="http://schemas.microsoft.com/office/drawing/2014/main" xmlns="" id="{2105FC73-715F-4CAC-8573-6871F1025157}"/>
                </a:ext>
              </a:extLst>
            </p:cNvPr>
            <p:cNvSpPr/>
            <p:nvPr/>
          </p:nvSpPr>
          <p:spPr>
            <a:xfrm>
              <a:off x="7449089" y="5945506"/>
              <a:ext cx="12418" cy="12418"/>
            </a:xfrm>
            <a:custGeom>
              <a:avLst/>
              <a:gdLst>
                <a:gd name="connsiteX0" fmla="*/ 0 w 12417"/>
                <a:gd name="connsiteY0" fmla="*/ 3104 h 12417"/>
                <a:gd name="connsiteX1" fmla="*/ 0 w 12417"/>
                <a:gd name="connsiteY1" fmla="*/ 5278 h 12417"/>
                <a:gd name="connsiteX2" fmla="*/ 2173 w 12417"/>
                <a:gd name="connsiteY2" fmla="*/ 5278 h 12417"/>
                <a:gd name="connsiteX3" fmla="*/ 2173 w 12417"/>
                <a:gd name="connsiteY3" fmla="*/ 7451 h 12417"/>
                <a:gd name="connsiteX4" fmla="*/ 3104 w 12417"/>
                <a:gd name="connsiteY4" fmla="*/ 8382 h 12417"/>
                <a:gd name="connsiteX5" fmla="*/ 3104 w 12417"/>
                <a:gd name="connsiteY5" fmla="*/ 12728 h 12417"/>
                <a:gd name="connsiteX6" fmla="*/ 14591 w 12417"/>
                <a:gd name="connsiteY6" fmla="*/ 12728 h 12417"/>
                <a:gd name="connsiteX7" fmla="*/ 14591 w 12417"/>
                <a:gd name="connsiteY7" fmla="*/ 5278 h 12417"/>
                <a:gd name="connsiteX8" fmla="*/ 0 w 12417"/>
                <a:gd name="connsiteY8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17" h="12417">
                  <a:moveTo>
                    <a:pt x="0" y="3104"/>
                  </a:moveTo>
                  <a:lnTo>
                    <a:pt x="0" y="5278"/>
                  </a:lnTo>
                  <a:lnTo>
                    <a:pt x="2173" y="5278"/>
                  </a:lnTo>
                  <a:lnTo>
                    <a:pt x="2173" y="7451"/>
                  </a:lnTo>
                  <a:lnTo>
                    <a:pt x="3104" y="8382"/>
                  </a:lnTo>
                  <a:lnTo>
                    <a:pt x="3104" y="12728"/>
                  </a:lnTo>
                  <a:lnTo>
                    <a:pt x="14591" y="12728"/>
                  </a:lnTo>
                  <a:lnTo>
                    <a:pt x="14591" y="52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381">
              <a:extLst>
                <a:ext uri="{FF2B5EF4-FFF2-40B4-BE49-F238E27FC236}">
                  <a16:creationId xmlns:a16="http://schemas.microsoft.com/office/drawing/2014/main" xmlns="" id="{515B8BB4-D9F7-4B44-B939-4C8B441B8F61}"/>
                </a:ext>
              </a:extLst>
            </p:cNvPr>
            <p:cNvSpPr/>
            <p:nvPr/>
          </p:nvSpPr>
          <p:spPr>
            <a:xfrm>
              <a:off x="7229293" y="6429180"/>
              <a:ext cx="52776" cy="68298"/>
            </a:xfrm>
            <a:custGeom>
              <a:avLst/>
              <a:gdLst>
                <a:gd name="connsiteX0" fmla="*/ 46877 w 52775"/>
                <a:gd name="connsiteY0" fmla="*/ 0 h 68298"/>
                <a:gd name="connsiteX1" fmla="*/ 37564 w 52775"/>
                <a:gd name="connsiteY1" fmla="*/ 9313 h 68298"/>
                <a:gd name="connsiteX2" fmla="*/ 27319 w 52775"/>
                <a:gd name="connsiteY2" fmla="*/ 11487 h 68298"/>
                <a:gd name="connsiteX3" fmla="*/ 14591 w 52775"/>
                <a:gd name="connsiteY3" fmla="*/ 4036 h 68298"/>
                <a:gd name="connsiteX4" fmla="*/ 0 w 52775"/>
                <a:gd name="connsiteY4" fmla="*/ 4036 h 68298"/>
                <a:gd name="connsiteX5" fmla="*/ 7451 w 52775"/>
                <a:gd name="connsiteY5" fmla="*/ 24215 h 68298"/>
                <a:gd name="connsiteX6" fmla="*/ 14591 w 52775"/>
                <a:gd name="connsiteY6" fmla="*/ 46567 h 68298"/>
                <a:gd name="connsiteX7" fmla="*/ 19869 w 52775"/>
                <a:gd name="connsiteY7" fmla="*/ 68609 h 68298"/>
                <a:gd name="connsiteX8" fmla="*/ 32286 w 52775"/>
                <a:gd name="connsiteY8" fmla="*/ 62400 h 68298"/>
                <a:gd name="connsiteX9" fmla="*/ 41910 w 52775"/>
                <a:gd name="connsiteY9" fmla="*/ 57122 h 68298"/>
                <a:gd name="connsiteX10" fmla="*/ 49982 w 52775"/>
                <a:gd name="connsiteY10" fmla="*/ 47498 h 68298"/>
                <a:gd name="connsiteX11" fmla="*/ 54328 w 52775"/>
                <a:gd name="connsiteY11" fmla="*/ 31666 h 68298"/>
                <a:gd name="connsiteX12" fmla="*/ 52155 w 52775"/>
                <a:gd name="connsiteY12" fmla="*/ 14902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775" h="68298">
                  <a:moveTo>
                    <a:pt x="46877" y="0"/>
                  </a:moveTo>
                  <a:lnTo>
                    <a:pt x="37564" y="9313"/>
                  </a:lnTo>
                  <a:lnTo>
                    <a:pt x="27319" y="11487"/>
                  </a:lnTo>
                  <a:lnTo>
                    <a:pt x="14591" y="4036"/>
                  </a:lnTo>
                  <a:lnTo>
                    <a:pt x="0" y="4036"/>
                  </a:lnTo>
                  <a:lnTo>
                    <a:pt x="7451" y="24215"/>
                  </a:lnTo>
                  <a:lnTo>
                    <a:pt x="14591" y="46567"/>
                  </a:lnTo>
                  <a:lnTo>
                    <a:pt x="19869" y="68609"/>
                  </a:lnTo>
                  <a:lnTo>
                    <a:pt x="32286" y="62400"/>
                  </a:lnTo>
                  <a:lnTo>
                    <a:pt x="41910" y="57122"/>
                  </a:lnTo>
                  <a:lnTo>
                    <a:pt x="49982" y="47498"/>
                  </a:lnTo>
                  <a:lnTo>
                    <a:pt x="54328" y="31666"/>
                  </a:lnTo>
                  <a:lnTo>
                    <a:pt x="52155" y="1490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382">
              <a:extLst>
                <a:ext uri="{FF2B5EF4-FFF2-40B4-BE49-F238E27FC236}">
                  <a16:creationId xmlns:a16="http://schemas.microsoft.com/office/drawing/2014/main" xmlns="" id="{83D069C3-E301-4B26-90D2-2DDA74DA0693}"/>
                </a:ext>
              </a:extLst>
            </p:cNvPr>
            <p:cNvSpPr/>
            <p:nvPr/>
          </p:nvSpPr>
          <p:spPr>
            <a:xfrm>
              <a:off x="4103104" y="5644063"/>
              <a:ext cx="9313" cy="12418"/>
            </a:xfrm>
            <a:custGeom>
              <a:avLst/>
              <a:gdLst>
                <a:gd name="connsiteX0" fmla="*/ 2173 w 9313"/>
                <a:gd name="connsiteY0" fmla="*/ 5278 h 12417"/>
                <a:gd name="connsiteX1" fmla="*/ 2173 w 9313"/>
                <a:gd name="connsiteY1" fmla="*/ 7140 h 12417"/>
                <a:gd name="connsiteX2" fmla="*/ 2173 w 9313"/>
                <a:gd name="connsiteY2" fmla="*/ 9313 h 12417"/>
                <a:gd name="connsiteX3" fmla="*/ 4346 w 9313"/>
                <a:gd name="connsiteY3" fmla="*/ 11487 h 12417"/>
                <a:gd name="connsiteX4" fmla="*/ 5278 w 9313"/>
                <a:gd name="connsiteY4" fmla="*/ 11487 h 12417"/>
                <a:gd name="connsiteX5" fmla="*/ 9624 w 9313"/>
                <a:gd name="connsiteY5" fmla="*/ 12418 h 12417"/>
                <a:gd name="connsiteX6" fmla="*/ 9624 w 9313"/>
                <a:gd name="connsiteY6" fmla="*/ 5278 h 12417"/>
                <a:gd name="connsiteX7" fmla="*/ 0 w 9313"/>
                <a:gd name="connsiteY7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313" h="12417">
                  <a:moveTo>
                    <a:pt x="2173" y="5278"/>
                  </a:moveTo>
                  <a:lnTo>
                    <a:pt x="2173" y="7140"/>
                  </a:lnTo>
                  <a:lnTo>
                    <a:pt x="2173" y="9313"/>
                  </a:lnTo>
                  <a:lnTo>
                    <a:pt x="4346" y="11487"/>
                  </a:lnTo>
                  <a:lnTo>
                    <a:pt x="5278" y="11487"/>
                  </a:lnTo>
                  <a:lnTo>
                    <a:pt x="9624" y="12418"/>
                  </a:lnTo>
                  <a:lnTo>
                    <a:pt x="9624" y="52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383">
              <a:extLst>
                <a:ext uri="{FF2B5EF4-FFF2-40B4-BE49-F238E27FC236}">
                  <a16:creationId xmlns:a16="http://schemas.microsoft.com/office/drawing/2014/main" xmlns="" id="{7C8705E8-6707-4D0C-95D7-07B4679C81F5}"/>
                </a:ext>
              </a:extLst>
            </p:cNvPr>
            <p:cNvSpPr/>
            <p:nvPr/>
          </p:nvSpPr>
          <p:spPr>
            <a:xfrm>
              <a:off x="4008418" y="5514917"/>
              <a:ext cx="34149" cy="18627"/>
            </a:xfrm>
            <a:custGeom>
              <a:avLst/>
              <a:gdLst>
                <a:gd name="connsiteX0" fmla="*/ 21731 w 34149"/>
                <a:gd name="connsiteY0" fmla="*/ 5278 h 18626"/>
                <a:gd name="connsiteX1" fmla="*/ 16764 w 34149"/>
                <a:gd name="connsiteY1" fmla="*/ 1863 h 18626"/>
                <a:gd name="connsiteX2" fmla="*/ 7140 w 34149"/>
                <a:gd name="connsiteY2" fmla="*/ 0 h 18626"/>
                <a:gd name="connsiteX3" fmla="*/ 6209 w 34149"/>
                <a:gd name="connsiteY3" fmla="*/ 1863 h 18626"/>
                <a:gd name="connsiteX4" fmla="*/ 4036 w 34149"/>
                <a:gd name="connsiteY4" fmla="*/ 1863 h 18626"/>
                <a:gd name="connsiteX5" fmla="*/ 2173 w 34149"/>
                <a:gd name="connsiteY5" fmla="*/ 4036 h 18626"/>
                <a:gd name="connsiteX6" fmla="*/ 0 w 34149"/>
                <a:gd name="connsiteY6" fmla="*/ 4036 h 18626"/>
                <a:gd name="connsiteX7" fmla="*/ 0 w 34149"/>
                <a:gd name="connsiteY7" fmla="*/ 16764 h 18626"/>
                <a:gd name="connsiteX8" fmla="*/ 6209 w 34149"/>
                <a:gd name="connsiteY8" fmla="*/ 18937 h 18626"/>
                <a:gd name="connsiteX9" fmla="*/ 13660 w 34149"/>
                <a:gd name="connsiteY9" fmla="*/ 18937 h 18626"/>
                <a:gd name="connsiteX10" fmla="*/ 16764 w 34149"/>
                <a:gd name="connsiteY10" fmla="*/ 19869 h 18626"/>
                <a:gd name="connsiteX11" fmla="*/ 21731 w 34149"/>
                <a:gd name="connsiteY11" fmla="*/ 18937 h 18626"/>
                <a:gd name="connsiteX12" fmla="*/ 28251 w 34149"/>
                <a:gd name="connsiteY12" fmla="*/ 16764 h 18626"/>
                <a:gd name="connsiteX13" fmla="*/ 35391 w 34149"/>
                <a:gd name="connsiteY13" fmla="*/ 16764 h 18626"/>
                <a:gd name="connsiteX14" fmla="*/ 35391 w 34149"/>
                <a:gd name="connsiteY14" fmla="*/ 12728 h 18626"/>
                <a:gd name="connsiteX15" fmla="*/ 29182 w 34149"/>
                <a:gd name="connsiteY15" fmla="*/ 9313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18626">
                  <a:moveTo>
                    <a:pt x="21731" y="5278"/>
                  </a:moveTo>
                  <a:lnTo>
                    <a:pt x="16764" y="1863"/>
                  </a:lnTo>
                  <a:lnTo>
                    <a:pt x="7140" y="0"/>
                  </a:lnTo>
                  <a:lnTo>
                    <a:pt x="6209" y="1863"/>
                  </a:lnTo>
                  <a:lnTo>
                    <a:pt x="4036" y="1863"/>
                  </a:lnTo>
                  <a:lnTo>
                    <a:pt x="2173" y="4036"/>
                  </a:lnTo>
                  <a:lnTo>
                    <a:pt x="0" y="4036"/>
                  </a:lnTo>
                  <a:lnTo>
                    <a:pt x="0" y="16764"/>
                  </a:lnTo>
                  <a:lnTo>
                    <a:pt x="6209" y="18937"/>
                  </a:lnTo>
                  <a:lnTo>
                    <a:pt x="13660" y="18937"/>
                  </a:lnTo>
                  <a:lnTo>
                    <a:pt x="16764" y="19869"/>
                  </a:lnTo>
                  <a:lnTo>
                    <a:pt x="21731" y="18937"/>
                  </a:lnTo>
                  <a:lnTo>
                    <a:pt x="28251" y="16764"/>
                  </a:lnTo>
                  <a:lnTo>
                    <a:pt x="35391" y="16764"/>
                  </a:lnTo>
                  <a:lnTo>
                    <a:pt x="35391" y="12728"/>
                  </a:lnTo>
                  <a:lnTo>
                    <a:pt x="29182" y="931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384">
              <a:extLst>
                <a:ext uri="{FF2B5EF4-FFF2-40B4-BE49-F238E27FC236}">
                  <a16:creationId xmlns:a16="http://schemas.microsoft.com/office/drawing/2014/main" xmlns="" id="{15A351BB-8133-495B-BFE7-4F4EC1182661}"/>
                </a:ext>
              </a:extLst>
            </p:cNvPr>
            <p:cNvSpPr/>
            <p:nvPr/>
          </p:nvSpPr>
          <p:spPr>
            <a:xfrm>
              <a:off x="3912490" y="5445999"/>
              <a:ext cx="155223" cy="58985"/>
            </a:xfrm>
            <a:custGeom>
              <a:avLst/>
              <a:gdLst>
                <a:gd name="connsiteX0" fmla="*/ 156465 w 155222"/>
                <a:gd name="connsiteY0" fmla="*/ 44394 h 58984"/>
                <a:gd name="connsiteX1" fmla="*/ 134423 w 155222"/>
                <a:gd name="connsiteY1" fmla="*/ 33838 h 58984"/>
                <a:gd name="connsiteX2" fmla="*/ 114554 w 155222"/>
                <a:gd name="connsiteY2" fmla="*/ 24215 h 58984"/>
                <a:gd name="connsiteX3" fmla="*/ 94996 w 155222"/>
                <a:gd name="connsiteY3" fmla="*/ 14901 h 58984"/>
                <a:gd name="connsiteX4" fmla="*/ 68919 w 155222"/>
                <a:gd name="connsiteY4" fmla="*/ 6519 h 58984"/>
                <a:gd name="connsiteX5" fmla="*/ 39737 w 155222"/>
                <a:gd name="connsiteY5" fmla="*/ 0 h 58984"/>
                <a:gd name="connsiteX6" fmla="*/ 36633 w 155222"/>
                <a:gd name="connsiteY6" fmla="*/ 2173 h 58984"/>
                <a:gd name="connsiteX7" fmla="*/ 32286 w 155222"/>
                <a:gd name="connsiteY7" fmla="*/ 2173 h 58984"/>
                <a:gd name="connsiteX8" fmla="*/ 29182 w 155222"/>
                <a:gd name="connsiteY8" fmla="*/ 4346 h 58984"/>
                <a:gd name="connsiteX9" fmla="*/ 23904 w 155222"/>
                <a:gd name="connsiteY9" fmla="*/ 4346 h 58984"/>
                <a:gd name="connsiteX10" fmla="*/ 17695 w 155222"/>
                <a:gd name="connsiteY10" fmla="*/ 9624 h 58984"/>
                <a:gd name="connsiteX11" fmla="*/ 12418 w 155222"/>
                <a:gd name="connsiteY11" fmla="*/ 13660 h 58984"/>
                <a:gd name="connsiteX12" fmla="*/ 7451 w 155222"/>
                <a:gd name="connsiteY12" fmla="*/ 21110 h 58984"/>
                <a:gd name="connsiteX13" fmla="*/ 0 w 155222"/>
                <a:gd name="connsiteY13" fmla="*/ 21110 h 58984"/>
                <a:gd name="connsiteX14" fmla="*/ 3104 w 155222"/>
                <a:gd name="connsiteY14" fmla="*/ 22352 h 58984"/>
                <a:gd name="connsiteX15" fmla="*/ 10555 w 155222"/>
                <a:gd name="connsiteY15" fmla="*/ 26388 h 58984"/>
                <a:gd name="connsiteX16" fmla="*/ 16764 w 155222"/>
                <a:gd name="connsiteY16" fmla="*/ 28561 h 58984"/>
                <a:gd name="connsiteX17" fmla="*/ 22042 w 155222"/>
                <a:gd name="connsiteY17" fmla="*/ 22352 h 58984"/>
                <a:gd name="connsiteX18" fmla="*/ 25146 w 155222"/>
                <a:gd name="connsiteY18" fmla="*/ 17075 h 58984"/>
                <a:gd name="connsiteX19" fmla="*/ 31355 w 155222"/>
                <a:gd name="connsiteY19" fmla="*/ 11797 h 58984"/>
                <a:gd name="connsiteX20" fmla="*/ 58364 w 155222"/>
                <a:gd name="connsiteY20" fmla="*/ 24215 h 58984"/>
                <a:gd name="connsiteX21" fmla="*/ 83510 w 155222"/>
                <a:gd name="connsiteY21" fmla="*/ 36943 h 58984"/>
                <a:gd name="connsiteX22" fmla="*/ 110519 w 155222"/>
                <a:gd name="connsiteY22" fmla="*/ 44394 h 58984"/>
                <a:gd name="connsiteX23" fmla="*/ 112692 w 155222"/>
                <a:gd name="connsiteY23" fmla="*/ 48740 h 58984"/>
                <a:gd name="connsiteX24" fmla="*/ 112692 w 155222"/>
                <a:gd name="connsiteY24" fmla="*/ 50913 h 58984"/>
                <a:gd name="connsiteX25" fmla="*/ 112692 w 155222"/>
                <a:gd name="connsiteY25" fmla="*/ 51844 h 58984"/>
                <a:gd name="connsiteX26" fmla="*/ 112692 w 155222"/>
                <a:gd name="connsiteY26" fmla="*/ 54017 h 58984"/>
                <a:gd name="connsiteX27" fmla="*/ 112692 w 155222"/>
                <a:gd name="connsiteY27" fmla="*/ 58364 h 58984"/>
                <a:gd name="connsiteX28" fmla="*/ 110519 w 155222"/>
                <a:gd name="connsiteY28" fmla="*/ 61468 h 58984"/>
                <a:gd name="connsiteX29" fmla="*/ 124178 w 155222"/>
                <a:gd name="connsiteY29" fmla="*/ 59295 h 58984"/>
                <a:gd name="connsiteX30" fmla="*/ 136596 w 155222"/>
                <a:gd name="connsiteY30" fmla="*/ 56191 h 58984"/>
                <a:gd name="connsiteX31" fmla="*/ 146841 w 155222"/>
                <a:gd name="connsiteY31" fmla="*/ 51844 h 58984"/>
                <a:gd name="connsiteX32" fmla="*/ 156465 w 155222"/>
                <a:gd name="connsiteY32" fmla="*/ 51844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5222" h="58984">
                  <a:moveTo>
                    <a:pt x="156465" y="44394"/>
                  </a:moveTo>
                  <a:lnTo>
                    <a:pt x="134423" y="33838"/>
                  </a:lnTo>
                  <a:lnTo>
                    <a:pt x="114554" y="24215"/>
                  </a:lnTo>
                  <a:lnTo>
                    <a:pt x="94996" y="14901"/>
                  </a:lnTo>
                  <a:lnTo>
                    <a:pt x="68919" y="6519"/>
                  </a:lnTo>
                  <a:lnTo>
                    <a:pt x="39737" y="0"/>
                  </a:lnTo>
                  <a:lnTo>
                    <a:pt x="36633" y="2173"/>
                  </a:lnTo>
                  <a:lnTo>
                    <a:pt x="32286" y="2173"/>
                  </a:lnTo>
                  <a:lnTo>
                    <a:pt x="29182" y="4346"/>
                  </a:lnTo>
                  <a:lnTo>
                    <a:pt x="23904" y="4346"/>
                  </a:lnTo>
                  <a:lnTo>
                    <a:pt x="17695" y="9624"/>
                  </a:lnTo>
                  <a:lnTo>
                    <a:pt x="12418" y="13660"/>
                  </a:lnTo>
                  <a:lnTo>
                    <a:pt x="7451" y="21110"/>
                  </a:lnTo>
                  <a:lnTo>
                    <a:pt x="0" y="21110"/>
                  </a:lnTo>
                  <a:lnTo>
                    <a:pt x="3104" y="22352"/>
                  </a:lnTo>
                  <a:lnTo>
                    <a:pt x="10555" y="26388"/>
                  </a:lnTo>
                  <a:lnTo>
                    <a:pt x="16764" y="28561"/>
                  </a:lnTo>
                  <a:lnTo>
                    <a:pt x="22042" y="22352"/>
                  </a:lnTo>
                  <a:lnTo>
                    <a:pt x="25146" y="17075"/>
                  </a:lnTo>
                  <a:lnTo>
                    <a:pt x="31355" y="11797"/>
                  </a:lnTo>
                  <a:lnTo>
                    <a:pt x="58364" y="24215"/>
                  </a:lnTo>
                  <a:lnTo>
                    <a:pt x="83510" y="36943"/>
                  </a:lnTo>
                  <a:lnTo>
                    <a:pt x="110519" y="44394"/>
                  </a:lnTo>
                  <a:lnTo>
                    <a:pt x="112692" y="48740"/>
                  </a:lnTo>
                  <a:lnTo>
                    <a:pt x="112692" y="50913"/>
                  </a:lnTo>
                  <a:lnTo>
                    <a:pt x="112692" y="51844"/>
                  </a:lnTo>
                  <a:lnTo>
                    <a:pt x="112692" y="54017"/>
                  </a:lnTo>
                  <a:lnTo>
                    <a:pt x="112692" y="58364"/>
                  </a:lnTo>
                  <a:lnTo>
                    <a:pt x="110519" y="61468"/>
                  </a:lnTo>
                  <a:lnTo>
                    <a:pt x="124178" y="59295"/>
                  </a:lnTo>
                  <a:lnTo>
                    <a:pt x="136596" y="56191"/>
                  </a:lnTo>
                  <a:lnTo>
                    <a:pt x="146841" y="51844"/>
                  </a:lnTo>
                  <a:lnTo>
                    <a:pt x="156465" y="51844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385">
              <a:extLst>
                <a:ext uri="{FF2B5EF4-FFF2-40B4-BE49-F238E27FC236}">
                  <a16:creationId xmlns:a16="http://schemas.microsoft.com/office/drawing/2014/main" xmlns="" id="{D6755648-0478-4562-8A31-B15B77EC95F1}"/>
                </a:ext>
              </a:extLst>
            </p:cNvPr>
            <p:cNvSpPr/>
            <p:nvPr/>
          </p:nvSpPr>
          <p:spPr>
            <a:xfrm>
              <a:off x="4008418" y="5417438"/>
              <a:ext cx="12418" cy="24836"/>
            </a:xfrm>
            <a:custGeom>
              <a:avLst/>
              <a:gdLst>
                <a:gd name="connsiteX0" fmla="*/ 6209 w 12417"/>
                <a:gd name="connsiteY0" fmla="*/ 3104 h 24835"/>
                <a:gd name="connsiteX1" fmla="*/ 0 w 12417"/>
                <a:gd name="connsiteY1" fmla="*/ 0 h 24835"/>
                <a:gd name="connsiteX2" fmla="*/ 0 w 12417"/>
                <a:gd name="connsiteY2" fmla="*/ 7451 h 24835"/>
                <a:gd name="connsiteX3" fmla="*/ 0 w 12417"/>
                <a:gd name="connsiteY3" fmla="*/ 10555 h 24835"/>
                <a:gd name="connsiteX4" fmla="*/ 2173 w 12417"/>
                <a:gd name="connsiteY4" fmla="*/ 14901 h 24835"/>
                <a:gd name="connsiteX5" fmla="*/ 4036 w 12417"/>
                <a:gd name="connsiteY5" fmla="*/ 18006 h 24835"/>
                <a:gd name="connsiteX6" fmla="*/ 6209 w 12417"/>
                <a:gd name="connsiteY6" fmla="*/ 20179 h 24835"/>
                <a:gd name="connsiteX7" fmla="*/ 7140 w 12417"/>
                <a:gd name="connsiteY7" fmla="*/ 25457 h 24835"/>
                <a:gd name="connsiteX8" fmla="*/ 14591 w 12417"/>
                <a:gd name="connsiteY8" fmla="*/ 25457 h 24835"/>
                <a:gd name="connsiteX9" fmla="*/ 14591 w 12417"/>
                <a:gd name="connsiteY9" fmla="*/ 15833 h 24835"/>
                <a:gd name="connsiteX10" fmla="*/ 13660 w 12417"/>
                <a:gd name="connsiteY10" fmla="*/ 10555 h 24835"/>
                <a:gd name="connsiteX11" fmla="*/ 9313 w 12417"/>
                <a:gd name="connsiteY11" fmla="*/ 7451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24835">
                  <a:moveTo>
                    <a:pt x="6209" y="3104"/>
                  </a:move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2173" y="14901"/>
                  </a:lnTo>
                  <a:lnTo>
                    <a:pt x="4036" y="18006"/>
                  </a:lnTo>
                  <a:lnTo>
                    <a:pt x="6209" y="20179"/>
                  </a:lnTo>
                  <a:lnTo>
                    <a:pt x="7140" y="25457"/>
                  </a:lnTo>
                  <a:lnTo>
                    <a:pt x="14591" y="25457"/>
                  </a:lnTo>
                  <a:lnTo>
                    <a:pt x="14591" y="15833"/>
                  </a:lnTo>
                  <a:lnTo>
                    <a:pt x="13660" y="10555"/>
                  </a:lnTo>
                  <a:lnTo>
                    <a:pt x="9313" y="745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386">
              <a:extLst>
                <a:ext uri="{FF2B5EF4-FFF2-40B4-BE49-F238E27FC236}">
                  <a16:creationId xmlns:a16="http://schemas.microsoft.com/office/drawing/2014/main" xmlns="" id="{F40C1503-2706-4156-B107-6EBE4F5B8626}"/>
                </a:ext>
              </a:extLst>
            </p:cNvPr>
            <p:cNvSpPr/>
            <p:nvPr/>
          </p:nvSpPr>
          <p:spPr>
            <a:xfrm>
              <a:off x="4000036" y="5393223"/>
              <a:ext cx="27940" cy="15522"/>
            </a:xfrm>
            <a:custGeom>
              <a:avLst/>
              <a:gdLst>
                <a:gd name="connsiteX0" fmla="*/ 29182 w 27940"/>
                <a:gd name="connsiteY0" fmla="*/ 16764 h 15522"/>
                <a:gd name="connsiteX1" fmla="*/ 29182 w 27940"/>
                <a:gd name="connsiteY1" fmla="*/ 12728 h 15522"/>
                <a:gd name="connsiteX2" fmla="*/ 30113 w 27940"/>
                <a:gd name="connsiteY2" fmla="*/ 10555 h 15522"/>
                <a:gd name="connsiteX3" fmla="*/ 30113 w 27940"/>
                <a:gd name="connsiteY3" fmla="*/ 9313 h 15522"/>
                <a:gd name="connsiteX4" fmla="*/ 29182 w 27940"/>
                <a:gd name="connsiteY4" fmla="*/ 7451 h 15522"/>
                <a:gd name="connsiteX5" fmla="*/ 29182 w 27940"/>
                <a:gd name="connsiteY5" fmla="*/ 5277 h 15522"/>
                <a:gd name="connsiteX6" fmla="*/ 25146 w 27940"/>
                <a:gd name="connsiteY6" fmla="*/ 3104 h 15522"/>
                <a:gd name="connsiteX7" fmla="*/ 22973 w 27940"/>
                <a:gd name="connsiteY7" fmla="*/ 0 h 15522"/>
                <a:gd name="connsiteX8" fmla="*/ 0 w 27940"/>
                <a:gd name="connsiteY8" fmla="*/ 0 h 15522"/>
                <a:gd name="connsiteX9" fmla="*/ 0 w 27940"/>
                <a:gd name="connsiteY9" fmla="*/ 3104 h 15522"/>
                <a:gd name="connsiteX10" fmla="*/ 931 w 27940"/>
                <a:gd name="connsiteY10" fmla="*/ 7451 h 15522"/>
                <a:gd name="connsiteX11" fmla="*/ 5278 w 27940"/>
                <a:gd name="connsiteY11" fmla="*/ 9313 h 15522"/>
                <a:gd name="connsiteX12" fmla="*/ 8382 w 27940"/>
                <a:gd name="connsiteY12" fmla="*/ 9313 h 15522"/>
                <a:gd name="connsiteX13" fmla="*/ 12418 w 27940"/>
                <a:gd name="connsiteY13" fmla="*/ 10555 h 15522"/>
                <a:gd name="connsiteX14" fmla="*/ 17695 w 27940"/>
                <a:gd name="connsiteY14" fmla="*/ 10555 h 15522"/>
                <a:gd name="connsiteX15" fmla="*/ 22973 w 27940"/>
                <a:gd name="connsiteY15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940" h="15522">
                  <a:moveTo>
                    <a:pt x="29182" y="16764"/>
                  </a:moveTo>
                  <a:lnTo>
                    <a:pt x="29182" y="12728"/>
                  </a:lnTo>
                  <a:lnTo>
                    <a:pt x="30113" y="10555"/>
                  </a:lnTo>
                  <a:lnTo>
                    <a:pt x="30113" y="9313"/>
                  </a:lnTo>
                  <a:lnTo>
                    <a:pt x="29182" y="7451"/>
                  </a:lnTo>
                  <a:lnTo>
                    <a:pt x="29182" y="5277"/>
                  </a:lnTo>
                  <a:lnTo>
                    <a:pt x="25146" y="3104"/>
                  </a:lnTo>
                  <a:lnTo>
                    <a:pt x="22973" y="0"/>
                  </a:lnTo>
                  <a:lnTo>
                    <a:pt x="0" y="0"/>
                  </a:lnTo>
                  <a:lnTo>
                    <a:pt x="0" y="3104"/>
                  </a:lnTo>
                  <a:lnTo>
                    <a:pt x="931" y="7451"/>
                  </a:lnTo>
                  <a:lnTo>
                    <a:pt x="5278" y="9313"/>
                  </a:lnTo>
                  <a:lnTo>
                    <a:pt x="8382" y="9313"/>
                  </a:lnTo>
                  <a:lnTo>
                    <a:pt x="12418" y="10555"/>
                  </a:lnTo>
                  <a:lnTo>
                    <a:pt x="17695" y="10555"/>
                  </a:lnTo>
                  <a:lnTo>
                    <a:pt x="22973" y="1272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387">
              <a:extLst>
                <a:ext uri="{FF2B5EF4-FFF2-40B4-BE49-F238E27FC236}">
                  <a16:creationId xmlns:a16="http://schemas.microsoft.com/office/drawing/2014/main" xmlns="" id="{4FE9D8DC-B937-45AD-86AF-A458479B2E3E}"/>
                </a:ext>
              </a:extLst>
            </p:cNvPr>
            <p:cNvSpPr/>
            <p:nvPr/>
          </p:nvSpPr>
          <p:spPr>
            <a:xfrm>
              <a:off x="5743810" y="6002628"/>
              <a:ext cx="99343" cy="207999"/>
            </a:xfrm>
            <a:custGeom>
              <a:avLst/>
              <a:gdLst>
                <a:gd name="connsiteX0" fmla="*/ 92823 w 99342"/>
                <a:gd name="connsiteY0" fmla="*/ 0 h 207998"/>
                <a:gd name="connsiteX1" fmla="*/ 83510 w 99342"/>
                <a:gd name="connsiteY1" fmla="*/ 5278 h 207998"/>
                <a:gd name="connsiteX2" fmla="*/ 72023 w 99342"/>
                <a:gd name="connsiteY2" fmla="*/ 14901 h 207998"/>
                <a:gd name="connsiteX3" fmla="*/ 59606 w 99342"/>
                <a:gd name="connsiteY3" fmla="*/ 27630 h 207998"/>
                <a:gd name="connsiteX4" fmla="*/ 49051 w 99342"/>
                <a:gd name="connsiteY4" fmla="*/ 40358 h 207998"/>
                <a:gd name="connsiteX5" fmla="*/ 37564 w 99342"/>
                <a:gd name="connsiteY5" fmla="*/ 51844 h 207998"/>
                <a:gd name="connsiteX6" fmla="*/ 32286 w 99342"/>
                <a:gd name="connsiteY6" fmla="*/ 60226 h 207998"/>
                <a:gd name="connsiteX7" fmla="*/ 12728 w 99342"/>
                <a:gd name="connsiteY7" fmla="*/ 60226 h 207998"/>
                <a:gd name="connsiteX8" fmla="*/ 12728 w 99342"/>
                <a:gd name="connsiteY8" fmla="*/ 75128 h 207998"/>
                <a:gd name="connsiteX9" fmla="*/ 14591 w 99342"/>
                <a:gd name="connsiteY9" fmla="*/ 90029 h 207998"/>
                <a:gd name="connsiteX10" fmla="*/ 15833 w 99342"/>
                <a:gd name="connsiteY10" fmla="*/ 104931 h 207998"/>
                <a:gd name="connsiteX11" fmla="*/ 15833 w 99342"/>
                <a:gd name="connsiteY11" fmla="*/ 114244 h 207998"/>
                <a:gd name="connsiteX12" fmla="*/ 10555 w 99342"/>
                <a:gd name="connsiteY12" fmla="*/ 129145 h 207998"/>
                <a:gd name="connsiteX13" fmla="*/ 5278 w 99342"/>
                <a:gd name="connsiteY13" fmla="*/ 144047 h 207998"/>
                <a:gd name="connsiteX14" fmla="*/ 0 w 99342"/>
                <a:gd name="connsiteY14" fmla="*/ 156775 h 207998"/>
                <a:gd name="connsiteX15" fmla="*/ 1242 w 99342"/>
                <a:gd name="connsiteY15" fmla="*/ 171366 h 207998"/>
                <a:gd name="connsiteX16" fmla="*/ 8382 w 99342"/>
                <a:gd name="connsiteY16" fmla="*/ 186267 h 207998"/>
                <a:gd name="connsiteX17" fmla="*/ 10555 w 99342"/>
                <a:gd name="connsiteY17" fmla="*/ 193718 h 207998"/>
                <a:gd name="connsiteX18" fmla="*/ 14591 w 99342"/>
                <a:gd name="connsiteY18" fmla="*/ 198996 h 207998"/>
                <a:gd name="connsiteX19" fmla="*/ 19869 w 99342"/>
                <a:gd name="connsiteY19" fmla="*/ 203342 h 207998"/>
                <a:gd name="connsiteX20" fmla="*/ 25146 w 99342"/>
                <a:gd name="connsiteY20" fmla="*/ 205205 h 207998"/>
                <a:gd name="connsiteX21" fmla="*/ 32286 w 99342"/>
                <a:gd name="connsiteY21" fmla="*/ 206446 h 207998"/>
                <a:gd name="connsiteX22" fmla="*/ 32286 w 99342"/>
                <a:gd name="connsiteY22" fmla="*/ 210482 h 207998"/>
                <a:gd name="connsiteX23" fmla="*/ 45015 w 99342"/>
                <a:gd name="connsiteY23" fmla="*/ 201169 h 207998"/>
                <a:gd name="connsiteX24" fmla="*/ 52155 w 99342"/>
                <a:gd name="connsiteY24" fmla="*/ 190614 h 207998"/>
                <a:gd name="connsiteX25" fmla="*/ 54328 w 99342"/>
                <a:gd name="connsiteY25" fmla="*/ 176644 h 207998"/>
                <a:gd name="connsiteX26" fmla="*/ 56501 w 99342"/>
                <a:gd name="connsiteY26" fmla="*/ 160811 h 207998"/>
                <a:gd name="connsiteX27" fmla="*/ 59606 w 99342"/>
                <a:gd name="connsiteY27" fmla="*/ 141874 h 207998"/>
                <a:gd name="connsiteX28" fmla="*/ 66746 w 99342"/>
                <a:gd name="connsiteY28" fmla="*/ 126972 h 207998"/>
                <a:gd name="connsiteX29" fmla="*/ 76059 w 99342"/>
                <a:gd name="connsiteY29" fmla="*/ 108966 h 207998"/>
                <a:gd name="connsiteX30" fmla="*/ 86614 w 99342"/>
                <a:gd name="connsiteY30" fmla="*/ 90029 h 207998"/>
                <a:gd name="connsiteX31" fmla="*/ 95928 w 99342"/>
                <a:gd name="connsiteY31" fmla="*/ 69850 h 207998"/>
                <a:gd name="connsiteX32" fmla="*/ 101205 w 99342"/>
                <a:gd name="connsiteY32" fmla="*/ 49671 h 207998"/>
                <a:gd name="connsiteX33" fmla="*/ 101205 w 99342"/>
                <a:gd name="connsiteY33" fmla="*/ 27630 h 207998"/>
                <a:gd name="connsiteX34" fmla="*/ 92823 w 99342"/>
                <a:gd name="connsiteY34" fmla="*/ 7451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99342" h="207998">
                  <a:moveTo>
                    <a:pt x="92823" y="0"/>
                  </a:moveTo>
                  <a:lnTo>
                    <a:pt x="83510" y="5278"/>
                  </a:lnTo>
                  <a:lnTo>
                    <a:pt x="72023" y="14901"/>
                  </a:lnTo>
                  <a:lnTo>
                    <a:pt x="59606" y="27630"/>
                  </a:lnTo>
                  <a:lnTo>
                    <a:pt x="49051" y="40358"/>
                  </a:lnTo>
                  <a:lnTo>
                    <a:pt x="37564" y="51844"/>
                  </a:lnTo>
                  <a:lnTo>
                    <a:pt x="32286" y="60226"/>
                  </a:lnTo>
                  <a:lnTo>
                    <a:pt x="12728" y="60226"/>
                  </a:lnTo>
                  <a:lnTo>
                    <a:pt x="12728" y="75128"/>
                  </a:lnTo>
                  <a:lnTo>
                    <a:pt x="14591" y="90029"/>
                  </a:lnTo>
                  <a:lnTo>
                    <a:pt x="15833" y="104931"/>
                  </a:lnTo>
                  <a:lnTo>
                    <a:pt x="15833" y="114244"/>
                  </a:lnTo>
                  <a:lnTo>
                    <a:pt x="10555" y="129145"/>
                  </a:lnTo>
                  <a:lnTo>
                    <a:pt x="5278" y="144047"/>
                  </a:lnTo>
                  <a:lnTo>
                    <a:pt x="0" y="156775"/>
                  </a:lnTo>
                  <a:lnTo>
                    <a:pt x="1242" y="171366"/>
                  </a:lnTo>
                  <a:lnTo>
                    <a:pt x="8382" y="186267"/>
                  </a:lnTo>
                  <a:lnTo>
                    <a:pt x="10555" y="193718"/>
                  </a:lnTo>
                  <a:lnTo>
                    <a:pt x="14591" y="198996"/>
                  </a:lnTo>
                  <a:lnTo>
                    <a:pt x="19869" y="203342"/>
                  </a:lnTo>
                  <a:lnTo>
                    <a:pt x="25146" y="205205"/>
                  </a:lnTo>
                  <a:lnTo>
                    <a:pt x="32286" y="206446"/>
                  </a:lnTo>
                  <a:lnTo>
                    <a:pt x="32286" y="210482"/>
                  </a:lnTo>
                  <a:lnTo>
                    <a:pt x="45015" y="201169"/>
                  </a:lnTo>
                  <a:lnTo>
                    <a:pt x="52155" y="190614"/>
                  </a:lnTo>
                  <a:lnTo>
                    <a:pt x="54328" y="176644"/>
                  </a:lnTo>
                  <a:lnTo>
                    <a:pt x="56501" y="160811"/>
                  </a:lnTo>
                  <a:lnTo>
                    <a:pt x="59606" y="141874"/>
                  </a:lnTo>
                  <a:lnTo>
                    <a:pt x="66746" y="126972"/>
                  </a:lnTo>
                  <a:lnTo>
                    <a:pt x="76059" y="108966"/>
                  </a:lnTo>
                  <a:lnTo>
                    <a:pt x="86614" y="90029"/>
                  </a:lnTo>
                  <a:lnTo>
                    <a:pt x="95928" y="69850"/>
                  </a:lnTo>
                  <a:lnTo>
                    <a:pt x="101205" y="49671"/>
                  </a:lnTo>
                  <a:lnTo>
                    <a:pt x="101205" y="27630"/>
                  </a:lnTo>
                  <a:lnTo>
                    <a:pt x="92823" y="745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388">
              <a:extLst>
                <a:ext uri="{FF2B5EF4-FFF2-40B4-BE49-F238E27FC236}">
                  <a16:creationId xmlns:a16="http://schemas.microsoft.com/office/drawing/2014/main" xmlns="" id="{D9A59572-60DD-4B98-AA21-DB41655C70D8}"/>
                </a:ext>
              </a:extLst>
            </p:cNvPr>
            <p:cNvSpPr/>
            <p:nvPr/>
          </p:nvSpPr>
          <p:spPr>
            <a:xfrm>
              <a:off x="4236596" y="6662015"/>
              <a:ext cx="74507" cy="31045"/>
            </a:xfrm>
            <a:custGeom>
              <a:avLst/>
              <a:gdLst>
                <a:gd name="connsiteX0" fmla="*/ 46877 w 74506"/>
                <a:gd name="connsiteY0" fmla="*/ 3104 h 31044"/>
                <a:gd name="connsiteX1" fmla="*/ 32286 w 74506"/>
                <a:gd name="connsiteY1" fmla="*/ 0 h 31044"/>
                <a:gd name="connsiteX2" fmla="*/ 21731 w 74506"/>
                <a:gd name="connsiteY2" fmla="*/ 5278 h 31044"/>
                <a:gd name="connsiteX3" fmla="*/ 10245 w 74506"/>
                <a:gd name="connsiteY3" fmla="*/ 10555 h 31044"/>
                <a:gd name="connsiteX4" fmla="*/ 0 w 74506"/>
                <a:gd name="connsiteY4" fmla="*/ 14591 h 31044"/>
                <a:gd name="connsiteX5" fmla="*/ 0 w 74506"/>
                <a:gd name="connsiteY5" fmla="*/ 31666 h 31044"/>
                <a:gd name="connsiteX6" fmla="*/ 12418 w 74506"/>
                <a:gd name="connsiteY6" fmla="*/ 27319 h 31044"/>
                <a:gd name="connsiteX7" fmla="*/ 21731 w 74506"/>
                <a:gd name="connsiteY7" fmla="*/ 25457 h 31044"/>
                <a:gd name="connsiteX8" fmla="*/ 30113 w 74506"/>
                <a:gd name="connsiteY8" fmla="*/ 20179 h 31044"/>
                <a:gd name="connsiteX9" fmla="*/ 39427 w 74506"/>
                <a:gd name="connsiteY9" fmla="*/ 10555 h 31044"/>
                <a:gd name="connsiteX10" fmla="*/ 42531 w 74506"/>
                <a:gd name="connsiteY10" fmla="*/ 10555 h 31044"/>
                <a:gd name="connsiteX11" fmla="*/ 41600 w 74506"/>
                <a:gd name="connsiteY11" fmla="*/ 14591 h 31044"/>
                <a:gd name="connsiteX12" fmla="*/ 39427 w 74506"/>
                <a:gd name="connsiteY12" fmla="*/ 16764 h 31044"/>
                <a:gd name="connsiteX13" fmla="*/ 39427 w 74506"/>
                <a:gd name="connsiteY13" fmla="*/ 18006 h 31044"/>
                <a:gd name="connsiteX14" fmla="*/ 37564 w 74506"/>
                <a:gd name="connsiteY14" fmla="*/ 20179 h 31044"/>
                <a:gd name="connsiteX15" fmla="*/ 34460 w 74506"/>
                <a:gd name="connsiteY15" fmla="*/ 22042 h 31044"/>
                <a:gd name="connsiteX16" fmla="*/ 32286 w 74506"/>
                <a:gd name="connsiteY16" fmla="*/ 24215 h 31044"/>
                <a:gd name="connsiteX17" fmla="*/ 32286 w 74506"/>
                <a:gd name="connsiteY17" fmla="*/ 31666 h 31044"/>
                <a:gd name="connsiteX18" fmla="*/ 46877 w 74506"/>
                <a:gd name="connsiteY18" fmla="*/ 27319 h 31044"/>
                <a:gd name="connsiteX19" fmla="*/ 59295 w 74506"/>
                <a:gd name="connsiteY19" fmla="*/ 22042 h 31044"/>
                <a:gd name="connsiteX20" fmla="*/ 71713 w 74506"/>
                <a:gd name="connsiteY20" fmla="*/ 14591 h 31044"/>
                <a:gd name="connsiteX21" fmla="*/ 76059 w 74506"/>
                <a:gd name="connsiteY21" fmla="*/ 14591 h 31044"/>
                <a:gd name="connsiteX22" fmla="*/ 63641 w 74506"/>
                <a:gd name="connsiteY22" fmla="*/ 931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506" h="31044">
                  <a:moveTo>
                    <a:pt x="46877" y="3104"/>
                  </a:moveTo>
                  <a:lnTo>
                    <a:pt x="32286" y="0"/>
                  </a:lnTo>
                  <a:lnTo>
                    <a:pt x="21731" y="5278"/>
                  </a:lnTo>
                  <a:lnTo>
                    <a:pt x="10245" y="10555"/>
                  </a:lnTo>
                  <a:lnTo>
                    <a:pt x="0" y="14591"/>
                  </a:lnTo>
                  <a:lnTo>
                    <a:pt x="0" y="31666"/>
                  </a:lnTo>
                  <a:lnTo>
                    <a:pt x="12418" y="27319"/>
                  </a:lnTo>
                  <a:lnTo>
                    <a:pt x="21731" y="25457"/>
                  </a:lnTo>
                  <a:lnTo>
                    <a:pt x="30113" y="20179"/>
                  </a:lnTo>
                  <a:lnTo>
                    <a:pt x="39427" y="10555"/>
                  </a:lnTo>
                  <a:lnTo>
                    <a:pt x="42531" y="10555"/>
                  </a:lnTo>
                  <a:lnTo>
                    <a:pt x="41600" y="14591"/>
                  </a:lnTo>
                  <a:lnTo>
                    <a:pt x="39427" y="16764"/>
                  </a:lnTo>
                  <a:lnTo>
                    <a:pt x="39427" y="18006"/>
                  </a:lnTo>
                  <a:lnTo>
                    <a:pt x="37564" y="20179"/>
                  </a:lnTo>
                  <a:lnTo>
                    <a:pt x="34460" y="22042"/>
                  </a:lnTo>
                  <a:lnTo>
                    <a:pt x="32286" y="24215"/>
                  </a:lnTo>
                  <a:lnTo>
                    <a:pt x="32286" y="31666"/>
                  </a:lnTo>
                  <a:lnTo>
                    <a:pt x="46877" y="27319"/>
                  </a:lnTo>
                  <a:lnTo>
                    <a:pt x="59295" y="22042"/>
                  </a:lnTo>
                  <a:lnTo>
                    <a:pt x="71713" y="14591"/>
                  </a:lnTo>
                  <a:lnTo>
                    <a:pt x="76059" y="14591"/>
                  </a:lnTo>
                  <a:lnTo>
                    <a:pt x="63641" y="931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389">
              <a:extLst>
                <a:ext uri="{FF2B5EF4-FFF2-40B4-BE49-F238E27FC236}">
                  <a16:creationId xmlns:a16="http://schemas.microsoft.com/office/drawing/2014/main" xmlns="" id="{D67B2C82-5412-4A72-92D9-31FB6631F12D}"/>
                </a:ext>
              </a:extLst>
            </p:cNvPr>
            <p:cNvSpPr/>
            <p:nvPr/>
          </p:nvSpPr>
          <p:spPr>
            <a:xfrm>
              <a:off x="4403305" y="5779417"/>
              <a:ext cx="34149" cy="31045"/>
            </a:xfrm>
            <a:custGeom>
              <a:avLst/>
              <a:gdLst>
                <a:gd name="connsiteX0" fmla="*/ 27009 w 34149"/>
                <a:gd name="connsiteY0" fmla="*/ 23283 h 31044"/>
                <a:gd name="connsiteX1" fmla="*/ 26078 w 34149"/>
                <a:gd name="connsiteY1" fmla="*/ 22042 h 31044"/>
                <a:gd name="connsiteX2" fmla="*/ 23904 w 34149"/>
                <a:gd name="connsiteY2" fmla="*/ 22042 h 31044"/>
                <a:gd name="connsiteX3" fmla="*/ 19558 w 34149"/>
                <a:gd name="connsiteY3" fmla="*/ 22042 h 31044"/>
                <a:gd name="connsiteX4" fmla="*/ 16454 w 34149"/>
                <a:gd name="connsiteY4" fmla="*/ 20179 h 31044"/>
                <a:gd name="connsiteX5" fmla="*/ 16454 w 34149"/>
                <a:gd name="connsiteY5" fmla="*/ 0 h 31044"/>
                <a:gd name="connsiteX6" fmla="*/ 12418 w 34149"/>
                <a:gd name="connsiteY6" fmla="*/ 0 h 31044"/>
                <a:gd name="connsiteX7" fmla="*/ 4967 w 34149"/>
                <a:gd name="connsiteY7" fmla="*/ 12728 h 31044"/>
                <a:gd name="connsiteX8" fmla="*/ 0 w 34149"/>
                <a:gd name="connsiteY8" fmla="*/ 12728 h 31044"/>
                <a:gd name="connsiteX9" fmla="*/ 0 w 34149"/>
                <a:gd name="connsiteY9" fmla="*/ 15833 h 31044"/>
                <a:gd name="connsiteX10" fmla="*/ 11487 w 34149"/>
                <a:gd name="connsiteY10" fmla="*/ 20179 h 31044"/>
                <a:gd name="connsiteX11" fmla="*/ 21731 w 34149"/>
                <a:gd name="connsiteY11" fmla="*/ 25457 h 31044"/>
                <a:gd name="connsiteX12" fmla="*/ 29182 w 34149"/>
                <a:gd name="connsiteY12" fmla="*/ 30734 h 31044"/>
                <a:gd name="connsiteX13" fmla="*/ 33218 w 34149"/>
                <a:gd name="connsiteY13" fmla="*/ 32907 h 31044"/>
                <a:gd name="connsiteX14" fmla="*/ 34149 w 34149"/>
                <a:gd name="connsiteY14" fmla="*/ 30734 h 31044"/>
                <a:gd name="connsiteX15" fmla="*/ 34149 w 34149"/>
                <a:gd name="connsiteY15" fmla="*/ 29492 h 31044"/>
                <a:gd name="connsiteX16" fmla="*/ 36322 w 34149"/>
                <a:gd name="connsiteY16" fmla="*/ 27319 h 31044"/>
                <a:gd name="connsiteX17" fmla="*/ 36322 w 34149"/>
                <a:gd name="connsiteY17" fmla="*/ 23283 h 31044"/>
                <a:gd name="connsiteX18" fmla="*/ 29182 w 34149"/>
                <a:gd name="connsiteY18" fmla="*/ 2328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31044">
                  <a:moveTo>
                    <a:pt x="27009" y="23283"/>
                  </a:moveTo>
                  <a:lnTo>
                    <a:pt x="26078" y="22042"/>
                  </a:lnTo>
                  <a:lnTo>
                    <a:pt x="23904" y="22042"/>
                  </a:lnTo>
                  <a:lnTo>
                    <a:pt x="19558" y="22042"/>
                  </a:lnTo>
                  <a:lnTo>
                    <a:pt x="16454" y="20179"/>
                  </a:lnTo>
                  <a:lnTo>
                    <a:pt x="16454" y="0"/>
                  </a:lnTo>
                  <a:lnTo>
                    <a:pt x="12418" y="0"/>
                  </a:lnTo>
                  <a:lnTo>
                    <a:pt x="4967" y="12728"/>
                  </a:lnTo>
                  <a:lnTo>
                    <a:pt x="0" y="12728"/>
                  </a:lnTo>
                  <a:lnTo>
                    <a:pt x="0" y="15833"/>
                  </a:lnTo>
                  <a:lnTo>
                    <a:pt x="11487" y="20179"/>
                  </a:lnTo>
                  <a:lnTo>
                    <a:pt x="21731" y="25457"/>
                  </a:lnTo>
                  <a:lnTo>
                    <a:pt x="29182" y="30734"/>
                  </a:lnTo>
                  <a:lnTo>
                    <a:pt x="33218" y="32907"/>
                  </a:lnTo>
                  <a:lnTo>
                    <a:pt x="34149" y="30734"/>
                  </a:lnTo>
                  <a:lnTo>
                    <a:pt x="34149" y="29492"/>
                  </a:lnTo>
                  <a:lnTo>
                    <a:pt x="36322" y="27319"/>
                  </a:lnTo>
                  <a:lnTo>
                    <a:pt x="36322" y="23283"/>
                  </a:lnTo>
                  <a:lnTo>
                    <a:pt x="29182" y="2328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390">
              <a:extLst>
                <a:ext uri="{FF2B5EF4-FFF2-40B4-BE49-F238E27FC236}">
                  <a16:creationId xmlns:a16="http://schemas.microsoft.com/office/drawing/2014/main" xmlns="" id="{39B5EC4E-9D65-4C29-958B-F75F6AEEBE0A}"/>
                </a:ext>
              </a:extLst>
            </p:cNvPr>
            <p:cNvSpPr/>
            <p:nvPr/>
          </p:nvSpPr>
          <p:spPr>
            <a:xfrm>
              <a:off x="4237527" y="6453395"/>
              <a:ext cx="12418" cy="18627"/>
            </a:xfrm>
            <a:custGeom>
              <a:avLst/>
              <a:gdLst>
                <a:gd name="connsiteX0" fmla="*/ 4346 w 12417"/>
                <a:gd name="connsiteY0" fmla="*/ 15833 h 18626"/>
                <a:gd name="connsiteX1" fmla="*/ 6209 w 12417"/>
                <a:gd name="connsiteY1" fmla="*/ 20179 h 18626"/>
                <a:gd name="connsiteX2" fmla="*/ 14591 w 12417"/>
                <a:gd name="connsiteY2" fmla="*/ 20179 h 18626"/>
                <a:gd name="connsiteX3" fmla="*/ 13660 w 12417"/>
                <a:gd name="connsiteY3" fmla="*/ 14901 h 18626"/>
                <a:gd name="connsiteX4" fmla="*/ 13660 w 12417"/>
                <a:gd name="connsiteY4" fmla="*/ 10555 h 18626"/>
                <a:gd name="connsiteX5" fmla="*/ 11487 w 12417"/>
                <a:gd name="connsiteY5" fmla="*/ 7451 h 18626"/>
                <a:gd name="connsiteX6" fmla="*/ 9313 w 12417"/>
                <a:gd name="connsiteY6" fmla="*/ 5277 h 18626"/>
                <a:gd name="connsiteX7" fmla="*/ 6209 w 12417"/>
                <a:gd name="connsiteY7" fmla="*/ 3104 h 18626"/>
                <a:gd name="connsiteX8" fmla="*/ 2173 w 12417"/>
                <a:gd name="connsiteY8" fmla="*/ 0 h 18626"/>
                <a:gd name="connsiteX9" fmla="*/ 2173 w 12417"/>
                <a:gd name="connsiteY9" fmla="*/ 5277 h 18626"/>
                <a:gd name="connsiteX10" fmla="*/ 0 w 12417"/>
                <a:gd name="connsiteY10" fmla="*/ 8382 h 18626"/>
                <a:gd name="connsiteX11" fmla="*/ 2173 w 12417"/>
                <a:gd name="connsiteY11" fmla="*/ 10555 h 18626"/>
                <a:gd name="connsiteX12" fmla="*/ 2173 w 12417"/>
                <a:gd name="connsiteY12" fmla="*/ 12728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8626">
                  <a:moveTo>
                    <a:pt x="4346" y="15833"/>
                  </a:moveTo>
                  <a:lnTo>
                    <a:pt x="6209" y="20179"/>
                  </a:lnTo>
                  <a:lnTo>
                    <a:pt x="14591" y="20179"/>
                  </a:lnTo>
                  <a:lnTo>
                    <a:pt x="13660" y="14901"/>
                  </a:lnTo>
                  <a:lnTo>
                    <a:pt x="13660" y="10555"/>
                  </a:lnTo>
                  <a:lnTo>
                    <a:pt x="11487" y="7451"/>
                  </a:lnTo>
                  <a:lnTo>
                    <a:pt x="9313" y="5277"/>
                  </a:lnTo>
                  <a:lnTo>
                    <a:pt x="6209" y="3104"/>
                  </a:lnTo>
                  <a:lnTo>
                    <a:pt x="2173" y="0"/>
                  </a:lnTo>
                  <a:lnTo>
                    <a:pt x="2173" y="5277"/>
                  </a:lnTo>
                  <a:lnTo>
                    <a:pt x="0" y="8382"/>
                  </a:lnTo>
                  <a:lnTo>
                    <a:pt x="2173" y="10555"/>
                  </a:lnTo>
                  <a:lnTo>
                    <a:pt x="2173" y="1272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391">
              <a:extLst>
                <a:ext uri="{FF2B5EF4-FFF2-40B4-BE49-F238E27FC236}">
                  <a16:creationId xmlns:a16="http://schemas.microsoft.com/office/drawing/2014/main" xmlns="" id="{16CA4FAB-9F9C-44A2-A121-6475B752536A}"/>
                </a:ext>
              </a:extLst>
            </p:cNvPr>
            <p:cNvSpPr/>
            <p:nvPr/>
          </p:nvSpPr>
          <p:spPr>
            <a:xfrm>
              <a:off x="4152155" y="6693680"/>
              <a:ext cx="58985" cy="52776"/>
            </a:xfrm>
            <a:custGeom>
              <a:avLst/>
              <a:gdLst>
                <a:gd name="connsiteX0" fmla="*/ 29182 w 58984"/>
                <a:gd name="connsiteY0" fmla="*/ 22352 h 52775"/>
                <a:gd name="connsiteX1" fmla="*/ 14591 w 58984"/>
                <a:gd name="connsiteY1" fmla="*/ 8382 h 52775"/>
                <a:gd name="connsiteX2" fmla="*/ 0 w 58984"/>
                <a:gd name="connsiteY2" fmla="*/ 0 h 52775"/>
                <a:gd name="connsiteX3" fmla="*/ 0 w 58984"/>
                <a:gd name="connsiteY3" fmla="*/ 15833 h 52775"/>
                <a:gd name="connsiteX4" fmla="*/ 4036 w 58984"/>
                <a:gd name="connsiteY4" fmla="*/ 34770 h 52775"/>
                <a:gd name="connsiteX5" fmla="*/ 7451 w 58984"/>
                <a:gd name="connsiteY5" fmla="*/ 49671 h 52775"/>
                <a:gd name="connsiteX6" fmla="*/ 14591 w 58984"/>
                <a:gd name="connsiteY6" fmla="*/ 51844 h 52775"/>
                <a:gd name="connsiteX7" fmla="*/ 27009 w 58984"/>
                <a:gd name="connsiteY7" fmla="*/ 54949 h 52775"/>
                <a:gd name="connsiteX8" fmla="*/ 41600 w 58984"/>
                <a:gd name="connsiteY8" fmla="*/ 54949 h 52775"/>
                <a:gd name="connsiteX9" fmla="*/ 50913 w 58984"/>
                <a:gd name="connsiteY9" fmla="*/ 52776 h 52775"/>
                <a:gd name="connsiteX10" fmla="*/ 60537 w 58984"/>
                <a:gd name="connsiteY10" fmla="*/ 52776 h 52775"/>
                <a:gd name="connsiteX11" fmla="*/ 60537 w 58984"/>
                <a:gd name="connsiteY11" fmla="*/ 44394 h 52775"/>
                <a:gd name="connsiteX12" fmla="*/ 43773 w 58984"/>
                <a:gd name="connsiteY12" fmla="*/ 34770 h 52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984" h="52775">
                  <a:moveTo>
                    <a:pt x="29182" y="22352"/>
                  </a:moveTo>
                  <a:lnTo>
                    <a:pt x="14591" y="8382"/>
                  </a:lnTo>
                  <a:lnTo>
                    <a:pt x="0" y="0"/>
                  </a:lnTo>
                  <a:lnTo>
                    <a:pt x="0" y="15833"/>
                  </a:lnTo>
                  <a:lnTo>
                    <a:pt x="4036" y="34770"/>
                  </a:lnTo>
                  <a:lnTo>
                    <a:pt x="7451" y="49671"/>
                  </a:lnTo>
                  <a:lnTo>
                    <a:pt x="14591" y="51844"/>
                  </a:lnTo>
                  <a:lnTo>
                    <a:pt x="27009" y="54949"/>
                  </a:lnTo>
                  <a:lnTo>
                    <a:pt x="41600" y="54949"/>
                  </a:lnTo>
                  <a:lnTo>
                    <a:pt x="50913" y="52776"/>
                  </a:lnTo>
                  <a:lnTo>
                    <a:pt x="60537" y="52776"/>
                  </a:lnTo>
                  <a:lnTo>
                    <a:pt x="60537" y="44394"/>
                  </a:lnTo>
                  <a:lnTo>
                    <a:pt x="43773" y="3477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392">
              <a:extLst>
                <a:ext uri="{FF2B5EF4-FFF2-40B4-BE49-F238E27FC236}">
                  <a16:creationId xmlns:a16="http://schemas.microsoft.com/office/drawing/2014/main" xmlns="" id="{7139DA5F-E0AC-4EC2-ABC8-2918BBB5DA8F}"/>
                </a:ext>
              </a:extLst>
            </p:cNvPr>
            <p:cNvSpPr/>
            <p:nvPr/>
          </p:nvSpPr>
          <p:spPr>
            <a:xfrm>
              <a:off x="4063677" y="5497843"/>
              <a:ext cx="86925" cy="34149"/>
            </a:xfrm>
            <a:custGeom>
              <a:avLst/>
              <a:gdLst>
                <a:gd name="connsiteX0" fmla="*/ 88477 w 86924"/>
                <a:gd name="connsiteY0" fmla="*/ 17075 h 34149"/>
                <a:gd name="connsiteX1" fmla="*/ 70782 w 86924"/>
                <a:gd name="connsiteY1" fmla="*/ 11797 h 34149"/>
                <a:gd name="connsiteX2" fmla="*/ 56191 w 86924"/>
                <a:gd name="connsiteY2" fmla="*/ 6519 h 34149"/>
                <a:gd name="connsiteX3" fmla="*/ 37564 w 86924"/>
                <a:gd name="connsiteY3" fmla="*/ 2173 h 34149"/>
                <a:gd name="connsiteX4" fmla="*/ 15522 w 86924"/>
                <a:gd name="connsiteY4" fmla="*/ 0 h 34149"/>
                <a:gd name="connsiteX5" fmla="*/ 17695 w 86924"/>
                <a:gd name="connsiteY5" fmla="*/ 6519 h 34149"/>
                <a:gd name="connsiteX6" fmla="*/ 19869 w 86924"/>
                <a:gd name="connsiteY6" fmla="*/ 9624 h 34149"/>
                <a:gd name="connsiteX7" fmla="*/ 21731 w 86924"/>
                <a:gd name="connsiteY7" fmla="*/ 11797 h 34149"/>
                <a:gd name="connsiteX8" fmla="*/ 24836 w 86924"/>
                <a:gd name="connsiteY8" fmla="*/ 14902 h 34149"/>
                <a:gd name="connsiteX9" fmla="*/ 29182 w 86924"/>
                <a:gd name="connsiteY9" fmla="*/ 17075 h 34149"/>
                <a:gd name="connsiteX10" fmla="*/ 22973 w 86924"/>
                <a:gd name="connsiteY10" fmla="*/ 18937 h 34149"/>
                <a:gd name="connsiteX11" fmla="*/ 15522 w 86924"/>
                <a:gd name="connsiteY11" fmla="*/ 21110 h 34149"/>
                <a:gd name="connsiteX12" fmla="*/ 9313 w 86924"/>
                <a:gd name="connsiteY12" fmla="*/ 21110 h 34149"/>
                <a:gd name="connsiteX13" fmla="*/ 0 w 86924"/>
                <a:gd name="connsiteY13" fmla="*/ 21110 h 34149"/>
                <a:gd name="connsiteX14" fmla="*/ 5278 w 86924"/>
                <a:gd name="connsiteY14" fmla="*/ 33839 h 34149"/>
                <a:gd name="connsiteX15" fmla="*/ 15522 w 86924"/>
                <a:gd name="connsiteY15" fmla="*/ 33839 h 34149"/>
                <a:gd name="connsiteX16" fmla="*/ 30113 w 86924"/>
                <a:gd name="connsiteY16" fmla="*/ 36012 h 34149"/>
                <a:gd name="connsiteX17" fmla="*/ 43773 w 86924"/>
                <a:gd name="connsiteY17" fmla="*/ 36943 h 34149"/>
                <a:gd name="connsiteX18" fmla="*/ 49050 w 86924"/>
                <a:gd name="connsiteY18" fmla="*/ 36943 h 34149"/>
                <a:gd name="connsiteX19" fmla="*/ 52155 w 86924"/>
                <a:gd name="connsiteY19" fmla="*/ 26388 h 34149"/>
                <a:gd name="connsiteX20" fmla="*/ 54018 w 86924"/>
                <a:gd name="connsiteY20" fmla="*/ 24525 h 34149"/>
                <a:gd name="connsiteX21" fmla="*/ 56191 w 86924"/>
                <a:gd name="connsiteY21" fmla="*/ 26388 h 34149"/>
                <a:gd name="connsiteX22" fmla="*/ 58364 w 86924"/>
                <a:gd name="connsiteY22" fmla="*/ 28561 h 34149"/>
                <a:gd name="connsiteX23" fmla="*/ 59295 w 86924"/>
                <a:gd name="connsiteY23" fmla="*/ 29803 h 34149"/>
                <a:gd name="connsiteX24" fmla="*/ 59295 w 86924"/>
                <a:gd name="connsiteY24" fmla="*/ 31666 h 34149"/>
                <a:gd name="connsiteX25" fmla="*/ 59295 w 86924"/>
                <a:gd name="connsiteY25" fmla="*/ 33839 h 34149"/>
                <a:gd name="connsiteX26" fmla="*/ 65504 w 86924"/>
                <a:gd name="connsiteY26" fmla="*/ 33839 h 34149"/>
                <a:gd name="connsiteX27" fmla="*/ 68609 w 86924"/>
                <a:gd name="connsiteY27" fmla="*/ 31666 h 34149"/>
                <a:gd name="connsiteX28" fmla="*/ 72955 w 86924"/>
                <a:gd name="connsiteY28" fmla="*/ 29803 h 34149"/>
                <a:gd name="connsiteX29" fmla="*/ 77922 w 86924"/>
                <a:gd name="connsiteY29" fmla="*/ 28561 h 34149"/>
                <a:gd name="connsiteX30" fmla="*/ 81337 w 86924"/>
                <a:gd name="connsiteY30" fmla="*/ 26388 h 34149"/>
                <a:gd name="connsiteX31" fmla="*/ 88477 w 86924"/>
                <a:gd name="connsiteY31" fmla="*/ 26388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6924" h="34149">
                  <a:moveTo>
                    <a:pt x="88477" y="17075"/>
                  </a:moveTo>
                  <a:lnTo>
                    <a:pt x="70782" y="11797"/>
                  </a:lnTo>
                  <a:lnTo>
                    <a:pt x="56191" y="6519"/>
                  </a:lnTo>
                  <a:lnTo>
                    <a:pt x="37564" y="2173"/>
                  </a:lnTo>
                  <a:lnTo>
                    <a:pt x="15522" y="0"/>
                  </a:lnTo>
                  <a:lnTo>
                    <a:pt x="17695" y="6519"/>
                  </a:lnTo>
                  <a:lnTo>
                    <a:pt x="19869" y="9624"/>
                  </a:lnTo>
                  <a:lnTo>
                    <a:pt x="21731" y="11797"/>
                  </a:lnTo>
                  <a:lnTo>
                    <a:pt x="24836" y="14902"/>
                  </a:lnTo>
                  <a:lnTo>
                    <a:pt x="29182" y="17075"/>
                  </a:lnTo>
                  <a:lnTo>
                    <a:pt x="22973" y="18937"/>
                  </a:lnTo>
                  <a:lnTo>
                    <a:pt x="15522" y="21110"/>
                  </a:lnTo>
                  <a:lnTo>
                    <a:pt x="9313" y="21110"/>
                  </a:lnTo>
                  <a:lnTo>
                    <a:pt x="0" y="21110"/>
                  </a:lnTo>
                  <a:lnTo>
                    <a:pt x="5278" y="33839"/>
                  </a:lnTo>
                  <a:lnTo>
                    <a:pt x="15522" y="33839"/>
                  </a:lnTo>
                  <a:lnTo>
                    <a:pt x="30113" y="36012"/>
                  </a:lnTo>
                  <a:lnTo>
                    <a:pt x="43773" y="36943"/>
                  </a:lnTo>
                  <a:lnTo>
                    <a:pt x="49050" y="36943"/>
                  </a:lnTo>
                  <a:lnTo>
                    <a:pt x="52155" y="26388"/>
                  </a:lnTo>
                  <a:lnTo>
                    <a:pt x="54018" y="24525"/>
                  </a:lnTo>
                  <a:lnTo>
                    <a:pt x="56191" y="26388"/>
                  </a:lnTo>
                  <a:lnTo>
                    <a:pt x="58364" y="28561"/>
                  </a:lnTo>
                  <a:lnTo>
                    <a:pt x="59295" y="29803"/>
                  </a:lnTo>
                  <a:lnTo>
                    <a:pt x="59295" y="31666"/>
                  </a:lnTo>
                  <a:lnTo>
                    <a:pt x="59295" y="33839"/>
                  </a:lnTo>
                  <a:lnTo>
                    <a:pt x="65504" y="33839"/>
                  </a:lnTo>
                  <a:lnTo>
                    <a:pt x="68609" y="31666"/>
                  </a:lnTo>
                  <a:lnTo>
                    <a:pt x="72955" y="29803"/>
                  </a:lnTo>
                  <a:lnTo>
                    <a:pt x="77922" y="28561"/>
                  </a:lnTo>
                  <a:lnTo>
                    <a:pt x="81337" y="26388"/>
                  </a:lnTo>
                  <a:lnTo>
                    <a:pt x="88477" y="2638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393">
              <a:extLst>
                <a:ext uri="{FF2B5EF4-FFF2-40B4-BE49-F238E27FC236}">
                  <a16:creationId xmlns:a16="http://schemas.microsoft.com/office/drawing/2014/main" xmlns="" id="{18799010-426B-4025-B341-C49F0D371C8E}"/>
                </a:ext>
              </a:extLst>
            </p:cNvPr>
            <p:cNvSpPr/>
            <p:nvPr/>
          </p:nvSpPr>
          <p:spPr>
            <a:xfrm>
              <a:off x="4215796" y="5526404"/>
              <a:ext cx="34149" cy="12418"/>
            </a:xfrm>
            <a:custGeom>
              <a:avLst/>
              <a:gdLst>
                <a:gd name="connsiteX0" fmla="*/ 27940 w 34149"/>
                <a:gd name="connsiteY0" fmla="*/ 12728 h 12417"/>
                <a:gd name="connsiteX1" fmla="*/ 31045 w 34149"/>
                <a:gd name="connsiteY1" fmla="*/ 10555 h 12417"/>
                <a:gd name="connsiteX2" fmla="*/ 33218 w 34149"/>
                <a:gd name="connsiteY2" fmla="*/ 7451 h 12417"/>
                <a:gd name="connsiteX3" fmla="*/ 36322 w 34149"/>
                <a:gd name="connsiteY3" fmla="*/ 5278 h 12417"/>
                <a:gd name="connsiteX4" fmla="*/ 27940 w 34149"/>
                <a:gd name="connsiteY4" fmla="*/ 1242 h 12417"/>
                <a:gd name="connsiteX5" fmla="*/ 20800 w 34149"/>
                <a:gd name="connsiteY5" fmla="*/ 0 h 12417"/>
                <a:gd name="connsiteX6" fmla="*/ 13349 w 34149"/>
                <a:gd name="connsiteY6" fmla="*/ 0 h 12417"/>
                <a:gd name="connsiteX7" fmla="*/ 0 w 34149"/>
                <a:gd name="connsiteY7" fmla="*/ 1242 h 12417"/>
                <a:gd name="connsiteX8" fmla="*/ 0 w 34149"/>
                <a:gd name="connsiteY8" fmla="*/ 12728 h 12417"/>
                <a:gd name="connsiteX9" fmla="*/ 6209 w 34149"/>
                <a:gd name="connsiteY9" fmla="*/ 10555 h 12417"/>
                <a:gd name="connsiteX10" fmla="*/ 11487 w 34149"/>
                <a:gd name="connsiteY10" fmla="*/ 10555 h 12417"/>
                <a:gd name="connsiteX11" fmla="*/ 16454 w 34149"/>
                <a:gd name="connsiteY11" fmla="*/ 10555 h 12417"/>
                <a:gd name="connsiteX12" fmla="*/ 21731 w 34149"/>
                <a:gd name="connsiteY12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49" h="12417">
                  <a:moveTo>
                    <a:pt x="27940" y="12728"/>
                  </a:moveTo>
                  <a:lnTo>
                    <a:pt x="31045" y="10555"/>
                  </a:lnTo>
                  <a:lnTo>
                    <a:pt x="33218" y="7451"/>
                  </a:lnTo>
                  <a:lnTo>
                    <a:pt x="36322" y="5278"/>
                  </a:lnTo>
                  <a:lnTo>
                    <a:pt x="27940" y="1242"/>
                  </a:lnTo>
                  <a:lnTo>
                    <a:pt x="20800" y="0"/>
                  </a:lnTo>
                  <a:lnTo>
                    <a:pt x="13349" y="0"/>
                  </a:lnTo>
                  <a:lnTo>
                    <a:pt x="0" y="1242"/>
                  </a:lnTo>
                  <a:lnTo>
                    <a:pt x="0" y="12728"/>
                  </a:lnTo>
                  <a:lnTo>
                    <a:pt x="6209" y="10555"/>
                  </a:lnTo>
                  <a:lnTo>
                    <a:pt x="11487" y="10555"/>
                  </a:lnTo>
                  <a:lnTo>
                    <a:pt x="16454" y="10555"/>
                  </a:lnTo>
                  <a:lnTo>
                    <a:pt x="21731" y="1272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394">
              <a:extLst>
                <a:ext uri="{FF2B5EF4-FFF2-40B4-BE49-F238E27FC236}">
                  <a16:creationId xmlns:a16="http://schemas.microsoft.com/office/drawing/2014/main" xmlns="" id="{AE9C26C3-B10B-4FCD-9A81-AF7A5D7BB532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no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395">
              <a:extLst>
                <a:ext uri="{FF2B5EF4-FFF2-40B4-BE49-F238E27FC236}">
                  <a16:creationId xmlns:a16="http://schemas.microsoft.com/office/drawing/2014/main" xmlns="" id="{2144E9ED-2A48-417B-8912-7CE1C10A0C35}"/>
                </a:ext>
              </a:extLst>
            </p:cNvPr>
            <p:cNvSpPr/>
            <p:nvPr/>
          </p:nvSpPr>
          <p:spPr>
            <a:xfrm>
              <a:off x="3707286" y="4372477"/>
              <a:ext cx="55880" cy="43462"/>
            </a:xfrm>
            <a:custGeom>
              <a:avLst/>
              <a:gdLst>
                <a:gd name="connsiteX0" fmla="*/ 16764 w 55880"/>
                <a:gd name="connsiteY0" fmla="*/ 37564 h 43462"/>
                <a:gd name="connsiteX1" fmla="*/ 23904 w 55880"/>
                <a:gd name="connsiteY1" fmla="*/ 45015 h 43462"/>
                <a:gd name="connsiteX2" fmla="*/ 32286 w 55880"/>
                <a:gd name="connsiteY2" fmla="*/ 45015 h 43462"/>
                <a:gd name="connsiteX3" fmla="*/ 38495 w 55880"/>
                <a:gd name="connsiteY3" fmla="*/ 44083 h 43462"/>
                <a:gd name="connsiteX4" fmla="*/ 43773 w 55880"/>
                <a:gd name="connsiteY4" fmla="*/ 44083 h 43462"/>
                <a:gd name="connsiteX5" fmla="*/ 46877 w 55880"/>
                <a:gd name="connsiteY5" fmla="*/ 41910 h 43462"/>
                <a:gd name="connsiteX6" fmla="*/ 51224 w 55880"/>
                <a:gd name="connsiteY6" fmla="*/ 36633 h 43462"/>
                <a:gd name="connsiteX7" fmla="*/ 56191 w 55880"/>
                <a:gd name="connsiteY7" fmla="*/ 36633 h 43462"/>
                <a:gd name="connsiteX8" fmla="*/ 41600 w 55880"/>
                <a:gd name="connsiteY8" fmla="*/ 22973 h 43462"/>
                <a:gd name="connsiteX9" fmla="*/ 27009 w 55880"/>
                <a:gd name="connsiteY9" fmla="*/ 10245 h 43462"/>
                <a:gd name="connsiteX10" fmla="*/ 10555 w 55880"/>
                <a:gd name="connsiteY10" fmla="*/ 0 h 43462"/>
                <a:gd name="connsiteX11" fmla="*/ 12418 w 55880"/>
                <a:gd name="connsiteY11" fmla="*/ 7140 h 43462"/>
                <a:gd name="connsiteX12" fmla="*/ 12418 w 55880"/>
                <a:gd name="connsiteY12" fmla="*/ 10245 h 43462"/>
                <a:gd name="connsiteX13" fmla="*/ 14591 w 55880"/>
                <a:gd name="connsiteY13" fmla="*/ 12418 h 43462"/>
                <a:gd name="connsiteX14" fmla="*/ 16764 w 55880"/>
                <a:gd name="connsiteY14" fmla="*/ 15522 h 43462"/>
                <a:gd name="connsiteX15" fmla="*/ 0 w 55880"/>
                <a:gd name="connsiteY15" fmla="*/ 25146 h 43462"/>
                <a:gd name="connsiteX16" fmla="*/ 0 w 55880"/>
                <a:gd name="connsiteY16" fmla="*/ 29182 h 43462"/>
                <a:gd name="connsiteX17" fmla="*/ 9313 w 55880"/>
                <a:gd name="connsiteY17" fmla="*/ 32286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80" h="43462">
                  <a:moveTo>
                    <a:pt x="16764" y="37564"/>
                  </a:moveTo>
                  <a:lnTo>
                    <a:pt x="23904" y="45015"/>
                  </a:lnTo>
                  <a:lnTo>
                    <a:pt x="32286" y="45015"/>
                  </a:lnTo>
                  <a:lnTo>
                    <a:pt x="38495" y="44083"/>
                  </a:lnTo>
                  <a:lnTo>
                    <a:pt x="43773" y="44083"/>
                  </a:lnTo>
                  <a:lnTo>
                    <a:pt x="46877" y="41910"/>
                  </a:lnTo>
                  <a:lnTo>
                    <a:pt x="51224" y="36633"/>
                  </a:lnTo>
                  <a:lnTo>
                    <a:pt x="56191" y="36633"/>
                  </a:lnTo>
                  <a:lnTo>
                    <a:pt x="41600" y="22973"/>
                  </a:lnTo>
                  <a:lnTo>
                    <a:pt x="27009" y="10245"/>
                  </a:lnTo>
                  <a:lnTo>
                    <a:pt x="10555" y="0"/>
                  </a:lnTo>
                  <a:lnTo>
                    <a:pt x="12418" y="7140"/>
                  </a:lnTo>
                  <a:lnTo>
                    <a:pt x="12418" y="10245"/>
                  </a:lnTo>
                  <a:lnTo>
                    <a:pt x="14591" y="12418"/>
                  </a:lnTo>
                  <a:lnTo>
                    <a:pt x="16764" y="15522"/>
                  </a:lnTo>
                  <a:lnTo>
                    <a:pt x="0" y="25146"/>
                  </a:lnTo>
                  <a:lnTo>
                    <a:pt x="0" y="29182"/>
                  </a:lnTo>
                  <a:lnTo>
                    <a:pt x="9313" y="3228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396">
              <a:extLst>
                <a:ext uri="{FF2B5EF4-FFF2-40B4-BE49-F238E27FC236}">
                  <a16:creationId xmlns:a16="http://schemas.microsoft.com/office/drawing/2014/main" xmlns="" id="{CFD23F87-1383-4AB8-8227-5D928AE84706}"/>
                </a:ext>
              </a:extLst>
            </p:cNvPr>
            <p:cNvSpPr/>
            <p:nvPr/>
          </p:nvSpPr>
          <p:spPr>
            <a:xfrm>
              <a:off x="3927081" y="4626422"/>
              <a:ext cx="24836" cy="21731"/>
            </a:xfrm>
            <a:custGeom>
              <a:avLst/>
              <a:gdLst>
                <a:gd name="connsiteX0" fmla="*/ 24215 w 24835"/>
                <a:gd name="connsiteY0" fmla="*/ 4346 h 21731"/>
                <a:gd name="connsiteX1" fmla="*/ 19869 w 24835"/>
                <a:gd name="connsiteY1" fmla="*/ 0 h 21731"/>
                <a:gd name="connsiteX2" fmla="*/ 14591 w 24835"/>
                <a:gd name="connsiteY2" fmla="*/ 6519 h 21731"/>
                <a:gd name="connsiteX3" fmla="*/ 7451 w 24835"/>
                <a:gd name="connsiteY3" fmla="*/ 9624 h 21731"/>
                <a:gd name="connsiteX4" fmla="*/ 0 w 24835"/>
                <a:gd name="connsiteY4" fmla="*/ 12728 h 21731"/>
                <a:gd name="connsiteX5" fmla="*/ 0 w 24835"/>
                <a:gd name="connsiteY5" fmla="*/ 17075 h 21731"/>
                <a:gd name="connsiteX6" fmla="*/ 4346 w 24835"/>
                <a:gd name="connsiteY6" fmla="*/ 17075 h 21731"/>
                <a:gd name="connsiteX7" fmla="*/ 9624 w 24835"/>
                <a:gd name="connsiteY7" fmla="*/ 20179 h 21731"/>
                <a:gd name="connsiteX8" fmla="*/ 16764 w 24835"/>
                <a:gd name="connsiteY8" fmla="*/ 22042 h 21731"/>
                <a:gd name="connsiteX9" fmla="*/ 24215 w 24835"/>
                <a:gd name="connsiteY9" fmla="*/ 24215 h 21731"/>
                <a:gd name="connsiteX10" fmla="*/ 24215 w 24835"/>
                <a:gd name="connsiteY10" fmla="*/ 20179 h 21731"/>
                <a:gd name="connsiteX11" fmla="*/ 27319 w 24835"/>
                <a:gd name="connsiteY11" fmla="*/ 20179 h 21731"/>
                <a:gd name="connsiteX12" fmla="*/ 27319 w 24835"/>
                <a:gd name="connsiteY12" fmla="*/ 14901 h 21731"/>
                <a:gd name="connsiteX13" fmla="*/ 27319 w 24835"/>
                <a:gd name="connsiteY13" fmla="*/ 11797 h 21731"/>
                <a:gd name="connsiteX14" fmla="*/ 26077 w 24835"/>
                <a:gd name="connsiteY14" fmla="*/ 7451 h 21731"/>
                <a:gd name="connsiteX15" fmla="*/ 26077 w 24835"/>
                <a:gd name="connsiteY15" fmla="*/ 651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835" h="21731">
                  <a:moveTo>
                    <a:pt x="24215" y="4346"/>
                  </a:moveTo>
                  <a:lnTo>
                    <a:pt x="19869" y="0"/>
                  </a:lnTo>
                  <a:lnTo>
                    <a:pt x="14591" y="6519"/>
                  </a:lnTo>
                  <a:lnTo>
                    <a:pt x="7451" y="9624"/>
                  </a:lnTo>
                  <a:lnTo>
                    <a:pt x="0" y="12728"/>
                  </a:lnTo>
                  <a:lnTo>
                    <a:pt x="0" y="17075"/>
                  </a:lnTo>
                  <a:lnTo>
                    <a:pt x="4346" y="17075"/>
                  </a:lnTo>
                  <a:lnTo>
                    <a:pt x="9624" y="20179"/>
                  </a:lnTo>
                  <a:lnTo>
                    <a:pt x="16764" y="22042"/>
                  </a:lnTo>
                  <a:lnTo>
                    <a:pt x="24215" y="24215"/>
                  </a:lnTo>
                  <a:lnTo>
                    <a:pt x="24215" y="20179"/>
                  </a:lnTo>
                  <a:lnTo>
                    <a:pt x="27319" y="20179"/>
                  </a:lnTo>
                  <a:lnTo>
                    <a:pt x="27319" y="14901"/>
                  </a:lnTo>
                  <a:lnTo>
                    <a:pt x="27319" y="11797"/>
                  </a:lnTo>
                  <a:lnTo>
                    <a:pt x="26077" y="7451"/>
                  </a:lnTo>
                  <a:lnTo>
                    <a:pt x="26077" y="651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397">
              <a:extLst>
                <a:ext uri="{FF2B5EF4-FFF2-40B4-BE49-F238E27FC236}">
                  <a16:creationId xmlns:a16="http://schemas.microsoft.com/office/drawing/2014/main" xmlns="" id="{46DD98A9-05EF-4D1C-A415-EC4C77BBBA0B}"/>
                </a:ext>
              </a:extLst>
            </p:cNvPr>
            <p:cNvSpPr/>
            <p:nvPr/>
          </p:nvSpPr>
          <p:spPr>
            <a:xfrm>
              <a:off x="3587454" y="4223153"/>
              <a:ext cx="37253" cy="31045"/>
            </a:xfrm>
            <a:custGeom>
              <a:avLst/>
              <a:gdLst>
                <a:gd name="connsiteX0" fmla="*/ 19869 w 37253"/>
                <a:gd name="connsiteY0" fmla="*/ 33528 h 31044"/>
                <a:gd name="connsiteX1" fmla="*/ 25146 w 37253"/>
                <a:gd name="connsiteY1" fmla="*/ 31665 h 31044"/>
                <a:gd name="connsiteX2" fmla="*/ 30424 w 37253"/>
                <a:gd name="connsiteY2" fmla="*/ 31665 h 31044"/>
                <a:gd name="connsiteX3" fmla="*/ 34460 w 37253"/>
                <a:gd name="connsiteY3" fmla="*/ 29492 h 31044"/>
                <a:gd name="connsiteX4" fmla="*/ 39737 w 37253"/>
                <a:gd name="connsiteY4" fmla="*/ 29492 h 31044"/>
                <a:gd name="connsiteX5" fmla="*/ 39737 w 37253"/>
                <a:gd name="connsiteY5" fmla="*/ 22042 h 31044"/>
                <a:gd name="connsiteX6" fmla="*/ 37564 w 37253"/>
                <a:gd name="connsiteY6" fmla="*/ 16764 h 31044"/>
                <a:gd name="connsiteX7" fmla="*/ 37564 w 37253"/>
                <a:gd name="connsiteY7" fmla="*/ 12728 h 31044"/>
                <a:gd name="connsiteX8" fmla="*/ 36633 w 37253"/>
                <a:gd name="connsiteY8" fmla="*/ 7451 h 31044"/>
                <a:gd name="connsiteX9" fmla="*/ 30424 w 37253"/>
                <a:gd name="connsiteY9" fmla="*/ 4346 h 31044"/>
                <a:gd name="connsiteX10" fmla="*/ 22973 w 37253"/>
                <a:gd name="connsiteY10" fmla="*/ 2173 h 31044"/>
                <a:gd name="connsiteX11" fmla="*/ 15833 w 37253"/>
                <a:gd name="connsiteY11" fmla="*/ 0 h 31044"/>
                <a:gd name="connsiteX12" fmla="*/ 7451 w 37253"/>
                <a:gd name="connsiteY12" fmla="*/ 0 h 31044"/>
                <a:gd name="connsiteX13" fmla="*/ 0 w 37253"/>
                <a:gd name="connsiteY13" fmla="*/ 16764 h 31044"/>
                <a:gd name="connsiteX14" fmla="*/ 10555 w 37253"/>
                <a:gd name="connsiteY14" fmla="*/ 24215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253" h="31044">
                  <a:moveTo>
                    <a:pt x="19869" y="33528"/>
                  </a:moveTo>
                  <a:lnTo>
                    <a:pt x="25146" y="31665"/>
                  </a:lnTo>
                  <a:lnTo>
                    <a:pt x="30424" y="31665"/>
                  </a:lnTo>
                  <a:lnTo>
                    <a:pt x="34460" y="29492"/>
                  </a:lnTo>
                  <a:lnTo>
                    <a:pt x="39737" y="29492"/>
                  </a:lnTo>
                  <a:lnTo>
                    <a:pt x="39737" y="22042"/>
                  </a:lnTo>
                  <a:lnTo>
                    <a:pt x="37564" y="16764"/>
                  </a:lnTo>
                  <a:lnTo>
                    <a:pt x="37564" y="12728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7451" y="0"/>
                  </a:lnTo>
                  <a:lnTo>
                    <a:pt x="0" y="16764"/>
                  </a:lnTo>
                  <a:lnTo>
                    <a:pt x="10555" y="2421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398">
              <a:extLst>
                <a:ext uri="{FF2B5EF4-FFF2-40B4-BE49-F238E27FC236}">
                  <a16:creationId xmlns:a16="http://schemas.microsoft.com/office/drawing/2014/main" xmlns="" id="{4C09A27B-75F4-4D39-A121-BDA7A09D5E78}"/>
                </a:ext>
              </a:extLst>
            </p:cNvPr>
            <p:cNvSpPr/>
            <p:nvPr/>
          </p:nvSpPr>
          <p:spPr>
            <a:xfrm>
              <a:off x="2717274" y="4696893"/>
              <a:ext cx="18627" cy="9313"/>
            </a:xfrm>
            <a:custGeom>
              <a:avLst/>
              <a:gdLst>
                <a:gd name="connsiteX0" fmla="*/ 4346 w 18626"/>
                <a:gd name="connsiteY0" fmla="*/ 3104 h 9313"/>
                <a:gd name="connsiteX1" fmla="*/ 7451 w 18626"/>
                <a:gd name="connsiteY1" fmla="*/ 5278 h 9313"/>
                <a:gd name="connsiteX2" fmla="*/ 11486 w 18626"/>
                <a:gd name="connsiteY2" fmla="*/ 8382 h 9313"/>
                <a:gd name="connsiteX3" fmla="*/ 16764 w 18626"/>
                <a:gd name="connsiteY3" fmla="*/ 10555 h 9313"/>
                <a:gd name="connsiteX4" fmla="*/ 16764 w 18626"/>
                <a:gd name="connsiteY4" fmla="*/ 7451 h 9313"/>
                <a:gd name="connsiteX5" fmla="*/ 20800 w 18626"/>
                <a:gd name="connsiteY5" fmla="*/ 7451 h 9313"/>
                <a:gd name="connsiteX6" fmla="*/ 20800 w 18626"/>
                <a:gd name="connsiteY6" fmla="*/ 0 h 9313"/>
                <a:gd name="connsiteX7" fmla="*/ 0 w 18626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626" h="9313">
                  <a:moveTo>
                    <a:pt x="4346" y="3104"/>
                  </a:moveTo>
                  <a:lnTo>
                    <a:pt x="7451" y="5278"/>
                  </a:lnTo>
                  <a:lnTo>
                    <a:pt x="11486" y="8382"/>
                  </a:lnTo>
                  <a:lnTo>
                    <a:pt x="16764" y="10555"/>
                  </a:lnTo>
                  <a:lnTo>
                    <a:pt x="16764" y="7451"/>
                  </a:lnTo>
                  <a:lnTo>
                    <a:pt x="20800" y="7451"/>
                  </a:lnTo>
                  <a:lnTo>
                    <a:pt x="208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399">
              <a:extLst>
                <a:ext uri="{FF2B5EF4-FFF2-40B4-BE49-F238E27FC236}">
                  <a16:creationId xmlns:a16="http://schemas.microsoft.com/office/drawing/2014/main" xmlns="" id="{C356390B-29F9-4EA9-B67A-58FCFF044003}"/>
                </a:ext>
              </a:extLst>
            </p:cNvPr>
            <p:cNvSpPr/>
            <p:nvPr/>
          </p:nvSpPr>
          <p:spPr>
            <a:xfrm>
              <a:off x="2917512" y="4768295"/>
              <a:ext cx="31045" cy="34149"/>
            </a:xfrm>
            <a:custGeom>
              <a:avLst/>
              <a:gdLst>
                <a:gd name="connsiteX0" fmla="*/ 21731 w 31044"/>
                <a:gd name="connsiteY0" fmla="*/ 3104 h 34149"/>
                <a:gd name="connsiteX1" fmla="*/ 16764 w 31044"/>
                <a:gd name="connsiteY1" fmla="*/ 5278 h 34149"/>
                <a:gd name="connsiteX2" fmla="*/ 13349 w 31044"/>
                <a:gd name="connsiteY2" fmla="*/ 7451 h 34149"/>
                <a:gd name="connsiteX3" fmla="*/ 0 w 31044"/>
                <a:gd name="connsiteY3" fmla="*/ 12728 h 34149"/>
                <a:gd name="connsiteX4" fmla="*/ 2173 w 31044"/>
                <a:gd name="connsiteY4" fmla="*/ 18006 h 34149"/>
                <a:gd name="connsiteX5" fmla="*/ 2173 w 31044"/>
                <a:gd name="connsiteY5" fmla="*/ 23283 h 34149"/>
                <a:gd name="connsiteX6" fmla="*/ 4036 w 31044"/>
                <a:gd name="connsiteY6" fmla="*/ 29492 h 34149"/>
                <a:gd name="connsiteX7" fmla="*/ 6209 w 31044"/>
                <a:gd name="connsiteY7" fmla="*/ 32597 h 34149"/>
                <a:gd name="connsiteX8" fmla="*/ 9313 w 31044"/>
                <a:gd name="connsiteY8" fmla="*/ 36943 h 34149"/>
                <a:gd name="connsiteX9" fmla="*/ 11487 w 31044"/>
                <a:gd name="connsiteY9" fmla="*/ 34770 h 34149"/>
                <a:gd name="connsiteX10" fmla="*/ 18627 w 31044"/>
                <a:gd name="connsiteY10" fmla="*/ 30424 h 34149"/>
                <a:gd name="connsiteX11" fmla="*/ 26077 w 31044"/>
                <a:gd name="connsiteY11" fmla="*/ 25146 h 34149"/>
                <a:gd name="connsiteX12" fmla="*/ 31355 w 31044"/>
                <a:gd name="connsiteY12" fmla="*/ 15833 h 34149"/>
                <a:gd name="connsiteX13" fmla="*/ 31355 w 31044"/>
                <a:gd name="connsiteY13" fmla="*/ 8382 h 34149"/>
                <a:gd name="connsiteX14" fmla="*/ 26077 w 31044"/>
                <a:gd name="connsiteY14" fmla="*/ 0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1044" h="34149">
                  <a:moveTo>
                    <a:pt x="21731" y="3104"/>
                  </a:moveTo>
                  <a:lnTo>
                    <a:pt x="16764" y="5278"/>
                  </a:lnTo>
                  <a:lnTo>
                    <a:pt x="13349" y="7451"/>
                  </a:lnTo>
                  <a:lnTo>
                    <a:pt x="0" y="12728"/>
                  </a:lnTo>
                  <a:lnTo>
                    <a:pt x="2173" y="18006"/>
                  </a:lnTo>
                  <a:lnTo>
                    <a:pt x="2173" y="23283"/>
                  </a:lnTo>
                  <a:lnTo>
                    <a:pt x="4036" y="29492"/>
                  </a:lnTo>
                  <a:lnTo>
                    <a:pt x="6209" y="32597"/>
                  </a:lnTo>
                  <a:lnTo>
                    <a:pt x="9313" y="36943"/>
                  </a:lnTo>
                  <a:lnTo>
                    <a:pt x="11487" y="34770"/>
                  </a:lnTo>
                  <a:lnTo>
                    <a:pt x="18627" y="30424"/>
                  </a:lnTo>
                  <a:lnTo>
                    <a:pt x="26077" y="25146"/>
                  </a:lnTo>
                  <a:lnTo>
                    <a:pt x="31355" y="15833"/>
                  </a:lnTo>
                  <a:lnTo>
                    <a:pt x="31355" y="8382"/>
                  </a:lnTo>
                  <a:lnTo>
                    <a:pt x="26077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400">
              <a:extLst>
                <a:ext uri="{FF2B5EF4-FFF2-40B4-BE49-F238E27FC236}">
                  <a16:creationId xmlns:a16="http://schemas.microsoft.com/office/drawing/2014/main" xmlns="" id="{FA712B00-9797-4146-8B13-167D14C48377}"/>
                </a:ext>
              </a:extLst>
            </p:cNvPr>
            <p:cNvSpPr/>
            <p:nvPr/>
          </p:nvSpPr>
          <p:spPr>
            <a:xfrm>
              <a:off x="3423849" y="4239917"/>
              <a:ext cx="245252" cy="170745"/>
            </a:xfrm>
            <a:custGeom>
              <a:avLst/>
              <a:gdLst>
                <a:gd name="connsiteX0" fmla="*/ 7451 w 245252"/>
                <a:gd name="connsiteY0" fmla="*/ 86304 h 170745"/>
                <a:gd name="connsiteX1" fmla="*/ 12418 w 245252"/>
                <a:gd name="connsiteY1" fmla="*/ 96859 h 170745"/>
                <a:gd name="connsiteX2" fmla="*/ 14591 w 245252"/>
                <a:gd name="connsiteY2" fmla="*/ 108346 h 170745"/>
                <a:gd name="connsiteX3" fmla="*/ 30424 w 245252"/>
                <a:gd name="connsiteY3" fmla="*/ 108346 h 170745"/>
                <a:gd name="connsiteX4" fmla="*/ 43773 w 245252"/>
                <a:gd name="connsiteY4" fmla="*/ 108346 h 170745"/>
                <a:gd name="connsiteX5" fmla="*/ 49982 w 245252"/>
                <a:gd name="connsiteY5" fmla="*/ 108346 h 170745"/>
                <a:gd name="connsiteX6" fmla="*/ 63641 w 245252"/>
                <a:gd name="connsiteY6" fmla="*/ 110519 h 170745"/>
                <a:gd name="connsiteX7" fmla="*/ 70782 w 245252"/>
                <a:gd name="connsiteY7" fmla="*/ 111450 h 170745"/>
                <a:gd name="connsiteX8" fmla="*/ 76059 w 245252"/>
                <a:gd name="connsiteY8" fmla="*/ 115486 h 170745"/>
                <a:gd name="connsiteX9" fmla="*/ 83510 w 245252"/>
                <a:gd name="connsiteY9" fmla="*/ 120763 h 170745"/>
                <a:gd name="connsiteX10" fmla="*/ 83510 w 245252"/>
                <a:gd name="connsiteY10" fmla="*/ 125110 h 170745"/>
                <a:gd name="connsiteX11" fmla="*/ 66746 w 245252"/>
                <a:gd name="connsiteY11" fmla="*/ 126041 h 170745"/>
                <a:gd name="connsiteX12" fmla="*/ 49982 w 245252"/>
                <a:gd name="connsiteY12" fmla="*/ 128214 h 170745"/>
                <a:gd name="connsiteX13" fmla="*/ 36633 w 245252"/>
                <a:gd name="connsiteY13" fmla="*/ 132560 h 170745"/>
                <a:gd name="connsiteX14" fmla="*/ 27009 w 245252"/>
                <a:gd name="connsiteY14" fmla="*/ 140942 h 170745"/>
                <a:gd name="connsiteX15" fmla="*/ 22973 w 245252"/>
                <a:gd name="connsiteY15" fmla="*/ 140942 h 170745"/>
                <a:gd name="connsiteX16" fmla="*/ 29182 w 245252"/>
                <a:gd name="connsiteY16" fmla="*/ 152429 h 170745"/>
                <a:gd name="connsiteX17" fmla="*/ 37564 w 245252"/>
                <a:gd name="connsiteY17" fmla="*/ 157706 h 170745"/>
                <a:gd name="connsiteX18" fmla="*/ 46877 w 245252"/>
                <a:gd name="connsiteY18" fmla="*/ 159880 h 170745"/>
                <a:gd name="connsiteX19" fmla="*/ 57432 w 245252"/>
                <a:gd name="connsiteY19" fmla="*/ 161742 h 170745"/>
                <a:gd name="connsiteX20" fmla="*/ 70782 w 245252"/>
                <a:gd name="connsiteY20" fmla="*/ 164847 h 170745"/>
                <a:gd name="connsiteX21" fmla="*/ 95928 w 245252"/>
                <a:gd name="connsiteY21" fmla="*/ 172297 h 170745"/>
                <a:gd name="connsiteX22" fmla="*/ 117659 w 245252"/>
                <a:gd name="connsiteY22" fmla="*/ 172297 h 170745"/>
                <a:gd name="connsiteX23" fmla="*/ 137527 w 245252"/>
                <a:gd name="connsiteY23" fmla="*/ 169193 h 170745"/>
                <a:gd name="connsiteX24" fmla="*/ 157396 w 245252"/>
                <a:gd name="connsiteY24" fmla="*/ 162984 h 170745"/>
                <a:gd name="connsiteX25" fmla="*/ 178196 w 245252"/>
                <a:gd name="connsiteY25" fmla="*/ 159880 h 170745"/>
                <a:gd name="connsiteX26" fmla="*/ 195891 w 245252"/>
                <a:gd name="connsiteY26" fmla="*/ 161742 h 170745"/>
                <a:gd name="connsiteX27" fmla="*/ 214828 w 245252"/>
                <a:gd name="connsiteY27" fmla="*/ 169193 h 170745"/>
                <a:gd name="connsiteX28" fmla="*/ 225073 w 245252"/>
                <a:gd name="connsiteY28" fmla="*/ 169193 h 170745"/>
                <a:gd name="connsiteX29" fmla="*/ 234387 w 245252"/>
                <a:gd name="connsiteY29" fmla="*/ 167020 h 170745"/>
                <a:gd name="connsiteX30" fmla="*/ 244010 w 245252"/>
                <a:gd name="connsiteY30" fmla="*/ 164847 h 170745"/>
                <a:gd name="connsiteX31" fmla="*/ 241837 w 245252"/>
                <a:gd name="connsiteY31" fmla="*/ 159880 h 170745"/>
                <a:gd name="connsiteX32" fmla="*/ 241837 w 245252"/>
                <a:gd name="connsiteY32" fmla="*/ 157706 h 170745"/>
                <a:gd name="connsiteX33" fmla="*/ 241837 w 245252"/>
                <a:gd name="connsiteY33" fmla="*/ 154602 h 170745"/>
                <a:gd name="connsiteX34" fmla="*/ 239664 w 245252"/>
                <a:gd name="connsiteY34" fmla="*/ 154602 h 170745"/>
                <a:gd name="connsiteX35" fmla="*/ 237491 w 245252"/>
                <a:gd name="connsiteY35" fmla="*/ 152429 h 170745"/>
                <a:gd name="connsiteX36" fmla="*/ 234387 w 245252"/>
                <a:gd name="connsiteY36" fmla="*/ 148083 h 170745"/>
                <a:gd name="connsiteX37" fmla="*/ 234387 w 245252"/>
                <a:gd name="connsiteY37" fmla="*/ 140942 h 170745"/>
                <a:gd name="connsiteX38" fmla="*/ 237491 w 245252"/>
                <a:gd name="connsiteY38" fmla="*/ 142805 h 170745"/>
                <a:gd name="connsiteX39" fmla="*/ 239664 w 245252"/>
                <a:gd name="connsiteY39" fmla="*/ 144978 h 170745"/>
                <a:gd name="connsiteX40" fmla="*/ 241837 w 245252"/>
                <a:gd name="connsiteY40" fmla="*/ 147151 h 170745"/>
                <a:gd name="connsiteX41" fmla="*/ 244010 w 245252"/>
                <a:gd name="connsiteY41" fmla="*/ 148083 h 170745"/>
                <a:gd name="connsiteX42" fmla="*/ 247115 w 245252"/>
                <a:gd name="connsiteY42" fmla="*/ 148083 h 170745"/>
                <a:gd name="connsiteX43" fmla="*/ 244942 w 245252"/>
                <a:gd name="connsiteY43" fmla="*/ 132560 h 170745"/>
                <a:gd name="connsiteX44" fmla="*/ 239664 w 245252"/>
                <a:gd name="connsiteY44" fmla="*/ 122937 h 170745"/>
                <a:gd name="connsiteX45" fmla="*/ 230351 w 245252"/>
                <a:gd name="connsiteY45" fmla="*/ 115486 h 170745"/>
                <a:gd name="connsiteX46" fmla="*/ 219796 w 245252"/>
                <a:gd name="connsiteY46" fmla="*/ 113623 h 170745"/>
                <a:gd name="connsiteX47" fmla="*/ 203342 w 245252"/>
                <a:gd name="connsiteY47" fmla="*/ 111450 h 170745"/>
                <a:gd name="connsiteX48" fmla="*/ 198064 w 245252"/>
                <a:gd name="connsiteY48" fmla="*/ 83199 h 170745"/>
                <a:gd name="connsiteX49" fmla="*/ 192787 w 245252"/>
                <a:gd name="connsiteY49" fmla="*/ 54638 h 170745"/>
                <a:gd name="connsiteX50" fmla="*/ 185647 w 245252"/>
                <a:gd name="connsiteY50" fmla="*/ 32597 h 170745"/>
                <a:gd name="connsiteX51" fmla="*/ 171987 w 245252"/>
                <a:gd name="connsiteY51" fmla="*/ 14901 h 170745"/>
                <a:gd name="connsiteX52" fmla="*/ 150256 w 245252"/>
                <a:gd name="connsiteY52" fmla="*/ 0 h 170745"/>
                <a:gd name="connsiteX53" fmla="*/ 144978 w 245252"/>
                <a:gd name="connsiteY53" fmla="*/ 10555 h 170745"/>
                <a:gd name="connsiteX54" fmla="*/ 143736 w 245252"/>
                <a:gd name="connsiteY54" fmla="*/ 22042 h 170745"/>
                <a:gd name="connsiteX55" fmla="*/ 150256 w 245252"/>
                <a:gd name="connsiteY55" fmla="*/ 32597 h 170745"/>
                <a:gd name="connsiteX56" fmla="*/ 150256 w 245252"/>
                <a:gd name="connsiteY56" fmla="*/ 40048 h 170745"/>
                <a:gd name="connsiteX57" fmla="*/ 150256 w 245252"/>
                <a:gd name="connsiteY57" fmla="*/ 46256 h 170745"/>
                <a:gd name="connsiteX58" fmla="*/ 149014 w 245252"/>
                <a:gd name="connsiteY58" fmla="*/ 51534 h 170745"/>
                <a:gd name="connsiteX59" fmla="*/ 146841 w 245252"/>
                <a:gd name="connsiteY59" fmla="*/ 56812 h 170745"/>
                <a:gd name="connsiteX60" fmla="*/ 141874 w 245252"/>
                <a:gd name="connsiteY60" fmla="*/ 49361 h 170745"/>
                <a:gd name="connsiteX61" fmla="*/ 134423 w 245252"/>
                <a:gd name="connsiteY61" fmla="*/ 38806 h 170745"/>
                <a:gd name="connsiteX62" fmla="*/ 127283 w 245252"/>
                <a:gd name="connsiteY62" fmla="*/ 24215 h 170745"/>
                <a:gd name="connsiteX63" fmla="*/ 122005 w 245252"/>
                <a:gd name="connsiteY63" fmla="*/ 25457 h 170745"/>
                <a:gd name="connsiteX64" fmla="*/ 115796 w 245252"/>
                <a:gd name="connsiteY64" fmla="*/ 25457 h 170745"/>
                <a:gd name="connsiteX65" fmla="*/ 114555 w 245252"/>
                <a:gd name="connsiteY65" fmla="*/ 27319 h 170745"/>
                <a:gd name="connsiteX66" fmla="*/ 110519 w 245252"/>
                <a:gd name="connsiteY66" fmla="*/ 29492 h 170745"/>
                <a:gd name="connsiteX67" fmla="*/ 108346 w 245252"/>
                <a:gd name="connsiteY67" fmla="*/ 31666 h 170745"/>
                <a:gd name="connsiteX68" fmla="*/ 107414 w 245252"/>
                <a:gd name="connsiteY68" fmla="*/ 36943 h 170745"/>
                <a:gd name="connsiteX69" fmla="*/ 103068 w 245252"/>
                <a:gd name="connsiteY69" fmla="*/ 32597 h 170745"/>
                <a:gd name="connsiteX70" fmla="*/ 99964 w 245252"/>
                <a:gd name="connsiteY70" fmla="*/ 31666 h 170745"/>
                <a:gd name="connsiteX71" fmla="*/ 98101 w 245252"/>
                <a:gd name="connsiteY71" fmla="*/ 27319 h 170745"/>
                <a:gd name="connsiteX72" fmla="*/ 95928 w 245252"/>
                <a:gd name="connsiteY72" fmla="*/ 24215 h 170745"/>
                <a:gd name="connsiteX73" fmla="*/ 93755 w 245252"/>
                <a:gd name="connsiteY73" fmla="*/ 22042 h 170745"/>
                <a:gd name="connsiteX74" fmla="*/ 90650 w 245252"/>
                <a:gd name="connsiteY74" fmla="*/ 20179 h 170745"/>
                <a:gd name="connsiteX75" fmla="*/ 83510 w 245252"/>
                <a:gd name="connsiteY75" fmla="*/ 20179 h 170745"/>
                <a:gd name="connsiteX76" fmla="*/ 72023 w 245252"/>
                <a:gd name="connsiteY76" fmla="*/ 20179 h 170745"/>
                <a:gd name="connsiteX77" fmla="*/ 59295 w 245252"/>
                <a:gd name="connsiteY77" fmla="*/ 20179 h 170745"/>
                <a:gd name="connsiteX78" fmla="*/ 49982 w 245252"/>
                <a:gd name="connsiteY78" fmla="*/ 20179 h 170745"/>
                <a:gd name="connsiteX79" fmla="*/ 49982 w 245252"/>
                <a:gd name="connsiteY79" fmla="*/ 16764 h 170745"/>
                <a:gd name="connsiteX80" fmla="*/ 49050 w 245252"/>
                <a:gd name="connsiteY80" fmla="*/ 14901 h 170745"/>
                <a:gd name="connsiteX81" fmla="*/ 49050 w 245252"/>
                <a:gd name="connsiteY81" fmla="*/ 12728 h 170745"/>
                <a:gd name="connsiteX82" fmla="*/ 49982 w 245252"/>
                <a:gd name="connsiteY82" fmla="*/ 12728 h 170745"/>
                <a:gd name="connsiteX83" fmla="*/ 49982 w 245252"/>
                <a:gd name="connsiteY83" fmla="*/ 10555 h 170745"/>
                <a:gd name="connsiteX84" fmla="*/ 49982 w 245252"/>
                <a:gd name="connsiteY84" fmla="*/ 7451 h 170745"/>
                <a:gd name="connsiteX85" fmla="*/ 46877 w 245252"/>
                <a:gd name="connsiteY85" fmla="*/ 7451 h 170745"/>
                <a:gd name="connsiteX86" fmla="*/ 34459 w 245252"/>
                <a:gd name="connsiteY86" fmla="*/ 5278 h 170745"/>
                <a:gd name="connsiteX87" fmla="*/ 22973 w 245252"/>
                <a:gd name="connsiteY87" fmla="*/ 12728 h 170745"/>
                <a:gd name="connsiteX88" fmla="*/ 14591 w 245252"/>
                <a:gd name="connsiteY88" fmla="*/ 24215 h 170745"/>
                <a:gd name="connsiteX89" fmla="*/ 7451 w 245252"/>
                <a:gd name="connsiteY89" fmla="*/ 36943 h 170745"/>
                <a:gd name="connsiteX90" fmla="*/ 0 w 245252"/>
                <a:gd name="connsiteY90" fmla="*/ 47498 h 170745"/>
                <a:gd name="connsiteX91" fmla="*/ 0 w 245252"/>
                <a:gd name="connsiteY91" fmla="*/ 66125 h 170745"/>
                <a:gd name="connsiteX92" fmla="*/ 3104 w 245252"/>
                <a:gd name="connsiteY92" fmla="*/ 76680 h 170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45252" h="170745">
                  <a:moveTo>
                    <a:pt x="7451" y="86304"/>
                  </a:moveTo>
                  <a:lnTo>
                    <a:pt x="12418" y="96859"/>
                  </a:lnTo>
                  <a:lnTo>
                    <a:pt x="14591" y="108346"/>
                  </a:lnTo>
                  <a:lnTo>
                    <a:pt x="30424" y="108346"/>
                  </a:lnTo>
                  <a:lnTo>
                    <a:pt x="43773" y="108346"/>
                  </a:lnTo>
                  <a:lnTo>
                    <a:pt x="49982" y="108346"/>
                  </a:lnTo>
                  <a:lnTo>
                    <a:pt x="63641" y="110519"/>
                  </a:lnTo>
                  <a:lnTo>
                    <a:pt x="70782" y="111450"/>
                  </a:lnTo>
                  <a:lnTo>
                    <a:pt x="76059" y="115486"/>
                  </a:lnTo>
                  <a:lnTo>
                    <a:pt x="83510" y="120763"/>
                  </a:lnTo>
                  <a:lnTo>
                    <a:pt x="83510" y="125110"/>
                  </a:lnTo>
                  <a:lnTo>
                    <a:pt x="66746" y="126041"/>
                  </a:lnTo>
                  <a:lnTo>
                    <a:pt x="49982" y="128214"/>
                  </a:lnTo>
                  <a:lnTo>
                    <a:pt x="36633" y="132560"/>
                  </a:lnTo>
                  <a:lnTo>
                    <a:pt x="27009" y="140942"/>
                  </a:lnTo>
                  <a:lnTo>
                    <a:pt x="22973" y="140942"/>
                  </a:lnTo>
                  <a:lnTo>
                    <a:pt x="29182" y="152429"/>
                  </a:lnTo>
                  <a:lnTo>
                    <a:pt x="37564" y="157706"/>
                  </a:lnTo>
                  <a:lnTo>
                    <a:pt x="46877" y="159880"/>
                  </a:lnTo>
                  <a:lnTo>
                    <a:pt x="57432" y="161742"/>
                  </a:lnTo>
                  <a:lnTo>
                    <a:pt x="70782" y="164847"/>
                  </a:lnTo>
                  <a:lnTo>
                    <a:pt x="95928" y="172297"/>
                  </a:lnTo>
                  <a:lnTo>
                    <a:pt x="117659" y="172297"/>
                  </a:lnTo>
                  <a:lnTo>
                    <a:pt x="137527" y="169193"/>
                  </a:lnTo>
                  <a:lnTo>
                    <a:pt x="157396" y="162984"/>
                  </a:lnTo>
                  <a:lnTo>
                    <a:pt x="178196" y="159880"/>
                  </a:lnTo>
                  <a:lnTo>
                    <a:pt x="195891" y="161742"/>
                  </a:lnTo>
                  <a:lnTo>
                    <a:pt x="214828" y="169193"/>
                  </a:lnTo>
                  <a:lnTo>
                    <a:pt x="225073" y="169193"/>
                  </a:lnTo>
                  <a:lnTo>
                    <a:pt x="234387" y="167020"/>
                  </a:lnTo>
                  <a:lnTo>
                    <a:pt x="244010" y="164847"/>
                  </a:lnTo>
                  <a:lnTo>
                    <a:pt x="241837" y="159880"/>
                  </a:lnTo>
                  <a:lnTo>
                    <a:pt x="241837" y="157706"/>
                  </a:lnTo>
                  <a:lnTo>
                    <a:pt x="241837" y="154602"/>
                  </a:lnTo>
                  <a:lnTo>
                    <a:pt x="239664" y="154602"/>
                  </a:lnTo>
                  <a:lnTo>
                    <a:pt x="237491" y="152429"/>
                  </a:lnTo>
                  <a:lnTo>
                    <a:pt x="234387" y="148083"/>
                  </a:lnTo>
                  <a:lnTo>
                    <a:pt x="234387" y="140942"/>
                  </a:lnTo>
                  <a:lnTo>
                    <a:pt x="237491" y="142805"/>
                  </a:lnTo>
                  <a:lnTo>
                    <a:pt x="239664" y="144978"/>
                  </a:lnTo>
                  <a:lnTo>
                    <a:pt x="241837" y="147151"/>
                  </a:lnTo>
                  <a:lnTo>
                    <a:pt x="244010" y="148083"/>
                  </a:lnTo>
                  <a:lnTo>
                    <a:pt x="247115" y="148083"/>
                  </a:lnTo>
                  <a:lnTo>
                    <a:pt x="244942" y="132560"/>
                  </a:lnTo>
                  <a:lnTo>
                    <a:pt x="239664" y="122937"/>
                  </a:lnTo>
                  <a:lnTo>
                    <a:pt x="230351" y="115486"/>
                  </a:lnTo>
                  <a:lnTo>
                    <a:pt x="219796" y="113623"/>
                  </a:lnTo>
                  <a:lnTo>
                    <a:pt x="203342" y="111450"/>
                  </a:lnTo>
                  <a:lnTo>
                    <a:pt x="198064" y="83199"/>
                  </a:lnTo>
                  <a:lnTo>
                    <a:pt x="192787" y="54638"/>
                  </a:lnTo>
                  <a:lnTo>
                    <a:pt x="185647" y="32597"/>
                  </a:lnTo>
                  <a:lnTo>
                    <a:pt x="171987" y="14901"/>
                  </a:lnTo>
                  <a:lnTo>
                    <a:pt x="150256" y="0"/>
                  </a:lnTo>
                  <a:lnTo>
                    <a:pt x="144978" y="10555"/>
                  </a:lnTo>
                  <a:lnTo>
                    <a:pt x="143736" y="22042"/>
                  </a:lnTo>
                  <a:lnTo>
                    <a:pt x="150256" y="32597"/>
                  </a:lnTo>
                  <a:lnTo>
                    <a:pt x="150256" y="40048"/>
                  </a:lnTo>
                  <a:lnTo>
                    <a:pt x="150256" y="46256"/>
                  </a:lnTo>
                  <a:lnTo>
                    <a:pt x="149014" y="51534"/>
                  </a:lnTo>
                  <a:lnTo>
                    <a:pt x="146841" y="56812"/>
                  </a:lnTo>
                  <a:lnTo>
                    <a:pt x="141874" y="49361"/>
                  </a:lnTo>
                  <a:lnTo>
                    <a:pt x="134423" y="38806"/>
                  </a:lnTo>
                  <a:lnTo>
                    <a:pt x="127283" y="24215"/>
                  </a:lnTo>
                  <a:lnTo>
                    <a:pt x="122005" y="25457"/>
                  </a:lnTo>
                  <a:lnTo>
                    <a:pt x="115796" y="25457"/>
                  </a:lnTo>
                  <a:lnTo>
                    <a:pt x="114555" y="27319"/>
                  </a:lnTo>
                  <a:lnTo>
                    <a:pt x="110519" y="29492"/>
                  </a:lnTo>
                  <a:lnTo>
                    <a:pt x="108346" y="31666"/>
                  </a:lnTo>
                  <a:lnTo>
                    <a:pt x="107414" y="36943"/>
                  </a:lnTo>
                  <a:lnTo>
                    <a:pt x="103068" y="32597"/>
                  </a:lnTo>
                  <a:lnTo>
                    <a:pt x="99964" y="31666"/>
                  </a:lnTo>
                  <a:lnTo>
                    <a:pt x="98101" y="27319"/>
                  </a:lnTo>
                  <a:lnTo>
                    <a:pt x="95928" y="24215"/>
                  </a:lnTo>
                  <a:lnTo>
                    <a:pt x="93755" y="22042"/>
                  </a:lnTo>
                  <a:lnTo>
                    <a:pt x="90650" y="20179"/>
                  </a:lnTo>
                  <a:lnTo>
                    <a:pt x="83510" y="20179"/>
                  </a:lnTo>
                  <a:lnTo>
                    <a:pt x="72023" y="20179"/>
                  </a:lnTo>
                  <a:lnTo>
                    <a:pt x="59295" y="20179"/>
                  </a:lnTo>
                  <a:lnTo>
                    <a:pt x="49982" y="20179"/>
                  </a:lnTo>
                  <a:lnTo>
                    <a:pt x="49982" y="16764"/>
                  </a:lnTo>
                  <a:lnTo>
                    <a:pt x="49050" y="14901"/>
                  </a:lnTo>
                  <a:lnTo>
                    <a:pt x="49050" y="12728"/>
                  </a:lnTo>
                  <a:lnTo>
                    <a:pt x="49982" y="12728"/>
                  </a:lnTo>
                  <a:lnTo>
                    <a:pt x="49982" y="10555"/>
                  </a:lnTo>
                  <a:lnTo>
                    <a:pt x="49982" y="7451"/>
                  </a:lnTo>
                  <a:lnTo>
                    <a:pt x="46877" y="7451"/>
                  </a:lnTo>
                  <a:lnTo>
                    <a:pt x="34459" y="5278"/>
                  </a:lnTo>
                  <a:lnTo>
                    <a:pt x="22973" y="12728"/>
                  </a:lnTo>
                  <a:lnTo>
                    <a:pt x="14591" y="24215"/>
                  </a:lnTo>
                  <a:lnTo>
                    <a:pt x="7451" y="36943"/>
                  </a:lnTo>
                  <a:lnTo>
                    <a:pt x="0" y="47498"/>
                  </a:lnTo>
                  <a:lnTo>
                    <a:pt x="0" y="66125"/>
                  </a:lnTo>
                  <a:lnTo>
                    <a:pt x="3104" y="7668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401">
              <a:extLst>
                <a:ext uri="{FF2B5EF4-FFF2-40B4-BE49-F238E27FC236}">
                  <a16:creationId xmlns:a16="http://schemas.microsoft.com/office/drawing/2014/main" xmlns="" id="{AFA7A287-FBF0-4284-9587-346E19FE4C71}"/>
                </a:ext>
              </a:extLst>
            </p:cNvPr>
            <p:cNvSpPr/>
            <p:nvPr/>
          </p:nvSpPr>
          <p:spPr>
            <a:xfrm>
              <a:off x="2687161" y="4573956"/>
              <a:ext cx="37253" cy="27940"/>
            </a:xfrm>
            <a:custGeom>
              <a:avLst/>
              <a:gdLst>
                <a:gd name="connsiteX0" fmla="*/ 32286 w 37253"/>
                <a:gd name="connsiteY0" fmla="*/ 23283 h 27940"/>
                <a:gd name="connsiteX1" fmla="*/ 36322 w 37253"/>
                <a:gd name="connsiteY1" fmla="*/ 23283 h 27940"/>
                <a:gd name="connsiteX2" fmla="*/ 39737 w 37253"/>
                <a:gd name="connsiteY2" fmla="*/ 19869 h 27940"/>
                <a:gd name="connsiteX3" fmla="*/ 30113 w 37253"/>
                <a:gd name="connsiteY3" fmla="*/ 8382 h 27940"/>
                <a:gd name="connsiteX4" fmla="*/ 17695 w 37253"/>
                <a:gd name="connsiteY4" fmla="*/ 3104 h 27940"/>
                <a:gd name="connsiteX5" fmla="*/ 0 w 37253"/>
                <a:gd name="connsiteY5" fmla="*/ 0 h 27940"/>
                <a:gd name="connsiteX6" fmla="*/ 0 w 37253"/>
                <a:gd name="connsiteY6" fmla="*/ 7451 h 27940"/>
                <a:gd name="connsiteX7" fmla="*/ 0 w 37253"/>
                <a:gd name="connsiteY7" fmla="*/ 10555 h 27940"/>
                <a:gd name="connsiteX8" fmla="*/ 3104 w 37253"/>
                <a:gd name="connsiteY8" fmla="*/ 14901 h 27940"/>
                <a:gd name="connsiteX9" fmla="*/ 5278 w 37253"/>
                <a:gd name="connsiteY9" fmla="*/ 15833 h 27940"/>
                <a:gd name="connsiteX10" fmla="*/ 10555 w 37253"/>
                <a:gd name="connsiteY10" fmla="*/ 18006 h 27940"/>
                <a:gd name="connsiteX11" fmla="*/ 14591 w 37253"/>
                <a:gd name="connsiteY11" fmla="*/ 22042 h 27940"/>
                <a:gd name="connsiteX12" fmla="*/ 19869 w 37253"/>
                <a:gd name="connsiteY12" fmla="*/ 25146 h 27940"/>
                <a:gd name="connsiteX13" fmla="*/ 22973 w 37253"/>
                <a:gd name="connsiteY13" fmla="*/ 29492 h 27940"/>
                <a:gd name="connsiteX14" fmla="*/ 29182 w 37253"/>
                <a:gd name="connsiteY14" fmla="*/ 27319 h 27940"/>
                <a:gd name="connsiteX15" fmla="*/ 30113 w 37253"/>
                <a:gd name="connsiteY15" fmla="*/ 251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253" h="27940">
                  <a:moveTo>
                    <a:pt x="32286" y="23283"/>
                  </a:moveTo>
                  <a:lnTo>
                    <a:pt x="36322" y="23283"/>
                  </a:lnTo>
                  <a:lnTo>
                    <a:pt x="39737" y="19869"/>
                  </a:lnTo>
                  <a:lnTo>
                    <a:pt x="30113" y="8382"/>
                  </a:lnTo>
                  <a:lnTo>
                    <a:pt x="17695" y="3104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3104" y="14901"/>
                  </a:lnTo>
                  <a:lnTo>
                    <a:pt x="5278" y="15833"/>
                  </a:lnTo>
                  <a:lnTo>
                    <a:pt x="10555" y="18006"/>
                  </a:lnTo>
                  <a:lnTo>
                    <a:pt x="14591" y="22042"/>
                  </a:lnTo>
                  <a:lnTo>
                    <a:pt x="19869" y="25146"/>
                  </a:lnTo>
                  <a:lnTo>
                    <a:pt x="22973" y="29492"/>
                  </a:lnTo>
                  <a:lnTo>
                    <a:pt x="29182" y="27319"/>
                  </a:lnTo>
                  <a:lnTo>
                    <a:pt x="30113" y="2514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402">
              <a:extLst>
                <a:ext uri="{FF2B5EF4-FFF2-40B4-BE49-F238E27FC236}">
                  <a16:creationId xmlns:a16="http://schemas.microsoft.com/office/drawing/2014/main" xmlns="" id="{BDE3D9BB-D3AD-4B7B-9155-A255D853B354}"/>
                </a:ext>
              </a:extLst>
            </p:cNvPr>
            <p:cNvSpPr/>
            <p:nvPr/>
          </p:nvSpPr>
          <p:spPr>
            <a:xfrm>
              <a:off x="3878341" y="4529873"/>
              <a:ext cx="93134" cy="86925"/>
            </a:xfrm>
            <a:custGeom>
              <a:avLst/>
              <a:gdLst>
                <a:gd name="connsiteX0" fmla="*/ 60226 w 93133"/>
                <a:gd name="connsiteY0" fmla="*/ 29492 h 86924"/>
                <a:gd name="connsiteX1" fmla="*/ 39427 w 93133"/>
                <a:gd name="connsiteY1" fmla="*/ 29492 h 86924"/>
                <a:gd name="connsiteX2" fmla="*/ 39427 w 93133"/>
                <a:gd name="connsiteY2" fmla="*/ 22042 h 86924"/>
                <a:gd name="connsiteX3" fmla="*/ 39427 w 93133"/>
                <a:gd name="connsiteY3" fmla="*/ 15833 h 86924"/>
                <a:gd name="connsiteX4" fmla="*/ 38495 w 93133"/>
                <a:gd name="connsiteY4" fmla="*/ 12728 h 86924"/>
                <a:gd name="connsiteX5" fmla="*/ 36322 w 93133"/>
                <a:gd name="connsiteY5" fmla="*/ 8382 h 86924"/>
                <a:gd name="connsiteX6" fmla="*/ 36322 w 93133"/>
                <a:gd name="connsiteY6" fmla="*/ 0 h 86924"/>
                <a:gd name="connsiteX7" fmla="*/ 24836 w 93133"/>
                <a:gd name="connsiteY7" fmla="*/ 10555 h 86924"/>
                <a:gd name="connsiteX8" fmla="*/ 17695 w 93133"/>
                <a:gd name="connsiteY8" fmla="*/ 25146 h 86924"/>
                <a:gd name="connsiteX9" fmla="*/ 10245 w 93133"/>
                <a:gd name="connsiteY9" fmla="*/ 40048 h 86924"/>
                <a:gd name="connsiteX10" fmla="*/ 0 w 93133"/>
                <a:gd name="connsiteY10" fmla="*/ 52465 h 86924"/>
                <a:gd name="connsiteX11" fmla="*/ 3104 w 93133"/>
                <a:gd name="connsiteY11" fmla="*/ 56812 h 86924"/>
                <a:gd name="connsiteX12" fmla="*/ 7140 w 93133"/>
                <a:gd name="connsiteY12" fmla="*/ 58985 h 86924"/>
                <a:gd name="connsiteX13" fmla="*/ 9313 w 93133"/>
                <a:gd name="connsiteY13" fmla="*/ 58985 h 86924"/>
                <a:gd name="connsiteX14" fmla="*/ 12418 w 93133"/>
                <a:gd name="connsiteY14" fmla="*/ 59916 h 86924"/>
                <a:gd name="connsiteX15" fmla="*/ 16454 w 93133"/>
                <a:gd name="connsiteY15" fmla="*/ 59916 h 86924"/>
                <a:gd name="connsiteX16" fmla="*/ 19558 w 93133"/>
                <a:gd name="connsiteY16" fmla="*/ 62089 h 86924"/>
                <a:gd name="connsiteX17" fmla="*/ 24836 w 93133"/>
                <a:gd name="connsiteY17" fmla="*/ 63952 h 86924"/>
                <a:gd name="connsiteX18" fmla="*/ 27009 w 93133"/>
                <a:gd name="connsiteY18" fmla="*/ 69229 h 86924"/>
                <a:gd name="connsiteX19" fmla="*/ 29182 w 93133"/>
                <a:gd name="connsiteY19" fmla="*/ 73576 h 86924"/>
                <a:gd name="connsiteX20" fmla="*/ 31045 w 93133"/>
                <a:gd name="connsiteY20" fmla="*/ 76680 h 86924"/>
                <a:gd name="connsiteX21" fmla="*/ 29182 w 93133"/>
                <a:gd name="connsiteY21" fmla="*/ 81026 h 86924"/>
                <a:gd name="connsiteX22" fmla="*/ 29182 w 93133"/>
                <a:gd name="connsiteY22" fmla="*/ 84131 h 86924"/>
                <a:gd name="connsiteX23" fmla="*/ 29182 w 93133"/>
                <a:gd name="connsiteY23" fmla="*/ 89408 h 86924"/>
                <a:gd name="connsiteX24" fmla="*/ 43773 w 93133"/>
                <a:gd name="connsiteY24" fmla="*/ 84131 h 86924"/>
                <a:gd name="connsiteX25" fmla="*/ 54018 w 93133"/>
                <a:gd name="connsiteY25" fmla="*/ 74507 h 86924"/>
                <a:gd name="connsiteX26" fmla="*/ 60226 w 93133"/>
                <a:gd name="connsiteY26" fmla="*/ 59916 h 86924"/>
                <a:gd name="connsiteX27" fmla="*/ 65504 w 93133"/>
                <a:gd name="connsiteY27" fmla="*/ 63952 h 86924"/>
                <a:gd name="connsiteX28" fmla="*/ 68608 w 93133"/>
                <a:gd name="connsiteY28" fmla="*/ 66125 h 86924"/>
                <a:gd name="connsiteX29" fmla="*/ 72955 w 93133"/>
                <a:gd name="connsiteY29" fmla="*/ 69229 h 86924"/>
                <a:gd name="connsiteX30" fmla="*/ 72955 w 93133"/>
                <a:gd name="connsiteY30" fmla="*/ 71403 h 86924"/>
                <a:gd name="connsiteX31" fmla="*/ 72955 w 93133"/>
                <a:gd name="connsiteY31" fmla="*/ 74507 h 86924"/>
                <a:gd name="connsiteX32" fmla="*/ 72955 w 93133"/>
                <a:gd name="connsiteY32" fmla="*/ 81026 h 86924"/>
                <a:gd name="connsiteX33" fmla="*/ 72955 w 93133"/>
                <a:gd name="connsiteY33" fmla="*/ 86304 h 86924"/>
                <a:gd name="connsiteX34" fmla="*/ 77922 w 93133"/>
                <a:gd name="connsiteY34" fmla="*/ 84131 h 86924"/>
                <a:gd name="connsiteX35" fmla="*/ 83199 w 93133"/>
                <a:gd name="connsiteY35" fmla="*/ 84131 h 86924"/>
                <a:gd name="connsiteX36" fmla="*/ 85373 w 93133"/>
                <a:gd name="connsiteY36" fmla="*/ 84131 h 86924"/>
                <a:gd name="connsiteX37" fmla="*/ 87546 w 93133"/>
                <a:gd name="connsiteY37" fmla="*/ 81958 h 86924"/>
                <a:gd name="connsiteX38" fmla="*/ 89408 w 93133"/>
                <a:gd name="connsiteY38" fmla="*/ 81026 h 86924"/>
                <a:gd name="connsiteX39" fmla="*/ 92513 w 93133"/>
                <a:gd name="connsiteY39" fmla="*/ 76680 h 86924"/>
                <a:gd name="connsiteX40" fmla="*/ 94686 w 93133"/>
                <a:gd name="connsiteY40" fmla="*/ 74507 h 86924"/>
                <a:gd name="connsiteX41" fmla="*/ 94686 w 93133"/>
                <a:gd name="connsiteY41" fmla="*/ 73576 h 86924"/>
                <a:gd name="connsiteX42" fmla="*/ 95617 w 93133"/>
                <a:gd name="connsiteY42" fmla="*/ 71403 h 86924"/>
                <a:gd name="connsiteX43" fmla="*/ 95617 w 93133"/>
                <a:gd name="connsiteY43" fmla="*/ 69229 h 86924"/>
                <a:gd name="connsiteX44" fmla="*/ 77922 w 93133"/>
                <a:gd name="connsiteY44" fmla="*/ 49361 h 8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93133" h="86924">
                  <a:moveTo>
                    <a:pt x="60226" y="29492"/>
                  </a:moveTo>
                  <a:lnTo>
                    <a:pt x="39427" y="29492"/>
                  </a:lnTo>
                  <a:lnTo>
                    <a:pt x="39427" y="22042"/>
                  </a:lnTo>
                  <a:lnTo>
                    <a:pt x="39427" y="15833"/>
                  </a:lnTo>
                  <a:lnTo>
                    <a:pt x="38495" y="12728"/>
                  </a:lnTo>
                  <a:lnTo>
                    <a:pt x="36322" y="8382"/>
                  </a:lnTo>
                  <a:lnTo>
                    <a:pt x="36322" y="0"/>
                  </a:lnTo>
                  <a:lnTo>
                    <a:pt x="24836" y="10555"/>
                  </a:lnTo>
                  <a:lnTo>
                    <a:pt x="17695" y="25146"/>
                  </a:lnTo>
                  <a:lnTo>
                    <a:pt x="10245" y="40048"/>
                  </a:lnTo>
                  <a:lnTo>
                    <a:pt x="0" y="52465"/>
                  </a:lnTo>
                  <a:lnTo>
                    <a:pt x="3104" y="56812"/>
                  </a:lnTo>
                  <a:lnTo>
                    <a:pt x="7140" y="58985"/>
                  </a:lnTo>
                  <a:lnTo>
                    <a:pt x="9313" y="58985"/>
                  </a:lnTo>
                  <a:lnTo>
                    <a:pt x="12418" y="59916"/>
                  </a:lnTo>
                  <a:lnTo>
                    <a:pt x="16454" y="59916"/>
                  </a:lnTo>
                  <a:lnTo>
                    <a:pt x="19558" y="62089"/>
                  </a:lnTo>
                  <a:lnTo>
                    <a:pt x="24836" y="63952"/>
                  </a:lnTo>
                  <a:lnTo>
                    <a:pt x="27009" y="69229"/>
                  </a:lnTo>
                  <a:lnTo>
                    <a:pt x="29182" y="73576"/>
                  </a:lnTo>
                  <a:lnTo>
                    <a:pt x="31045" y="76680"/>
                  </a:lnTo>
                  <a:lnTo>
                    <a:pt x="29182" y="81026"/>
                  </a:lnTo>
                  <a:lnTo>
                    <a:pt x="29182" y="84131"/>
                  </a:lnTo>
                  <a:lnTo>
                    <a:pt x="29182" y="89408"/>
                  </a:lnTo>
                  <a:lnTo>
                    <a:pt x="43773" y="84131"/>
                  </a:lnTo>
                  <a:lnTo>
                    <a:pt x="54018" y="74507"/>
                  </a:lnTo>
                  <a:lnTo>
                    <a:pt x="60226" y="59916"/>
                  </a:lnTo>
                  <a:lnTo>
                    <a:pt x="65504" y="63952"/>
                  </a:lnTo>
                  <a:lnTo>
                    <a:pt x="68608" y="66125"/>
                  </a:lnTo>
                  <a:lnTo>
                    <a:pt x="72955" y="69229"/>
                  </a:lnTo>
                  <a:lnTo>
                    <a:pt x="72955" y="71403"/>
                  </a:lnTo>
                  <a:lnTo>
                    <a:pt x="72955" y="74507"/>
                  </a:lnTo>
                  <a:lnTo>
                    <a:pt x="72955" y="81026"/>
                  </a:lnTo>
                  <a:lnTo>
                    <a:pt x="72955" y="86304"/>
                  </a:lnTo>
                  <a:lnTo>
                    <a:pt x="77922" y="84131"/>
                  </a:lnTo>
                  <a:lnTo>
                    <a:pt x="83199" y="84131"/>
                  </a:lnTo>
                  <a:lnTo>
                    <a:pt x="85373" y="84131"/>
                  </a:lnTo>
                  <a:lnTo>
                    <a:pt x="87546" y="81958"/>
                  </a:lnTo>
                  <a:lnTo>
                    <a:pt x="89408" y="81026"/>
                  </a:lnTo>
                  <a:lnTo>
                    <a:pt x="92513" y="76680"/>
                  </a:lnTo>
                  <a:lnTo>
                    <a:pt x="94686" y="74507"/>
                  </a:lnTo>
                  <a:lnTo>
                    <a:pt x="94686" y="73576"/>
                  </a:lnTo>
                  <a:lnTo>
                    <a:pt x="95617" y="71403"/>
                  </a:lnTo>
                  <a:lnTo>
                    <a:pt x="95617" y="69229"/>
                  </a:lnTo>
                  <a:lnTo>
                    <a:pt x="77922" y="4936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403">
              <a:extLst>
                <a:ext uri="{FF2B5EF4-FFF2-40B4-BE49-F238E27FC236}">
                  <a16:creationId xmlns:a16="http://schemas.microsoft.com/office/drawing/2014/main" xmlns="" id="{4C8C0E10-9929-4466-9668-9A7DA2303DC8}"/>
                </a:ext>
              </a:extLst>
            </p:cNvPr>
            <p:cNvSpPr/>
            <p:nvPr/>
          </p:nvSpPr>
          <p:spPr>
            <a:xfrm>
              <a:off x="4263915" y="4941524"/>
              <a:ext cx="93134" cy="111760"/>
            </a:xfrm>
            <a:custGeom>
              <a:avLst/>
              <a:gdLst>
                <a:gd name="connsiteX0" fmla="*/ 54018 w 93133"/>
                <a:gd name="connsiteY0" fmla="*/ 51534 h 111760"/>
                <a:gd name="connsiteX1" fmla="*/ 53086 w 93133"/>
                <a:gd name="connsiteY1" fmla="*/ 39116 h 111760"/>
                <a:gd name="connsiteX2" fmla="*/ 50913 w 93133"/>
                <a:gd name="connsiteY2" fmla="*/ 28561 h 111760"/>
                <a:gd name="connsiteX3" fmla="*/ 50913 w 93133"/>
                <a:gd name="connsiteY3" fmla="*/ 14901 h 111760"/>
                <a:gd name="connsiteX4" fmla="*/ 50913 w 93133"/>
                <a:gd name="connsiteY4" fmla="*/ 0 h 111760"/>
                <a:gd name="connsiteX5" fmla="*/ 39427 w 93133"/>
                <a:gd name="connsiteY5" fmla="*/ 0 h 111760"/>
                <a:gd name="connsiteX6" fmla="*/ 29182 w 93133"/>
                <a:gd name="connsiteY6" fmla="*/ 24215 h 111760"/>
                <a:gd name="connsiteX7" fmla="*/ 21731 w 93133"/>
                <a:gd name="connsiteY7" fmla="*/ 48430 h 111760"/>
                <a:gd name="connsiteX8" fmla="*/ 10245 w 93133"/>
                <a:gd name="connsiteY8" fmla="*/ 70471 h 111760"/>
                <a:gd name="connsiteX9" fmla="*/ 0 w 93133"/>
                <a:gd name="connsiteY9" fmla="*/ 85062 h 111760"/>
                <a:gd name="connsiteX10" fmla="*/ 4036 w 93133"/>
                <a:gd name="connsiteY10" fmla="*/ 88477 h 111760"/>
                <a:gd name="connsiteX11" fmla="*/ 9313 w 93133"/>
                <a:gd name="connsiteY11" fmla="*/ 90340 h 111760"/>
                <a:gd name="connsiteX12" fmla="*/ 14591 w 93133"/>
                <a:gd name="connsiteY12" fmla="*/ 90340 h 111760"/>
                <a:gd name="connsiteX13" fmla="*/ 19558 w 93133"/>
                <a:gd name="connsiteY13" fmla="*/ 92513 h 111760"/>
                <a:gd name="connsiteX14" fmla="*/ 23904 w 93133"/>
                <a:gd name="connsiteY14" fmla="*/ 92513 h 111760"/>
                <a:gd name="connsiteX15" fmla="*/ 27009 w 93133"/>
                <a:gd name="connsiteY15" fmla="*/ 92513 h 111760"/>
                <a:gd name="connsiteX16" fmla="*/ 36322 w 93133"/>
                <a:gd name="connsiteY16" fmla="*/ 92513 h 111760"/>
                <a:gd name="connsiteX17" fmla="*/ 41600 w 93133"/>
                <a:gd name="connsiteY17" fmla="*/ 92513 h 111760"/>
                <a:gd name="connsiteX18" fmla="*/ 45635 w 93133"/>
                <a:gd name="connsiteY18" fmla="*/ 94686 h 111760"/>
                <a:gd name="connsiteX19" fmla="*/ 46877 w 93133"/>
                <a:gd name="connsiteY19" fmla="*/ 95617 h 111760"/>
                <a:gd name="connsiteX20" fmla="*/ 46877 w 93133"/>
                <a:gd name="connsiteY20" fmla="*/ 97790 h 111760"/>
                <a:gd name="connsiteX21" fmla="*/ 46877 w 93133"/>
                <a:gd name="connsiteY21" fmla="*/ 103068 h 111760"/>
                <a:gd name="connsiteX22" fmla="*/ 46877 w 93133"/>
                <a:gd name="connsiteY22" fmla="*/ 108346 h 111760"/>
                <a:gd name="connsiteX23" fmla="*/ 56191 w 93133"/>
                <a:gd name="connsiteY23" fmla="*/ 103068 h 111760"/>
                <a:gd name="connsiteX24" fmla="*/ 63331 w 93133"/>
                <a:gd name="connsiteY24" fmla="*/ 95617 h 111760"/>
                <a:gd name="connsiteX25" fmla="*/ 70782 w 93133"/>
                <a:gd name="connsiteY25" fmla="*/ 88477 h 111760"/>
                <a:gd name="connsiteX26" fmla="*/ 74817 w 93133"/>
                <a:gd name="connsiteY26" fmla="*/ 88477 h 111760"/>
                <a:gd name="connsiteX27" fmla="*/ 74817 w 93133"/>
                <a:gd name="connsiteY27" fmla="*/ 92513 h 111760"/>
                <a:gd name="connsiteX28" fmla="*/ 74817 w 93133"/>
                <a:gd name="connsiteY28" fmla="*/ 95617 h 111760"/>
                <a:gd name="connsiteX29" fmla="*/ 72955 w 93133"/>
                <a:gd name="connsiteY29" fmla="*/ 97790 h 111760"/>
                <a:gd name="connsiteX30" fmla="*/ 72955 w 93133"/>
                <a:gd name="connsiteY30" fmla="*/ 99964 h 111760"/>
                <a:gd name="connsiteX31" fmla="*/ 70782 w 93133"/>
                <a:gd name="connsiteY31" fmla="*/ 100895 h 111760"/>
                <a:gd name="connsiteX32" fmla="*/ 70782 w 93133"/>
                <a:gd name="connsiteY32" fmla="*/ 108346 h 111760"/>
                <a:gd name="connsiteX33" fmla="*/ 74817 w 93133"/>
                <a:gd name="connsiteY33" fmla="*/ 107104 h 111760"/>
                <a:gd name="connsiteX34" fmla="*/ 76059 w 93133"/>
                <a:gd name="connsiteY34" fmla="*/ 107104 h 111760"/>
                <a:gd name="connsiteX35" fmla="*/ 76059 w 93133"/>
                <a:gd name="connsiteY35" fmla="*/ 105241 h 111760"/>
                <a:gd name="connsiteX36" fmla="*/ 77922 w 93133"/>
                <a:gd name="connsiteY36" fmla="*/ 105241 h 111760"/>
                <a:gd name="connsiteX37" fmla="*/ 80095 w 93133"/>
                <a:gd name="connsiteY37" fmla="*/ 100895 h 111760"/>
                <a:gd name="connsiteX38" fmla="*/ 80095 w 93133"/>
                <a:gd name="connsiteY38" fmla="*/ 103068 h 111760"/>
                <a:gd name="connsiteX39" fmla="*/ 82268 w 93133"/>
                <a:gd name="connsiteY39" fmla="*/ 105241 h 111760"/>
                <a:gd name="connsiteX40" fmla="*/ 82268 w 93133"/>
                <a:gd name="connsiteY40" fmla="*/ 107104 h 111760"/>
                <a:gd name="connsiteX41" fmla="*/ 82268 w 93133"/>
                <a:gd name="connsiteY41" fmla="*/ 108346 h 111760"/>
                <a:gd name="connsiteX42" fmla="*/ 83200 w 93133"/>
                <a:gd name="connsiteY42" fmla="*/ 112381 h 111760"/>
                <a:gd name="connsiteX43" fmla="*/ 87546 w 93133"/>
                <a:gd name="connsiteY43" fmla="*/ 112381 h 111760"/>
                <a:gd name="connsiteX44" fmla="*/ 89408 w 93133"/>
                <a:gd name="connsiteY44" fmla="*/ 99964 h 111760"/>
                <a:gd name="connsiteX45" fmla="*/ 92513 w 93133"/>
                <a:gd name="connsiteY45" fmla="*/ 87235 h 111760"/>
                <a:gd name="connsiteX46" fmla="*/ 94686 w 93133"/>
                <a:gd name="connsiteY46" fmla="*/ 75749 h 111760"/>
                <a:gd name="connsiteX47" fmla="*/ 92513 w 93133"/>
                <a:gd name="connsiteY47" fmla="*/ 73576 h 111760"/>
                <a:gd name="connsiteX48" fmla="*/ 90650 w 93133"/>
                <a:gd name="connsiteY48" fmla="*/ 73576 h 111760"/>
                <a:gd name="connsiteX49" fmla="*/ 89408 w 93133"/>
                <a:gd name="connsiteY49" fmla="*/ 73576 h 111760"/>
                <a:gd name="connsiteX50" fmla="*/ 87546 w 93133"/>
                <a:gd name="connsiteY50" fmla="*/ 73576 h 111760"/>
                <a:gd name="connsiteX51" fmla="*/ 85373 w 93133"/>
                <a:gd name="connsiteY51" fmla="*/ 73576 h 111760"/>
                <a:gd name="connsiteX52" fmla="*/ 83200 w 93133"/>
                <a:gd name="connsiteY52" fmla="*/ 72644 h 111760"/>
                <a:gd name="connsiteX53" fmla="*/ 74817 w 93133"/>
                <a:gd name="connsiteY53" fmla="*/ 72644 h 111760"/>
                <a:gd name="connsiteX54" fmla="*/ 74817 w 93133"/>
                <a:gd name="connsiteY54" fmla="*/ 51534 h 11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93133" h="111760">
                  <a:moveTo>
                    <a:pt x="54018" y="51534"/>
                  </a:moveTo>
                  <a:lnTo>
                    <a:pt x="53086" y="39116"/>
                  </a:lnTo>
                  <a:lnTo>
                    <a:pt x="50913" y="28561"/>
                  </a:lnTo>
                  <a:lnTo>
                    <a:pt x="50913" y="14901"/>
                  </a:lnTo>
                  <a:lnTo>
                    <a:pt x="50913" y="0"/>
                  </a:lnTo>
                  <a:lnTo>
                    <a:pt x="39427" y="0"/>
                  </a:lnTo>
                  <a:lnTo>
                    <a:pt x="29182" y="24215"/>
                  </a:lnTo>
                  <a:lnTo>
                    <a:pt x="21731" y="48430"/>
                  </a:lnTo>
                  <a:lnTo>
                    <a:pt x="10245" y="70471"/>
                  </a:lnTo>
                  <a:lnTo>
                    <a:pt x="0" y="85062"/>
                  </a:lnTo>
                  <a:lnTo>
                    <a:pt x="4036" y="88477"/>
                  </a:lnTo>
                  <a:lnTo>
                    <a:pt x="9313" y="90340"/>
                  </a:lnTo>
                  <a:lnTo>
                    <a:pt x="14591" y="90340"/>
                  </a:lnTo>
                  <a:lnTo>
                    <a:pt x="19558" y="92513"/>
                  </a:lnTo>
                  <a:lnTo>
                    <a:pt x="23904" y="92513"/>
                  </a:lnTo>
                  <a:lnTo>
                    <a:pt x="27009" y="92513"/>
                  </a:lnTo>
                  <a:lnTo>
                    <a:pt x="36322" y="92513"/>
                  </a:lnTo>
                  <a:lnTo>
                    <a:pt x="41600" y="92513"/>
                  </a:lnTo>
                  <a:lnTo>
                    <a:pt x="45635" y="94686"/>
                  </a:lnTo>
                  <a:lnTo>
                    <a:pt x="46877" y="95617"/>
                  </a:lnTo>
                  <a:lnTo>
                    <a:pt x="46877" y="97790"/>
                  </a:lnTo>
                  <a:lnTo>
                    <a:pt x="46877" y="103068"/>
                  </a:lnTo>
                  <a:lnTo>
                    <a:pt x="46877" y="108346"/>
                  </a:lnTo>
                  <a:lnTo>
                    <a:pt x="56191" y="103068"/>
                  </a:lnTo>
                  <a:lnTo>
                    <a:pt x="63331" y="95617"/>
                  </a:lnTo>
                  <a:lnTo>
                    <a:pt x="70782" y="88477"/>
                  </a:lnTo>
                  <a:lnTo>
                    <a:pt x="74817" y="88477"/>
                  </a:lnTo>
                  <a:lnTo>
                    <a:pt x="74817" y="92513"/>
                  </a:lnTo>
                  <a:lnTo>
                    <a:pt x="74817" y="95617"/>
                  </a:lnTo>
                  <a:lnTo>
                    <a:pt x="72955" y="97790"/>
                  </a:lnTo>
                  <a:lnTo>
                    <a:pt x="72955" y="99964"/>
                  </a:lnTo>
                  <a:lnTo>
                    <a:pt x="70782" y="100895"/>
                  </a:lnTo>
                  <a:lnTo>
                    <a:pt x="70782" y="108346"/>
                  </a:lnTo>
                  <a:lnTo>
                    <a:pt x="74817" y="107104"/>
                  </a:lnTo>
                  <a:lnTo>
                    <a:pt x="76059" y="107104"/>
                  </a:lnTo>
                  <a:lnTo>
                    <a:pt x="76059" y="105241"/>
                  </a:lnTo>
                  <a:lnTo>
                    <a:pt x="77922" y="105241"/>
                  </a:lnTo>
                  <a:lnTo>
                    <a:pt x="80095" y="100895"/>
                  </a:lnTo>
                  <a:lnTo>
                    <a:pt x="80095" y="103068"/>
                  </a:lnTo>
                  <a:lnTo>
                    <a:pt x="82268" y="105241"/>
                  </a:lnTo>
                  <a:lnTo>
                    <a:pt x="82268" y="107104"/>
                  </a:lnTo>
                  <a:lnTo>
                    <a:pt x="82268" y="108346"/>
                  </a:lnTo>
                  <a:lnTo>
                    <a:pt x="83200" y="112381"/>
                  </a:lnTo>
                  <a:lnTo>
                    <a:pt x="87546" y="112381"/>
                  </a:lnTo>
                  <a:lnTo>
                    <a:pt x="89408" y="99964"/>
                  </a:lnTo>
                  <a:lnTo>
                    <a:pt x="92513" y="87235"/>
                  </a:lnTo>
                  <a:lnTo>
                    <a:pt x="94686" y="75749"/>
                  </a:lnTo>
                  <a:lnTo>
                    <a:pt x="92513" y="73576"/>
                  </a:lnTo>
                  <a:lnTo>
                    <a:pt x="90650" y="73576"/>
                  </a:lnTo>
                  <a:lnTo>
                    <a:pt x="89408" y="73576"/>
                  </a:lnTo>
                  <a:lnTo>
                    <a:pt x="87546" y="73576"/>
                  </a:lnTo>
                  <a:lnTo>
                    <a:pt x="85373" y="73576"/>
                  </a:lnTo>
                  <a:lnTo>
                    <a:pt x="83200" y="72644"/>
                  </a:lnTo>
                  <a:lnTo>
                    <a:pt x="74817" y="72644"/>
                  </a:lnTo>
                  <a:lnTo>
                    <a:pt x="74817" y="51534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404">
              <a:extLst>
                <a:ext uri="{FF2B5EF4-FFF2-40B4-BE49-F238E27FC236}">
                  <a16:creationId xmlns:a16="http://schemas.microsoft.com/office/drawing/2014/main" xmlns="" id="{B196CD7E-8723-4797-AD0C-E06741F1C043}"/>
                </a:ext>
              </a:extLst>
            </p:cNvPr>
            <p:cNvSpPr/>
            <p:nvPr/>
          </p:nvSpPr>
          <p:spPr>
            <a:xfrm>
              <a:off x="4034496" y="4432083"/>
              <a:ext cx="27940" cy="40358"/>
            </a:xfrm>
            <a:custGeom>
              <a:avLst/>
              <a:gdLst>
                <a:gd name="connsiteX0" fmla="*/ 4346 w 27940"/>
                <a:gd name="connsiteY0" fmla="*/ 42221 h 40357"/>
                <a:gd name="connsiteX1" fmla="*/ 12418 w 27940"/>
                <a:gd name="connsiteY1" fmla="*/ 40979 h 40357"/>
                <a:gd name="connsiteX2" fmla="*/ 18937 w 27940"/>
                <a:gd name="connsiteY2" fmla="*/ 40979 h 40357"/>
                <a:gd name="connsiteX3" fmla="*/ 23904 w 27940"/>
                <a:gd name="connsiteY3" fmla="*/ 39116 h 40357"/>
                <a:gd name="connsiteX4" fmla="*/ 29182 w 27940"/>
                <a:gd name="connsiteY4" fmla="*/ 36943 h 40357"/>
                <a:gd name="connsiteX5" fmla="*/ 27009 w 27940"/>
                <a:gd name="connsiteY5" fmla="*/ 29492 h 40357"/>
                <a:gd name="connsiteX6" fmla="*/ 26077 w 27940"/>
                <a:gd name="connsiteY6" fmla="*/ 24215 h 40357"/>
                <a:gd name="connsiteX7" fmla="*/ 23904 w 27940"/>
                <a:gd name="connsiteY7" fmla="*/ 18937 h 40357"/>
                <a:gd name="connsiteX8" fmla="*/ 19869 w 27940"/>
                <a:gd name="connsiteY8" fmla="*/ 12728 h 40357"/>
                <a:gd name="connsiteX9" fmla="*/ 18937 w 27940"/>
                <a:gd name="connsiteY9" fmla="*/ 9624 h 40357"/>
                <a:gd name="connsiteX10" fmla="*/ 18937 w 27940"/>
                <a:gd name="connsiteY10" fmla="*/ 7451 h 40357"/>
                <a:gd name="connsiteX11" fmla="*/ 18937 w 27940"/>
                <a:gd name="connsiteY11" fmla="*/ 5278 h 40357"/>
                <a:gd name="connsiteX12" fmla="*/ 16764 w 27940"/>
                <a:gd name="connsiteY12" fmla="*/ 4346 h 40357"/>
                <a:gd name="connsiteX13" fmla="*/ 14591 w 27940"/>
                <a:gd name="connsiteY13" fmla="*/ 4346 h 40357"/>
                <a:gd name="connsiteX14" fmla="*/ 12418 w 27940"/>
                <a:gd name="connsiteY14" fmla="*/ 2173 h 40357"/>
                <a:gd name="connsiteX15" fmla="*/ 9313 w 27940"/>
                <a:gd name="connsiteY15" fmla="*/ 0 h 40357"/>
                <a:gd name="connsiteX16" fmla="*/ 5278 w 27940"/>
                <a:gd name="connsiteY16" fmla="*/ 5278 h 40357"/>
                <a:gd name="connsiteX17" fmla="*/ 4346 w 27940"/>
                <a:gd name="connsiteY17" fmla="*/ 9624 h 40357"/>
                <a:gd name="connsiteX18" fmla="*/ 0 w 27940"/>
                <a:gd name="connsiteY18" fmla="*/ 12728 h 40357"/>
                <a:gd name="connsiteX19" fmla="*/ 0 w 27940"/>
                <a:gd name="connsiteY19" fmla="*/ 24215 h 40357"/>
                <a:gd name="connsiteX20" fmla="*/ 2173 w 27940"/>
                <a:gd name="connsiteY20" fmla="*/ 33839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940" h="40357">
                  <a:moveTo>
                    <a:pt x="4346" y="42221"/>
                  </a:moveTo>
                  <a:lnTo>
                    <a:pt x="12418" y="40979"/>
                  </a:lnTo>
                  <a:lnTo>
                    <a:pt x="18937" y="40979"/>
                  </a:lnTo>
                  <a:lnTo>
                    <a:pt x="23904" y="39116"/>
                  </a:lnTo>
                  <a:lnTo>
                    <a:pt x="29182" y="36943"/>
                  </a:lnTo>
                  <a:lnTo>
                    <a:pt x="27009" y="29492"/>
                  </a:lnTo>
                  <a:lnTo>
                    <a:pt x="26077" y="24215"/>
                  </a:lnTo>
                  <a:lnTo>
                    <a:pt x="23904" y="18937"/>
                  </a:lnTo>
                  <a:lnTo>
                    <a:pt x="19869" y="12728"/>
                  </a:lnTo>
                  <a:lnTo>
                    <a:pt x="18937" y="9624"/>
                  </a:lnTo>
                  <a:lnTo>
                    <a:pt x="18937" y="7451"/>
                  </a:lnTo>
                  <a:lnTo>
                    <a:pt x="18937" y="5278"/>
                  </a:lnTo>
                  <a:lnTo>
                    <a:pt x="16764" y="4346"/>
                  </a:lnTo>
                  <a:lnTo>
                    <a:pt x="14591" y="4346"/>
                  </a:lnTo>
                  <a:lnTo>
                    <a:pt x="12418" y="2173"/>
                  </a:lnTo>
                  <a:lnTo>
                    <a:pt x="9313" y="0"/>
                  </a:lnTo>
                  <a:lnTo>
                    <a:pt x="5278" y="5278"/>
                  </a:lnTo>
                  <a:lnTo>
                    <a:pt x="4346" y="9624"/>
                  </a:lnTo>
                  <a:lnTo>
                    <a:pt x="0" y="12728"/>
                  </a:lnTo>
                  <a:lnTo>
                    <a:pt x="0" y="24215"/>
                  </a:lnTo>
                  <a:lnTo>
                    <a:pt x="2173" y="3383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405">
              <a:extLst>
                <a:ext uri="{FF2B5EF4-FFF2-40B4-BE49-F238E27FC236}">
                  <a16:creationId xmlns:a16="http://schemas.microsoft.com/office/drawing/2014/main" xmlns="" id="{F59EABD3-4B2E-433A-A8C7-9E9797A18C67}"/>
                </a:ext>
              </a:extLst>
            </p:cNvPr>
            <p:cNvSpPr/>
            <p:nvPr/>
          </p:nvSpPr>
          <p:spPr>
            <a:xfrm>
              <a:off x="3958436" y="4877572"/>
              <a:ext cx="15522" cy="9313"/>
            </a:xfrm>
            <a:custGeom>
              <a:avLst/>
              <a:gdLst>
                <a:gd name="connsiteX0" fmla="*/ 0 w 15522"/>
                <a:gd name="connsiteY0" fmla="*/ 11487 h 9313"/>
                <a:gd name="connsiteX1" fmla="*/ 5278 w 15522"/>
                <a:gd name="connsiteY1" fmla="*/ 11487 h 9313"/>
                <a:gd name="connsiteX2" fmla="*/ 7451 w 15522"/>
                <a:gd name="connsiteY2" fmla="*/ 9313 h 9313"/>
                <a:gd name="connsiteX3" fmla="*/ 9313 w 15522"/>
                <a:gd name="connsiteY3" fmla="*/ 9313 h 9313"/>
                <a:gd name="connsiteX4" fmla="*/ 10555 w 15522"/>
                <a:gd name="connsiteY4" fmla="*/ 9313 h 9313"/>
                <a:gd name="connsiteX5" fmla="*/ 12418 w 15522"/>
                <a:gd name="connsiteY5" fmla="*/ 7451 h 9313"/>
                <a:gd name="connsiteX6" fmla="*/ 15522 w 15522"/>
                <a:gd name="connsiteY6" fmla="*/ 7451 h 9313"/>
                <a:gd name="connsiteX7" fmla="*/ 15522 w 15522"/>
                <a:gd name="connsiteY7" fmla="*/ 0 h 9313"/>
                <a:gd name="connsiteX8" fmla="*/ 0 w 15522"/>
                <a:gd name="connsiteY8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22" h="9313">
                  <a:moveTo>
                    <a:pt x="0" y="11487"/>
                  </a:moveTo>
                  <a:lnTo>
                    <a:pt x="5278" y="11487"/>
                  </a:lnTo>
                  <a:lnTo>
                    <a:pt x="7451" y="9313"/>
                  </a:lnTo>
                  <a:lnTo>
                    <a:pt x="9313" y="9313"/>
                  </a:lnTo>
                  <a:lnTo>
                    <a:pt x="10555" y="9313"/>
                  </a:lnTo>
                  <a:lnTo>
                    <a:pt x="12418" y="7451"/>
                  </a:lnTo>
                  <a:lnTo>
                    <a:pt x="15522" y="7451"/>
                  </a:lnTo>
                  <a:lnTo>
                    <a:pt x="155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406">
              <a:extLst>
                <a:ext uri="{FF2B5EF4-FFF2-40B4-BE49-F238E27FC236}">
                  <a16:creationId xmlns:a16="http://schemas.microsoft.com/office/drawing/2014/main" xmlns="" id="{044C4459-45BF-4E86-92D4-F514DE26324E}"/>
                </a:ext>
              </a:extLst>
            </p:cNvPr>
            <p:cNvSpPr/>
            <p:nvPr/>
          </p:nvSpPr>
          <p:spPr>
            <a:xfrm>
              <a:off x="4347115" y="4401659"/>
              <a:ext cx="40358" cy="34149"/>
            </a:xfrm>
            <a:custGeom>
              <a:avLst/>
              <a:gdLst>
                <a:gd name="connsiteX0" fmla="*/ 13660 w 40357"/>
                <a:gd name="connsiteY0" fmla="*/ 25457 h 34149"/>
                <a:gd name="connsiteX1" fmla="*/ 18937 w 40357"/>
                <a:gd name="connsiteY1" fmla="*/ 30424 h 34149"/>
                <a:gd name="connsiteX2" fmla="*/ 23904 w 40357"/>
                <a:gd name="connsiteY2" fmla="*/ 35701 h 34149"/>
                <a:gd name="connsiteX3" fmla="*/ 27009 w 40357"/>
                <a:gd name="connsiteY3" fmla="*/ 34770 h 34149"/>
                <a:gd name="connsiteX4" fmla="*/ 29182 w 40357"/>
                <a:gd name="connsiteY4" fmla="*/ 32597 h 34149"/>
                <a:gd name="connsiteX5" fmla="*/ 31355 w 40357"/>
                <a:gd name="connsiteY5" fmla="*/ 32597 h 34149"/>
                <a:gd name="connsiteX6" fmla="*/ 33528 w 40357"/>
                <a:gd name="connsiteY6" fmla="*/ 32597 h 34149"/>
                <a:gd name="connsiteX7" fmla="*/ 33528 w 40357"/>
                <a:gd name="connsiteY7" fmla="*/ 30424 h 34149"/>
                <a:gd name="connsiteX8" fmla="*/ 36633 w 40357"/>
                <a:gd name="connsiteY8" fmla="*/ 27319 h 34149"/>
                <a:gd name="connsiteX9" fmla="*/ 36633 w 40357"/>
                <a:gd name="connsiteY9" fmla="*/ 25457 h 34149"/>
                <a:gd name="connsiteX10" fmla="*/ 38495 w 40357"/>
                <a:gd name="connsiteY10" fmla="*/ 25457 h 34149"/>
                <a:gd name="connsiteX11" fmla="*/ 38495 w 40357"/>
                <a:gd name="connsiteY11" fmla="*/ 23283 h 34149"/>
                <a:gd name="connsiteX12" fmla="*/ 40668 w 40357"/>
                <a:gd name="connsiteY12" fmla="*/ 20179 h 34149"/>
                <a:gd name="connsiteX13" fmla="*/ 34459 w 40357"/>
                <a:gd name="connsiteY13" fmla="*/ 14901 h 34149"/>
                <a:gd name="connsiteX14" fmla="*/ 29182 w 40357"/>
                <a:gd name="connsiteY14" fmla="*/ 10555 h 34149"/>
                <a:gd name="connsiteX15" fmla="*/ 26077 w 40357"/>
                <a:gd name="connsiteY15" fmla="*/ 7451 h 34149"/>
                <a:gd name="connsiteX16" fmla="*/ 18937 w 40357"/>
                <a:gd name="connsiteY16" fmla="*/ 3104 h 34149"/>
                <a:gd name="connsiteX17" fmla="*/ 11487 w 40357"/>
                <a:gd name="connsiteY17" fmla="*/ 0 h 34149"/>
                <a:gd name="connsiteX18" fmla="*/ 9313 w 40357"/>
                <a:gd name="connsiteY18" fmla="*/ 1242 h 34149"/>
                <a:gd name="connsiteX19" fmla="*/ 7451 w 40357"/>
                <a:gd name="connsiteY19" fmla="*/ 3104 h 34149"/>
                <a:gd name="connsiteX20" fmla="*/ 4346 w 40357"/>
                <a:gd name="connsiteY20" fmla="*/ 3104 h 34149"/>
                <a:gd name="connsiteX21" fmla="*/ 0 w 40357"/>
                <a:gd name="connsiteY21" fmla="*/ 15833 h 34149"/>
                <a:gd name="connsiteX22" fmla="*/ 6209 w 40357"/>
                <a:gd name="connsiteY22" fmla="*/ 20179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357" h="34149">
                  <a:moveTo>
                    <a:pt x="13660" y="25457"/>
                  </a:moveTo>
                  <a:lnTo>
                    <a:pt x="18937" y="30424"/>
                  </a:lnTo>
                  <a:lnTo>
                    <a:pt x="23904" y="35701"/>
                  </a:lnTo>
                  <a:lnTo>
                    <a:pt x="27009" y="34770"/>
                  </a:lnTo>
                  <a:lnTo>
                    <a:pt x="29182" y="32597"/>
                  </a:lnTo>
                  <a:lnTo>
                    <a:pt x="31355" y="32597"/>
                  </a:lnTo>
                  <a:lnTo>
                    <a:pt x="33528" y="32597"/>
                  </a:lnTo>
                  <a:lnTo>
                    <a:pt x="33528" y="30424"/>
                  </a:lnTo>
                  <a:lnTo>
                    <a:pt x="36633" y="27319"/>
                  </a:lnTo>
                  <a:lnTo>
                    <a:pt x="36633" y="25457"/>
                  </a:lnTo>
                  <a:lnTo>
                    <a:pt x="38495" y="25457"/>
                  </a:lnTo>
                  <a:lnTo>
                    <a:pt x="38495" y="23283"/>
                  </a:lnTo>
                  <a:lnTo>
                    <a:pt x="40668" y="20179"/>
                  </a:lnTo>
                  <a:lnTo>
                    <a:pt x="34459" y="14901"/>
                  </a:lnTo>
                  <a:lnTo>
                    <a:pt x="29182" y="10555"/>
                  </a:lnTo>
                  <a:lnTo>
                    <a:pt x="26077" y="7451"/>
                  </a:lnTo>
                  <a:lnTo>
                    <a:pt x="18937" y="3104"/>
                  </a:lnTo>
                  <a:lnTo>
                    <a:pt x="11487" y="0"/>
                  </a:lnTo>
                  <a:lnTo>
                    <a:pt x="9313" y="1242"/>
                  </a:lnTo>
                  <a:lnTo>
                    <a:pt x="7451" y="3104"/>
                  </a:lnTo>
                  <a:lnTo>
                    <a:pt x="4346" y="3104"/>
                  </a:lnTo>
                  <a:lnTo>
                    <a:pt x="0" y="15833"/>
                  </a:lnTo>
                  <a:lnTo>
                    <a:pt x="6209" y="2017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407">
              <a:extLst>
                <a:ext uri="{FF2B5EF4-FFF2-40B4-BE49-F238E27FC236}">
                  <a16:creationId xmlns:a16="http://schemas.microsoft.com/office/drawing/2014/main" xmlns="" id="{1C9412F6-8CB0-4E17-BE5A-E4A41D7072E8}"/>
                </a:ext>
              </a:extLst>
            </p:cNvPr>
            <p:cNvSpPr/>
            <p:nvPr/>
          </p:nvSpPr>
          <p:spPr>
            <a:xfrm>
              <a:off x="4024251" y="4593825"/>
              <a:ext cx="12418" cy="15522"/>
            </a:xfrm>
            <a:custGeom>
              <a:avLst/>
              <a:gdLst>
                <a:gd name="connsiteX0" fmla="*/ 4967 w 12417"/>
                <a:gd name="connsiteY0" fmla="*/ 17075 h 15522"/>
                <a:gd name="connsiteX1" fmla="*/ 7140 w 12417"/>
                <a:gd name="connsiteY1" fmla="*/ 14901 h 15522"/>
                <a:gd name="connsiteX2" fmla="*/ 8072 w 12417"/>
                <a:gd name="connsiteY2" fmla="*/ 14901 h 15522"/>
                <a:gd name="connsiteX3" fmla="*/ 10245 w 12417"/>
                <a:gd name="connsiteY3" fmla="*/ 12728 h 15522"/>
                <a:gd name="connsiteX4" fmla="*/ 12418 w 12417"/>
                <a:gd name="connsiteY4" fmla="*/ 10555 h 15522"/>
                <a:gd name="connsiteX5" fmla="*/ 14591 w 12417"/>
                <a:gd name="connsiteY5" fmla="*/ 9624 h 15522"/>
                <a:gd name="connsiteX6" fmla="*/ 14591 w 12417"/>
                <a:gd name="connsiteY6" fmla="*/ 7451 h 15522"/>
                <a:gd name="connsiteX7" fmla="*/ 14591 w 12417"/>
                <a:gd name="connsiteY7" fmla="*/ 5278 h 15522"/>
                <a:gd name="connsiteX8" fmla="*/ 10245 w 12417"/>
                <a:gd name="connsiteY8" fmla="*/ 5278 h 15522"/>
                <a:gd name="connsiteX9" fmla="*/ 8072 w 12417"/>
                <a:gd name="connsiteY9" fmla="*/ 3415 h 15522"/>
                <a:gd name="connsiteX10" fmla="*/ 7140 w 12417"/>
                <a:gd name="connsiteY10" fmla="*/ 2173 h 15522"/>
                <a:gd name="connsiteX11" fmla="*/ 3104 w 12417"/>
                <a:gd name="connsiteY11" fmla="*/ 0 h 15522"/>
                <a:gd name="connsiteX12" fmla="*/ 931 w 12417"/>
                <a:gd name="connsiteY12" fmla="*/ 5278 h 15522"/>
                <a:gd name="connsiteX13" fmla="*/ 0 w 12417"/>
                <a:gd name="connsiteY13" fmla="*/ 7451 h 15522"/>
                <a:gd name="connsiteX14" fmla="*/ 0 w 12417"/>
                <a:gd name="connsiteY14" fmla="*/ 10555 h 15522"/>
                <a:gd name="connsiteX15" fmla="*/ 0 w 12417"/>
                <a:gd name="connsiteY15" fmla="*/ 17075 h 15522"/>
                <a:gd name="connsiteX16" fmla="*/ 3104 w 12417"/>
                <a:gd name="connsiteY16" fmla="*/ 1707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417" h="15522">
                  <a:moveTo>
                    <a:pt x="4967" y="17075"/>
                  </a:moveTo>
                  <a:lnTo>
                    <a:pt x="7140" y="14901"/>
                  </a:lnTo>
                  <a:lnTo>
                    <a:pt x="8072" y="14901"/>
                  </a:lnTo>
                  <a:lnTo>
                    <a:pt x="10245" y="12728"/>
                  </a:lnTo>
                  <a:lnTo>
                    <a:pt x="12418" y="10555"/>
                  </a:lnTo>
                  <a:lnTo>
                    <a:pt x="14591" y="9624"/>
                  </a:lnTo>
                  <a:lnTo>
                    <a:pt x="14591" y="7451"/>
                  </a:lnTo>
                  <a:lnTo>
                    <a:pt x="14591" y="5278"/>
                  </a:lnTo>
                  <a:lnTo>
                    <a:pt x="10245" y="5278"/>
                  </a:lnTo>
                  <a:lnTo>
                    <a:pt x="8072" y="3415"/>
                  </a:lnTo>
                  <a:lnTo>
                    <a:pt x="7140" y="2173"/>
                  </a:lnTo>
                  <a:lnTo>
                    <a:pt x="3104" y="0"/>
                  </a:lnTo>
                  <a:lnTo>
                    <a:pt x="931" y="5278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0" y="17075"/>
                  </a:lnTo>
                  <a:lnTo>
                    <a:pt x="3104" y="1707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408">
              <a:extLst>
                <a:ext uri="{FF2B5EF4-FFF2-40B4-BE49-F238E27FC236}">
                  <a16:creationId xmlns:a16="http://schemas.microsoft.com/office/drawing/2014/main" xmlns="" id="{DA850409-8CD8-46BB-83AE-8E83220FA1EE}"/>
                </a:ext>
              </a:extLst>
            </p:cNvPr>
            <p:cNvSpPr/>
            <p:nvPr/>
          </p:nvSpPr>
          <p:spPr>
            <a:xfrm>
              <a:off x="3970854" y="4639150"/>
              <a:ext cx="21731" cy="27940"/>
            </a:xfrm>
            <a:custGeom>
              <a:avLst/>
              <a:gdLst>
                <a:gd name="connsiteX0" fmla="*/ 2173 w 21731"/>
                <a:gd name="connsiteY0" fmla="*/ 13660 h 27940"/>
                <a:gd name="connsiteX1" fmla="*/ 2173 w 21731"/>
                <a:gd name="connsiteY1" fmla="*/ 14591 h 27940"/>
                <a:gd name="connsiteX2" fmla="*/ 2173 w 21731"/>
                <a:gd name="connsiteY2" fmla="*/ 16764 h 27940"/>
                <a:gd name="connsiteX3" fmla="*/ 0 w 21731"/>
                <a:gd name="connsiteY3" fmla="*/ 21110 h 27940"/>
                <a:gd name="connsiteX4" fmla="*/ 2173 w 21731"/>
                <a:gd name="connsiteY4" fmla="*/ 22042 h 27940"/>
                <a:gd name="connsiteX5" fmla="*/ 2173 w 21731"/>
                <a:gd name="connsiteY5" fmla="*/ 24215 h 27940"/>
                <a:gd name="connsiteX6" fmla="*/ 3104 w 21731"/>
                <a:gd name="connsiteY6" fmla="*/ 24215 h 27940"/>
                <a:gd name="connsiteX7" fmla="*/ 3104 w 21731"/>
                <a:gd name="connsiteY7" fmla="*/ 28251 h 27940"/>
                <a:gd name="connsiteX8" fmla="*/ 9624 w 21731"/>
                <a:gd name="connsiteY8" fmla="*/ 28251 h 27940"/>
                <a:gd name="connsiteX9" fmla="*/ 14591 w 21731"/>
                <a:gd name="connsiteY9" fmla="*/ 26388 h 27940"/>
                <a:gd name="connsiteX10" fmla="*/ 16764 w 21731"/>
                <a:gd name="connsiteY10" fmla="*/ 26388 h 27940"/>
                <a:gd name="connsiteX11" fmla="*/ 19869 w 21731"/>
                <a:gd name="connsiteY11" fmla="*/ 24215 h 27940"/>
                <a:gd name="connsiteX12" fmla="*/ 24215 w 21731"/>
                <a:gd name="connsiteY12" fmla="*/ 24215 h 27940"/>
                <a:gd name="connsiteX13" fmla="*/ 22042 w 21731"/>
                <a:gd name="connsiteY13" fmla="*/ 16764 h 27940"/>
                <a:gd name="connsiteX14" fmla="*/ 17695 w 21731"/>
                <a:gd name="connsiteY14" fmla="*/ 9313 h 27940"/>
                <a:gd name="connsiteX15" fmla="*/ 12728 w 21731"/>
                <a:gd name="connsiteY15" fmla="*/ 4346 h 27940"/>
                <a:gd name="connsiteX16" fmla="*/ 7451 w 21731"/>
                <a:gd name="connsiteY16" fmla="*/ 0 h 27940"/>
                <a:gd name="connsiteX17" fmla="*/ 3104 w 21731"/>
                <a:gd name="connsiteY17" fmla="*/ 11487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731" h="27940">
                  <a:moveTo>
                    <a:pt x="2173" y="13660"/>
                  </a:moveTo>
                  <a:lnTo>
                    <a:pt x="2173" y="14591"/>
                  </a:lnTo>
                  <a:lnTo>
                    <a:pt x="2173" y="16764"/>
                  </a:lnTo>
                  <a:lnTo>
                    <a:pt x="0" y="21110"/>
                  </a:lnTo>
                  <a:lnTo>
                    <a:pt x="2173" y="22042"/>
                  </a:lnTo>
                  <a:lnTo>
                    <a:pt x="2173" y="24215"/>
                  </a:lnTo>
                  <a:lnTo>
                    <a:pt x="3104" y="24215"/>
                  </a:lnTo>
                  <a:lnTo>
                    <a:pt x="3104" y="28251"/>
                  </a:lnTo>
                  <a:lnTo>
                    <a:pt x="9624" y="28251"/>
                  </a:lnTo>
                  <a:lnTo>
                    <a:pt x="14591" y="26388"/>
                  </a:lnTo>
                  <a:lnTo>
                    <a:pt x="16764" y="26388"/>
                  </a:lnTo>
                  <a:lnTo>
                    <a:pt x="19869" y="24215"/>
                  </a:lnTo>
                  <a:lnTo>
                    <a:pt x="24215" y="24215"/>
                  </a:lnTo>
                  <a:lnTo>
                    <a:pt x="22042" y="16764"/>
                  </a:lnTo>
                  <a:lnTo>
                    <a:pt x="17695" y="9313"/>
                  </a:lnTo>
                  <a:lnTo>
                    <a:pt x="12728" y="4346"/>
                  </a:lnTo>
                  <a:lnTo>
                    <a:pt x="7451" y="0"/>
                  </a:lnTo>
                  <a:lnTo>
                    <a:pt x="3104" y="11487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409">
              <a:extLst>
                <a:ext uri="{FF2B5EF4-FFF2-40B4-BE49-F238E27FC236}">
                  <a16:creationId xmlns:a16="http://schemas.microsoft.com/office/drawing/2014/main" xmlns="" id="{15F71FD6-A437-46B3-A5A2-5D6CFE6B4969}"/>
                </a:ext>
              </a:extLst>
            </p:cNvPr>
            <p:cNvSpPr/>
            <p:nvPr/>
          </p:nvSpPr>
          <p:spPr>
            <a:xfrm>
              <a:off x="7159753" y="4855531"/>
              <a:ext cx="43462" cy="189372"/>
            </a:xfrm>
            <a:custGeom>
              <a:avLst/>
              <a:gdLst>
                <a:gd name="connsiteX0" fmla="*/ 44704 w 43462"/>
                <a:gd name="connsiteY0" fmla="*/ 130077 h 189371"/>
                <a:gd name="connsiteX1" fmla="*/ 39427 w 43462"/>
                <a:gd name="connsiteY1" fmla="*/ 108035 h 189371"/>
                <a:gd name="connsiteX2" fmla="*/ 30113 w 43462"/>
                <a:gd name="connsiteY2" fmla="*/ 88167 h 189371"/>
                <a:gd name="connsiteX3" fmla="*/ 24836 w 43462"/>
                <a:gd name="connsiteY3" fmla="*/ 70471 h 189371"/>
                <a:gd name="connsiteX4" fmla="*/ 21731 w 43462"/>
                <a:gd name="connsiteY4" fmla="*/ 51534 h 189371"/>
                <a:gd name="connsiteX5" fmla="*/ 21731 w 43462"/>
                <a:gd name="connsiteY5" fmla="*/ 35701 h 189371"/>
                <a:gd name="connsiteX6" fmla="*/ 21731 w 43462"/>
                <a:gd name="connsiteY6" fmla="*/ 18937 h 189371"/>
                <a:gd name="connsiteX7" fmla="*/ 15522 w 43462"/>
                <a:gd name="connsiteY7" fmla="*/ 6209 h 189371"/>
                <a:gd name="connsiteX8" fmla="*/ 15522 w 43462"/>
                <a:gd name="connsiteY8" fmla="*/ 4036 h 189371"/>
                <a:gd name="connsiteX9" fmla="*/ 14591 w 43462"/>
                <a:gd name="connsiteY9" fmla="*/ 4036 h 189371"/>
                <a:gd name="connsiteX10" fmla="*/ 14591 w 43462"/>
                <a:gd name="connsiteY10" fmla="*/ 2173 h 189371"/>
                <a:gd name="connsiteX11" fmla="*/ 12418 w 43462"/>
                <a:gd name="connsiteY11" fmla="*/ 0 h 189371"/>
                <a:gd name="connsiteX12" fmla="*/ 10245 w 43462"/>
                <a:gd name="connsiteY12" fmla="*/ 7451 h 189371"/>
                <a:gd name="connsiteX13" fmla="*/ 9313 w 43462"/>
                <a:gd name="connsiteY13" fmla="*/ 13660 h 189371"/>
                <a:gd name="connsiteX14" fmla="*/ 7140 w 43462"/>
                <a:gd name="connsiteY14" fmla="*/ 16764 h 189371"/>
                <a:gd name="connsiteX15" fmla="*/ 5278 w 43462"/>
                <a:gd name="connsiteY15" fmla="*/ 21110 h 189371"/>
                <a:gd name="connsiteX16" fmla="*/ 3104 w 43462"/>
                <a:gd name="connsiteY16" fmla="*/ 24215 h 189371"/>
                <a:gd name="connsiteX17" fmla="*/ 0 w 43462"/>
                <a:gd name="connsiteY17" fmla="*/ 29492 h 189371"/>
                <a:gd name="connsiteX18" fmla="*/ 0 w 43462"/>
                <a:gd name="connsiteY18" fmla="*/ 70471 h 189371"/>
                <a:gd name="connsiteX19" fmla="*/ 3104 w 43462"/>
                <a:gd name="connsiteY19" fmla="*/ 85993 h 189371"/>
                <a:gd name="connsiteX20" fmla="*/ 3104 w 43462"/>
                <a:gd name="connsiteY20" fmla="*/ 110208 h 189371"/>
                <a:gd name="connsiteX21" fmla="*/ 3104 w 43462"/>
                <a:gd name="connsiteY21" fmla="*/ 136596 h 189371"/>
                <a:gd name="connsiteX22" fmla="*/ 3104 w 43462"/>
                <a:gd name="connsiteY22" fmla="*/ 159569 h 189371"/>
                <a:gd name="connsiteX23" fmla="*/ 5278 w 43462"/>
                <a:gd name="connsiteY23" fmla="*/ 180679 h 189371"/>
                <a:gd name="connsiteX24" fmla="*/ 9313 w 43462"/>
                <a:gd name="connsiteY24" fmla="*/ 191235 h 189371"/>
                <a:gd name="connsiteX25" fmla="*/ 12418 w 43462"/>
                <a:gd name="connsiteY25" fmla="*/ 189061 h 189371"/>
                <a:gd name="connsiteX26" fmla="*/ 14591 w 43462"/>
                <a:gd name="connsiteY26" fmla="*/ 189061 h 189371"/>
                <a:gd name="connsiteX27" fmla="*/ 19869 w 43462"/>
                <a:gd name="connsiteY27" fmla="*/ 186888 h 189371"/>
                <a:gd name="connsiteX28" fmla="*/ 22973 w 43462"/>
                <a:gd name="connsiteY28" fmla="*/ 186888 h 189371"/>
                <a:gd name="connsiteX29" fmla="*/ 29182 w 43462"/>
                <a:gd name="connsiteY29" fmla="*/ 186888 h 189371"/>
                <a:gd name="connsiteX30" fmla="*/ 24836 w 43462"/>
                <a:gd name="connsiteY30" fmla="*/ 169193 h 189371"/>
                <a:gd name="connsiteX31" fmla="*/ 22973 w 43462"/>
                <a:gd name="connsiteY31" fmla="*/ 156465 h 189371"/>
                <a:gd name="connsiteX32" fmla="*/ 19869 w 43462"/>
                <a:gd name="connsiteY32" fmla="*/ 143736 h 189371"/>
                <a:gd name="connsiteX33" fmla="*/ 19869 w 43462"/>
                <a:gd name="connsiteY33" fmla="*/ 126972 h 18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462" h="189371">
                  <a:moveTo>
                    <a:pt x="44704" y="130077"/>
                  </a:moveTo>
                  <a:lnTo>
                    <a:pt x="39427" y="108035"/>
                  </a:lnTo>
                  <a:lnTo>
                    <a:pt x="30113" y="88167"/>
                  </a:lnTo>
                  <a:lnTo>
                    <a:pt x="24836" y="70471"/>
                  </a:lnTo>
                  <a:lnTo>
                    <a:pt x="21731" y="51534"/>
                  </a:lnTo>
                  <a:lnTo>
                    <a:pt x="21731" y="35701"/>
                  </a:lnTo>
                  <a:lnTo>
                    <a:pt x="21731" y="18937"/>
                  </a:lnTo>
                  <a:lnTo>
                    <a:pt x="15522" y="6209"/>
                  </a:lnTo>
                  <a:lnTo>
                    <a:pt x="15522" y="4036"/>
                  </a:lnTo>
                  <a:lnTo>
                    <a:pt x="14591" y="4036"/>
                  </a:lnTo>
                  <a:lnTo>
                    <a:pt x="14591" y="2173"/>
                  </a:lnTo>
                  <a:lnTo>
                    <a:pt x="12418" y="0"/>
                  </a:lnTo>
                  <a:lnTo>
                    <a:pt x="10245" y="7451"/>
                  </a:lnTo>
                  <a:lnTo>
                    <a:pt x="9313" y="13660"/>
                  </a:lnTo>
                  <a:lnTo>
                    <a:pt x="7140" y="16764"/>
                  </a:lnTo>
                  <a:lnTo>
                    <a:pt x="5278" y="21110"/>
                  </a:lnTo>
                  <a:lnTo>
                    <a:pt x="3104" y="24215"/>
                  </a:lnTo>
                  <a:lnTo>
                    <a:pt x="0" y="29492"/>
                  </a:lnTo>
                  <a:lnTo>
                    <a:pt x="0" y="70471"/>
                  </a:lnTo>
                  <a:lnTo>
                    <a:pt x="3104" y="85993"/>
                  </a:lnTo>
                  <a:lnTo>
                    <a:pt x="3104" y="110208"/>
                  </a:lnTo>
                  <a:lnTo>
                    <a:pt x="3104" y="136596"/>
                  </a:lnTo>
                  <a:lnTo>
                    <a:pt x="3104" y="159569"/>
                  </a:lnTo>
                  <a:lnTo>
                    <a:pt x="5278" y="180679"/>
                  </a:lnTo>
                  <a:lnTo>
                    <a:pt x="9313" y="191235"/>
                  </a:lnTo>
                  <a:lnTo>
                    <a:pt x="12418" y="189061"/>
                  </a:lnTo>
                  <a:lnTo>
                    <a:pt x="14591" y="189061"/>
                  </a:lnTo>
                  <a:lnTo>
                    <a:pt x="19869" y="186888"/>
                  </a:lnTo>
                  <a:lnTo>
                    <a:pt x="22973" y="186888"/>
                  </a:lnTo>
                  <a:lnTo>
                    <a:pt x="29182" y="186888"/>
                  </a:lnTo>
                  <a:lnTo>
                    <a:pt x="24836" y="169193"/>
                  </a:lnTo>
                  <a:lnTo>
                    <a:pt x="22973" y="156465"/>
                  </a:lnTo>
                  <a:lnTo>
                    <a:pt x="19869" y="143736"/>
                  </a:lnTo>
                  <a:lnTo>
                    <a:pt x="19869" y="12697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410">
              <a:extLst>
                <a:ext uri="{FF2B5EF4-FFF2-40B4-BE49-F238E27FC236}">
                  <a16:creationId xmlns:a16="http://schemas.microsoft.com/office/drawing/2014/main" xmlns="" id="{057EA369-60FE-40AD-9BEC-8101F2183FC9}"/>
                </a:ext>
              </a:extLst>
            </p:cNvPr>
            <p:cNvSpPr/>
            <p:nvPr/>
          </p:nvSpPr>
          <p:spPr>
            <a:xfrm>
              <a:off x="3223922" y="4869190"/>
              <a:ext cx="34149" cy="43462"/>
            </a:xfrm>
            <a:custGeom>
              <a:avLst/>
              <a:gdLst>
                <a:gd name="connsiteX0" fmla="*/ 29182 w 34149"/>
                <a:gd name="connsiteY0" fmla="*/ 17695 h 43462"/>
                <a:gd name="connsiteX1" fmla="*/ 27009 w 34149"/>
                <a:gd name="connsiteY1" fmla="*/ 3104 h 43462"/>
                <a:gd name="connsiteX2" fmla="*/ 19558 w 34149"/>
                <a:gd name="connsiteY2" fmla="*/ 3104 h 43462"/>
                <a:gd name="connsiteX3" fmla="*/ 14591 w 34149"/>
                <a:gd name="connsiteY3" fmla="*/ 3104 h 43462"/>
                <a:gd name="connsiteX4" fmla="*/ 10245 w 34149"/>
                <a:gd name="connsiteY4" fmla="*/ 931 h 43462"/>
                <a:gd name="connsiteX5" fmla="*/ 7140 w 34149"/>
                <a:gd name="connsiteY5" fmla="*/ 0 h 43462"/>
                <a:gd name="connsiteX6" fmla="*/ 0 w 34149"/>
                <a:gd name="connsiteY6" fmla="*/ 0 h 43462"/>
                <a:gd name="connsiteX7" fmla="*/ 0 w 34149"/>
                <a:gd name="connsiteY7" fmla="*/ 5278 h 43462"/>
                <a:gd name="connsiteX8" fmla="*/ 0 w 34149"/>
                <a:gd name="connsiteY8" fmla="*/ 8382 h 43462"/>
                <a:gd name="connsiteX9" fmla="*/ 931 w 34149"/>
                <a:gd name="connsiteY9" fmla="*/ 12728 h 43462"/>
                <a:gd name="connsiteX10" fmla="*/ 3104 w 34149"/>
                <a:gd name="connsiteY10" fmla="*/ 15833 h 43462"/>
                <a:gd name="connsiteX11" fmla="*/ 7140 w 34149"/>
                <a:gd name="connsiteY11" fmla="*/ 22042 h 43462"/>
                <a:gd name="connsiteX12" fmla="*/ 10245 w 34149"/>
                <a:gd name="connsiteY12" fmla="*/ 27319 h 43462"/>
                <a:gd name="connsiteX13" fmla="*/ 14591 w 34149"/>
                <a:gd name="connsiteY13" fmla="*/ 30424 h 43462"/>
                <a:gd name="connsiteX14" fmla="*/ 19558 w 34149"/>
                <a:gd name="connsiteY14" fmla="*/ 34770 h 43462"/>
                <a:gd name="connsiteX15" fmla="*/ 22973 w 34149"/>
                <a:gd name="connsiteY15" fmla="*/ 37874 h 43462"/>
                <a:gd name="connsiteX16" fmla="*/ 27009 w 34149"/>
                <a:gd name="connsiteY16" fmla="*/ 44083 h 43462"/>
                <a:gd name="connsiteX17" fmla="*/ 34149 w 34149"/>
                <a:gd name="connsiteY17" fmla="*/ 44083 h 43462"/>
                <a:gd name="connsiteX18" fmla="*/ 32286 w 34149"/>
                <a:gd name="connsiteY18" fmla="*/ 29492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43462">
                  <a:moveTo>
                    <a:pt x="29182" y="17695"/>
                  </a:moveTo>
                  <a:lnTo>
                    <a:pt x="27009" y="3104"/>
                  </a:lnTo>
                  <a:lnTo>
                    <a:pt x="19558" y="3104"/>
                  </a:lnTo>
                  <a:lnTo>
                    <a:pt x="14591" y="3104"/>
                  </a:lnTo>
                  <a:lnTo>
                    <a:pt x="10245" y="931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8382"/>
                  </a:lnTo>
                  <a:lnTo>
                    <a:pt x="931" y="12728"/>
                  </a:lnTo>
                  <a:lnTo>
                    <a:pt x="3104" y="15833"/>
                  </a:lnTo>
                  <a:lnTo>
                    <a:pt x="7140" y="22042"/>
                  </a:lnTo>
                  <a:lnTo>
                    <a:pt x="10245" y="27319"/>
                  </a:lnTo>
                  <a:lnTo>
                    <a:pt x="14591" y="30424"/>
                  </a:lnTo>
                  <a:lnTo>
                    <a:pt x="19558" y="34770"/>
                  </a:lnTo>
                  <a:lnTo>
                    <a:pt x="22973" y="37874"/>
                  </a:lnTo>
                  <a:lnTo>
                    <a:pt x="27009" y="44083"/>
                  </a:lnTo>
                  <a:lnTo>
                    <a:pt x="34149" y="44083"/>
                  </a:lnTo>
                  <a:lnTo>
                    <a:pt x="32286" y="2949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411">
              <a:extLst>
                <a:ext uri="{FF2B5EF4-FFF2-40B4-BE49-F238E27FC236}">
                  <a16:creationId xmlns:a16="http://schemas.microsoft.com/office/drawing/2014/main" xmlns="" id="{60C9D325-EB97-4B6B-A849-5C94BAAAC636}"/>
                </a:ext>
              </a:extLst>
            </p:cNvPr>
            <p:cNvSpPr/>
            <p:nvPr/>
          </p:nvSpPr>
          <p:spPr>
            <a:xfrm>
              <a:off x="5439263" y="4744081"/>
              <a:ext cx="18627" cy="18627"/>
            </a:xfrm>
            <a:custGeom>
              <a:avLst/>
              <a:gdLst>
                <a:gd name="connsiteX0" fmla="*/ 931 w 18626"/>
                <a:gd name="connsiteY0" fmla="*/ 3104 h 18626"/>
                <a:gd name="connsiteX1" fmla="*/ 0 w 18626"/>
                <a:gd name="connsiteY1" fmla="*/ 7451 h 18626"/>
                <a:gd name="connsiteX2" fmla="*/ 0 w 18626"/>
                <a:gd name="connsiteY2" fmla="*/ 9624 h 18626"/>
                <a:gd name="connsiteX3" fmla="*/ 0 w 18626"/>
                <a:gd name="connsiteY3" fmla="*/ 12728 h 18626"/>
                <a:gd name="connsiteX4" fmla="*/ 0 w 18626"/>
                <a:gd name="connsiteY4" fmla="*/ 16764 h 18626"/>
                <a:gd name="connsiteX5" fmla="*/ 931 w 18626"/>
                <a:gd name="connsiteY5" fmla="*/ 16764 h 18626"/>
                <a:gd name="connsiteX6" fmla="*/ 3104 w 18626"/>
                <a:gd name="connsiteY6" fmla="*/ 18006 h 18626"/>
                <a:gd name="connsiteX7" fmla="*/ 5278 w 18626"/>
                <a:gd name="connsiteY7" fmla="*/ 18006 h 18626"/>
                <a:gd name="connsiteX8" fmla="*/ 8382 w 18626"/>
                <a:gd name="connsiteY8" fmla="*/ 20179 h 18626"/>
                <a:gd name="connsiteX9" fmla="*/ 10555 w 18626"/>
                <a:gd name="connsiteY9" fmla="*/ 16764 h 18626"/>
                <a:gd name="connsiteX10" fmla="*/ 14591 w 18626"/>
                <a:gd name="connsiteY10" fmla="*/ 14901 h 18626"/>
                <a:gd name="connsiteX11" fmla="*/ 15522 w 18626"/>
                <a:gd name="connsiteY11" fmla="*/ 12728 h 18626"/>
                <a:gd name="connsiteX12" fmla="*/ 19869 w 18626"/>
                <a:gd name="connsiteY12" fmla="*/ 12728 h 18626"/>
                <a:gd name="connsiteX13" fmla="*/ 19869 w 18626"/>
                <a:gd name="connsiteY13" fmla="*/ 7451 h 18626"/>
                <a:gd name="connsiteX14" fmla="*/ 5278 w 18626"/>
                <a:gd name="connsiteY14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18626">
                  <a:moveTo>
                    <a:pt x="931" y="3104"/>
                  </a:moveTo>
                  <a:lnTo>
                    <a:pt x="0" y="7451"/>
                  </a:lnTo>
                  <a:lnTo>
                    <a:pt x="0" y="9624"/>
                  </a:lnTo>
                  <a:lnTo>
                    <a:pt x="0" y="12728"/>
                  </a:lnTo>
                  <a:lnTo>
                    <a:pt x="0" y="16764"/>
                  </a:lnTo>
                  <a:lnTo>
                    <a:pt x="931" y="16764"/>
                  </a:lnTo>
                  <a:lnTo>
                    <a:pt x="3104" y="18006"/>
                  </a:lnTo>
                  <a:lnTo>
                    <a:pt x="5278" y="18006"/>
                  </a:lnTo>
                  <a:lnTo>
                    <a:pt x="8382" y="20179"/>
                  </a:lnTo>
                  <a:lnTo>
                    <a:pt x="10555" y="16764"/>
                  </a:lnTo>
                  <a:lnTo>
                    <a:pt x="14591" y="14901"/>
                  </a:lnTo>
                  <a:lnTo>
                    <a:pt x="15522" y="12728"/>
                  </a:lnTo>
                  <a:lnTo>
                    <a:pt x="19869" y="12728"/>
                  </a:lnTo>
                  <a:lnTo>
                    <a:pt x="19869" y="7451"/>
                  </a:lnTo>
                  <a:lnTo>
                    <a:pt x="5278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412">
              <a:extLst>
                <a:ext uri="{FF2B5EF4-FFF2-40B4-BE49-F238E27FC236}">
                  <a16:creationId xmlns:a16="http://schemas.microsoft.com/office/drawing/2014/main" xmlns="" id="{F5EE36BD-B73F-4CF7-8225-07100EA345C5}"/>
                </a:ext>
              </a:extLst>
            </p:cNvPr>
            <p:cNvSpPr/>
            <p:nvPr/>
          </p:nvSpPr>
          <p:spPr>
            <a:xfrm>
              <a:off x="5039098" y="4734767"/>
              <a:ext cx="111760" cy="217312"/>
            </a:xfrm>
            <a:custGeom>
              <a:avLst/>
              <a:gdLst>
                <a:gd name="connsiteX0" fmla="*/ 103068 w 111760"/>
                <a:gd name="connsiteY0" fmla="*/ 141874 h 217312"/>
                <a:gd name="connsiteX1" fmla="*/ 93755 w 111760"/>
                <a:gd name="connsiteY1" fmla="*/ 122937 h 217312"/>
                <a:gd name="connsiteX2" fmla="*/ 83510 w 111760"/>
                <a:gd name="connsiteY2" fmla="*/ 106173 h 217312"/>
                <a:gd name="connsiteX3" fmla="*/ 70782 w 111760"/>
                <a:gd name="connsiteY3" fmla="*/ 92513 h 217312"/>
                <a:gd name="connsiteX4" fmla="*/ 61468 w 111760"/>
                <a:gd name="connsiteY4" fmla="*/ 78853 h 217312"/>
                <a:gd name="connsiteX5" fmla="*/ 52155 w 111760"/>
                <a:gd name="connsiteY5" fmla="*/ 70471 h 217312"/>
                <a:gd name="connsiteX6" fmla="*/ 56191 w 111760"/>
                <a:gd name="connsiteY6" fmla="*/ 63021 h 217312"/>
                <a:gd name="connsiteX7" fmla="*/ 61468 w 111760"/>
                <a:gd name="connsiteY7" fmla="*/ 53397 h 217312"/>
                <a:gd name="connsiteX8" fmla="*/ 64573 w 111760"/>
                <a:gd name="connsiteY8" fmla="*/ 41910 h 217312"/>
                <a:gd name="connsiteX9" fmla="*/ 59295 w 111760"/>
                <a:gd name="connsiteY9" fmla="*/ 29492 h 217312"/>
                <a:gd name="connsiteX10" fmla="*/ 59295 w 111760"/>
                <a:gd name="connsiteY10" fmla="*/ 22042 h 217312"/>
                <a:gd name="connsiteX11" fmla="*/ 54328 w 111760"/>
                <a:gd name="connsiteY11" fmla="*/ 22042 h 217312"/>
                <a:gd name="connsiteX12" fmla="*/ 49982 w 111760"/>
                <a:gd name="connsiteY12" fmla="*/ 24215 h 217312"/>
                <a:gd name="connsiteX13" fmla="*/ 49051 w 111760"/>
                <a:gd name="connsiteY13" fmla="*/ 26078 h 217312"/>
                <a:gd name="connsiteX14" fmla="*/ 44704 w 111760"/>
                <a:gd name="connsiteY14" fmla="*/ 29492 h 217312"/>
                <a:gd name="connsiteX15" fmla="*/ 35391 w 111760"/>
                <a:gd name="connsiteY15" fmla="*/ 29492 h 217312"/>
                <a:gd name="connsiteX16" fmla="*/ 39737 w 111760"/>
                <a:gd name="connsiteY16" fmla="*/ 24215 h 217312"/>
                <a:gd name="connsiteX17" fmla="*/ 42842 w 111760"/>
                <a:gd name="connsiteY17" fmla="*/ 18937 h 217312"/>
                <a:gd name="connsiteX18" fmla="*/ 44704 w 111760"/>
                <a:gd name="connsiteY18" fmla="*/ 12418 h 217312"/>
                <a:gd name="connsiteX19" fmla="*/ 49051 w 111760"/>
                <a:gd name="connsiteY19" fmla="*/ 5278 h 217312"/>
                <a:gd name="connsiteX20" fmla="*/ 34460 w 111760"/>
                <a:gd name="connsiteY20" fmla="*/ 2173 h 217312"/>
                <a:gd name="connsiteX21" fmla="*/ 15522 w 111760"/>
                <a:gd name="connsiteY21" fmla="*/ 0 h 217312"/>
                <a:gd name="connsiteX22" fmla="*/ 14591 w 111760"/>
                <a:gd name="connsiteY22" fmla="*/ 16764 h 217312"/>
                <a:gd name="connsiteX23" fmla="*/ 8382 w 111760"/>
                <a:gd name="connsiteY23" fmla="*/ 27319 h 217312"/>
                <a:gd name="connsiteX24" fmla="*/ 3104 w 111760"/>
                <a:gd name="connsiteY24" fmla="*/ 36633 h 217312"/>
                <a:gd name="connsiteX25" fmla="*/ 0 w 111760"/>
                <a:gd name="connsiteY25" fmla="*/ 46257 h 217312"/>
                <a:gd name="connsiteX26" fmla="*/ 931 w 111760"/>
                <a:gd name="connsiteY26" fmla="*/ 58674 h 217312"/>
                <a:gd name="connsiteX27" fmla="*/ 5278 w 111760"/>
                <a:gd name="connsiteY27" fmla="*/ 75438 h 217312"/>
                <a:gd name="connsiteX28" fmla="*/ 8382 w 111760"/>
                <a:gd name="connsiteY28" fmla="*/ 93444 h 217312"/>
                <a:gd name="connsiteX29" fmla="*/ 10555 w 111760"/>
                <a:gd name="connsiteY29" fmla="*/ 92513 h 217312"/>
                <a:gd name="connsiteX30" fmla="*/ 12418 w 111760"/>
                <a:gd name="connsiteY30" fmla="*/ 90340 h 217312"/>
                <a:gd name="connsiteX31" fmla="*/ 14591 w 111760"/>
                <a:gd name="connsiteY31" fmla="*/ 90340 h 217312"/>
                <a:gd name="connsiteX32" fmla="*/ 14591 w 111760"/>
                <a:gd name="connsiteY32" fmla="*/ 88167 h 217312"/>
                <a:gd name="connsiteX33" fmla="*/ 14591 w 111760"/>
                <a:gd name="connsiteY33" fmla="*/ 85994 h 217312"/>
                <a:gd name="connsiteX34" fmla="*/ 15522 w 111760"/>
                <a:gd name="connsiteY34" fmla="*/ 82889 h 217312"/>
                <a:gd name="connsiteX35" fmla="*/ 19869 w 111760"/>
                <a:gd name="connsiteY35" fmla="*/ 82889 h 217312"/>
                <a:gd name="connsiteX36" fmla="*/ 19869 w 111760"/>
                <a:gd name="connsiteY36" fmla="*/ 85994 h 217312"/>
                <a:gd name="connsiteX37" fmla="*/ 19869 w 111760"/>
                <a:gd name="connsiteY37" fmla="*/ 88167 h 217312"/>
                <a:gd name="connsiteX38" fmla="*/ 17695 w 111760"/>
                <a:gd name="connsiteY38" fmla="*/ 90340 h 217312"/>
                <a:gd name="connsiteX39" fmla="*/ 17695 w 111760"/>
                <a:gd name="connsiteY39" fmla="*/ 92513 h 217312"/>
                <a:gd name="connsiteX40" fmla="*/ 15522 w 111760"/>
                <a:gd name="connsiteY40" fmla="*/ 93444 h 217312"/>
                <a:gd name="connsiteX41" fmla="*/ 17695 w 111760"/>
                <a:gd name="connsiteY41" fmla="*/ 97480 h 217312"/>
                <a:gd name="connsiteX42" fmla="*/ 17695 w 111760"/>
                <a:gd name="connsiteY42" fmla="*/ 100895 h 217312"/>
                <a:gd name="connsiteX43" fmla="*/ 17695 w 111760"/>
                <a:gd name="connsiteY43" fmla="*/ 102758 h 217312"/>
                <a:gd name="connsiteX44" fmla="*/ 19869 w 111760"/>
                <a:gd name="connsiteY44" fmla="*/ 104931 h 217312"/>
                <a:gd name="connsiteX45" fmla="*/ 19869 w 111760"/>
                <a:gd name="connsiteY45" fmla="*/ 106173 h 217312"/>
                <a:gd name="connsiteX46" fmla="*/ 22973 w 111760"/>
                <a:gd name="connsiteY46" fmla="*/ 106173 h 217312"/>
                <a:gd name="connsiteX47" fmla="*/ 27009 w 111760"/>
                <a:gd name="connsiteY47" fmla="*/ 108035 h 217312"/>
                <a:gd name="connsiteX48" fmla="*/ 30113 w 111760"/>
                <a:gd name="connsiteY48" fmla="*/ 108035 h 217312"/>
                <a:gd name="connsiteX49" fmla="*/ 32286 w 111760"/>
                <a:gd name="connsiteY49" fmla="*/ 108035 h 217312"/>
                <a:gd name="connsiteX50" fmla="*/ 35391 w 111760"/>
                <a:gd name="connsiteY50" fmla="*/ 110208 h 217312"/>
                <a:gd name="connsiteX51" fmla="*/ 39737 w 111760"/>
                <a:gd name="connsiteY51" fmla="*/ 112381 h 217312"/>
                <a:gd name="connsiteX52" fmla="*/ 41600 w 111760"/>
                <a:gd name="connsiteY52" fmla="*/ 112381 h 217312"/>
                <a:gd name="connsiteX53" fmla="*/ 41600 w 111760"/>
                <a:gd name="connsiteY53" fmla="*/ 113313 h 217312"/>
                <a:gd name="connsiteX54" fmla="*/ 42842 w 111760"/>
                <a:gd name="connsiteY54" fmla="*/ 113313 h 217312"/>
                <a:gd name="connsiteX55" fmla="*/ 44704 w 111760"/>
                <a:gd name="connsiteY55" fmla="*/ 117659 h 217312"/>
                <a:gd name="connsiteX56" fmla="*/ 44704 w 111760"/>
                <a:gd name="connsiteY56" fmla="*/ 119832 h 217312"/>
                <a:gd name="connsiteX57" fmla="*/ 46877 w 111760"/>
                <a:gd name="connsiteY57" fmla="*/ 120763 h 217312"/>
                <a:gd name="connsiteX58" fmla="*/ 46877 w 111760"/>
                <a:gd name="connsiteY58" fmla="*/ 122937 h 217312"/>
                <a:gd name="connsiteX59" fmla="*/ 49051 w 111760"/>
                <a:gd name="connsiteY59" fmla="*/ 126972 h 217312"/>
                <a:gd name="connsiteX60" fmla="*/ 42842 w 111760"/>
                <a:gd name="connsiteY60" fmla="*/ 130077 h 217312"/>
                <a:gd name="connsiteX61" fmla="*/ 35391 w 111760"/>
                <a:gd name="connsiteY61" fmla="*/ 134423 h 217312"/>
                <a:gd name="connsiteX62" fmla="*/ 32286 w 111760"/>
                <a:gd name="connsiteY62" fmla="*/ 137528 h 217312"/>
                <a:gd name="connsiteX63" fmla="*/ 27009 w 111760"/>
                <a:gd name="connsiteY63" fmla="*/ 142805 h 217312"/>
                <a:gd name="connsiteX64" fmla="*/ 25146 w 111760"/>
                <a:gd name="connsiteY64" fmla="*/ 150256 h 217312"/>
                <a:gd name="connsiteX65" fmla="*/ 22973 w 111760"/>
                <a:gd name="connsiteY65" fmla="*/ 154292 h 217312"/>
                <a:gd name="connsiteX66" fmla="*/ 22973 w 111760"/>
                <a:gd name="connsiteY66" fmla="*/ 156465 h 217312"/>
                <a:gd name="connsiteX67" fmla="*/ 25146 w 111760"/>
                <a:gd name="connsiteY67" fmla="*/ 157396 h 217312"/>
                <a:gd name="connsiteX68" fmla="*/ 25146 w 111760"/>
                <a:gd name="connsiteY68" fmla="*/ 159569 h 217312"/>
                <a:gd name="connsiteX69" fmla="*/ 29182 w 111760"/>
                <a:gd name="connsiteY69" fmla="*/ 163915 h 217312"/>
                <a:gd name="connsiteX70" fmla="*/ 15522 w 111760"/>
                <a:gd name="connsiteY70" fmla="*/ 167020 h 217312"/>
                <a:gd name="connsiteX71" fmla="*/ 17695 w 111760"/>
                <a:gd name="connsiteY71" fmla="*/ 172297 h 217312"/>
                <a:gd name="connsiteX72" fmla="*/ 17695 w 111760"/>
                <a:gd name="connsiteY72" fmla="*/ 176333 h 217312"/>
                <a:gd name="connsiteX73" fmla="*/ 19869 w 111760"/>
                <a:gd name="connsiteY73" fmla="*/ 178506 h 217312"/>
                <a:gd name="connsiteX74" fmla="*/ 19869 w 111760"/>
                <a:gd name="connsiteY74" fmla="*/ 179438 h 217312"/>
                <a:gd name="connsiteX75" fmla="*/ 22973 w 111760"/>
                <a:gd name="connsiteY75" fmla="*/ 181611 h 217312"/>
                <a:gd name="connsiteX76" fmla="*/ 27009 w 111760"/>
                <a:gd name="connsiteY76" fmla="*/ 181611 h 217312"/>
                <a:gd name="connsiteX77" fmla="*/ 32286 w 111760"/>
                <a:gd name="connsiteY77" fmla="*/ 181611 h 217312"/>
                <a:gd name="connsiteX78" fmla="*/ 22973 w 111760"/>
                <a:gd name="connsiteY78" fmla="*/ 198375 h 217312"/>
                <a:gd name="connsiteX79" fmla="*/ 12418 w 111760"/>
                <a:gd name="connsiteY79" fmla="*/ 214208 h 217312"/>
                <a:gd name="connsiteX80" fmla="*/ 12418 w 111760"/>
                <a:gd name="connsiteY80" fmla="*/ 218554 h 217312"/>
                <a:gd name="connsiteX81" fmla="*/ 29182 w 111760"/>
                <a:gd name="connsiteY81" fmla="*/ 216381 h 217312"/>
                <a:gd name="connsiteX82" fmla="*/ 49051 w 111760"/>
                <a:gd name="connsiteY82" fmla="*/ 211103 h 217312"/>
                <a:gd name="connsiteX83" fmla="*/ 70782 w 111760"/>
                <a:gd name="connsiteY83" fmla="*/ 205826 h 217312"/>
                <a:gd name="connsiteX84" fmla="*/ 88477 w 111760"/>
                <a:gd name="connsiteY84" fmla="*/ 198375 h 217312"/>
                <a:gd name="connsiteX85" fmla="*/ 99964 w 111760"/>
                <a:gd name="connsiteY85" fmla="*/ 191235 h 217312"/>
                <a:gd name="connsiteX86" fmla="*/ 108346 w 111760"/>
                <a:gd name="connsiteY86" fmla="*/ 183784 h 217312"/>
                <a:gd name="connsiteX87" fmla="*/ 112692 w 111760"/>
                <a:gd name="connsiteY87" fmla="*/ 171056 h 217312"/>
                <a:gd name="connsiteX88" fmla="*/ 110519 w 111760"/>
                <a:gd name="connsiteY88" fmla="*/ 157396 h 21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11760" h="217312">
                  <a:moveTo>
                    <a:pt x="103068" y="141874"/>
                  </a:moveTo>
                  <a:lnTo>
                    <a:pt x="93755" y="122937"/>
                  </a:lnTo>
                  <a:lnTo>
                    <a:pt x="83510" y="106173"/>
                  </a:lnTo>
                  <a:lnTo>
                    <a:pt x="70782" y="92513"/>
                  </a:lnTo>
                  <a:lnTo>
                    <a:pt x="61468" y="78853"/>
                  </a:lnTo>
                  <a:lnTo>
                    <a:pt x="52155" y="70471"/>
                  </a:lnTo>
                  <a:lnTo>
                    <a:pt x="56191" y="63021"/>
                  </a:lnTo>
                  <a:lnTo>
                    <a:pt x="61468" y="53397"/>
                  </a:lnTo>
                  <a:lnTo>
                    <a:pt x="64573" y="41910"/>
                  </a:lnTo>
                  <a:lnTo>
                    <a:pt x="59295" y="29492"/>
                  </a:lnTo>
                  <a:lnTo>
                    <a:pt x="59295" y="22042"/>
                  </a:lnTo>
                  <a:lnTo>
                    <a:pt x="54328" y="22042"/>
                  </a:lnTo>
                  <a:lnTo>
                    <a:pt x="49982" y="24215"/>
                  </a:lnTo>
                  <a:lnTo>
                    <a:pt x="49051" y="26078"/>
                  </a:lnTo>
                  <a:lnTo>
                    <a:pt x="44704" y="29492"/>
                  </a:lnTo>
                  <a:lnTo>
                    <a:pt x="35391" y="29492"/>
                  </a:lnTo>
                  <a:lnTo>
                    <a:pt x="39737" y="24215"/>
                  </a:lnTo>
                  <a:lnTo>
                    <a:pt x="42842" y="18937"/>
                  </a:lnTo>
                  <a:lnTo>
                    <a:pt x="44704" y="12418"/>
                  </a:lnTo>
                  <a:lnTo>
                    <a:pt x="49051" y="5278"/>
                  </a:lnTo>
                  <a:lnTo>
                    <a:pt x="34460" y="2173"/>
                  </a:lnTo>
                  <a:lnTo>
                    <a:pt x="15522" y="0"/>
                  </a:lnTo>
                  <a:lnTo>
                    <a:pt x="14591" y="16764"/>
                  </a:lnTo>
                  <a:lnTo>
                    <a:pt x="8382" y="27319"/>
                  </a:lnTo>
                  <a:lnTo>
                    <a:pt x="3104" y="36633"/>
                  </a:lnTo>
                  <a:lnTo>
                    <a:pt x="0" y="46257"/>
                  </a:lnTo>
                  <a:lnTo>
                    <a:pt x="931" y="58674"/>
                  </a:lnTo>
                  <a:lnTo>
                    <a:pt x="5278" y="75438"/>
                  </a:lnTo>
                  <a:lnTo>
                    <a:pt x="8382" y="93444"/>
                  </a:lnTo>
                  <a:lnTo>
                    <a:pt x="10555" y="92513"/>
                  </a:lnTo>
                  <a:lnTo>
                    <a:pt x="12418" y="90340"/>
                  </a:lnTo>
                  <a:lnTo>
                    <a:pt x="14591" y="90340"/>
                  </a:lnTo>
                  <a:lnTo>
                    <a:pt x="14591" y="88167"/>
                  </a:lnTo>
                  <a:lnTo>
                    <a:pt x="14591" y="85994"/>
                  </a:lnTo>
                  <a:lnTo>
                    <a:pt x="15522" y="82889"/>
                  </a:lnTo>
                  <a:lnTo>
                    <a:pt x="19869" y="82889"/>
                  </a:lnTo>
                  <a:lnTo>
                    <a:pt x="19869" y="85994"/>
                  </a:lnTo>
                  <a:lnTo>
                    <a:pt x="19869" y="88167"/>
                  </a:lnTo>
                  <a:lnTo>
                    <a:pt x="17695" y="90340"/>
                  </a:lnTo>
                  <a:lnTo>
                    <a:pt x="17695" y="92513"/>
                  </a:lnTo>
                  <a:lnTo>
                    <a:pt x="15522" y="93444"/>
                  </a:lnTo>
                  <a:lnTo>
                    <a:pt x="17695" y="97480"/>
                  </a:lnTo>
                  <a:lnTo>
                    <a:pt x="17695" y="100895"/>
                  </a:lnTo>
                  <a:lnTo>
                    <a:pt x="17695" y="102758"/>
                  </a:lnTo>
                  <a:lnTo>
                    <a:pt x="19869" y="104931"/>
                  </a:lnTo>
                  <a:lnTo>
                    <a:pt x="19869" y="106173"/>
                  </a:lnTo>
                  <a:lnTo>
                    <a:pt x="22973" y="106173"/>
                  </a:lnTo>
                  <a:lnTo>
                    <a:pt x="27009" y="108035"/>
                  </a:lnTo>
                  <a:lnTo>
                    <a:pt x="30113" y="108035"/>
                  </a:lnTo>
                  <a:lnTo>
                    <a:pt x="32286" y="108035"/>
                  </a:lnTo>
                  <a:lnTo>
                    <a:pt x="35391" y="110208"/>
                  </a:lnTo>
                  <a:lnTo>
                    <a:pt x="39737" y="112381"/>
                  </a:lnTo>
                  <a:lnTo>
                    <a:pt x="41600" y="112381"/>
                  </a:lnTo>
                  <a:lnTo>
                    <a:pt x="41600" y="113313"/>
                  </a:lnTo>
                  <a:lnTo>
                    <a:pt x="42842" y="113313"/>
                  </a:lnTo>
                  <a:lnTo>
                    <a:pt x="44704" y="117659"/>
                  </a:lnTo>
                  <a:lnTo>
                    <a:pt x="44704" y="119832"/>
                  </a:lnTo>
                  <a:lnTo>
                    <a:pt x="46877" y="120763"/>
                  </a:lnTo>
                  <a:lnTo>
                    <a:pt x="46877" y="122937"/>
                  </a:lnTo>
                  <a:lnTo>
                    <a:pt x="49051" y="126972"/>
                  </a:lnTo>
                  <a:lnTo>
                    <a:pt x="42842" y="130077"/>
                  </a:lnTo>
                  <a:lnTo>
                    <a:pt x="35391" y="134423"/>
                  </a:lnTo>
                  <a:lnTo>
                    <a:pt x="32286" y="137528"/>
                  </a:lnTo>
                  <a:lnTo>
                    <a:pt x="27009" y="142805"/>
                  </a:lnTo>
                  <a:lnTo>
                    <a:pt x="25146" y="150256"/>
                  </a:lnTo>
                  <a:lnTo>
                    <a:pt x="22973" y="154292"/>
                  </a:lnTo>
                  <a:lnTo>
                    <a:pt x="22973" y="156465"/>
                  </a:lnTo>
                  <a:lnTo>
                    <a:pt x="25146" y="157396"/>
                  </a:lnTo>
                  <a:lnTo>
                    <a:pt x="25146" y="159569"/>
                  </a:lnTo>
                  <a:lnTo>
                    <a:pt x="29182" y="163915"/>
                  </a:lnTo>
                  <a:lnTo>
                    <a:pt x="15522" y="167020"/>
                  </a:lnTo>
                  <a:lnTo>
                    <a:pt x="17695" y="172297"/>
                  </a:lnTo>
                  <a:lnTo>
                    <a:pt x="17695" y="176333"/>
                  </a:lnTo>
                  <a:lnTo>
                    <a:pt x="19869" y="178506"/>
                  </a:lnTo>
                  <a:lnTo>
                    <a:pt x="19869" y="179438"/>
                  </a:lnTo>
                  <a:lnTo>
                    <a:pt x="22973" y="181611"/>
                  </a:lnTo>
                  <a:lnTo>
                    <a:pt x="27009" y="181611"/>
                  </a:lnTo>
                  <a:lnTo>
                    <a:pt x="32286" y="181611"/>
                  </a:lnTo>
                  <a:lnTo>
                    <a:pt x="22973" y="198375"/>
                  </a:lnTo>
                  <a:lnTo>
                    <a:pt x="12418" y="214208"/>
                  </a:lnTo>
                  <a:lnTo>
                    <a:pt x="12418" y="218554"/>
                  </a:lnTo>
                  <a:lnTo>
                    <a:pt x="29182" y="216381"/>
                  </a:lnTo>
                  <a:lnTo>
                    <a:pt x="49051" y="211103"/>
                  </a:lnTo>
                  <a:lnTo>
                    <a:pt x="70782" y="205826"/>
                  </a:lnTo>
                  <a:lnTo>
                    <a:pt x="88477" y="198375"/>
                  </a:lnTo>
                  <a:lnTo>
                    <a:pt x="99964" y="191235"/>
                  </a:lnTo>
                  <a:lnTo>
                    <a:pt x="108346" y="183784"/>
                  </a:lnTo>
                  <a:lnTo>
                    <a:pt x="112692" y="171056"/>
                  </a:lnTo>
                  <a:lnTo>
                    <a:pt x="110519" y="15739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413">
              <a:extLst>
                <a:ext uri="{FF2B5EF4-FFF2-40B4-BE49-F238E27FC236}">
                  <a16:creationId xmlns:a16="http://schemas.microsoft.com/office/drawing/2014/main" xmlns="" id="{6B065673-6D4D-4497-9344-05E3EBFD9774}"/>
                </a:ext>
              </a:extLst>
            </p:cNvPr>
            <p:cNvSpPr/>
            <p:nvPr/>
          </p:nvSpPr>
          <p:spPr>
            <a:xfrm>
              <a:off x="5278762" y="4812379"/>
              <a:ext cx="24836" cy="34149"/>
            </a:xfrm>
            <a:custGeom>
              <a:avLst/>
              <a:gdLst>
                <a:gd name="connsiteX0" fmla="*/ 23904 w 24835"/>
                <a:gd name="connsiteY0" fmla="*/ 10555 h 34149"/>
                <a:gd name="connsiteX1" fmla="*/ 23904 w 24835"/>
                <a:gd name="connsiteY1" fmla="*/ 7451 h 34149"/>
                <a:gd name="connsiteX2" fmla="*/ 22042 w 24835"/>
                <a:gd name="connsiteY2" fmla="*/ 5278 h 34149"/>
                <a:gd name="connsiteX3" fmla="*/ 19869 w 24835"/>
                <a:gd name="connsiteY3" fmla="*/ 3104 h 34149"/>
                <a:gd name="connsiteX4" fmla="*/ 16764 w 24835"/>
                <a:gd name="connsiteY4" fmla="*/ 0 h 34149"/>
                <a:gd name="connsiteX5" fmla="*/ 9313 w 24835"/>
                <a:gd name="connsiteY5" fmla="*/ 10555 h 34149"/>
                <a:gd name="connsiteX6" fmla="*/ 2173 w 24835"/>
                <a:gd name="connsiteY6" fmla="*/ 14901 h 34149"/>
                <a:gd name="connsiteX7" fmla="*/ 0 w 24835"/>
                <a:gd name="connsiteY7" fmla="*/ 15833 h 34149"/>
                <a:gd name="connsiteX8" fmla="*/ 0 w 24835"/>
                <a:gd name="connsiteY8" fmla="*/ 18006 h 34149"/>
                <a:gd name="connsiteX9" fmla="*/ 3104 w 24835"/>
                <a:gd name="connsiteY9" fmla="*/ 23283 h 34149"/>
                <a:gd name="connsiteX10" fmla="*/ 9313 w 24835"/>
                <a:gd name="connsiteY10" fmla="*/ 35701 h 34149"/>
                <a:gd name="connsiteX11" fmla="*/ 12418 w 24835"/>
                <a:gd name="connsiteY11" fmla="*/ 35701 h 34149"/>
                <a:gd name="connsiteX12" fmla="*/ 14591 w 24835"/>
                <a:gd name="connsiteY12" fmla="*/ 34770 h 34149"/>
                <a:gd name="connsiteX13" fmla="*/ 16764 w 24835"/>
                <a:gd name="connsiteY13" fmla="*/ 34770 h 34149"/>
                <a:gd name="connsiteX14" fmla="*/ 17695 w 24835"/>
                <a:gd name="connsiteY14" fmla="*/ 34770 h 34149"/>
                <a:gd name="connsiteX15" fmla="*/ 19869 w 24835"/>
                <a:gd name="connsiteY15" fmla="*/ 32597 h 34149"/>
                <a:gd name="connsiteX16" fmla="*/ 22042 w 24835"/>
                <a:gd name="connsiteY16" fmla="*/ 30424 h 34149"/>
                <a:gd name="connsiteX17" fmla="*/ 22042 w 24835"/>
                <a:gd name="connsiteY17" fmla="*/ 28561 h 34149"/>
                <a:gd name="connsiteX18" fmla="*/ 22042 w 24835"/>
                <a:gd name="connsiteY18" fmla="*/ 27319 h 34149"/>
                <a:gd name="connsiteX19" fmla="*/ 22042 w 24835"/>
                <a:gd name="connsiteY19" fmla="*/ 25146 h 34149"/>
                <a:gd name="connsiteX20" fmla="*/ 23904 w 24835"/>
                <a:gd name="connsiteY20" fmla="*/ 23283 h 34149"/>
                <a:gd name="connsiteX21" fmla="*/ 25146 w 24835"/>
                <a:gd name="connsiteY21" fmla="*/ 19869 h 34149"/>
                <a:gd name="connsiteX22" fmla="*/ 23904 w 24835"/>
                <a:gd name="connsiteY22" fmla="*/ 1490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4835" h="34149">
                  <a:moveTo>
                    <a:pt x="23904" y="10555"/>
                  </a:moveTo>
                  <a:lnTo>
                    <a:pt x="23904" y="7451"/>
                  </a:lnTo>
                  <a:lnTo>
                    <a:pt x="22042" y="5278"/>
                  </a:lnTo>
                  <a:lnTo>
                    <a:pt x="19869" y="3104"/>
                  </a:lnTo>
                  <a:lnTo>
                    <a:pt x="16764" y="0"/>
                  </a:lnTo>
                  <a:lnTo>
                    <a:pt x="9313" y="10555"/>
                  </a:lnTo>
                  <a:lnTo>
                    <a:pt x="2173" y="14901"/>
                  </a:lnTo>
                  <a:lnTo>
                    <a:pt x="0" y="15833"/>
                  </a:lnTo>
                  <a:lnTo>
                    <a:pt x="0" y="18006"/>
                  </a:lnTo>
                  <a:lnTo>
                    <a:pt x="3104" y="23283"/>
                  </a:lnTo>
                  <a:lnTo>
                    <a:pt x="9313" y="35701"/>
                  </a:lnTo>
                  <a:lnTo>
                    <a:pt x="12418" y="35701"/>
                  </a:lnTo>
                  <a:lnTo>
                    <a:pt x="14591" y="34770"/>
                  </a:lnTo>
                  <a:lnTo>
                    <a:pt x="16764" y="34770"/>
                  </a:lnTo>
                  <a:lnTo>
                    <a:pt x="17695" y="34770"/>
                  </a:lnTo>
                  <a:lnTo>
                    <a:pt x="19869" y="32597"/>
                  </a:lnTo>
                  <a:lnTo>
                    <a:pt x="22042" y="30424"/>
                  </a:lnTo>
                  <a:lnTo>
                    <a:pt x="22042" y="28561"/>
                  </a:lnTo>
                  <a:lnTo>
                    <a:pt x="22042" y="27319"/>
                  </a:lnTo>
                  <a:lnTo>
                    <a:pt x="22042" y="25146"/>
                  </a:lnTo>
                  <a:lnTo>
                    <a:pt x="23904" y="23283"/>
                  </a:lnTo>
                  <a:lnTo>
                    <a:pt x="25146" y="19869"/>
                  </a:lnTo>
                  <a:lnTo>
                    <a:pt x="23904" y="1490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414">
              <a:extLst>
                <a:ext uri="{FF2B5EF4-FFF2-40B4-BE49-F238E27FC236}">
                  <a16:creationId xmlns:a16="http://schemas.microsoft.com/office/drawing/2014/main" xmlns="" id="{5519E53D-87E1-4F87-A085-9AEF80382E6A}"/>
                </a:ext>
              </a:extLst>
            </p:cNvPr>
            <p:cNvSpPr/>
            <p:nvPr/>
          </p:nvSpPr>
          <p:spPr>
            <a:xfrm>
              <a:off x="7689063" y="4320943"/>
              <a:ext cx="49671" cy="27940"/>
            </a:xfrm>
            <a:custGeom>
              <a:avLst/>
              <a:gdLst>
                <a:gd name="connsiteX0" fmla="*/ 49051 w 49671"/>
                <a:gd name="connsiteY0" fmla="*/ 12418 h 27940"/>
                <a:gd name="connsiteX1" fmla="*/ 44704 w 49671"/>
                <a:gd name="connsiteY1" fmla="*/ 10555 h 27940"/>
                <a:gd name="connsiteX2" fmla="*/ 43773 w 49671"/>
                <a:gd name="connsiteY2" fmla="*/ 10555 h 27940"/>
                <a:gd name="connsiteX3" fmla="*/ 41600 w 49671"/>
                <a:gd name="connsiteY3" fmla="*/ 10555 h 27940"/>
                <a:gd name="connsiteX4" fmla="*/ 37564 w 49671"/>
                <a:gd name="connsiteY4" fmla="*/ 10555 h 27940"/>
                <a:gd name="connsiteX5" fmla="*/ 36322 w 49671"/>
                <a:gd name="connsiteY5" fmla="*/ 10555 h 27940"/>
                <a:gd name="connsiteX6" fmla="*/ 34460 w 49671"/>
                <a:gd name="connsiteY6" fmla="*/ 9313 h 27940"/>
                <a:gd name="connsiteX7" fmla="*/ 30113 w 49671"/>
                <a:gd name="connsiteY7" fmla="*/ 9313 h 27940"/>
                <a:gd name="connsiteX8" fmla="*/ 27009 w 49671"/>
                <a:gd name="connsiteY8" fmla="*/ 5278 h 27940"/>
                <a:gd name="connsiteX9" fmla="*/ 22973 w 49671"/>
                <a:gd name="connsiteY9" fmla="*/ 0 h 27940"/>
                <a:gd name="connsiteX10" fmla="*/ 15522 w 49671"/>
                <a:gd name="connsiteY10" fmla="*/ 3104 h 27940"/>
                <a:gd name="connsiteX11" fmla="*/ 10555 w 49671"/>
                <a:gd name="connsiteY11" fmla="*/ 7451 h 27940"/>
                <a:gd name="connsiteX12" fmla="*/ 5278 w 49671"/>
                <a:gd name="connsiteY12" fmla="*/ 10555 h 27940"/>
                <a:gd name="connsiteX13" fmla="*/ 0 w 49671"/>
                <a:gd name="connsiteY13" fmla="*/ 15833 h 27940"/>
                <a:gd name="connsiteX14" fmla="*/ 0 w 49671"/>
                <a:gd name="connsiteY14" fmla="*/ 30424 h 27940"/>
                <a:gd name="connsiteX15" fmla="*/ 36322 w 49671"/>
                <a:gd name="connsiteY15" fmla="*/ 27319 h 27940"/>
                <a:gd name="connsiteX16" fmla="*/ 43773 w 49671"/>
                <a:gd name="connsiteY16" fmla="*/ 22042 h 27940"/>
                <a:gd name="connsiteX17" fmla="*/ 50913 w 49671"/>
                <a:gd name="connsiteY17" fmla="*/ 15833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9671" h="27940">
                  <a:moveTo>
                    <a:pt x="49051" y="12418"/>
                  </a:moveTo>
                  <a:lnTo>
                    <a:pt x="44704" y="10555"/>
                  </a:lnTo>
                  <a:lnTo>
                    <a:pt x="43773" y="10555"/>
                  </a:lnTo>
                  <a:lnTo>
                    <a:pt x="41600" y="10555"/>
                  </a:lnTo>
                  <a:lnTo>
                    <a:pt x="37564" y="10555"/>
                  </a:lnTo>
                  <a:lnTo>
                    <a:pt x="36322" y="10555"/>
                  </a:lnTo>
                  <a:lnTo>
                    <a:pt x="34460" y="9313"/>
                  </a:lnTo>
                  <a:lnTo>
                    <a:pt x="30113" y="9313"/>
                  </a:lnTo>
                  <a:lnTo>
                    <a:pt x="27009" y="5278"/>
                  </a:lnTo>
                  <a:lnTo>
                    <a:pt x="22973" y="0"/>
                  </a:lnTo>
                  <a:lnTo>
                    <a:pt x="15522" y="3104"/>
                  </a:lnTo>
                  <a:lnTo>
                    <a:pt x="10555" y="7451"/>
                  </a:lnTo>
                  <a:lnTo>
                    <a:pt x="5278" y="10555"/>
                  </a:lnTo>
                  <a:lnTo>
                    <a:pt x="0" y="15833"/>
                  </a:lnTo>
                  <a:lnTo>
                    <a:pt x="0" y="30424"/>
                  </a:lnTo>
                  <a:lnTo>
                    <a:pt x="36322" y="27319"/>
                  </a:lnTo>
                  <a:lnTo>
                    <a:pt x="43773" y="22042"/>
                  </a:lnTo>
                  <a:lnTo>
                    <a:pt x="50913" y="1583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415">
              <a:extLst>
                <a:ext uri="{FF2B5EF4-FFF2-40B4-BE49-F238E27FC236}">
                  <a16:creationId xmlns:a16="http://schemas.microsoft.com/office/drawing/2014/main" xmlns="" id="{547A42D3-0DC4-4882-9621-5E0511042F28}"/>
                </a:ext>
              </a:extLst>
            </p:cNvPr>
            <p:cNvSpPr/>
            <p:nvPr/>
          </p:nvSpPr>
          <p:spPr>
            <a:xfrm>
              <a:off x="5774854" y="4394519"/>
              <a:ext cx="15522" cy="9313"/>
            </a:xfrm>
            <a:custGeom>
              <a:avLst/>
              <a:gdLst>
                <a:gd name="connsiteX0" fmla="*/ 0 w 15522"/>
                <a:gd name="connsiteY0" fmla="*/ 931 h 9313"/>
                <a:gd name="connsiteX1" fmla="*/ 2173 w 15522"/>
                <a:gd name="connsiteY1" fmla="*/ 3104 h 9313"/>
                <a:gd name="connsiteX2" fmla="*/ 2173 w 15522"/>
                <a:gd name="connsiteY2" fmla="*/ 5278 h 9313"/>
                <a:gd name="connsiteX3" fmla="*/ 4036 w 15522"/>
                <a:gd name="connsiteY3" fmla="*/ 8382 h 9313"/>
                <a:gd name="connsiteX4" fmla="*/ 4036 w 15522"/>
                <a:gd name="connsiteY4" fmla="*/ 10245 h 9313"/>
                <a:gd name="connsiteX5" fmla="*/ 7140 w 15522"/>
                <a:gd name="connsiteY5" fmla="*/ 10245 h 9313"/>
                <a:gd name="connsiteX6" fmla="*/ 9313 w 15522"/>
                <a:gd name="connsiteY6" fmla="*/ 10245 h 9313"/>
                <a:gd name="connsiteX7" fmla="*/ 13349 w 15522"/>
                <a:gd name="connsiteY7" fmla="*/ 7140 h 9313"/>
                <a:gd name="connsiteX8" fmla="*/ 16764 w 15522"/>
                <a:gd name="connsiteY8" fmla="*/ 7140 h 9313"/>
                <a:gd name="connsiteX9" fmla="*/ 16764 w 15522"/>
                <a:gd name="connsiteY9" fmla="*/ 0 h 9313"/>
                <a:gd name="connsiteX10" fmla="*/ 0 w 15522"/>
                <a:gd name="connsiteY10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522" h="9313">
                  <a:moveTo>
                    <a:pt x="0" y="931"/>
                  </a:moveTo>
                  <a:lnTo>
                    <a:pt x="2173" y="3104"/>
                  </a:lnTo>
                  <a:lnTo>
                    <a:pt x="2173" y="5278"/>
                  </a:lnTo>
                  <a:lnTo>
                    <a:pt x="4036" y="8382"/>
                  </a:lnTo>
                  <a:lnTo>
                    <a:pt x="4036" y="10245"/>
                  </a:lnTo>
                  <a:lnTo>
                    <a:pt x="7140" y="10245"/>
                  </a:lnTo>
                  <a:lnTo>
                    <a:pt x="9313" y="10245"/>
                  </a:lnTo>
                  <a:lnTo>
                    <a:pt x="13349" y="7140"/>
                  </a:lnTo>
                  <a:lnTo>
                    <a:pt x="16764" y="7140"/>
                  </a:lnTo>
                  <a:lnTo>
                    <a:pt x="167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416">
              <a:extLst>
                <a:ext uri="{FF2B5EF4-FFF2-40B4-BE49-F238E27FC236}">
                  <a16:creationId xmlns:a16="http://schemas.microsoft.com/office/drawing/2014/main" xmlns="" id="{A60A5167-43F9-4765-8ED8-B7B6060A3D54}"/>
                </a:ext>
              </a:extLst>
            </p:cNvPr>
            <p:cNvSpPr/>
            <p:nvPr/>
          </p:nvSpPr>
          <p:spPr>
            <a:xfrm>
              <a:off x="7132744" y="4215702"/>
              <a:ext cx="55880" cy="21731"/>
            </a:xfrm>
            <a:custGeom>
              <a:avLst/>
              <a:gdLst>
                <a:gd name="connsiteX0" fmla="*/ 51844 w 55880"/>
                <a:gd name="connsiteY0" fmla="*/ 7451 h 21731"/>
                <a:gd name="connsiteX1" fmla="*/ 36322 w 55880"/>
                <a:gd name="connsiteY1" fmla="*/ 4346 h 21731"/>
                <a:gd name="connsiteX2" fmla="*/ 19558 w 55880"/>
                <a:gd name="connsiteY2" fmla="*/ 0 h 21731"/>
                <a:gd name="connsiteX3" fmla="*/ 0 w 55880"/>
                <a:gd name="connsiteY3" fmla="*/ 0 h 21731"/>
                <a:gd name="connsiteX4" fmla="*/ 0 w 55880"/>
                <a:gd name="connsiteY4" fmla="*/ 7451 h 21731"/>
                <a:gd name="connsiteX5" fmla="*/ 931 w 55880"/>
                <a:gd name="connsiteY5" fmla="*/ 13660 h 21731"/>
                <a:gd name="connsiteX6" fmla="*/ 931 w 55880"/>
                <a:gd name="connsiteY6" fmla="*/ 18937 h 21731"/>
                <a:gd name="connsiteX7" fmla="*/ 3104 w 55880"/>
                <a:gd name="connsiteY7" fmla="*/ 24215 h 21731"/>
                <a:gd name="connsiteX8" fmla="*/ 56191 w 55880"/>
                <a:gd name="connsiteY8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0" h="21731">
                  <a:moveTo>
                    <a:pt x="51844" y="7451"/>
                  </a:moveTo>
                  <a:lnTo>
                    <a:pt x="36322" y="4346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931" y="13660"/>
                  </a:lnTo>
                  <a:lnTo>
                    <a:pt x="931" y="18937"/>
                  </a:lnTo>
                  <a:lnTo>
                    <a:pt x="3104" y="24215"/>
                  </a:lnTo>
                  <a:lnTo>
                    <a:pt x="56191" y="2421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417">
              <a:extLst>
                <a:ext uri="{FF2B5EF4-FFF2-40B4-BE49-F238E27FC236}">
                  <a16:creationId xmlns:a16="http://schemas.microsoft.com/office/drawing/2014/main" xmlns="" id="{6FB25642-E042-4645-BD89-D21FC968981C}"/>
                </a:ext>
              </a:extLst>
            </p:cNvPr>
            <p:cNvSpPr/>
            <p:nvPr/>
          </p:nvSpPr>
          <p:spPr>
            <a:xfrm>
              <a:off x="5371586" y="4771400"/>
              <a:ext cx="18627" cy="27940"/>
            </a:xfrm>
            <a:custGeom>
              <a:avLst/>
              <a:gdLst>
                <a:gd name="connsiteX0" fmla="*/ 16454 w 18626"/>
                <a:gd name="connsiteY0" fmla="*/ 2173 h 27940"/>
                <a:gd name="connsiteX1" fmla="*/ 14591 w 18626"/>
                <a:gd name="connsiteY1" fmla="*/ 2173 h 27940"/>
                <a:gd name="connsiteX2" fmla="*/ 12418 w 18626"/>
                <a:gd name="connsiteY2" fmla="*/ 2173 h 27940"/>
                <a:gd name="connsiteX3" fmla="*/ 7140 w 18626"/>
                <a:gd name="connsiteY3" fmla="*/ 0 h 27940"/>
                <a:gd name="connsiteX4" fmla="*/ 7140 w 18626"/>
                <a:gd name="connsiteY4" fmla="*/ 5278 h 27940"/>
                <a:gd name="connsiteX5" fmla="*/ 5278 w 18626"/>
                <a:gd name="connsiteY5" fmla="*/ 9624 h 27940"/>
                <a:gd name="connsiteX6" fmla="*/ 3104 w 18626"/>
                <a:gd name="connsiteY6" fmla="*/ 12728 h 27940"/>
                <a:gd name="connsiteX7" fmla="*/ 0 w 18626"/>
                <a:gd name="connsiteY7" fmla="*/ 16764 h 27940"/>
                <a:gd name="connsiteX8" fmla="*/ 1863 w 18626"/>
                <a:gd name="connsiteY8" fmla="*/ 20179 h 27940"/>
                <a:gd name="connsiteX9" fmla="*/ 1863 w 18626"/>
                <a:gd name="connsiteY9" fmla="*/ 22042 h 27940"/>
                <a:gd name="connsiteX10" fmla="*/ 1863 w 18626"/>
                <a:gd name="connsiteY10" fmla="*/ 24215 h 27940"/>
                <a:gd name="connsiteX11" fmla="*/ 3104 w 18626"/>
                <a:gd name="connsiteY11" fmla="*/ 24215 h 27940"/>
                <a:gd name="connsiteX12" fmla="*/ 3104 w 18626"/>
                <a:gd name="connsiteY12" fmla="*/ 29492 h 27940"/>
                <a:gd name="connsiteX13" fmla="*/ 9313 w 18626"/>
                <a:gd name="connsiteY13" fmla="*/ 26388 h 27940"/>
                <a:gd name="connsiteX14" fmla="*/ 12418 w 18626"/>
                <a:gd name="connsiteY14" fmla="*/ 20179 h 27940"/>
                <a:gd name="connsiteX15" fmla="*/ 14591 w 18626"/>
                <a:gd name="connsiteY15" fmla="*/ 14901 h 27940"/>
                <a:gd name="connsiteX16" fmla="*/ 16454 w 18626"/>
                <a:gd name="connsiteY16" fmla="*/ 9624 h 27940"/>
                <a:gd name="connsiteX17" fmla="*/ 19868 w 18626"/>
                <a:gd name="connsiteY17" fmla="*/ 4346 h 27940"/>
                <a:gd name="connsiteX18" fmla="*/ 17695 w 18626"/>
                <a:gd name="connsiteY18" fmla="*/ 43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26" h="27940">
                  <a:moveTo>
                    <a:pt x="16454" y="2173"/>
                  </a:moveTo>
                  <a:lnTo>
                    <a:pt x="14591" y="2173"/>
                  </a:lnTo>
                  <a:lnTo>
                    <a:pt x="12418" y="2173"/>
                  </a:lnTo>
                  <a:lnTo>
                    <a:pt x="7140" y="0"/>
                  </a:lnTo>
                  <a:lnTo>
                    <a:pt x="7140" y="5278"/>
                  </a:lnTo>
                  <a:lnTo>
                    <a:pt x="5278" y="9624"/>
                  </a:lnTo>
                  <a:lnTo>
                    <a:pt x="3104" y="12728"/>
                  </a:lnTo>
                  <a:lnTo>
                    <a:pt x="0" y="16764"/>
                  </a:lnTo>
                  <a:lnTo>
                    <a:pt x="1863" y="20179"/>
                  </a:lnTo>
                  <a:lnTo>
                    <a:pt x="1863" y="22042"/>
                  </a:lnTo>
                  <a:lnTo>
                    <a:pt x="1863" y="24215"/>
                  </a:lnTo>
                  <a:lnTo>
                    <a:pt x="3104" y="24215"/>
                  </a:lnTo>
                  <a:lnTo>
                    <a:pt x="3104" y="29492"/>
                  </a:lnTo>
                  <a:lnTo>
                    <a:pt x="9313" y="26388"/>
                  </a:lnTo>
                  <a:lnTo>
                    <a:pt x="12418" y="20179"/>
                  </a:lnTo>
                  <a:lnTo>
                    <a:pt x="14591" y="14901"/>
                  </a:lnTo>
                  <a:lnTo>
                    <a:pt x="16454" y="9624"/>
                  </a:lnTo>
                  <a:lnTo>
                    <a:pt x="19868" y="4346"/>
                  </a:lnTo>
                  <a:lnTo>
                    <a:pt x="17695" y="434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418">
              <a:extLst>
                <a:ext uri="{FF2B5EF4-FFF2-40B4-BE49-F238E27FC236}">
                  <a16:creationId xmlns:a16="http://schemas.microsoft.com/office/drawing/2014/main" xmlns="" id="{8CF3B2A5-0E7F-469C-AC8E-DDCAF34397CA}"/>
                </a:ext>
              </a:extLst>
            </p:cNvPr>
            <p:cNvSpPr/>
            <p:nvPr/>
          </p:nvSpPr>
          <p:spPr>
            <a:xfrm>
              <a:off x="4983839" y="4840940"/>
              <a:ext cx="52776" cy="80716"/>
            </a:xfrm>
            <a:custGeom>
              <a:avLst/>
              <a:gdLst>
                <a:gd name="connsiteX0" fmla="*/ 34460 w 52775"/>
                <a:gd name="connsiteY0" fmla="*/ 1863 h 80715"/>
                <a:gd name="connsiteX1" fmla="*/ 23904 w 52775"/>
                <a:gd name="connsiteY1" fmla="*/ 7140 h 80715"/>
                <a:gd name="connsiteX2" fmla="*/ 14591 w 52775"/>
                <a:gd name="connsiteY2" fmla="*/ 14591 h 80715"/>
                <a:gd name="connsiteX3" fmla="*/ 4346 w 52775"/>
                <a:gd name="connsiteY3" fmla="*/ 23904 h 80715"/>
                <a:gd name="connsiteX4" fmla="*/ 5278 w 52775"/>
                <a:gd name="connsiteY4" fmla="*/ 42841 h 80715"/>
                <a:gd name="connsiteX5" fmla="*/ 5278 w 52775"/>
                <a:gd name="connsiteY5" fmla="*/ 58674 h 80715"/>
                <a:gd name="connsiteX6" fmla="*/ 0 w 52775"/>
                <a:gd name="connsiteY6" fmla="*/ 72334 h 80715"/>
                <a:gd name="connsiteX7" fmla="*/ 0 w 52775"/>
                <a:gd name="connsiteY7" fmla="*/ 80716 h 80715"/>
                <a:gd name="connsiteX8" fmla="*/ 19869 w 52775"/>
                <a:gd name="connsiteY8" fmla="*/ 79785 h 80715"/>
                <a:gd name="connsiteX9" fmla="*/ 33528 w 52775"/>
                <a:gd name="connsiteY9" fmla="*/ 75438 h 80715"/>
                <a:gd name="connsiteX10" fmla="*/ 48119 w 52775"/>
                <a:gd name="connsiteY10" fmla="*/ 67988 h 80715"/>
                <a:gd name="connsiteX11" fmla="*/ 53086 w 52775"/>
                <a:gd name="connsiteY11" fmla="*/ 44083 h 80715"/>
                <a:gd name="connsiteX12" fmla="*/ 55259 w 52775"/>
                <a:gd name="connsiteY12" fmla="*/ 22042 h 80715"/>
                <a:gd name="connsiteX13" fmla="*/ 51224 w 52775"/>
                <a:gd name="connsiteY13" fmla="*/ 0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75" h="80715">
                  <a:moveTo>
                    <a:pt x="34460" y="1863"/>
                  </a:moveTo>
                  <a:lnTo>
                    <a:pt x="23904" y="7140"/>
                  </a:lnTo>
                  <a:lnTo>
                    <a:pt x="14591" y="14591"/>
                  </a:lnTo>
                  <a:lnTo>
                    <a:pt x="4346" y="23904"/>
                  </a:lnTo>
                  <a:lnTo>
                    <a:pt x="5278" y="42841"/>
                  </a:lnTo>
                  <a:lnTo>
                    <a:pt x="5278" y="58674"/>
                  </a:lnTo>
                  <a:lnTo>
                    <a:pt x="0" y="72334"/>
                  </a:lnTo>
                  <a:lnTo>
                    <a:pt x="0" y="80716"/>
                  </a:lnTo>
                  <a:lnTo>
                    <a:pt x="19869" y="79785"/>
                  </a:lnTo>
                  <a:lnTo>
                    <a:pt x="33528" y="75438"/>
                  </a:lnTo>
                  <a:lnTo>
                    <a:pt x="48119" y="67988"/>
                  </a:lnTo>
                  <a:lnTo>
                    <a:pt x="53086" y="44083"/>
                  </a:lnTo>
                  <a:lnTo>
                    <a:pt x="55259" y="22042"/>
                  </a:lnTo>
                  <a:lnTo>
                    <a:pt x="51224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419">
              <a:extLst>
                <a:ext uri="{FF2B5EF4-FFF2-40B4-BE49-F238E27FC236}">
                  <a16:creationId xmlns:a16="http://schemas.microsoft.com/office/drawing/2014/main" xmlns="" id="{83ACC8C9-3ED4-4216-8C68-E3B63DEF2E40}"/>
                </a:ext>
              </a:extLst>
            </p:cNvPr>
            <p:cNvSpPr/>
            <p:nvPr/>
          </p:nvSpPr>
          <p:spPr>
            <a:xfrm>
              <a:off x="4217969" y="4962635"/>
              <a:ext cx="31045" cy="18627"/>
            </a:xfrm>
            <a:custGeom>
              <a:avLst/>
              <a:gdLst>
                <a:gd name="connsiteX0" fmla="*/ 0 w 31044"/>
                <a:gd name="connsiteY0" fmla="*/ 0 h 18626"/>
                <a:gd name="connsiteX1" fmla="*/ 4036 w 31044"/>
                <a:gd name="connsiteY1" fmla="*/ 5278 h 18626"/>
                <a:gd name="connsiteX2" fmla="*/ 6209 w 31044"/>
                <a:gd name="connsiteY2" fmla="*/ 8382 h 18626"/>
                <a:gd name="connsiteX3" fmla="*/ 7140 w 31044"/>
                <a:gd name="connsiteY3" fmla="*/ 12728 h 18626"/>
                <a:gd name="connsiteX4" fmla="*/ 9313 w 31044"/>
                <a:gd name="connsiteY4" fmla="*/ 14591 h 18626"/>
                <a:gd name="connsiteX5" fmla="*/ 13660 w 31044"/>
                <a:gd name="connsiteY5" fmla="*/ 19869 h 18626"/>
                <a:gd name="connsiteX6" fmla="*/ 18627 w 31044"/>
                <a:gd name="connsiteY6" fmla="*/ 18006 h 18626"/>
                <a:gd name="connsiteX7" fmla="*/ 21731 w 31044"/>
                <a:gd name="connsiteY7" fmla="*/ 18006 h 18626"/>
                <a:gd name="connsiteX8" fmla="*/ 26077 w 31044"/>
                <a:gd name="connsiteY8" fmla="*/ 18006 h 18626"/>
                <a:gd name="connsiteX9" fmla="*/ 29182 w 31044"/>
                <a:gd name="connsiteY9" fmla="*/ 15833 h 18626"/>
                <a:gd name="connsiteX10" fmla="*/ 33218 w 31044"/>
                <a:gd name="connsiteY10" fmla="*/ 15833 h 18626"/>
                <a:gd name="connsiteX11" fmla="*/ 33218 w 31044"/>
                <a:gd name="connsiteY11" fmla="*/ 7451 h 18626"/>
                <a:gd name="connsiteX12" fmla="*/ 21731 w 31044"/>
                <a:gd name="connsiteY12" fmla="*/ 3104 h 18626"/>
                <a:gd name="connsiteX13" fmla="*/ 13660 w 31044"/>
                <a:gd name="connsiteY13" fmla="*/ 931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044" h="18626">
                  <a:moveTo>
                    <a:pt x="0" y="0"/>
                  </a:moveTo>
                  <a:lnTo>
                    <a:pt x="4036" y="5278"/>
                  </a:lnTo>
                  <a:lnTo>
                    <a:pt x="6209" y="8382"/>
                  </a:lnTo>
                  <a:lnTo>
                    <a:pt x="7140" y="12728"/>
                  </a:lnTo>
                  <a:lnTo>
                    <a:pt x="9313" y="14591"/>
                  </a:lnTo>
                  <a:lnTo>
                    <a:pt x="13660" y="19869"/>
                  </a:lnTo>
                  <a:lnTo>
                    <a:pt x="18627" y="18006"/>
                  </a:lnTo>
                  <a:lnTo>
                    <a:pt x="21731" y="18006"/>
                  </a:lnTo>
                  <a:lnTo>
                    <a:pt x="26077" y="18006"/>
                  </a:lnTo>
                  <a:lnTo>
                    <a:pt x="29182" y="15833"/>
                  </a:lnTo>
                  <a:lnTo>
                    <a:pt x="33218" y="15833"/>
                  </a:lnTo>
                  <a:lnTo>
                    <a:pt x="33218" y="7451"/>
                  </a:lnTo>
                  <a:lnTo>
                    <a:pt x="21731" y="3104"/>
                  </a:lnTo>
                  <a:lnTo>
                    <a:pt x="13660" y="93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420">
              <a:extLst>
                <a:ext uri="{FF2B5EF4-FFF2-40B4-BE49-F238E27FC236}">
                  <a16:creationId xmlns:a16="http://schemas.microsoft.com/office/drawing/2014/main" xmlns="" id="{35437C1F-656C-41A3-AA89-8F5E7E05CFF5}"/>
                </a:ext>
              </a:extLst>
            </p:cNvPr>
            <p:cNvSpPr/>
            <p:nvPr/>
          </p:nvSpPr>
          <p:spPr>
            <a:xfrm>
              <a:off x="4778634" y="4498518"/>
              <a:ext cx="158327" cy="117969"/>
            </a:xfrm>
            <a:custGeom>
              <a:avLst/>
              <a:gdLst>
                <a:gd name="connsiteX0" fmla="*/ 156154 w 158327"/>
                <a:gd name="connsiteY0" fmla="*/ 29182 h 117969"/>
                <a:gd name="connsiteX1" fmla="*/ 156154 w 158327"/>
                <a:gd name="connsiteY1" fmla="*/ 23904 h 117969"/>
                <a:gd name="connsiteX2" fmla="*/ 156154 w 158327"/>
                <a:gd name="connsiteY2" fmla="*/ 16764 h 117969"/>
                <a:gd name="connsiteX3" fmla="*/ 154292 w 158327"/>
                <a:gd name="connsiteY3" fmla="*/ 12418 h 117969"/>
                <a:gd name="connsiteX4" fmla="*/ 154292 w 158327"/>
                <a:gd name="connsiteY4" fmla="*/ 9313 h 117969"/>
                <a:gd name="connsiteX5" fmla="*/ 153050 w 158327"/>
                <a:gd name="connsiteY5" fmla="*/ 7140 h 117969"/>
                <a:gd name="connsiteX6" fmla="*/ 151187 w 158327"/>
                <a:gd name="connsiteY6" fmla="*/ 4036 h 117969"/>
                <a:gd name="connsiteX7" fmla="*/ 149014 w 158327"/>
                <a:gd name="connsiteY7" fmla="*/ 0 h 117969"/>
                <a:gd name="connsiteX8" fmla="*/ 134423 w 158327"/>
                <a:gd name="connsiteY8" fmla="*/ 1863 h 117969"/>
                <a:gd name="connsiteX9" fmla="*/ 126972 w 158327"/>
                <a:gd name="connsiteY9" fmla="*/ 7140 h 117969"/>
                <a:gd name="connsiteX10" fmla="*/ 119832 w 158327"/>
                <a:gd name="connsiteY10" fmla="*/ 12418 h 117969"/>
                <a:gd name="connsiteX11" fmla="*/ 114554 w 158327"/>
                <a:gd name="connsiteY11" fmla="*/ 18937 h 117969"/>
                <a:gd name="connsiteX12" fmla="*/ 105241 w 158327"/>
                <a:gd name="connsiteY12" fmla="*/ 23904 h 117969"/>
                <a:gd name="connsiteX13" fmla="*/ 102137 w 158327"/>
                <a:gd name="connsiteY13" fmla="*/ 23904 h 117969"/>
                <a:gd name="connsiteX14" fmla="*/ 99964 w 158327"/>
                <a:gd name="connsiteY14" fmla="*/ 23904 h 117969"/>
                <a:gd name="connsiteX15" fmla="*/ 97790 w 158327"/>
                <a:gd name="connsiteY15" fmla="*/ 23904 h 117969"/>
                <a:gd name="connsiteX16" fmla="*/ 97790 w 158327"/>
                <a:gd name="connsiteY16" fmla="*/ 22042 h 117969"/>
                <a:gd name="connsiteX17" fmla="*/ 94686 w 158327"/>
                <a:gd name="connsiteY17" fmla="*/ 19869 h 117969"/>
                <a:gd name="connsiteX18" fmla="*/ 92823 w 158327"/>
                <a:gd name="connsiteY18" fmla="*/ 14591 h 117969"/>
                <a:gd name="connsiteX19" fmla="*/ 78232 w 158327"/>
                <a:gd name="connsiteY19" fmla="*/ 19869 h 117969"/>
                <a:gd name="connsiteX20" fmla="*/ 67677 w 158327"/>
                <a:gd name="connsiteY20" fmla="*/ 27319 h 117969"/>
                <a:gd name="connsiteX21" fmla="*/ 56191 w 158327"/>
                <a:gd name="connsiteY21" fmla="*/ 36633 h 117969"/>
                <a:gd name="connsiteX22" fmla="*/ 53086 w 158327"/>
                <a:gd name="connsiteY22" fmla="*/ 29182 h 117969"/>
                <a:gd name="connsiteX23" fmla="*/ 49050 w 158327"/>
                <a:gd name="connsiteY23" fmla="*/ 26077 h 117969"/>
                <a:gd name="connsiteX24" fmla="*/ 45946 w 158327"/>
                <a:gd name="connsiteY24" fmla="*/ 19869 h 117969"/>
                <a:gd name="connsiteX25" fmla="*/ 39427 w 158327"/>
                <a:gd name="connsiteY25" fmla="*/ 14591 h 117969"/>
                <a:gd name="connsiteX26" fmla="*/ 24836 w 158327"/>
                <a:gd name="connsiteY26" fmla="*/ 18937 h 117969"/>
                <a:gd name="connsiteX27" fmla="*/ 16764 w 158327"/>
                <a:gd name="connsiteY27" fmla="*/ 22042 h 117969"/>
                <a:gd name="connsiteX28" fmla="*/ 9313 w 158327"/>
                <a:gd name="connsiteY28" fmla="*/ 29182 h 117969"/>
                <a:gd name="connsiteX29" fmla="*/ 0 w 158327"/>
                <a:gd name="connsiteY29" fmla="*/ 36633 h 117969"/>
                <a:gd name="connsiteX30" fmla="*/ 5278 w 158327"/>
                <a:gd name="connsiteY30" fmla="*/ 47188 h 117969"/>
                <a:gd name="connsiteX31" fmla="*/ 32286 w 158327"/>
                <a:gd name="connsiteY31" fmla="*/ 47188 h 117969"/>
                <a:gd name="connsiteX32" fmla="*/ 32286 w 158327"/>
                <a:gd name="connsiteY32" fmla="*/ 60847 h 117969"/>
                <a:gd name="connsiteX33" fmla="*/ 27009 w 158327"/>
                <a:gd name="connsiteY33" fmla="*/ 60847 h 117969"/>
                <a:gd name="connsiteX34" fmla="*/ 21731 w 158327"/>
                <a:gd name="connsiteY34" fmla="*/ 60847 h 117969"/>
                <a:gd name="connsiteX35" fmla="*/ 19868 w 158327"/>
                <a:gd name="connsiteY35" fmla="*/ 61779 h 117969"/>
                <a:gd name="connsiteX36" fmla="*/ 17695 w 158327"/>
                <a:gd name="connsiteY36" fmla="*/ 61779 h 117969"/>
                <a:gd name="connsiteX37" fmla="*/ 16764 w 158327"/>
                <a:gd name="connsiteY37" fmla="*/ 63952 h 117969"/>
                <a:gd name="connsiteX38" fmla="*/ 12418 w 158327"/>
                <a:gd name="connsiteY38" fmla="*/ 68298 h 117969"/>
                <a:gd name="connsiteX39" fmla="*/ 9313 w 158327"/>
                <a:gd name="connsiteY39" fmla="*/ 68298 h 117969"/>
                <a:gd name="connsiteX40" fmla="*/ 14591 w 158327"/>
                <a:gd name="connsiteY40" fmla="*/ 71403 h 117969"/>
                <a:gd name="connsiteX41" fmla="*/ 19868 w 158327"/>
                <a:gd name="connsiteY41" fmla="*/ 75438 h 117969"/>
                <a:gd name="connsiteX42" fmla="*/ 27009 w 158327"/>
                <a:gd name="connsiteY42" fmla="*/ 76680 h 117969"/>
                <a:gd name="connsiteX43" fmla="*/ 32286 w 158327"/>
                <a:gd name="connsiteY43" fmla="*/ 80716 h 117969"/>
                <a:gd name="connsiteX44" fmla="*/ 31355 w 158327"/>
                <a:gd name="connsiteY44" fmla="*/ 83820 h 117969"/>
                <a:gd name="connsiteX45" fmla="*/ 31355 w 158327"/>
                <a:gd name="connsiteY45" fmla="*/ 85993 h 117969"/>
                <a:gd name="connsiteX46" fmla="*/ 29182 w 158327"/>
                <a:gd name="connsiteY46" fmla="*/ 88167 h 117969"/>
                <a:gd name="connsiteX47" fmla="*/ 27009 w 158327"/>
                <a:gd name="connsiteY47" fmla="*/ 90340 h 117969"/>
                <a:gd name="connsiteX48" fmla="*/ 24836 w 158327"/>
                <a:gd name="connsiteY48" fmla="*/ 91271 h 117969"/>
                <a:gd name="connsiteX49" fmla="*/ 29182 w 158327"/>
                <a:gd name="connsiteY49" fmla="*/ 95307 h 117969"/>
                <a:gd name="connsiteX50" fmla="*/ 38495 w 158327"/>
                <a:gd name="connsiteY50" fmla="*/ 100584 h 117969"/>
                <a:gd name="connsiteX51" fmla="*/ 49050 w 158327"/>
                <a:gd name="connsiteY51" fmla="*/ 105862 h 117969"/>
                <a:gd name="connsiteX52" fmla="*/ 61468 w 158327"/>
                <a:gd name="connsiteY52" fmla="*/ 113313 h 117969"/>
                <a:gd name="connsiteX53" fmla="*/ 70782 w 158327"/>
                <a:gd name="connsiteY53" fmla="*/ 117659 h 117969"/>
                <a:gd name="connsiteX54" fmla="*/ 76059 w 158327"/>
                <a:gd name="connsiteY54" fmla="*/ 120763 h 117969"/>
                <a:gd name="connsiteX55" fmla="*/ 94686 w 158327"/>
                <a:gd name="connsiteY55" fmla="*/ 105862 h 117969"/>
                <a:gd name="connsiteX56" fmla="*/ 116728 w 158327"/>
                <a:gd name="connsiteY56" fmla="*/ 95307 h 117969"/>
                <a:gd name="connsiteX57" fmla="*/ 139701 w 158327"/>
                <a:gd name="connsiteY57" fmla="*/ 85993 h 117969"/>
                <a:gd name="connsiteX58" fmla="*/ 160501 w 158327"/>
                <a:gd name="connsiteY58" fmla="*/ 75438 h 117969"/>
                <a:gd name="connsiteX59" fmla="*/ 160501 w 158327"/>
                <a:gd name="connsiteY59" fmla="*/ 60847 h 117969"/>
                <a:gd name="connsiteX60" fmla="*/ 158327 w 158327"/>
                <a:gd name="connsiteY60" fmla="*/ 44083 h 11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8327" h="117969">
                  <a:moveTo>
                    <a:pt x="156154" y="29182"/>
                  </a:moveTo>
                  <a:lnTo>
                    <a:pt x="156154" y="23904"/>
                  </a:lnTo>
                  <a:lnTo>
                    <a:pt x="156154" y="16764"/>
                  </a:lnTo>
                  <a:lnTo>
                    <a:pt x="154292" y="12418"/>
                  </a:lnTo>
                  <a:lnTo>
                    <a:pt x="154292" y="9313"/>
                  </a:lnTo>
                  <a:lnTo>
                    <a:pt x="153050" y="7140"/>
                  </a:lnTo>
                  <a:lnTo>
                    <a:pt x="151187" y="4036"/>
                  </a:lnTo>
                  <a:lnTo>
                    <a:pt x="149014" y="0"/>
                  </a:lnTo>
                  <a:lnTo>
                    <a:pt x="134423" y="1863"/>
                  </a:lnTo>
                  <a:lnTo>
                    <a:pt x="126972" y="7140"/>
                  </a:lnTo>
                  <a:lnTo>
                    <a:pt x="119832" y="12418"/>
                  </a:lnTo>
                  <a:lnTo>
                    <a:pt x="114554" y="18937"/>
                  </a:lnTo>
                  <a:lnTo>
                    <a:pt x="105241" y="23904"/>
                  </a:lnTo>
                  <a:lnTo>
                    <a:pt x="102137" y="23904"/>
                  </a:lnTo>
                  <a:lnTo>
                    <a:pt x="99964" y="23904"/>
                  </a:lnTo>
                  <a:lnTo>
                    <a:pt x="97790" y="23904"/>
                  </a:lnTo>
                  <a:lnTo>
                    <a:pt x="97790" y="22042"/>
                  </a:lnTo>
                  <a:lnTo>
                    <a:pt x="94686" y="19869"/>
                  </a:lnTo>
                  <a:lnTo>
                    <a:pt x="92823" y="14591"/>
                  </a:lnTo>
                  <a:lnTo>
                    <a:pt x="78232" y="19869"/>
                  </a:lnTo>
                  <a:lnTo>
                    <a:pt x="67677" y="27319"/>
                  </a:lnTo>
                  <a:lnTo>
                    <a:pt x="56191" y="36633"/>
                  </a:lnTo>
                  <a:lnTo>
                    <a:pt x="53086" y="29182"/>
                  </a:lnTo>
                  <a:lnTo>
                    <a:pt x="49050" y="26077"/>
                  </a:lnTo>
                  <a:lnTo>
                    <a:pt x="45946" y="19869"/>
                  </a:lnTo>
                  <a:lnTo>
                    <a:pt x="39427" y="14591"/>
                  </a:lnTo>
                  <a:lnTo>
                    <a:pt x="24836" y="18937"/>
                  </a:lnTo>
                  <a:lnTo>
                    <a:pt x="16764" y="22042"/>
                  </a:lnTo>
                  <a:lnTo>
                    <a:pt x="9313" y="29182"/>
                  </a:lnTo>
                  <a:lnTo>
                    <a:pt x="0" y="36633"/>
                  </a:lnTo>
                  <a:lnTo>
                    <a:pt x="5278" y="47188"/>
                  </a:lnTo>
                  <a:lnTo>
                    <a:pt x="32286" y="47188"/>
                  </a:lnTo>
                  <a:lnTo>
                    <a:pt x="32286" y="60847"/>
                  </a:lnTo>
                  <a:lnTo>
                    <a:pt x="27009" y="60847"/>
                  </a:lnTo>
                  <a:lnTo>
                    <a:pt x="21731" y="60847"/>
                  </a:lnTo>
                  <a:lnTo>
                    <a:pt x="19868" y="61779"/>
                  </a:lnTo>
                  <a:lnTo>
                    <a:pt x="17695" y="61779"/>
                  </a:lnTo>
                  <a:lnTo>
                    <a:pt x="16764" y="63952"/>
                  </a:lnTo>
                  <a:lnTo>
                    <a:pt x="12418" y="68298"/>
                  </a:lnTo>
                  <a:lnTo>
                    <a:pt x="9313" y="68298"/>
                  </a:lnTo>
                  <a:lnTo>
                    <a:pt x="14591" y="71403"/>
                  </a:lnTo>
                  <a:lnTo>
                    <a:pt x="19868" y="75438"/>
                  </a:lnTo>
                  <a:lnTo>
                    <a:pt x="27009" y="76680"/>
                  </a:lnTo>
                  <a:lnTo>
                    <a:pt x="32286" y="80716"/>
                  </a:lnTo>
                  <a:lnTo>
                    <a:pt x="31355" y="83820"/>
                  </a:lnTo>
                  <a:lnTo>
                    <a:pt x="31355" y="85993"/>
                  </a:lnTo>
                  <a:lnTo>
                    <a:pt x="29182" y="88167"/>
                  </a:lnTo>
                  <a:lnTo>
                    <a:pt x="27009" y="90340"/>
                  </a:lnTo>
                  <a:lnTo>
                    <a:pt x="24836" y="91271"/>
                  </a:lnTo>
                  <a:lnTo>
                    <a:pt x="29182" y="95307"/>
                  </a:lnTo>
                  <a:lnTo>
                    <a:pt x="38495" y="100584"/>
                  </a:lnTo>
                  <a:lnTo>
                    <a:pt x="49050" y="105862"/>
                  </a:lnTo>
                  <a:lnTo>
                    <a:pt x="61468" y="113313"/>
                  </a:lnTo>
                  <a:lnTo>
                    <a:pt x="70782" y="117659"/>
                  </a:lnTo>
                  <a:lnTo>
                    <a:pt x="76059" y="120763"/>
                  </a:lnTo>
                  <a:lnTo>
                    <a:pt x="94686" y="105862"/>
                  </a:lnTo>
                  <a:lnTo>
                    <a:pt x="116728" y="95307"/>
                  </a:lnTo>
                  <a:lnTo>
                    <a:pt x="139701" y="85993"/>
                  </a:lnTo>
                  <a:lnTo>
                    <a:pt x="160501" y="75438"/>
                  </a:lnTo>
                  <a:lnTo>
                    <a:pt x="160501" y="60847"/>
                  </a:lnTo>
                  <a:lnTo>
                    <a:pt x="158327" y="4408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6" name="Group 279">
            <a:extLst>
              <a:ext uri="{FF2B5EF4-FFF2-40B4-BE49-F238E27FC236}">
                <a16:creationId xmlns:a16="http://schemas.microsoft.com/office/drawing/2014/main" xmlns="" id="{B21AD687-B7B5-4240-8E6D-EED24BDFF83F}"/>
              </a:ext>
            </a:extLst>
          </p:cNvPr>
          <p:cNvGrpSpPr/>
          <p:nvPr/>
        </p:nvGrpSpPr>
        <p:grpSpPr>
          <a:xfrm>
            <a:off x="673648" y="5118297"/>
            <a:ext cx="3208249" cy="1227512"/>
            <a:chOff x="2113657" y="4283314"/>
            <a:chExt cx="3647460" cy="1227512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xmlns="" id="{BEB44844-7D9B-4C7D-A8EA-5313DC1DAE20}"/>
                </a:ext>
              </a:extLst>
            </p:cNvPr>
            <p:cNvSpPr txBox="1"/>
            <p:nvPr/>
          </p:nvSpPr>
          <p:spPr>
            <a:xfrm>
              <a:off x="2113657" y="4495163"/>
              <a:ext cx="364745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Easy to change colors, photos and Text. You can simply impress your audience and add a unique zing and appeal to your Presentations. 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xmlns="" id="{8F956267-8C9F-46E6-A08C-46378E4A6C9A}"/>
                </a:ext>
              </a:extLst>
            </p:cNvPr>
            <p:cNvSpPr txBox="1"/>
            <p:nvPr/>
          </p:nvSpPr>
          <p:spPr>
            <a:xfrm>
              <a:off x="2113657" y="4283314"/>
              <a:ext cx="3647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19" name="Group 282">
            <a:extLst>
              <a:ext uri="{FF2B5EF4-FFF2-40B4-BE49-F238E27FC236}">
                <a16:creationId xmlns:a16="http://schemas.microsoft.com/office/drawing/2014/main" xmlns="" id="{1FF8BB34-5DD3-42E4-93B8-5F606D56057C}"/>
              </a:ext>
            </a:extLst>
          </p:cNvPr>
          <p:cNvGrpSpPr/>
          <p:nvPr/>
        </p:nvGrpSpPr>
        <p:grpSpPr>
          <a:xfrm>
            <a:off x="6193672" y="5118297"/>
            <a:ext cx="3208249" cy="1227512"/>
            <a:chOff x="2113657" y="4283314"/>
            <a:chExt cx="3647460" cy="1227512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xmlns="" id="{BF8087E7-254A-4437-AA3F-3049CD0582B9}"/>
                </a:ext>
              </a:extLst>
            </p:cNvPr>
            <p:cNvSpPr txBox="1"/>
            <p:nvPr/>
          </p:nvSpPr>
          <p:spPr>
            <a:xfrm>
              <a:off x="2113657" y="4495163"/>
              <a:ext cx="364745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Easy to change colors, photos and Text. You can simply impress your audience and add a unique zing and appeal to your Presentations. 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xmlns="" id="{AAFA3E60-1928-4564-9366-6321C0730FC2}"/>
                </a:ext>
              </a:extLst>
            </p:cNvPr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xmlns="" id="{624326E4-DE83-4CCF-A07C-7F93C4E78EFD}"/>
              </a:ext>
            </a:extLst>
          </p:cNvPr>
          <p:cNvSpPr txBox="1"/>
          <p:nvPr/>
        </p:nvSpPr>
        <p:spPr>
          <a:xfrm>
            <a:off x="9733815" y="5118297"/>
            <a:ext cx="1486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3"/>
                </a:solidFill>
                <a:cs typeface="Arial" pitchFamily="34" charset="0"/>
              </a:rPr>
              <a:t>190,000</a:t>
            </a:r>
            <a:endParaRPr lang="ko-KR" altLang="en-US" sz="1600" b="1" dirty="0">
              <a:solidFill>
                <a:schemeClr val="accent3"/>
              </a:solidFill>
              <a:cs typeface="Arial" pitchFamily="34" charset="0"/>
            </a:endParaRPr>
          </a:p>
        </p:txBody>
      </p:sp>
      <p:grpSp>
        <p:nvGrpSpPr>
          <p:cNvPr id="123" name="Group 292">
            <a:extLst>
              <a:ext uri="{FF2B5EF4-FFF2-40B4-BE49-F238E27FC236}">
                <a16:creationId xmlns:a16="http://schemas.microsoft.com/office/drawing/2014/main" xmlns="" id="{029D2996-0232-4A50-B70A-17DBE5D90CED}"/>
              </a:ext>
            </a:extLst>
          </p:cNvPr>
          <p:cNvGrpSpPr/>
          <p:nvPr/>
        </p:nvGrpSpPr>
        <p:grpSpPr>
          <a:xfrm>
            <a:off x="9733816" y="5709253"/>
            <a:ext cx="1792615" cy="598822"/>
            <a:chOff x="5190036" y="2235116"/>
            <a:chExt cx="1792615" cy="598822"/>
          </a:xfrm>
        </p:grpSpPr>
        <p:sp>
          <p:nvSpPr>
            <p:cNvPr id="124" name="Round Same Side Corner Rectangle 8">
              <a:extLst>
                <a:ext uri="{FF2B5EF4-FFF2-40B4-BE49-F238E27FC236}">
                  <a16:creationId xmlns:a16="http://schemas.microsoft.com/office/drawing/2014/main" xmlns="" id="{1003EA95-D125-4144-A754-FC178F4483B5}"/>
                </a:ext>
              </a:extLst>
            </p:cNvPr>
            <p:cNvSpPr/>
            <p:nvPr/>
          </p:nvSpPr>
          <p:spPr>
            <a:xfrm>
              <a:off x="5190036" y="2237854"/>
              <a:ext cx="225285" cy="593346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5" name="Round Same Side Corner Rectangle 20">
              <a:extLst>
                <a:ext uri="{FF2B5EF4-FFF2-40B4-BE49-F238E27FC236}">
                  <a16:creationId xmlns:a16="http://schemas.microsoft.com/office/drawing/2014/main" xmlns="" id="{C86B4E67-299C-4301-A9E3-09FABF50E0A9}"/>
                </a:ext>
              </a:extLst>
            </p:cNvPr>
            <p:cNvSpPr/>
            <p:nvPr/>
          </p:nvSpPr>
          <p:spPr>
            <a:xfrm rot="10800000">
              <a:off x="6098568" y="2235116"/>
              <a:ext cx="280716" cy="598822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xmlns="" id="{B2A82822-DAFA-487A-A56E-FE5F0DB085B5}"/>
                </a:ext>
              </a:extLst>
            </p:cNvPr>
            <p:cNvSpPr txBox="1"/>
            <p:nvPr/>
          </p:nvSpPr>
          <p:spPr>
            <a:xfrm>
              <a:off x="5476050" y="2365250"/>
              <a:ext cx="6011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45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%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xmlns="" id="{030B28CD-1487-457B-AFA0-B0834F432B4A}"/>
                </a:ext>
              </a:extLst>
            </p:cNvPr>
            <p:cNvSpPr txBox="1"/>
            <p:nvPr/>
          </p:nvSpPr>
          <p:spPr>
            <a:xfrm>
              <a:off x="6381497" y="2365250"/>
              <a:ext cx="6011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55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%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xmlns="" id="{2BA01AAF-CB8C-4469-8E59-879548D2C89E}"/>
              </a:ext>
            </a:extLst>
          </p:cNvPr>
          <p:cNvSpPr txBox="1"/>
          <p:nvPr/>
        </p:nvSpPr>
        <p:spPr>
          <a:xfrm>
            <a:off x="4266542" y="5118297"/>
            <a:ext cx="1486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2"/>
                </a:solidFill>
                <a:cs typeface="Arial" pitchFamily="34" charset="0"/>
              </a:rPr>
              <a:t>210,000</a:t>
            </a:r>
            <a:endParaRPr lang="ko-KR" altLang="en-US" sz="1600" b="1" dirty="0"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129" name="Group 303">
            <a:extLst>
              <a:ext uri="{FF2B5EF4-FFF2-40B4-BE49-F238E27FC236}">
                <a16:creationId xmlns:a16="http://schemas.microsoft.com/office/drawing/2014/main" xmlns="" id="{E382C3FB-C00B-442E-81DA-CDBD33F87351}"/>
              </a:ext>
            </a:extLst>
          </p:cNvPr>
          <p:cNvGrpSpPr/>
          <p:nvPr/>
        </p:nvGrpSpPr>
        <p:grpSpPr>
          <a:xfrm>
            <a:off x="4266543" y="5709253"/>
            <a:ext cx="1792615" cy="598822"/>
            <a:chOff x="5190036" y="2235116"/>
            <a:chExt cx="1792615" cy="598822"/>
          </a:xfrm>
        </p:grpSpPr>
        <p:sp>
          <p:nvSpPr>
            <p:cNvPr id="130" name="Round Same Side Corner Rectangle 8">
              <a:extLst>
                <a:ext uri="{FF2B5EF4-FFF2-40B4-BE49-F238E27FC236}">
                  <a16:creationId xmlns:a16="http://schemas.microsoft.com/office/drawing/2014/main" xmlns="" id="{2C4693A1-B65E-4EFB-9DD5-A08678EA1BFF}"/>
                </a:ext>
              </a:extLst>
            </p:cNvPr>
            <p:cNvSpPr/>
            <p:nvPr/>
          </p:nvSpPr>
          <p:spPr>
            <a:xfrm>
              <a:off x="5190036" y="2237854"/>
              <a:ext cx="225285" cy="593346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1" name="Round Same Side Corner Rectangle 20">
              <a:extLst>
                <a:ext uri="{FF2B5EF4-FFF2-40B4-BE49-F238E27FC236}">
                  <a16:creationId xmlns:a16="http://schemas.microsoft.com/office/drawing/2014/main" xmlns="" id="{D2688AE6-8477-40B8-B88F-8F5686AAE8A8}"/>
                </a:ext>
              </a:extLst>
            </p:cNvPr>
            <p:cNvSpPr/>
            <p:nvPr/>
          </p:nvSpPr>
          <p:spPr>
            <a:xfrm rot="10800000">
              <a:off x="6098568" y="2235116"/>
              <a:ext cx="280716" cy="598822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xmlns="" id="{EF688787-DA44-49EF-B698-F2247F608C6E}"/>
                </a:ext>
              </a:extLst>
            </p:cNvPr>
            <p:cNvSpPr txBox="1"/>
            <p:nvPr/>
          </p:nvSpPr>
          <p:spPr>
            <a:xfrm>
              <a:off x="5476050" y="2365250"/>
              <a:ext cx="6011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40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%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xmlns="" id="{E10CE13D-A344-4114-8463-809142FF9492}"/>
                </a:ext>
              </a:extLst>
            </p:cNvPr>
            <p:cNvSpPr txBox="1"/>
            <p:nvPr/>
          </p:nvSpPr>
          <p:spPr>
            <a:xfrm>
              <a:off x="6381497" y="2365250"/>
              <a:ext cx="6011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60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%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xmlns="" id="{E9C4F5C4-1508-4D6D-BCAB-C4D7DFA77189}"/>
              </a:ext>
            </a:extLst>
          </p:cNvPr>
          <p:cNvSpPr txBox="1"/>
          <p:nvPr/>
        </p:nvSpPr>
        <p:spPr>
          <a:xfrm>
            <a:off x="2138780" y="3904451"/>
            <a:ext cx="2117776" cy="43279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Your Text  Here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xmlns="" id="{4B2D5337-FA10-4177-958E-64FF0E3C8065}"/>
              </a:ext>
            </a:extLst>
          </p:cNvPr>
          <p:cNvSpPr txBox="1"/>
          <p:nvPr/>
        </p:nvSpPr>
        <p:spPr>
          <a:xfrm>
            <a:off x="8277996" y="3495442"/>
            <a:ext cx="2117776" cy="43279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Your Text  Here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36" name="Teardrop 420">
            <a:extLst>
              <a:ext uri="{FF2B5EF4-FFF2-40B4-BE49-F238E27FC236}">
                <a16:creationId xmlns:a16="http://schemas.microsoft.com/office/drawing/2014/main" xmlns="" id="{BB2780F4-F3CB-4C53-888E-70D8021AD464}"/>
              </a:ext>
            </a:extLst>
          </p:cNvPr>
          <p:cNvSpPr/>
          <p:nvPr/>
        </p:nvSpPr>
        <p:spPr>
          <a:xfrm rot="8100000">
            <a:off x="6373231" y="3341853"/>
            <a:ext cx="432048" cy="432048"/>
          </a:xfrm>
          <a:prstGeom prst="teardrop">
            <a:avLst>
              <a:gd name="adj" fmla="val 14905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7" name="Teardrop 422">
            <a:extLst>
              <a:ext uri="{FF2B5EF4-FFF2-40B4-BE49-F238E27FC236}">
                <a16:creationId xmlns:a16="http://schemas.microsoft.com/office/drawing/2014/main" xmlns="" id="{5CC9BB01-3854-407A-A755-2B54E59E68AB}"/>
              </a:ext>
            </a:extLst>
          </p:cNvPr>
          <p:cNvSpPr/>
          <p:nvPr/>
        </p:nvSpPr>
        <p:spPr>
          <a:xfrm rot="8100000">
            <a:off x="4070575" y="2511028"/>
            <a:ext cx="432048" cy="432048"/>
          </a:xfrm>
          <a:prstGeom prst="teardrop">
            <a:avLst>
              <a:gd name="adj" fmla="val 1490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xmlns="" id="{11F847B8-E59E-4693-B523-20EEEF015B60}"/>
              </a:ext>
            </a:extLst>
          </p:cNvPr>
          <p:cNvSpPr txBox="1"/>
          <p:nvPr/>
        </p:nvSpPr>
        <p:spPr>
          <a:xfrm>
            <a:off x="6426300" y="3402629"/>
            <a:ext cx="3279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A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xmlns="" id="{333FECB1-780E-4CE8-A8B1-CB5ED6ECC66E}"/>
              </a:ext>
            </a:extLst>
          </p:cNvPr>
          <p:cNvSpPr txBox="1"/>
          <p:nvPr/>
        </p:nvSpPr>
        <p:spPr>
          <a:xfrm>
            <a:off x="4131323" y="2557775"/>
            <a:ext cx="3279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B</a:t>
            </a:r>
            <a:endParaRPr lang="ko-KR" altLang="en-US" sz="16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3836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73352FF-4A36-4818-8FC3-008A3BAD60B4}"/>
              </a:ext>
            </a:extLst>
          </p:cNvPr>
          <p:cNvSpPr txBox="1"/>
          <p:nvPr/>
        </p:nvSpPr>
        <p:spPr>
          <a:xfrm>
            <a:off x="918204" y="636379"/>
            <a:ext cx="3566808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AWESOME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8CE9662-0B72-47BC-8B3C-9A164ACCA71F}"/>
              </a:ext>
            </a:extLst>
          </p:cNvPr>
          <p:cNvSpPr txBox="1"/>
          <p:nvPr/>
        </p:nvSpPr>
        <p:spPr>
          <a:xfrm>
            <a:off x="918204" y="1283541"/>
            <a:ext cx="356680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GB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PRESENTATION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" name="Freeform: Shape 14">
            <a:extLst>
              <a:ext uri="{FF2B5EF4-FFF2-40B4-BE49-F238E27FC236}">
                <a16:creationId xmlns:a16="http://schemas.microsoft.com/office/drawing/2014/main" xmlns="" id="{369B0CB8-0D23-4479-AECA-1B99F0C657FE}"/>
              </a:ext>
            </a:extLst>
          </p:cNvPr>
          <p:cNvSpPr/>
          <p:nvPr/>
        </p:nvSpPr>
        <p:spPr>
          <a:xfrm>
            <a:off x="1852403" y="4060580"/>
            <a:ext cx="425726" cy="393733"/>
          </a:xfrm>
          <a:custGeom>
            <a:avLst/>
            <a:gdLst/>
            <a:ahLst/>
            <a:cxnLst/>
            <a:rect l="l" t="t" r="r" b="b"/>
            <a:pathLst>
              <a:path w="115863" h="107156">
                <a:moveTo>
                  <a:pt x="106040" y="0"/>
                </a:moveTo>
                <a:lnTo>
                  <a:pt x="115863" y="15627"/>
                </a:lnTo>
                <a:cubicBezTo>
                  <a:pt x="107677" y="19050"/>
                  <a:pt x="101650" y="24148"/>
                  <a:pt x="97780" y="30919"/>
                </a:cubicBezTo>
                <a:cubicBezTo>
                  <a:pt x="93911" y="37691"/>
                  <a:pt x="91753" y="47551"/>
                  <a:pt x="91306" y="60499"/>
                </a:cubicBezTo>
                <a:lnTo>
                  <a:pt x="112291" y="60499"/>
                </a:lnTo>
                <a:lnTo>
                  <a:pt x="112291" y="107156"/>
                </a:lnTo>
                <a:lnTo>
                  <a:pt x="69205" y="107156"/>
                </a:lnTo>
                <a:lnTo>
                  <a:pt x="69205" y="70321"/>
                </a:lnTo>
                <a:cubicBezTo>
                  <a:pt x="69205" y="50378"/>
                  <a:pt x="71587" y="35942"/>
                  <a:pt x="76349" y="27012"/>
                </a:cubicBezTo>
                <a:cubicBezTo>
                  <a:pt x="82600" y="15106"/>
                  <a:pt x="92497" y="6102"/>
                  <a:pt x="106040" y="0"/>
                </a:cubicBezTo>
                <a:close/>
                <a:moveTo>
                  <a:pt x="36835" y="0"/>
                </a:moveTo>
                <a:lnTo>
                  <a:pt x="46658" y="15627"/>
                </a:lnTo>
                <a:cubicBezTo>
                  <a:pt x="38472" y="19050"/>
                  <a:pt x="32445" y="24148"/>
                  <a:pt x="28575" y="30919"/>
                </a:cubicBezTo>
                <a:cubicBezTo>
                  <a:pt x="24706" y="37691"/>
                  <a:pt x="22548" y="47551"/>
                  <a:pt x="22101" y="60499"/>
                </a:cubicBezTo>
                <a:lnTo>
                  <a:pt x="43086" y="60499"/>
                </a:lnTo>
                <a:lnTo>
                  <a:pt x="43086" y="107156"/>
                </a:lnTo>
                <a:lnTo>
                  <a:pt x="0" y="107156"/>
                </a:lnTo>
                <a:lnTo>
                  <a:pt x="0" y="70321"/>
                </a:lnTo>
                <a:cubicBezTo>
                  <a:pt x="0" y="50378"/>
                  <a:pt x="2382" y="35942"/>
                  <a:pt x="7144" y="27012"/>
                </a:cubicBezTo>
                <a:cubicBezTo>
                  <a:pt x="13395" y="15106"/>
                  <a:pt x="23292" y="6102"/>
                  <a:pt x="368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8651AD6-F2C4-4A40-A905-6436F5266EBC}"/>
              </a:ext>
            </a:extLst>
          </p:cNvPr>
          <p:cNvSpPr txBox="1"/>
          <p:nvPr/>
        </p:nvSpPr>
        <p:spPr>
          <a:xfrm>
            <a:off x="1852403" y="4597987"/>
            <a:ext cx="2927477" cy="1107996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Create Quality </a:t>
            </a:r>
          </a:p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Professional PPT Presentation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직사각형 1">
            <a:extLst>
              <a:ext uri="{FF2B5EF4-FFF2-40B4-BE49-F238E27FC236}">
                <a16:creationId xmlns:a16="http://schemas.microsoft.com/office/drawing/2014/main" xmlns="" id="{EFE83DB5-A259-4E71-A5BB-43AB6BE15B13}"/>
              </a:ext>
            </a:extLst>
          </p:cNvPr>
          <p:cNvSpPr/>
          <p:nvPr/>
        </p:nvSpPr>
        <p:spPr>
          <a:xfrm>
            <a:off x="918204" y="2110093"/>
            <a:ext cx="356680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Get a modern PowerPoint  Presentation that is beautifully designed. Easy to change colors, photos and Text. I hope and I believe that this Template will your Time, Money and Reputation. Easy to change colors, photos and Text.   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" name="Freeform: Shape 17">
            <a:extLst>
              <a:ext uri="{FF2B5EF4-FFF2-40B4-BE49-F238E27FC236}">
                <a16:creationId xmlns:a16="http://schemas.microsoft.com/office/drawing/2014/main" xmlns="" id="{E4C53CE5-EF4D-42BE-AB21-97F7EDAC2689}"/>
              </a:ext>
            </a:extLst>
          </p:cNvPr>
          <p:cNvSpPr/>
          <p:nvPr/>
        </p:nvSpPr>
        <p:spPr>
          <a:xfrm rot="10800000">
            <a:off x="4059286" y="5617214"/>
            <a:ext cx="425726" cy="393733"/>
          </a:xfrm>
          <a:custGeom>
            <a:avLst/>
            <a:gdLst/>
            <a:ahLst/>
            <a:cxnLst/>
            <a:rect l="l" t="t" r="r" b="b"/>
            <a:pathLst>
              <a:path w="115863" h="107156">
                <a:moveTo>
                  <a:pt x="106040" y="0"/>
                </a:moveTo>
                <a:lnTo>
                  <a:pt x="115863" y="15627"/>
                </a:lnTo>
                <a:cubicBezTo>
                  <a:pt x="107677" y="19050"/>
                  <a:pt x="101650" y="24148"/>
                  <a:pt x="97780" y="30919"/>
                </a:cubicBezTo>
                <a:cubicBezTo>
                  <a:pt x="93911" y="37691"/>
                  <a:pt x="91753" y="47551"/>
                  <a:pt x="91306" y="60499"/>
                </a:cubicBezTo>
                <a:lnTo>
                  <a:pt x="112291" y="60499"/>
                </a:lnTo>
                <a:lnTo>
                  <a:pt x="112291" y="107156"/>
                </a:lnTo>
                <a:lnTo>
                  <a:pt x="69205" y="107156"/>
                </a:lnTo>
                <a:lnTo>
                  <a:pt x="69205" y="70321"/>
                </a:lnTo>
                <a:cubicBezTo>
                  <a:pt x="69205" y="50378"/>
                  <a:pt x="71587" y="35942"/>
                  <a:pt x="76349" y="27012"/>
                </a:cubicBezTo>
                <a:cubicBezTo>
                  <a:pt x="82600" y="15106"/>
                  <a:pt x="92497" y="6102"/>
                  <a:pt x="106040" y="0"/>
                </a:cubicBezTo>
                <a:close/>
                <a:moveTo>
                  <a:pt x="36835" y="0"/>
                </a:moveTo>
                <a:lnTo>
                  <a:pt x="46658" y="15627"/>
                </a:lnTo>
                <a:cubicBezTo>
                  <a:pt x="38472" y="19050"/>
                  <a:pt x="32445" y="24148"/>
                  <a:pt x="28575" y="30919"/>
                </a:cubicBezTo>
                <a:cubicBezTo>
                  <a:pt x="24706" y="37691"/>
                  <a:pt x="22548" y="47551"/>
                  <a:pt x="22101" y="60499"/>
                </a:cubicBezTo>
                <a:lnTo>
                  <a:pt x="43086" y="60499"/>
                </a:lnTo>
                <a:lnTo>
                  <a:pt x="43086" y="107156"/>
                </a:lnTo>
                <a:lnTo>
                  <a:pt x="0" y="107156"/>
                </a:lnTo>
                <a:lnTo>
                  <a:pt x="0" y="70321"/>
                </a:lnTo>
                <a:cubicBezTo>
                  <a:pt x="0" y="50378"/>
                  <a:pt x="2382" y="35942"/>
                  <a:pt x="7144" y="27012"/>
                </a:cubicBezTo>
                <a:cubicBezTo>
                  <a:pt x="13395" y="15106"/>
                  <a:pt x="23292" y="6102"/>
                  <a:pt x="368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xmlns="" id="{82D7C632-A679-4FDD-BC94-B89A8071C5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4735853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Oval 1">
            <a:extLst>
              <a:ext uri="{FF2B5EF4-FFF2-40B4-BE49-F238E27FC236}">
                <a16:creationId xmlns:a16="http://schemas.microsoft.com/office/drawing/2014/main" xmlns="" id="{DCF44BF5-6F66-4078-A36D-BE68FEF9F296}"/>
              </a:ext>
            </a:extLst>
          </p:cNvPr>
          <p:cNvSpPr/>
          <p:nvPr/>
        </p:nvSpPr>
        <p:spPr>
          <a:xfrm>
            <a:off x="5888950" y="1863406"/>
            <a:ext cx="2268568" cy="2268568"/>
          </a:xfrm>
          <a:prstGeom prst="ellipse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4" name="Oval 2">
            <a:extLst>
              <a:ext uri="{FF2B5EF4-FFF2-40B4-BE49-F238E27FC236}">
                <a16:creationId xmlns:a16="http://schemas.microsoft.com/office/drawing/2014/main" xmlns="" id="{6F343E23-D3E7-43B3-B1A8-752E5138ED13}"/>
              </a:ext>
            </a:extLst>
          </p:cNvPr>
          <p:cNvSpPr/>
          <p:nvPr/>
        </p:nvSpPr>
        <p:spPr>
          <a:xfrm>
            <a:off x="5888950" y="3721936"/>
            <a:ext cx="2268568" cy="2268568"/>
          </a:xfrm>
          <a:prstGeom prst="ellipse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5" name="Oval 3">
            <a:extLst>
              <a:ext uri="{FF2B5EF4-FFF2-40B4-BE49-F238E27FC236}">
                <a16:creationId xmlns:a16="http://schemas.microsoft.com/office/drawing/2014/main" xmlns="" id="{0DD90DC0-8713-42A9-B6ED-3146A45DE25C}"/>
              </a:ext>
            </a:extLst>
          </p:cNvPr>
          <p:cNvSpPr/>
          <p:nvPr/>
        </p:nvSpPr>
        <p:spPr>
          <a:xfrm>
            <a:off x="4034480" y="3721936"/>
            <a:ext cx="2268568" cy="2268568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xmlns="" id="{49FCEB66-3DCD-4052-B579-4362EB302A0C}"/>
              </a:ext>
            </a:extLst>
          </p:cNvPr>
          <p:cNvSpPr/>
          <p:nvPr/>
        </p:nvSpPr>
        <p:spPr>
          <a:xfrm>
            <a:off x="4034480" y="1863406"/>
            <a:ext cx="2268568" cy="2268568"/>
          </a:xfrm>
          <a:prstGeom prst="ellipse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18B782AC-F459-4A7B-A8DE-22AEC80FE18A}"/>
              </a:ext>
            </a:extLst>
          </p:cNvPr>
          <p:cNvGrpSpPr/>
          <p:nvPr/>
        </p:nvGrpSpPr>
        <p:grpSpPr>
          <a:xfrm>
            <a:off x="4241531" y="2070458"/>
            <a:ext cx="3708936" cy="3708935"/>
            <a:chOff x="3419871" y="2204864"/>
            <a:chExt cx="2448273" cy="2448272"/>
          </a:xfrm>
          <a:solidFill>
            <a:srgbClr val="87BCE6"/>
          </a:solidFill>
        </p:grpSpPr>
        <p:sp>
          <p:nvSpPr>
            <p:cNvPr id="8" name="Pie 7">
              <a:extLst>
                <a:ext uri="{FF2B5EF4-FFF2-40B4-BE49-F238E27FC236}">
                  <a16:creationId xmlns:a16="http://schemas.microsoft.com/office/drawing/2014/main" xmlns="" id="{9267E5D6-0367-4919-97EE-2389D0060F58}"/>
                </a:ext>
              </a:extLst>
            </p:cNvPr>
            <p:cNvSpPr/>
            <p:nvPr/>
          </p:nvSpPr>
          <p:spPr>
            <a:xfrm rot="5400000">
              <a:off x="3419871" y="2204865"/>
              <a:ext cx="1224136" cy="1224136"/>
            </a:xfrm>
            <a:prstGeom prst="pie">
              <a:avLst>
                <a:gd name="adj1" fmla="val 20330519"/>
                <a:gd name="adj2" fmla="val 17663205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9" name="Pie 8">
              <a:extLst>
                <a:ext uri="{FF2B5EF4-FFF2-40B4-BE49-F238E27FC236}">
                  <a16:creationId xmlns:a16="http://schemas.microsoft.com/office/drawing/2014/main" xmlns="" id="{F039312A-44A9-4FBA-9E51-9D6CD25DA217}"/>
                </a:ext>
              </a:extLst>
            </p:cNvPr>
            <p:cNvSpPr/>
            <p:nvPr/>
          </p:nvSpPr>
          <p:spPr>
            <a:xfrm rot="10800000">
              <a:off x="4644008" y="2204864"/>
              <a:ext cx="1224136" cy="1224136"/>
            </a:xfrm>
            <a:prstGeom prst="pie">
              <a:avLst>
                <a:gd name="adj1" fmla="val 20108420"/>
                <a:gd name="adj2" fmla="val 17663205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10" name="Pie 9">
              <a:extLst>
                <a:ext uri="{FF2B5EF4-FFF2-40B4-BE49-F238E27FC236}">
                  <a16:creationId xmlns:a16="http://schemas.microsoft.com/office/drawing/2014/main" xmlns="" id="{49947803-06D3-4C6A-8F14-47FF6B5A441A}"/>
                </a:ext>
              </a:extLst>
            </p:cNvPr>
            <p:cNvSpPr/>
            <p:nvPr/>
          </p:nvSpPr>
          <p:spPr>
            <a:xfrm rot="16200000">
              <a:off x="4644008" y="3429000"/>
              <a:ext cx="1224136" cy="1224136"/>
            </a:xfrm>
            <a:prstGeom prst="pie">
              <a:avLst>
                <a:gd name="adj1" fmla="val 20232830"/>
                <a:gd name="adj2" fmla="val 17663205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11" name="Pie 10">
              <a:extLst>
                <a:ext uri="{FF2B5EF4-FFF2-40B4-BE49-F238E27FC236}">
                  <a16:creationId xmlns:a16="http://schemas.microsoft.com/office/drawing/2014/main" xmlns="" id="{1CE936BE-AD8E-44C3-B5E0-191D927902B8}"/>
                </a:ext>
              </a:extLst>
            </p:cNvPr>
            <p:cNvSpPr/>
            <p:nvPr/>
          </p:nvSpPr>
          <p:spPr>
            <a:xfrm>
              <a:off x="3419871" y="3429000"/>
              <a:ext cx="1224136" cy="1224136"/>
            </a:xfrm>
            <a:prstGeom prst="pie">
              <a:avLst>
                <a:gd name="adj1" fmla="val 20246227"/>
                <a:gd name="adj2" fmla="val 17663205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D199D82-C6F9-445C-92C8-F0A94788122A}"/>
              </a:ext>
            </a:extLst>
          </p:cNvPr>
          <p:cNvSpPr txBox="1"/>
          <p:nvPr/>
        </p:nvSpPr>
        <p:spPr>
          <a:xfrm>
            <a:off x="5507635" y="3705170"/>
            <a:ext cx="1176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SWOT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4FD582BF-6E0A-4806-8202-0356108766EF}"/>
              </a:ext>
            </a:extLst>
          </p:cNvPr>
          <p:cNvSpPr txBox="1"/>
          <p:nvPr/>
        </p:nvSpPr>
        <p:spPr>
          <a:xfrm>
            <a:off x="4577843" y="2997692"/>
            <a:ext cx="648072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bg1"/>
                </a:solidFill>
                <a:cs typeface="Arial" pitchFamily="34" charset="0"/>
              </a:rPr>
              <a:t>S</a:t>
            </a:r>
            <a:endParaRPr lang="ko-KR" altLang="en-US" sz="48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664A409-016C-4A0B-BEA9-7EBEAD97B84A}"/>
              </a:ext>
            </a:extLst>
          </p:cNvPr>
          <p:cNvSpPr txBox="1"/>
          <p:nvPr/>
        </p:nvSpPr>
        <p:spPr>
          <a:xfrm>
            <a:off x="4577843" y="3937366"/>
            <a:ext cx="648072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bg1"/>
                </a:solidFill>
                <a:cs typeface="Arial" pitchFamily="34" charset="0"/>
              </a:rPr>
              <a:t>O</a:t>
            </a:r>
            <a:endParaRPr lang="ko-KR" altLang="en-US" sz="48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212092B5-9C44-4F5E-A65E-56E2E9A8B36B}"/>
              </a:ext>
            </a:extLst>
          </p:cNvPr>
          <p:cNvSpPr txBox="1"/>
          <p:nvPr/>
        </p:nvSpPr>
        <p:spPr>
          <a:xfrm>
            <a:off x="6932814" y="3937366"/>
            <a:ext cx="648072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bg1"/>
                </a:solidFill>
                <a:cs typeface="Arial" pitchFamily="34" charset="0"/>
              </a:rPr>
              <a:t>T</a:t>
            </a:r>
            <a:endParaRPr lang="ko-KR" altLang="en-US" sz="48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D0891E2B-B410-4A73-BAD8-92B5D1419641}"/>
              </a:ext>
            </a:extLst>
          </p:cNvPr>
          <p:cNvSpPr txBox="1"/>
          <p:nvPr/>
        </p:nvSpPr>
        <p:spPr>
          <a:xfrm>
            <a:off x="6932814" y="2997693"/>
            <a:ext cx="648072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bg1"/>
                </a:solidFill>
                <a:cs typeface="Arial" pitchFamily="34" charset="0"/>
              </a:rPr>
              <a:t>W</a:t>
            </a:r>
            <a:endParaRPr lang="ko-KR" altLang="en-US" sz="48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89F4FB58-D014-4E0D-9A4C-E32B6431740D}"/>
              </a:ext>
            </a:extLst>
          </p:cNvPr>
          <p:cNvSpPr txBox="1"/>
          <p:nvPr/>
        </p:nvSpPr>
        <p:spPr>
          <a:xfrm rot="20220000">
            <a:off x="4447895" y="4888730"/>
            <a:ext cx="16887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bg1"/>
                </a:solidFill>
              </a:rPr>
              <a:t>OPPORTUNITIES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75C4E00C-E42C-44CB-9F3A-B65080BABA2E}"/>
              </a:ext>
            </a:extLst>
          </p:cNvPr>
          <p:cNvSpPr txBox="1"/>
          <p:nvPr/>
        </p:nvSpPr>
        <p:spPr>
          <a:xfrm rot="1440000">
            <a:off x="4716038" y="2719214"/>
            <a:ext cx="1349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bg1"/>
                </a:solidFill>
              </a:rPr>
              <a:t>STRENGTHS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6DA197DB-0CD6-4C10-B9C4-78A384A1C96F}"/>
              </a:ext>
            </a:extLst>
          </p:cNvPr>
          <p:cNvSpPr txBox="1"/>
          <p:nvPr/>
        </p:nvSpPr>
        <p:spPr>
          <a:xfrm rot="20160000">
            <a:off x="6128813" y="2728360"/>
            <a:ext cx="1270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WEAKNESS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608E95F2-893A-401B-9593-D57676D31EB2}"/>
              </a:ext>
            </a:extLst>
          </p:cNvPr>
          <p:cNvSpPr txBox="1"/>
          <p:nvPr/>
        </p:nvSpPr>
        <p:spPr>
          <a:xfrm rot="1440000">
            <a:off x="6137262" y="4797806"/>
            <a:ext cx="1115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THREATS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BBE68F14-C87A-4569-A562-16B6E445A655}"/>
              </a:ext>
            </a:extLst>
          </p:cNvPr>
          <p:cNvGrpSpPr/>
          <p:nvPr/>
        </p:nvGrpSpPr>
        <p:grpSpPr>
          <a:xfrm>
            <a:off x="8337138" y="4796904"/>
            <a:ext cx="3112317" cy="1107996"/>
            <a:chOff x="6210996" y="1433695"/>
            <a:chExt cx="1712589" cy="78825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0F0D3DE0-DD52-4E74-8AE0-C753E5EA4130}"/>
                </a:ext>
              </a:extLst>
            </p:cNvPr>
            <p:cNvSpPr txBox="1"/>
            <p:nvPr/>
          </p:nvSpPr>
          <p:spPr>
            <a:xfrm>
              <a:off x="6210999" y="1433695"/>
              <a:ext cx="1712586" cy="2189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0ED19BF3-AAD9-4776-B28C-2825C53187A1}"/>
                </a:ext>
              </a:extLst>
            </p:cNvPr>
            <p:cNvSpPr txBox="1"/>
            <p:nvPr/>
          </p:nvSpPr>
          <p:spPr>
            <a:xfrm>
              <a:off x="6210996" y="1630759"/>
              <a:ext cx="1712586" cy="5911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0688DD2C-7DBC-4375-A1AD-409C11B9EFB9}"/>
              </a:ext>
            </a:extLst>
          </p:cNvPr>
          <p:cNvGrpSpPr/>
          <p:nvPr/>
        </p:nvGrpSpPr>
        <p:grpSpPr>
          <a:xfrm>
            <a:off x="8337138" y="1948052"/>
            <a:ext cx="3112306" cy="1107996"/>
            <a:chOff x="6210996" y="1433695"/>
            <a:chExt cx="1712589" cy="78825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87D3CE4E-EC9D-4157-8CA0-4C553BAAA751}"/>
                </a:ext>
              </a:extLst>
            </p:cNvPr>
            <p:cNvSpPr txBox="1"/>
            <p:nvPr/>
          </p:nvSpPr>
          <p:spPr>
            <a:xfrm>
              <a:off x="6210999" y="1433695"/>
              <a:ext cx="1712586" cy="2189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1177C36C-7CF3-4BAD-8BFD-11C4549F78E2}"/>
                </a:ext>
              </a:extLst>
            </p:cNvPr>
            <p:cNvSpPr txBox="1"/>
            <p:nvPr/>
          </p:nvSpPr>
          <p:spPr>
            <a:xfrm>
              <a:off x="6210996" y="1630759"/>
              <a:ext cx="1712586" cy="5911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Get a modern PowerPoint  Presentation that is beautifully designed.  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9B2EC06C-9A35-4E3D-9FC9-694149B89CE6}"/>
              </a:ext>
            </a:extLst>
          </p:cNvPr>
          <p:cNvGrpSpPr/>
          <p:nvPr/>
        </p:nvGrpSpPr>
        <p:grpSpPr>
          <a:xfrm>
            <a:off x="846307" y="4796904"/>
            <a:ext cx="2998829" cy="1107996"/>
            <a:chOff x="6210996" y="1433695"/>
            <a:chExt cx="1712589" cy="788254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1C3E2240-627C-4954-BE9D-A776A54BAD95}"/>
                </a:ext>
              </a:extLst>
            </p:cNvPr>
            <p:cNvSpPr txBox="1"/>
            <p:nvPr/>
          </p:nvSpPr>
          <p:spPr>
            <a:xfrm>
              <a:off x="6210999" y="1433695"/>
              <a:ext cx="1712586" cy="2189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9F93C670-4B08-4FF1-83F2-291202084C5D}"/>
                </a:ext>
              </a:extLst>
            </p:cNvPr>
            <p:cNvSpPr txBox="1"/>
            <p:nvPr/>
          </p:nvSpPr>
          <p:spPr>
            <a:xfrm>
              <a:off x="6210996" y="1630759"/>
              <a:ext cx="1712586" cy="5911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xmlns="" id="{94DADB89-F9A9-4B40-B709-536C910476F2}"/>
              </a:ext>
            </a:extLst>
          </p:cNvPr>
          <p:cNvGrpSpPr/>
          <p:nvPr/>
        </p:nvGrpSpPr>
        <p:grpSpPr>
          <a:xfrm>
            <a:off x="846317" y="1948052"/>
            <a:ext cx="2998819" cy="1107996"/>
            <a:chOff x="6210996" y="1433695"/>
            <a:chExt cx="1712589" cy="78825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2E704956-BB4D-4A4C-A8D9-34DDFAF6FD7B}"/>
                </a:ext>
              </a:extLst>
            </p:cNvPr>
            <p:cNvSpPr txBox="1"/>
            <p:nvPr/>
          </p:nvSpPr>
          <p:spPr>
            <a:xfrm>
              <a:off x="6210999" y="1433695"/>
              <a:ext cx="1712586" cy="2189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ABCC24D1-E9DA-4551-AD24-81D6F867A783}"/>
                </a:ext>
              </a:extLst>
            </p:cNvPr>
            <p:cNvSpPr txBox="1"/>
            <p:nvPr/>
          </p:nvSpPr>
          <p:spPr>
            <a:xfrm>
              <a:off x="6210996" y="1630759"/>
              <a:ext cx="1712586" cy="5911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Get a modern PowerPoint  Presentation that is beautifully designed.  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8867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78DF89AE-0ABF-41D2-92A7-10183E1D1AD4}"/>
              </a:ext>
            </a:extLst>
          </p:cNvPr>
          <p:cNvGrpSpPr/>
          <p:nvPr/>
        </p:nvGrpSpPr>
        <p:grpSpPr>
          <a:xfrm>
            <a:off x="1261438" y="2278095"/>
            <a:ext cx="1551128" cy="2392629"/>
            <a:chOff x="1576670" y="2278094"/>
            <a:chExt cx="1368152" cy="2110387"/>
          </a:xfrm>
        </p:grpSpPr>
        <p:sp>
          <p:nvSpPr>
            <p:cNvPr id="4" name="Oval 1">
              <a:extLst>
                <a:ext uri="{FF2B5EF4-FFF2-40B4-BE49-F238E27FC236}">
                  <a16:creationId xmlns:a16="http://schemas.microsoft.com/office/drawing/2014/main" xmlns="" id="{AC51C78F-67A4-4AB3-AD72-DBC750663A5C}"/>
                </a:ext>
              </a:extLst>
            </p:cNvPr>
            <p:cNvSpPr/>
            <p:nvPr/>
          </p:nvSpPr>
          <p:spPr>
            <a:xfrm>
              <a:off x="1576670" y="2278094"/>
              <a:ext cx="1368152" cy="2110387"/>
            </a:xfrm>
            <a:custGeom>
              <a:avLst/>
              <a:gdLst/>
              <a:ahLst/>
              <a:cxnLst/>
              <a:rect l="l" t="t" r="r" b="b"/>
              <a:pathLst>
                <a:path w="1728192" h="2665753">
                  <a:moveTo>
                    <a:pt x="1218146" y="55241"/>
                  </a:moveTo>
                  <a:lnTo>
                    <a:pt x="507866" y="55242"/>
                  </a:lnTo>
                  <a:cubicBezTo>
                    <a:pt x="495241" y="55242"/>
                    <a:pt x="485006" y="65477"/>
                    <a:pt x="485006" y="78102"/>
                  </a:cubicBezTo>
                  <a:cubicBezTo>
                    <a:pt x="485006" y="90726"/>
                    <a:pt x="495241" y="100961"/>
                    <a:pt x="507866" y="100961"/>
                  </a:cubicBezTo>
                  <a:lnTo>
                    <a:pt x="612068" y="100961"/>
                  </a:lnTo>
                  <a:lnTo>
                    <a:pt x="612068" y="1265733"/>
                  </a:lnTo>
                  <a:cubicBezTo>
                    <a:pt x="297659" y="1370470"/>
                    <a:pt x="71279" y="1667274"/>
                    <a:pt x="71279" y="2016952"/>
                  </a:cubicBezTo>
                  <a:cubicBezTo>
                    <a:pt x="71279" y="2253657"/>
                    <a:pt x="175012" y="2466134"/>
                    <a:pt x="340115" y="2610568"/>
                  </a:cubicBezTo>
                  <a:cubicBezTo>
                    <a:pt x="343631" y="2606103"/>
                    <a:pt x="348952" y="2604553"/>
                    <a:pt x="354636" y="2604553"/>
                  </a:cubicBezTo>
                  <a:lnTo>
                    <a:pt x="1373436" y="2604553"/>
                  </a:lnTo>
                  <a:lnTo>
                    <a:pt x="1388036" y="2610601"/>
                  </a:lnTo>
                  <a:cubicBezTo>
                    <a:pt x="1553163" y="2466168"/>
                    <a:pt x="1656913" y="2253676"/>
                    <a:pt x="1656913" y="2016952"/>
                  </a:cubicBezTo>
                  <a:cubicBezTo>
                    <a:pt x="1656913" y="1667274"/>
                    <a:pt x="1430533" y="1370470"/>
                    <a:pt x="1116124" y="1265733"/>
                  </a:cubicBezTo>
                  <a:lnTo>
                    <a:pt x="1116124" y="100961"/>
                  </a:lnTo>
                  <a:lnTo>
                    <a:pt x="1218147" y="100961"/>
                  </a:lnTo>
                  <a:cubicBezTo>
                    <a:pt x="1230772" y="100961"/>
                    <a:pt x="1241007" y="90726"/>
                    <a:pt x="1241007" y="78101"/>
                  </a:cubicBezTo>
                  <a:lnTo>
                    <a:pt x="1241006" y="78101"/>
                  </a:lnTo>
                  <a:cubicBezTo>
                    <a:pt x="1241006" y="65476"/>
                    <a:pt x="1230771" y="55241"/>
                    <a:pt x="1218146" y="55241"/>
                  </a:cubicBezTo>
                  <a:close/>
                  <a:moveTo>
                    <a:pt x="495055" y="0"/>
                  </a:moveTo>
                  <a:lnTo>
                    <a:pt x="1233137" y="0"/>
                  </a:lnTo>
                  <a:cubicBezTo>
                    <a:pt x="1282848" y="0"/>
                    <a:pt x="1323147" y="40299"/>
                    <a:pt x="1323147" y="90010"/>
                  </a:cubicBezTo>
                  <a:cubicBezTo>
                    <a:pt x="1323147" y="139721"/>
                    <a:pt x="1282848" y="180020"/>
                    <a:pt x="1233137" y="180020"/>
                  </a:cubicBezTo>
                  <a:lnTo>
                    <a:pt x="1188132" y="180020"/>
                  </a:lnTo>
                  <a:lnTo>
                    <a:pt x="1188132" y="1212421"/>
                  </a:lnTo>
                  <a:cubicBezTo>
                    <a:pt x="1504901" y="1340152"/>
                    <a:pt x="1728192" y="1650558"/>
                    <a:pt x="1728192" y="2013117"/>
                  </a:cubicBezTo>
                  <a:cubicBezTo>
                    <a:pt x="1728192" y="2275270"/>
                    <a:pt x="1611452" y="2510156"/>
                    <a:pt x="1424651" y="2665753"/>
                  </a:cubicBezTo>
                  <a:lnTo>
                    <a:pt x="1373436" y="2665753"/>
                  </a:lnTo>
                  <a:lnTo>
                    <a:pt x="1317810" y="2665753"/>
                  </a:lnTo>
                  <a:lnTo>
                    <a:pt x="410383" y="2665753"/>
                  </a:lnTo>
                  <a:lnTo>
                    <a:pt x="354636" y="2665753"/>
                  </a:lnTo>
                  <a:lnTo>
                    <a:pt x="303541" y="2665753"/>
                  </a:lnTo>
                  <a:cubicBezTo>
                    <a:pt x="116741" y="2510156"/>
                    <a:pt x="0" y="2275270"/>
                    <a:pt x="0" y="2013117"/>
                  </a:cubicBezTo>
                  <a:cubicBezTo>
                    <a:pt x="0" y="1650558"/>
                    <a:pt x="223291" y="1340152"/>
                    <a:pt x="540060" y="1212421"/>
                  </a:cubicBezTo>
                  <a:lnTo>
                    <a:pt x="540060" y="180020"/>
                  </a:lnTo>
                  <a:lnTo>
                    <a:pt x="495055" y="180020"/>
                  </a:lnTo>
                  <a:cubicBezTo>
                    <a:pt x="445344" y="180020"/>
                    <a:pt x="405045" y="139721"/>
                    <a:pt x="405045" y="90010"/>
                  </a:cubicBezTo>
                  <a:cubicBezTo>
                    <a:pt x="405045" y="40299"/>
                    <a:pt x="445344" y="0"/>
                    <a:pt x="495055" y="0"/>
                  </a:cubicBezTo>
                  <a:close/>
                </a:path>
              </a:pathLst>
            </a:custGeom>
            <a:solidFill>
              <a:schemeClr val="accent4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5" name="Group 152">
              <a:extLst>
                <a:ext uri="{FF2B5EF4-FFF2-40B4-BE49-F238E27FC236}">
                  <a16:creationId xmlns:a16="http://schemas.microsoft.com/office/drawing/2014/main" xmlns="" id="{43C166F7-E716-45DB-BB6F-6CF9CE63F49E}"/>
                </a:ext>
              </a:extLst>
            </p:cNvPr>
            <p:cNvGrpSpPr/>
            <p:nvPr/>
          </p:nvGrpSpPr>
          <p:grpSpPr>
            <a:xfrm>
              <a:off x="1662246" y="2441501"/>
              <a:ext cx="1197000" cy="1880848"/>
              <a:chOff x="-1335025" y="1895102"/>
              <a:chExt cx="1197000" cy="1880848"/>
            </a:xfrm>
            <a:solidFill>
              <a:schemeClr val="bg1">
                <a:lumMod val="95000"/>
              </a:schemeClr>
            </a:solidFill>
          </p:grpSpPr>
          <p:sp>
            <p:nvSpPr>
              <p:cNvPr id="6" name="Rectangle 41">
                <a:extLst>
                  <a:ext uri="{FF2B5EF4-FFF2-40B4-BE49-F238E27FC236}">
                    <a16:creationId xmlns:a16="http://schemas.microsoft.com/office/drawing/2014/main" xmlns="" id="{D9CE2668-637C-4983-B1BC-1D2B9D9286D7}"/>
                  </a:ext>
                </a:extLst>
              </p:cNvPr>
              <p:cNvSpPr/>
              <p:nvPr/>
            </p:nvSpPr>
            <p:spPr>
              <a:xfrm>
                <a:off x="-1273267" y="3587865"/>
                <a:ext cx="1073484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2054681" h="360001">
                    <a:moveTo>
                      <a:pt x="0" y="0"/>
                    </a:moveTo>
                    <a:lnTo>
                      <a:pt x="2054681" y="0"/>
                    </a:lnTo>
                    <a:cubicBezTo>
                      <a:pt x="1986684" y="139418"/>
                      <a:pt x="1889911" y="261820"/>
                      <a:pt x="1771776" y="360001"/>
                    </a:cubicBezTo>
                    <a:lnTo>
                      <a:pt x="282906" y="360001"/>
                    </a:lnTo>
                    <a:cubicBezTo>
                      <a:pt x="164770" y="261820"/>
                      <a:pt x="67997" y="139418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" name="Rectangle 41">
                <a:extLst>
                  <a:ext uri="{FF2B5EF4-FFF2-40B4-BE49-F238E27FC236}">
                    <a16:creationId xmlns:a16="http://schemas.microsoft.com/office/drawing/2014/main" xmlns="" id="{F2846DB9-1A24-451A-9919-786AC0BC20BB}"/>
                  </a:ext>
                </a:extLst>
              </p:cNvPr>
              <p:cNvSpPr/>
              <p:nvPr/>
            </p:nvSpPr>
            <p:spPr>
              <a:xfrm>
                <a:off x="-1319963" y="3024092"/>
                <a:ext cx="1166876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2233435" h="360001">
                    <a:moveTo>
                      <a:pt x="133835" y="0"/>
                    </a:moveTo>
                    <a:lnTo>
                      <a:pt x="2095221" y="0"/>
                    </a:lnTo>
                    <a:cubicBezTo>
                      <a:pt x="2162853" y="113840"/>
                      <a:pt x="2207928" y="237216"/>
                      <a:pt x="2233435" y="360001"/>
                    </a:cubicBezTo>
                    <a:lnTo>
                      <a:pt x="0" y="360001"/>
                    </a:lnTo>
                    <a:cubicBezTo>
                      <a:pt x="25641" y="234210"/>
                      <a:pt x="69580" y="111428"/>
                      <a:pt x="133835" y="0"/>
                    </a:cubicBezTo>
                    <a:close/>
                  </a:path>
                </a:pathLst>
              </a:cu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" name="Rectangle 41">
                <a:extLst>
                  <a:ext uri="{FF2B5EF4-FFF2-40B4-BE49-F238E27FC236}">
                    <a16:creationId xmlns:a16="http://schemas.microsoft.com/office/drawing/2014/main" xmlns="" id="{7F387554-F40A-4E93-848F-149919CE76DE}"/>
                  </a:ext>
                </a:extLst>
              </p:cNvPr>
              <p:cNvSpPr/>
              <p:nvPr/>
            </p:nvSpPr>
            <p:spPr>
              <a:xfrm>
                <a:off x="-1248985" y="2835927"/>
                <a:ext cx="1024920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1961727" h="360001">
                    <a:moveTo>
                      <a:pt x="314077" y="0"/>
                    </a:moveTo>
                    <a:lnTo>
                      <a:pt x="1641923" y="0"/>
                    </a:lnTo>
                    <a:cubicBezTo>
                      <a:pt x="1779215" y="97246"/>
                      <a:pt x="1885194" y="222523"/>
                      <a:pt x="1961727" y="360001"/>
                    </a:cubicBezTo>
                    <a:lnTo>
                      <a:pt x="0" y="360001"/>
                    </a:lnTo>
                    <a:cubicBezTo>
                      <a:pt x="76212" y="219130"/>
                      <a:pt x="180881" y="94248"/>
                      <a:pt x="314077" y="0"/>
                    </a:cubicBezTo>
                    <a:close/>
                  </a:path>
                </a:pathLst>
              </a:custGeom>
              <a:solidFill>
                <a:schemeClr val="accent4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" name="Rectangle 41">
                <a:extLst>
                  <a:ext uri="{FF2B5EF4-FFF2-40B4-BE49-F238E27FC236}">
                    <a16:creationId xmlns:a16="http://schemas.microsoft.com/office/drawing/2014/main" xmlns="" id="{F4263D2E-1D4D-4E83-A71E-031CAC3F1FF1}"/>
                  </a:ext>
                </a:extLst>
              </p:cNvPr>
              <p:cNvSpPr/>
              <p:nvPr/>
            </p:nvSpPr>
            <p:spPr>
              <a:xfrm>
                <a:off x="-1083405" y="2647762"/>
                <a:ext cx="693761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1327880" h="360001">
                    <a:moveTo>
                      <a:pt x="395134" y="0"/>
                    </a:moveTo>
                    <a:lnTo>
                      <a:pt x="940525" y="0"/>
                    </a:lnTo>
                    <a:cubicBezTo>
                      <a:pt x="941492" y="60415"/>
                      <a:pt x="941106" y="120900"/>
                      <a:pt x="940525" y="181483"/>
                    </a:cubicBezTo>
                    <a:cubicBezTo>
                      <a:pt x="1089661" y="218530"/>
                      <a:pt x="1218664" y="280406"/>
                      <a:pt x="1327880" y="360001"/>
                    </a:cubicBezTo>
                    <a:lnTo>
                      <a:pt x="0" y="360001"/>
                    </a:lnTo>
                    <a:cubicBezTo>
                      <a:pt x="111032" y="277270"/>
                      <a:pt x="243279" y="217777"/>
                      <a:pt x="394966" y="187721"/>
                    </a:cubicBezTo>
                    <a:close/>
                  </a:path>
                </a:pathLst>
              </a:cu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0" name="Rectangle 41">
                <a:extLst>
                  <a:ext uri="{FF2B5EF4-FFF2-40B4-BE49-F238E27FC236}">
                    <a16:creationId xmlns:a16="http://schemas.microsoft.com/office/drawing/2014/main" xmlns="" id="{BA67E15E-71B7-4C47-89E2-72C62D09342A}"/>
                  </a:ext>
                </a:extLst>
              </p:cNvPr>
              <p:cNvSpPr/>
              <p:nvPr/>
            </p:nvSpPr>
            <p:spPr>
              <a:xfrm>
                <a:off x="-879137" y="2445222"/>
                <a:ext cx="285323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546117" h="360001">
                    <a:moveTo>
                      <a:pt x="0" y="0"/>
                    </a:moveTo>
                    <a:lnTo>
                      <a:pt x="545249" y="0"/>
                    </a:lnTo>
                    <a:cubicBezTo>
                      <a:pt x="546404" y="119814"/>
                      <a:pt x="546308" y="239757"/>
                      <a:pt x="545539" y="360001"/>
                    </a:cubicBezTo>
                    <a:lnTo>
                      <a:pt x="147" y="3600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1" name="Rectangle 41">
                <a:extLst>
                  <a:ext uri="{FF2B5EF4-FFF2-40B4-BE49-F238E27FC236}">
                    <a16:creationId xmlns:a16="http://schemas.microsoft.com/office/drawing/2014/main" xmlns="" id="{122D5D34-67A7-4C68-9E76-359208819412}"/>
                  </a:ext>
                </a:extLst>
              </p:cNvPr>
              <p:cNvSpPr/>
              <p:nvPr/>
            </p:nvSpPr>
            <p:spPr>
              <a:xfrm>
                <a:off x="-879072" y="2271432"/>
                <a:ext cx="285094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545678" h="360001">
                    <a:moveTo>
                      <a:pt x="0" y="0"/>
                    </a:moveTo>
                    <a:lnTo>
                      <a:pt x="544809" y="0"/>
                    </a:lnTo>
                    <a:cubicBezTo>
                      <a:pt x="545290" y="119986"/>
                      <a:pt x="545677" y="239929"/>
                      <a:pt x="545678" y="360001"/>
                    </a:cubicBezTo>
                    <a:lnTo>
                      <a:pt x="360" y="3600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" name="Rectangle 41">
                <a:extLst>
                  <a:ext uri="{FF2B5EF4-FFF2-40B4-BE49-F238E27FC236}">
                    <a16:creationId xmlns:a16="http://schemas.microsoft.com/office/drawing/2014/main" xmlns="" id="{DEC6C18E-5024-4E75-A0F3-41A99A64145E}"/>
                  </a:ext>
                </a:extLst>
              </p:cNvPr>
              <p:cNvSpPr/>
              <p:nvPr/>
            </p:nvSpPr>
            <p:spPr>
              <a:xfrm>
                <a:off x="-879137" y="2083267"/>
                <a:ext cx="285224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545928" h="360001">
                    <a:moveTo>
                      <a:pt x="0" y="0"/>
                    </a:moveTo>
                    <a:lnTo>
                      <a:pt x="545928" y="0"/>
                    </a:lnTo>
                    <a:lnTo>
                      <a:pt x="545928" y="360001"/>
                    </a:lnTo>
                    <a:lnTo>
                      <a:pt x="284" y="360001"/>
                    </a:lnTo>
                    <a:cubicBezTo>
                      <a:pt x="132" y="240412"/>
                      <a:pt x="9" y="12064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" name="Rectangle 41">
                <a:extLst>
                  <a:ext uri="{FF2B5EF4-FFF2-40B4-BE49-F238E27FC236}">
                    <a16:creationId xmlns:a16="http://schemas.microsoft.com/office/drawing/2014/main" xmlns="" id="{533FDCE7-D244-4B45-A179-33213F9062DF}"/>
                  </a:ext>
                </a:extLst>
              </p:cNvPr>
              <p:cNvSpPr/>
              <p:nvPr/>
            </p:nvSpPr>
            <p:spPr>
              <a:xfrm>
                <a:off x="-879129" y="1895102"/>
                <a:ext cx="285209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545899" h="360001">
                    <a:moveTo>
                      <a:pt x="340" y="0"/>
                    </a:moveTo>
                    <a:lnTo>
                      <a:pt x="545899" y="0"/>
                    </a:lnTo>
                    <a:lnTo>
                      <a:pt x="545899" y="360001"/>
                    </a:lnTo>
                    <a:lnTo>
                      <a:pt x="18" y="360001"/>
                    </a:lnTo>
                    <a:cubicBezTo>
                      <a:pt x="-43" y="241068"/>
                      <a:pt x="54" y="121288"/>
                      <a:pt x="34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4" name="Rectangle 41">
                <a:extLst>
                  <a:ext uri="{FF2B5EF4-FFF2-40B4-BE49-F238E27FC236}">
                    <a16:creationId xmlns:a16="http://schemas.microsoft.com/office/drawing/2014/main" xmlns="" id="{3D98C1EE-5805-4F87-9547-EBF96E550289}"/>
                  </a:ext>
                </a:extLst>
              </p:cNvPr>
              <p:cNvSpPr/>
              <p:nvPr/>
            </p:nvSpPr>
            <p:spPr>
              <a:xfrm>
                <a:off x="-1335025" y="3212257"/>
                <a:ext cx="1197000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2291094" h="360001">
                    <a:moveTo>
                      <a:pt x="28796" y="0"/>
                    </a:moveTo>
                    <a:lnTo>
                      <a:pt x="2262231" y="0"/>
                    </a:lnTo>
                    <a:cubicBezTo>
                      <a:pt x="2280132" y="72056"/>
                      <a:pt x="2288904" y="144392"/>
                      <a:pt x="2291094" y="214657"/>
                    </a:cubicBezTo>
                    <a:cubicBezTo>
                      <a:pt x="2291094" y="263929"/>
                      <a:pt x="2288011" y="312477"/>
                      <a:pt x="2281214" y="360001"/>
                    </a:cubicBezTo>
                    <a:lnTo>
                      <a:pt x="9881" y="360001"/>
                    </a:lnTo>
                    <a:cubicBezTo>
                      <a:pt x="3083" y="312477"/>
                      <a:pt x="0" y="263929"/>
                      <a:pt x="0" y="214657"/>
                    </a:cubicBezTo>
                    <a:cubicBezTo>
                      <a:pt x="3163" y="142886"/>
                      <a:pt x="12175" y="70779"/>
                      <a:pt x="28796" y="0"/>
                    </a:cubicBezTo>
                    <a:close/>
                  </a:path>
                </a:pathLst>
              </a:custGeom>
              <a:solidFill>
                <a:schemeClr val="accent4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5" name="Rectangle 41">
                <a:extLst>
                  <a:ext uri="{FF2B5EF4-FFF2-40B4-BE49-F238E27FC236}">
                    <a16:creationId xmlns:a16="http://schemas.microsoft.com/office/drawing/2014/main" xmlns="" id="{14DFDDFC-CBEA-42CB-8180-15E680138133}"/>
                  </a:ext>
                </a:extLst>
              </p:cNvPr>
              <p:cNvSpPr/>
              <p:nvPr/>
            </p:nvSpPr>
            <p:spPr>
              <a:xfrm>
                <a:off x="-1329863" y="3400422"/>
                <a:ext cx="1186676" cy="187362"/>
              </a:xfrm>
              <a:custGeom>
                <a:avLst/>
                <a:gdLst/>
                <a:ahLst/>
                <a:cxnLst/>
                <a:rect l="l" t="t" r="r" b="b"/>
                <a:pathLst>
                  <a:path w="1186676" h="187362">
                    <a:moveTo>
                      <a:pt x="0" y="0"/>
                    </a:moveTo>
                    <a:lnTo>
                      <a:pt x="1186676" y="0"/>
                    </a:lnTo>
                    <a:cubicBezTo>
                      <a:pt x="1178468" y="66695"/>
                      <a:pt x="1159252" y="129918"/>
                      <a:pt x="1130155" y="187362"/>
                    </a:cubicBezTo>
                    <a:lnTo>
                      <a:pt x="56521" y="187362"/>
                    </a:lnTo>
                    <a:cubicBezTo>
                      <a:pt x="27424" y="129918"/>
                      <a:pt x="8208" y="66695"/>
                      <a:pt x="0" y="0"/>
                    </a:cubicBezTo>
                    <a:close/>
                  </a:path>
                </a:pathLst>
              </a:custGeom>
              <a:solidFill>
                <a:schemeClr val="accent4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21E2D290-62B7-4739-AF23-C6FE87C8C3BA}"/>
              </a:ext>
            </a:extLst>
          </p:cNvPr>
          <p:cNvSpPr txBox="1"/>
          <p:nvPr/>
        </p:nvSpPr>
        <p:spPr>
          <a:xfrm>
            <a:off x="894938" y="5263084"/>
            <a:ext cx="2284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  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920AF2FF-03B0-47EE-9549-3BCF98716627}"/>
              </a:ext>
            </a:extLst>
          </p:cNvPr>
          <p:cNvSpPr txBox="1"/>
          <p:nvPr/>
        </p:nvSpPr>
        <p:spPr>
          <a:xfrm>
            <a:off x="3629916" y="5263084"/>
            <a:ext cx="2284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  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2FE2670A-3D18-478B-8A4B-75E2ED248094}"/>
              </a:ext>
            </a:extLst>
          </p:cNvPr>
          <p:cNvSpPr txBox="1"/>
          <p:nvPr/>
        </p:nvSpPr>
        <p:spPr>
          <a:xfrm>
            <a:off x="6364896" y="5263084"/>
            <a:ext cx="2284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  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3721C098-9C7E-4B40-87D4-FDDCADFC6CF1}"/>
              </a:ext>
            </a:extLst>
          </p:cNvPr>
          <p:cNvSpPr txBox="1"/>
          <p:nvPr/>
        </p:nvSpPr>
        <p:spPr>
          <a:xfrm>
            <a:off x="9099874" y="5263084"/>
            <a:ext cx="2284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  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916C7AA7-F59C-401E-8306-792C48ED3181}"/>
              </a:ext>
            </a:extLst>
          </p:cNvPr>
          <p:cNvSpPr txBox="1"/>
          <p:nvPr/>
        </p:nvSpPr>
        <p:spPr>
          <a:xfrm>
            <a:off x="1456576" y="1670520"/>
            <a:ext cx="1160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cs typeface="Arial" pitchFamily="34" charset="0"/>
              </a:rPr>
              <a:t>60</a:t>
            </a:r>
            <a:r>
              <a:rPr lang="en-US" altLang="ko-KR" sz="2700" b="1" dirty="0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cs typeface="Arial" pitchFamily="34" charset="0"/>
              </a:rPr>
              <a:t>%</a:t>
            </a:r>
            <a:endParaRPr lang="ko-KR" altLang="en-US" sz="2700" b="1" dirty="0">
              <a:ln w="12700">
                <a:solidFill>
                  <a:schemeClr val="bg1"/>
                </a:solidFill>
              </a:ln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BCAA0E83-C3D8-4807-8BAC-0C28C9DA77B2}"/>
              </a:ext>
            </a:extLst>
          </p:cNvPr>
          <p:cNvSpPr txBox="1"/>
          <p:nvPr/>
        </p:nvSpPr>
        <p:spPr>
          <a:xfrm>
            <a:off x="4191555" y="1670520"/>
            <a:ext cx="1160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n w="12700">
                  <a:solidFill>
                    <a:schemeClr val="bg1"/>
                  </a:solidFill>
                </a:ln>
                <a:solidFill>
                  <a:schemeClr val="accent3"/>
                </a:solidFill>
                <a:cs typeface="Arial" pitchFamily="34" charset="0"/>
              </a:rPr>
              <a:t>30</a:t>
            </a:r>
            <a:r>
              <a:rPr lang="en-US" altLang="ko-KR" sz="2700" b="1" dirty="0">
                <a:ln w="12700">
                  <a:solidFill>
                    <a:schemeClr val="bg1"/>
                  </a:solidFill>
                </a:ln>
                <a:solidFill>
                  <a:schemeClr val="accent3"/>
                </a:solidFill>
                <a:cs typeface="Arial" pitchFamily="34" charset="0"/>
              </a:rPr>
              <a:t>%</a:t>
            </a:r>
            <a:endParaRPr lang="ko-KR" altLang="en-US" sz="2700" b="1" dirty="0">
              <a:ln w="12700">
                <a:solidFill>
                  <a:schemeClr val="bg1"/>
                </a:solidFill>
              </a:ln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0F11E0D8-E231-4D77-8DA7-188BC0ECCD95}"/>
              </a:ext>
            </a:extLst>
          </p:cNvPr>
          <p:cNvSpPr txBox="1"/>
          <p:nvPr/>
        </p:nvSpPr>
        <p:spPr>
          <a:xfrm>
            <a:off x="6926534" y="1670520"/>
            <a:ext cx="1160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cs typeface="Arial" pitchFamily="34" charset="0"/>
              </a:rPr>
              <a:t>100</a:t>
            </a:r>
            <a:r>
              <a:rPr lang="en-US" altLang="ko-KR" sz="2700" b="1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cs typeface="Arial" pitchFamily="34" charset="0"/>
              </a:rPr>
              <a:t>%</a:t>
            </a:r>
            <a:endParaRPr lang="ko-KR" altLang="en-US" sz="2700" b="1" dirty="0">
              <a:ln w="12700">
                <a:solidFill>
                  <a:schemeClr val="bg1"/>
                </a:solidFill>
              </a:ln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25D84316-85D0-4E10-9884-130774B282A0}"/>
              </a:ext>
            </a:extLst>
          </p:cNvPr>
          <p:cNvSpPr txBox="1"/>
          <p:nvPr/>
        </p:nvSpPr>
        <p:spPr>
          <a:xfrm>
            <a:off x="9661512" y="1670520"/>
            <a:ext cx="1160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n w="12700">
                  <a:solidFill>
                    <a:schemeClr val="bg1"/>
                  </a:solidFill>
                </a:ln>
                <a:solidFill>
                  <a:schemeClr val="accent1"/>
                </a:solidFill>
                <a:cs typeface="Arial" pitchFamily="34" charset="0"/>
              </a:rPr>
              <a:t>60</a:t>
            </a:r>
            <a:r>
              <a:rPr lang="en-US" altLang="ko-KR" sz="2700" b="1" dirty="0">
                <a:ln w="12700">
                  <a:solidFill>
                    <a:schemeClr val="bg1"/>
                  </a:solidFill>
                </a:ln>
                <a:solidFill>
                  <a:schemeClr val="accent1"/>
                </a:solidFill>
                <a:cs typeface="Arial" pitchFamily="34" charset="0"/>
              </a:rPr>
              <a:t>%</a:t>
            </a:r>
            <a:endParaRPr lang="ko-KR" altLang="en-US" sz="2700" b="1" dirty="0">
              <a:ln w="12700">
                <a:solidFill>
                  <a:schemeClr val="bg1"/>
                </a:solidFill>
              </a:ln>
              <a:solidFill>
                <a:schemeClr val="accent1"/>
              </a:solidFill>
              <a:cs typeface="Arial" pitchFamily="34" charset="0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272079F8-4D7F-4433-9657-6914186512A4}"/>
              </a:ext>
            </a:extLst>
          </p:cNvPr>
          <p:cNvGrpSpPr/>
          <p:nvPr/>
        </p:nvGrpSpPr>
        <p:grpSpPr>
          <a:xfrm>
            <a:off x="3996417" y="2278095"/>
            <a:ext cx="1551128" cy="2392629"/>
            <a:chOff x="4373455" y="2278094"/>
            <a:chExt cx="1368152" cy="2110387"/>
          </a:xfrm>
        </p:grpSpPr>
        <p:sp>
          <p:nvSpPr>
            <p:cNvPr id="25" name="Oval 1">
              <a:extLst>
                <a:ext uri="{FF2B5EF4-FFF2-40B4-BE49-F238E27FC236}">
                  <a16:creationId xmlns:a16="http://schemas.microsoft.com/office/drawing/2014/main" xmlns="" id="{2BEAF35F-D2E4-4840-8F89-0F72F19F6AE0}"/>
                </a:ext>
              </a:extLst>
            </p:cNvPr>
            <p:cNvSpPr/>
            <p:nvPr/>
          </p:nvSpPr>
          <p:spPr>
            <a:xfrm>
              <a:off x="4373455" y="2278094"/>
              <a:ext cx="1368152" cy="2110387"/>
            </a:xfrm>
            <a:custGeom>
              <a:avLst/>
              <a:gdLst/>
              <a:ahLst/>
              <a:cxnLst/>
              <a:rect l="l" t="t" r="r" b="b"/>
              <a:pathLst>
                <a:path w="1728192" h="2665753">
                  <a:moveTo>
                    <a:pt x="1218146" y="55241"/>
                  </a:moveTo>
                  <a:lnTo>
                    <a:pt x="507866" y="55242"/>
                  </a:lnTo>
                  <a:cubicBezTo>
                    <a:pt x="495241" y="55242"/>
                    <a:pt x="485006" y="65477"/>
                    <a:pt x="485006" y="78102"/>
                  </a:cubicBezTo>
                  <a:cubicBezTo>
                    <a:pt x="485006" y="90726"/>
                    <a:pt x="495241" y="100961"/>
                    <a:pt x="507866" y="100961"/>
                  </a:cubicBezTo>
                  <a:lnTo>
                    <a:pt x="612068" y="100961"/>
                  </a:lnTo>
                  <a:lnTo>
                    <a:pt x="612068" y="1265733"/>
                  </a:lnTo>
                  <a:cubicBezTo>
                    <a:pt x="297659" y="1370470"/>
                    <a:pt x="71279" y="1667274"/>
                    <a:pt x="71279" y="2016952"/>
                  </a:cubicBezTo>
                  <a:cubicBezTo>
                    <a:pt x="71279" y="2253657"/>
                    <a:pt x="175012" y="2466134"/>
                    <a:pt x="340115" y="2610568"/>
                  </a:cubicBezTo>
                  <a:cubicBezTo>
                    <a:pt x="343631" y="2606103"/>
                    <a:pt x="348952" y="2604553"/>
                    <a:pt x="354636" y="2604553"/>
                  </a:cubicBezTo>
                  <a:lnTo>
                    <a:pt x="1373436" y="2604553"/>
                  </a:lnTo>
                  <a:lnTo>
                    <a:pt x="1388036" y="2610601"/>
                  </a:lnTo>
                  <a:cubicBezTo>
                    <a:pt x="1553163" y="2466168"/>
                    <a:pt x="1656913" y="2253676"/>
                    <a:pt x="1656913" y="2016952"/>
                  </a:cubicBezTo>
                  <a:cubicBezTo>
                    <a:pt x="1656913" y="1667274"/>
                    <a:pt x="1430533" y="1370470"/>
                    <a:pt x="1116124" y="1265733"/>
                  </a:cubicBezTo>
                  <a:lnTo>
                    <a:pt x="1116124" y="100961"/>
                  </a:lnTo>
                  <a:lnTo>
                    <a:pt x="1218147" y="100961"/>
                  </a:lnTo>
                  <a:cubicBezTo>
                    <a:pt x="1230772" y="100961"/>
                    <a:pt x="1241007" y="90726"/>
                    <a:pt x="1241007" y="78101"/>
                  </a:cubicBezTo>
                  <a:lnTo>
                    <a:pt x="1241006" y="78101"/>
                  </a:lnTo>
                  <a:cubicBezTo>
                    <a:pt x="1241006" y="65476"/>
                    <a:pt x="1230771" y="55241"/>
                    <a:pt x="1218146" y="55241"/>
                  </a:cubicBezTo>
                  <a:close/>
                  <a:moveTo>
                    <a:pt x="495055" y="0"/>
                  </a:moveTo>
                  <a:lnTo>
                    <a:pt x="1233137" y="0"/>
                  </a:lnTo>
                  <a:cubicBezTo>
                    <a:pt x="1282848" y="0"/>
                    <a:pt x="1323147" y="40299"/>
                    <a:pt x="1323147" y="90010"/>
                  </a:cubicBezTo>
                  <a:cubicBezTo>
                    <a:pt x="1323147" y="139721"/>
                    <a:pt x="1282848" y="180020"/>
                    <a:pt x="1233137" y="180020"/>
                  </a:cubicBezTo>
                  <a:lnTo>
                    <a:pt x="1188132" y="180020"/>
                  </a:lnTo>
                  <a:lnTo>
                    <a:pt x="1188132" y="1212421"/>
                  </a:lnTo>
                  <a:cubicBezTo>
                    <a:pt x="1504901" y="1340152"/>
                    <a:pt x="1728192" y="1650558"/>
                    <a:pt x="1728192" y="2013117"/>
                  </a:cubicBezTo>
                  <a:cubicBezTo>
                    <a:pt x="1728192" y="2275270"/>
                    <a:pt x="1611452" y="2510156"/>
                    <a:pt x="1424651" y="2665753"/>
                  </a:cubicBezTo>
                  <a:lnTo>
                    <a:pt x="1373436" y="2665753"/>
                  </a:lnTo>
                  <a:lnTo>
                    <a:pt x="1317810" y="2665753"/>
                  </a:lnTo>
                  <a:lnTo>
                    <a:pt x="410383" y="2665753"/>
                  </a:lnTo>
                  <a:lnTo>
                    <a:pt x="354636" y="2665753"/>
                  </a:lnTo>
                  <a:lnTo>
                    <a:pt x="303541" y="2665753"/>
                  </a:lnTo>
                  <a:cubicBezTo>
                    <a:pt x="116741" y="2510156"/>
                    <a:pt x="0" y="2275270"/>
                    <a:pt x="0" y="2013117"/>
                  </a:cubicBezTo>
                  <a:cubicBezTo>
                    <a:pt x="0" y="1650558"/>
                    <a:pt x="223291" y="1340152"/>
                    <a:pt x="540060" y="1212421"/>
                  </a:cubicBezTo>
                  <a:lnTo>
                    <a:pt x="540060" y="180020"/>
                  </a:lnTo>
                  <a:lnTo>
                    <a:pt x="495055" y="180020"/>
                  </a:lnTo>
                  <a:cubicBezTo>
                    <a:pt x="445344" y="180020"/>
                    <a:pt x="405045" y="139721"/>
                    <a:pt x="405045" y="90010"/>
                  </a:cubicBezTo>
                  <a:cubicBezTo>
                    <a:pt x="405045" y="40299"/>
                    <a:pt x="445344" y="0"/>
                    <a:pt x="495055" y="0"/>
                  </a:cubicBezTo>
                  <a:close/>
                </a:path>
              </a:pathLst>
            </a:custGeom>
            <a:solidFill>
              <a:schemeClr val="accent3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grpSp>
          <p:nvGrpSpPr>
            <p:cNvPr id="26" name="Group 154">
              <a:extLst>
                <a:ext uri="{FF2B5EF4-FFF2-40B4-BE49-F238E27FC236}">
                  <a16:creationId xmlns:a16="http://schemas.microsoft.com/office/drawing/2014/main" xmlns="" id="{E67CFAF7-AE48-4433-8E31-A169949C9952}"/>
                </a:ext>
              </a:extLst>
            </p:cNvPr>
            <p:cNvGrpSpPr/>
            <p:nvPr/>
          </p:nvGrpSpPr>
          <p:grpSpPr>
            <a:xfrm>
              <a:off x="4459031" y="2441501"/>
              <a:ext cx="1197000" cy="1880848"/>
              <a:chOff x="-1335025" y="1895102"/>
              <a:chExt cx="1197000" cy="1880848"/>
            </a:xfrm>
            <a:solidFill>
              <a:schemeClr val="bg1">
                <a:lumMod val="95000"/>
              </a:schemeClr>
            </a:solidFill>
          </p:grpSpPr>
          <p:sp>
            <p:nvSpPr>
              <p:cNvPr id="27" name="Rectangle 41">
                <a:extLst>
                  <a:ext uri="{FF2B5EF4-FFF2-40B4-BE49-F238E27FC236}">
                    <a16:creationId xmlns:a16="http://schemas.microsoft.com/office/drawing/2014/main" xmlns="" id="{D691C01C-3120-471B-870E-524CE5C55DF7}"/>
                  </a:ext>
                </a:extLst>
              </p:cNvPr>
              <p:cNvSpPr/>
              <p:nvPr/>
            </p:nvSpPr>
            <p:spPr>
              <a:xfrm>
                <a:off x="-1273267" y="3587865"/>
                <a:ext cx="1073484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2054681" h="360001">
                    <a:moveTo>
                      <a:pt x="0" y="0"/>
                    </a:moveTo>
                    <a:lnTo>
                      <a:pt x="2054681" y="0"/>
                    </a:lnTo>
                    <a:cubicBezTo>
                      <a:pt x="1986684" y="139418"/>
                      <a:pt x="1889911" y="261820"/>
                      <a:pt x="1771776" y="360001"/>
                    </a:cubicBezTo>
                    <a:lnTo>
                      <a:pt x="282906" y="360001"/>
                    </a:lnTo>
                    <a:cubicBezTo>
                      <a:pt x="164770" y="261820"/>
                      <a:pt x="67997" y="139418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8" name="Rectangle 41">
                <a:extLst>
                  <a:ext uri="{FF2B5EF4-FFF2-40B4-BE49-F238E27FC236}">
                    <a16:creationId xmlns:a16="http://schemas.microsoft.com/office/drawing/2014/main" xmlns="" id="{F82A54CB-3EAD-4533-AEA6-56993ACEE958}"/>
                  </a:ext>
                </a:extLst>
              </p:cNvPr>
              <p:cNvSpPr/>
              <p:nvPr/>
            </p:nvSpPr>
            <p:spPr>
              <a:xfrm>
                <a:off x="-1319963" y="3024092"/>
                <a:ext cx="1166876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2233435" h="360001">
                    <a:moveTo>
                      <a:pt x="133835" y="0"/>
                    </a:moveTo>
                    <a:lnTo>
                      <a:pt x="2095221" y="0"/>
                    </a:lnTo>
                    <a:cubicBezTo>
                      <a:pt x="2162853" y="113840"/>
                      <a:pt x="2207928" y="237216"/>
                      <a:pt x="2233435" y="360001"/>
                    </a:cubicBezTo>
                    <a:lnTo>
                      <a:pt x="0" y="360001"/>
                    </a:lnTo>
                    <a:cubicBezTo>
                      <a:pt x="25641" y="234210"/>
                      <a:pt x="69580" y="111428"/>
                      <a:pt x="13383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9" name="Rectangle 41">
                <a:extLst>
                  <a:ext uri="{FF2B5EF4-FFF2-40B4-BE49-F238E27FC236}">
                    <a16:creationId xmlns:a16="http://schemas.microsoft.com/office/drawing/2014/main" xmlns="" id="{1C97287A-1F1F-454C-A76C-024965F1F4C8}"/>
                  </a:ext>
                </a:extLst>
              </p:cNvPr>
              <p:cNvSpPr/>
              <p:nvPr/>
            </p:nvSpPr>
            <p:spPr>
              <a:xfrm>
                <a:off x="-1248985" y="2835927"/>
                <a:ext cx="1024920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1961727" h="360001">
                    <a:moveTo>
                      <a:pt x="314077" y="0"/>
                    </a:moveTo>
                    <a:lnTo>
                      <a:pt x="1641923" y="0"/>
                    </a:lnTo>
                    <a:cubicBezTo>
                      <a:pt x="1779215" y="97246"/>
                      <a:pt x="1885194" y="222523"/>
                      <a:pt x="1961727" y="360001"/>
                    </a:cubicBezTo>
                    <a:lnTo>
                      <a:pt x="0" y="360001"/>
                    </a:lnTo>
                    <a:cubicBezTo>
                      <a:pt x="76212" y="219130"/>
                      <a:pt x="180881" y="94248"/>
                      <a:pt x="31407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0" name="Rectangle 41">
                <a:extLst>
                  <a:ext uri="{FF2B5EF4-FFF2-40B4-BE49-F238E27FC236}">
                    <a16:creationId xmlns:a16="http://schemas.microsoft.com/office/drawing/2014/main" xmlns="" id="{ECAD2D1E-B5A3-4A5A-89DA-F974C2AE4E09}"/>
                  </a:ext>
                </a:extLst>
              </p:cNvPr>
              <p:cNvSpPr/>
              <p:nvPr/>
            </p:nvSpPr>
            <p:spPr>
              <a:xfrm>
                <a:off x="-1083405" y="2647762"/>
                <a:ext cx="693761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1327880" h="360001">
                    <a:moveTo>
                      <a:pt x="395134" y="0"/>
                    </a:moveTo>
                    <a:lnTo>
                      <a:pt x="940525" y="0"/>
                    </a:lnTo>
                    <a:cubicBezTo>
                      <a:pt x="941492" y="60415"/>
                      <a:pt x="941106" y="120900"/>
                      <a:pt x="940525" y="181483"/>
                    </a:cubicBezTo>
                    <a:cubicBezTo>
                      <a:pt x="1089661" y="218530"/>
                      <a:pt x="1218664" y="280406"/>
                      <a:pt x="1327880" y="360001"/>
                    </a:cubicBezTo>
                    <a:lnTo>
                      <a:pt x="0" y="360001"/>
                    </a:lnTo>
                    <a:cubicBezTo>
                      <a:pt x="111032" y="277270"/>
                      <a:pt x="243279" y="217777"/>
                      <a:pt x="394966" y="18772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1" name="Rectangle 41">
                <a:extLst>
                  <a:ext uri="{FF2B5EF4-FFF2-40B4-BE49-F238E27FC236}">
                    <a16:creationId xmlns:a16="http://schemas.microsoft.com/office/drawing/2014/main" xmlns="" id="{6F0547C8-FC7E-4433-B1DB-D92FEDDFA905}"/>
                  </a:ext>
                </a:extLst>
              </p:cNvPr>
              <p:cNvSpPr/>
              <p:nvPr/>
            </p:nvSpPr>
            <p:spPr>
              <a:xfrm>
                <a:off x="-879186" y="2459597"/>
                <a:ext cx="285323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546117" h="360001">
                    <a:moveTo>
                      <a:pt x="0" y="0"/>
                    </a:moveTo>
                    <a:lnTo>
                      <a:pt x="545249" y="0"/>
                    </a:lnTo>
                    <a:cubicBezTo>
                      <a:pt x="546404" y="119814"/>
                      <a:pt x="546308" y="239757"/>
                      <a:pt x="545539" y="360001"/>
                    </a:cubicBezTo>
                    <a:lnTo>
                      <a:pt x="147" y="3600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2" name="Rectangle 41">
                <a:extLst>
                  <a:ext uri="{FF2B5EF4-FFF2-40B4-BE49-F238E27FC236}">
                    <a16:creationId xmlns:a16="http://schemas.microsoft.com/office/drawing/2014/main" xmlns="" id="{FB7ED1D0-968C-47E2-8DB3-444DCE8890E5}"/>
                  </a:ext>
                </a:extLst>
              </p:cNvPr>
              <p:cNvSpPr/>
              <p:nvPr/>
            </p:nvSpPr>
            <p:spPr>
              <a:xfrm>
                <a:off x="-879072" y="2271432"/>
                <a:ext cx="285094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545678" h="360001">
                    <a:moveTo>
                      <a:pt x="0" y="0"/>
                    </a:moveTo>
                    <a:lnTo>
                      <a:pt x="544809" y="0"/>
                    </a:lnTo>
                    <a:cubicBezTo>
                      <a:pt x="545290" y="119986"/>
                      <a:pt x="545677" y="239929"/>
                      <a:pt x="545678" y="360001"/>
                    </a:cubicBezTo>
                    <a:lnTo>
                      <a:pt x="360" y="3600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3" name="Rectangle 41">
                <a:extLst>
                  <a:ext uri="{FF2B5EF4-FFF2-40B4-BE49-F238E27FC236}">
                    <a16:creationId xmlns:a16="http://schemas.microsoft.com/office/drawing/2014/main" xmlns="" id="{34B4BEA9-4A99-4A06-B2F3-171B9E2EDF2B}"/>
                  </a:ext>
                </a:extLst>
              </p:cNvPr>
              <p:cNvSpPr/>
              <p:nvPr/>
            </p:nvSpPr>
            <p:spPr>
              <a:xfrm>
                <a:off x="-879137" y="2083267"/>
                <a:ext cx="285224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545928" h="360001">
                    <a:moveTo>
                      <a:pt x="0" y="0"/>
                    </a:moveTo>
                    <a:lnTo>
                      <a:pt x="545928" y="0"/>
                    </a:lnTo>
                    <a:lnTo>
                      <a:pt x="545928" y="360001"/>
                    </a:lnTo>
                    <a:lnTo>
                      <a:pt x="284" y="360001"/>
                    </a:lnTo>
                    <a:cubicBezTo>
                      <a:pt x="132" y="240412"/>
                      <a:pt x="9" y="12064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4" name="Rectangle 41">
                <a:extLst>
                  <a:ext uri="{FF2B5EF4-FFF2-40B4-BE49-F238E27FC236}">
                    <a16:creationId xmlns:a16="http://schemas.microsoft.com/office/drawing/2014/main" xmlns="" id="{BF1C32C9-5069-4F6E-9A51-BA38980118CD}"/>
                  </a:ext>
                </a:extLst>
              </p:cNvPr>
              <p:cNvSpPr/>
              <p:nvPr/>
            </p:nvSpPr>
            <p:spPr>
              <a:xfrm>
                <a:off x="-879129" y="1895102"/>
                <a:ext cx="285209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545899" h="360001">
                    <a:moveTo>
                      <a:pt x="340" y="0"/>
                    </a:moveTo>
                    <a:lnTo>
                      <a:pt x="545899" y="0"/>
                    </a:lnTo>
                    <a:lnTo>
                      <a:pt x="545899" y="360001"/>
                    </a:lnTo>
                    <a:lnTo>
                      <a:pt x="18" y="360001"/>
                    </a:lnTo>
                    <a:cubicBezTo>
                      <a:pt x="-43" y="241068"/>
                      <a:pt x="54" y="121288"/>
                      <a:pt x="34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5" name="Rectangle 41">
                <a:extLst>
                  <a:ext uri="{FF2B5EF4-FFF2-40B4-BE49-F238E27FC236}">
                    <a16:creationId xmlns:a16="http://schemas.microsoft.com/office/drawing/2014/main" xmlns="" id="{F5F30210-44BD-4EBA-B2F1-4F704149BAE0}"/>
                  </a:ext>
                </a:extLst>
              </p:cNvPr>
              <p:cNvSpPr/>
              <p:nvPr/>
            </p:nvSpPr>
            <p:spPr>
              <a:xfrm>
                <a:off x="-1335025" y="3212257"/>
                <a:ext cx="1197000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2291094" h="360001">
                    <a:moveTo>
                      <a:pt x="28796" y="0"/>
                    </a:moveTo>
                    <a:lnTo>
                      <a:pt x="2262231" y="0"/>
                    </a:lnTo>
                    <a:cubicBezTo>
                      <a:pt x="2280132" y="72056"/>
                      <a:pt x="2288904" y="144392"/>
                      <a:pt x="2291094" y="214657"/>
                    </a:cubicBezTo>
                    <a:cubicBezTo>
                      <a:pt x="2291094" y="263929"/>
                      <a:pt x="2288011" y="312477"/>
                      <a:pt x="2281214" y="360001"/>
                    </a:cubicBezTo>
                    <a:lnTo>
                      <a:pt x="9881" y="360001"/>
                    </a:lnTo>
                    <a:cubicBezTo>
                      <a:pt x="3083" y="312477"/>
                      <a:pt x="0" y="263929"/>
                      <a:pt x="0" y="214657"/>
                    </a:cubicBezTo>
                    <a:cubicBezTo>
                      <a:pt x="3163" y="142886"/>
                      <a:pt x="12175" y="70779"/>
                      <a:pt x="28796" y="0"/>
                    </a:cubicBezTo>
                    <a:close/>
                  </a:path>
                </a:pathLst>
              </a:custGeom>
              <a:solidFill>
                <a:schemeClr val="accent3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6" name="Rectangle 41">
                <a:extLst>
                  <a:ext uri="{FF2B5EF4-FFF2-40B4-BE49-F238E27FC236}">
                    <a16:creationId xmlns:a16="http://schemas.microsoft.com/office/drawing/2014/main" xmlns="" id="{589A135E-36F3-4510-8D43-1DE2635D55FB}"/>
                  </a:ext>
                </a:extLst>
              </p:cNvPr>
              <p:cNvSpPr/>
              <p:nvPr/>
            </p:nvSpPr>
            <p:spPr>
              <a:xfrm>
                <a:off x="-1329863" y="3400422"/>
                <a:ext cx="1186676" cy="187362"/>
              </a:xfrm>
              <a:custGeom>
                <a:avLst/>
                <a:gdLst/>
                <a:ahLst/>
                <a:cxnLst/>
                <a:rect l="l" t="t" r="r" b="b"/>
                <a:pathLst>
                  <a:path w="1186676" h="187362">
                    <a:moveTo>
                      <a:pt x="0" y="0"/>
                    </a:moveTo>
                    <a:lnTo>
                      <a:pt x="1186676" y="0"/>
                    </a:lnTo>
                    <a:cubicBezTo>
                      <a:pt x="1178468" y="66695"/>
                      <a:pt x="1159252" y="129918"/>
                      <a:pt x="1130155" y="187362"/>
                    </a:cubicBezTo>
                    <a:lnTo>
                      <a:pt x="56521" y="187362"/>
                    </a:lnTo>
                    <a:cubicBezTo>
                      <a:pt x="27424" y="129918"/>
                      <a:pt x="8208" y="66695"/>
                      <a:pt x="0" y="0"/>
                    </a:cubicBezTo>
                    <a:close/>
                  </a:path>
                </a:pathLst>
              </a:custGeom>
              <a:solidFill>
                <a:schemeClr val="accent3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xmlns="" id="{B9E34451-57DB-4253-AF8F-87DA4AD56FF7}"/>
              </a:ext>
            </a:extLst>
          </p:cNvPr>
          <p:cNvGrpSpPr/>
          <p:nvPr/>
        </p:nvGrpSpPr>
        <p:grpSpPr>
          <a:xfrm>
            <a:off x="6731396" y="2278095"/>
            <a:ext cx="1551128" cy="2392629"/>
            <a:chOff x="6450392" y="2278094"/>
            <a:chExt cx="1368152" cy="2110387"/>
          </a:xfrm>
        </p:grpSpPr>
        <p:sp>
          <p:nvSpPr>
            <p:cNvPr id="38" name="Oval 1">
              <a:extLst>
                <a:ext uri="{FF2B5EF4-FFF2-40B4-BE49-F238E27FC236}">
                  <a16:creationId xmlns:a16="http://schemas.microsoft.com/office/drawing/2014/main" xmlns="" id="{D4A2E75E-5532-4A87-BB07-9BC9F9923EEF}"/>
                </a:ext>
              </a:extLst>
            </p:cNvPr>
            <p:cNvSpPr/>
            <p:nvPr/>
          </p:nvSpPr>
          <p:spPr>
            <a:xfrm>
              <a:off x="6450392" y="2278094"/>
              <a:ext cx="1368152" cy="2110387"/>
            </a:xfrm>
            <a:custGeom>
              <a:avLst/>
              <a:gdLst/>
              <a:ahLst/>
              <a:cxnLst/>
              <a:rect l="l" t="t" r="r" b="b"/>
              <a:pathLst>
                <a:path w="1728192" h="2665753">
                  <a:moveTo>
                    <a:pt x="1218146" y="55241"/>
                  </a:moveTo>
                  <a:lnTo>
                    <a:pt x="507866" y="55242"/>
                  </a:lnTo>
                  <a:cubicBezTo>
                    <a:pt x="495241" y="55242"/>
                    <a:pt x="485006" y="65477"/>
                    <a:pt x="485006" y="78102"/>
                  </a:cubicBezTo>
                  <a:cubicBezTo>
                    <a:pt x="485006" y="90726"/>
                    <a:pt x="495241" y="100961"/>
                    <a:pt x="507866" y="100961"/>
                  </a:cubicBezTo>
                  <a:lnTo>
                    <a:pt x="612068" y="100961"/>
                  </a:lnTo>
                  <a:lnTo>
                    <a:pt x="612068" y="1265733"/>
                  </a:lnTo>
                  <a:cubicBezTo>
                    <a:pt x="297659" y="1370470"/>
                    <a:pt x="71279" y="1667274"/>
                    <a:pt x="71279" y="2016952"/>
                  </a:cubicBezTo>
                  <a:cubicBezTo>
                    <a:pt x="71279" y="2253657"/>
                    <a:pt x="175012" y="2466134"/>
                    <a:pt x="340115" y="2610568"/>
                  </a:cubicBezTo>
                  <a:cubicBezTo>
                    <a:pt x="343631" y="2606103"/>
                    <a:pt x="348952" y="2604553"/>
                    <a:pt x="354636" y="2604553"/>
                  </a:cubicBezTo>
                  <a:lnTo>
                    <a:pt x="1373436" y="2604553"/>
                  </a:lnTo>
                  <a:lnTo>
                    <a:pt x="1388036" y="2610601"/>
                  </a:lnTo>
                  <a:cubicBezTo>
                    <a:pt x="1553163" y="2466168"/>
                    <a:pt x="1656913" y="2253676"/>
                    <a:pt x="1656913" y="2016952"/>
                  </a:cubicBezTo>
                  <a:cubicBezTo>
                    <a:pt x="1656913" y="1667274"/>
                    <a:pt x="1430533" y="1370470"/>
                    <a:pt x="1116124" y="1265733"/>
                  </a:cubicBezTo>
                  <a:lnTo>
                    <a:pt x="1116124" y="100961"/>
                  </a:lnTo>
                  <a:lnTo>
                    <a:pt x="1218147" y="100961"/>
                  </a:lnTo>
                  <a:cubicBezTo>
                    <a:pt x="1230772" y="100961"/>
                    <a:pt x="1241007" y="90726"/>
                    <a:pt x="1241007" y="78101"/>
                  </a:cubicBezTo>
                  <a:lnTo>
                    <a:pt x="1241006" y="78101"/>
                  </a:lnTo>
                  <a:cubicBezTo>
                    <a:pt x="1241006" y="65476"/>
                    <a:pt x="1230771" y="55241"/>
                    <a:pt x="1218146" y="55241"/>
                  </a:cubicBezTo>
                  <a:close/>
                  <a:moveTo>
                    <a:pt x="495055" y="0"/>
                  </a:moveTo>
                  <a:lnTo>
                    <a:pt x="1233137" y="0"/>
                  </a:lnTo>
                  <a:cubicBezTo>
                    <a:pt x="1282848" y="0"/>
                    <a:pt x="1323147" y="40299"/>
                    <a:pt x="1323147" y="90010"/>
                  </a:cubicBezTo>
                  <a:cubicBezTo>
                    <a:pt x="1323147" y="139721"/>
                    <a:pt x="1282848" y="180020"/>
                    <a:pt x="1233137" y="180020"/>
                  </a:cubicBezTo>
                  <a:lnTo>
                    <a:pt x="1188132" y="180020"/>
                  </a:lnTo>
                  <a:lnTo>
                    <a:pt x="1188132" y="1212421"/>
                  </a:lnTo>
                  <a:cubicBezTo>
                    <a:pt x="1504901" y="1340152"/>
                    <a:pt x="1728192" y="1650558"/>
                    <a:pt x="1728192" y="2013117"/>
                  </a:cubicBezTo>
                  <a:cubicBezTo>
                    <a:pt x="1728192" y="2275270"/>
                    <a:pt x="1611452" y="2510156"/>
                    <a:pt x="1424651" y="2665753"/>
                  </a:cubicBezTo>
                  <a:lnTo>
                    <a:pt x="1373436" y="2665753"/>
                  </a:lnTo>
                  <a:lnTo>
                    <a:pt x="1317810" y="2665753"/>
                  </a:lnTo>
                  <a:lnTo>
                    <a:pt x="410383" y="2665753"/>
                  </a:lnTo>
                  <a:lnTo>
                    <a:pt x="354636" y="2665753"/>
                  </a:lnTo>
                  <a:lnTo>
                    <a:pt x="303541" y="2665753"/>
                  </a:lnTo>
                  <a:cubicBezTo>
                    <a:pt x="116741" y="2510156"/>
                    <a:pt x="0" y="2275270"/>
                    <a:pt x="0" y="2013117"/>
                  </a:cubicBezTo>
                  <a:cubicBezTo>
                    <a:pt x="0" y="1650558"/>
                    <a:pt x="223291" y="1340152"/>
                    <a:pt x="540060" y="1212421"/>
                  </a:cubicBezTo>
                  <a:lnTo>
                    <a:pt x="540060" y="180020"/>
                  </a:lnTo>
                  <a:lnTo>
                    <a:pt x="495055" y="180020"/>
                  </a:lnTo>
                  <a:cubicBezTo>
                    <a:pt x="445344" y="180020"/>
                    <a:pt x="405045" y="139721"/>
                    <a:pt x="405045" y="90010"/>
                  </a:cubicBezTo>
                  <a:cubicBezTo>
                    <a:pt x="405045" y="40299"/>
                    <a:pt x="445344" y="0"/>
                    <a:pt x="495055" y="0"/>
                  </a:cubicBezTo>
                  <a:close/>
                </a:path>
              </a:pathLst>
            </a:custGeom>
            <a:solidFill>
              <a:schemeClr val="accent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39" name="Group 165">
              <a:extLst>
                <a:ext uri="{FF2B5EF4-FFF2-40B4-BE49-F238E27FC236}">
                  <a16:creationId xmlns:a16="http://schemas.microsoft.com/office/drawing/2014/main" xmlns="" id="{707ACFF2-B43A-4195-AB8C-6D8D0136D8A0}"/>
                </a:ext>
              </a:extLst>
            </p:cNvPr>
            <p:cNvGrpSpPr/>
            <p:nvPr/>
          </p:nvGrpSpPr>
          <p:grpSpPr>
            <a:xfrm>
              <a:off x="6535968" y="2441501"/>
              <a:ext cx="1197000" cy="1880848"/>
              <a:chOff x="-1335025" y="1895102"/>
              <a:chExt cx="1197000" cy="1880848"/>
            </a:xfrm>
            <a:solidFill>
              <a:schemeClr val="accent2"/>
            </a:solidFill>
          </p:grpSpPr>
          <p:sp>
            <p:nvSpPr>
              <p:cNvPr id="40" name="Rectangle 41">
                <a:extLst>
                  <a:ext uri="{FF2B5EF4-FFF2-40B4-BE49-F238E27FC236}">
                    <a16:creationId xmlns:a16="http://schemas.microsoft.com/office/drawing/2014/main" xmlns="" id="{CAD9788D-8820-4564-A2DD-640FFEF560D4}"/>
                  </a:ext>
                </a:extLst>
              </p:cNvPr>
              <p:cNvSpPr/>
              <p:nvPr/>
            </p:nvSpPr>
            <p:spPr>
              <a:xfrm>
                <a:off x="-1273267" y="3587865"/>
                <a:ext cx="1073484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2054681" h="360001">
                    <a:moveTo>
                      <a:pt x="0" y="0"/>
                    </a:moveTo>
                    <a:lnTo>
                      <a:pt x="2054681" y="0"/>
                    </a:lnTo>
                    <a:cubicBezTo>
                      <a:pt x="1986684" y="139418"/>
                      <a:pt x="1889911" y="261820"/>
                      <a:pt x="1771776" y="360001"/>
                    </a:cubicBezTo>
                    <a:lnTo>
                      <a:pt x="282906" y="360001"/>
                    </a:lnTo>
                    <a:cubicBezTo>
                      <a:pt x="164770" y="261820"/>
                      <a:pt x="67997" y="139418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1" name="Rectangle 41">
                <a:extLst>
                  <a:ext uri="{FF2B5EF4-FFF2-40B4-BE49-F238E27FC236}">
                    <a16:creationId xmlns:a16="http://schemas.microsoft.com/office/drawing/2014/main" xmlns="" id="{8D9C3699-3A95-4A46-B32D-E5B94EFADEFB}"/>
                  </a:ext>
                </a:extLst>
              </p:cNvPr>
              <p:cNvSpPr/>
              <p:nvPr/>
            </p:nvSpPr>
            <p:spPr>
              <a:xfrm>
                <a:off x="-1319963" y="3024092"/>
                <a:ext cx="1166876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2233435" h="360001">
                    <a:moveTo>
                      <a:pt x="133835" y="0"/>
                    </a:moveTo>
                    <a:lnTo>
                      <a:pt x="2095221" y="0"/>
                    </a:lnTo>
                    <a:cubicBezTo>
                      <a:pt x="2162853" y="113840"/>
                      <a:pt x="2207928" y="237216"/>
                      <a:pt x="2233435" y="360001"/>
                    </a:cubicBezTo>
                    <a:lnTo>
                      <a:pt x="0" y="360001"/>
                    </a:lnTo>
                    <a:cubicBezTo>
                      <a:pt x="25641" y="234210"/>
                      <a:pt x="69580" y="111428"/>
                      <a:pt x="133835" y="0"/>
                    </a:cubicBezTo>
                    <a:close/>
                  </a:path>
                </a:pathLst>
              </a:custGeom>
              <a:solidFill>
                <a:schemeClr val="accent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xmlns="" id="{2126E034-1C23-4F7C-B67F-14B7B96231F0}"/>
                  </a:ext>
                </a:extLst>
              </p:cNvPr>
              <p:cNvSpPr/>
              <p:nvPr/>
            </p:nvSpPr>
            <p:spPr>
              <a:xfrm>
                <a:off x="-1248985" y="2835927"/>
                <a:ext cx="1024920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1961727" h="360001">
                    <a:moveTo>
                      <a:pt x="314077" y="0"/>
                    </a:moveTo>
                    <a:lnTo>
                      <a:pt x="1641923" y="0"/>
                    </a:lnTo>
                    <a:cubicBezTo>
                      <a:pt x="1779215" y="97246"/>
                      <a:pt x="1885194" y="222523"/>
                      <a:pt x="1961727" y="360001"/>
                    </a:cubicBezTo>
                    <a:lnTo>
                      <a:pt x="0" y="360001"/>
                    </a:lnTo>
                    <a:cubicBezTo>
                      <a:pt x="76212" y="219130"/>
                      <a:pt x="180881" y="94248"/>
                      <a:pt x="314077" y="0"/>
                    </a:cubicBezTo>
                    <a:close/>
                  </a:path>
                </a:pathLst>
              </a:custGeom>
              <a:solidFill>
                <a:schemeClr val="accent2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3" name="Rectangle 41">
                <a:extLst>
                  <a:ext uri="{FF2B5EF4-FFF2-40B4-BE49-F238E27FC236}">
                    <a16:creationId xmlns:a16="http://schemas.microsoft.com/office/drawing/2014/main" xmlns="" id="{13237CF2-9F76-457E-BF63-5D22AC204C35}"/>
                  </a:ext>
                </a:extLst>
              </p:cNvPr>
              <p:cNvSpPr/>
              <p:nvPr/>
            </p:nvSpPr>
            <p:spPr>
              <a:xfrm>
                <a:off x="-1083405" y="2647762"/>
                <a:ext cx="693761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1327880" h="360001">
                    <a:moveTo>
                      <a:pt x="395134" y="0"/>
                    </a:moveTo>
                    <a:lnTo>
                      <a:pt x="940525" y="0"/>
                    </a:lnTo>
                    <a:cubicBezTo>
                      <a:pt x="941492" y="60415"/>
                      <a:pt x="941106" y="120900"/>
                      <a:pt x="940525" y="181483"/>
                    </a:cubicBezTo>
                    <a:cubicBezTo>
                      <a:pt x="1089661" y="218530"/>
                      <a:pt x="1218664" y="280406"/>
                      <a:pt x="1327880" y="360001"/>
                    </a:cubicBezTo>
                    <a:lnTo>
                      <a:pt x="0" y="360001"/>
                    </a:lnTo>
                    <a:cubicBezTo>
                      <a:pt x="111032" y="277270"/>
                      <a:pt x="243279" y="217777"/>
                      <a:pt x="394966" y="187721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4" name="Rectangle 41">
                <a:extLst>
                  <a:ext uri="{FF2B5EF4-FFF2-40B4-BE49-F238E27FC236}">
                    <a16:creationId xmlns:a16="http://schemas.microsoft.com/office/drawing/2014/main" xmlns="" id="{78A6C044-70A3-4B16-8CCB-E9C7BBA5E177}"/>
                  </a:ext>
                </a:extLst>
              </p:cNvPr>
              <p:cNvSpPr/>
              <p:nvPr/>
            </p:nvSpPr>
            <p:spPr>
              <a:xfrm>
                <a:off x="-879186" y="2459597"/>
                <a:ext cx="285323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546117" h="360001">
                    <a:moveTo>
                      <a:pt x="0" y="0"/>
                    </a:moveTo>
                    <a:lnTo>
                      <a:pt x="545249" y="0"/>
                    </a:lnTo>
                    <a:cubicBezTo>
                      <a:pt x="546404" y="119814"/>
                      <a:pt x="546308" y="239757"/>
                      <a:pt x="545539" y="360001"/>
                    </a:cubicBezTo>
                    <a:lnTo>
                      <a:pt x="147" y="360001"/>
                    </a:lnTo>
                    <a:close/>
                  </a:path>
                </a:pathLst>
              </a:cu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5" name="Rectangle 41">
                <a:extLst>
                  <a:ext uri="{FF2B5EF4-FFF2-40B4-BE49-F238E27FC236}">
                    <a16:creationId xmlns:a16="http://schemas.microsoft.com/office/drawing/2014/main" xmlns="" id="{FF031DF3-13DC-4AF9-B64F-2319C343090E}"/>
                  </a:ext>
                </a:extLst>
              </p:cNvPr>
              <p:cNvSpPr/>
              <p:nvPr/>
            </p:nvSpPr>
            <p:spPr>
              <a:xfrm>
                <a:off x="-879072" y="2271432"/>
                <a:ext cx="285094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545678" h="360001">
                    <a:moveTo>
                      <a:pt x="0" y="0"/>
                    </a:moveTo>
                    <a:lnTo>
                      <a:pt x="544809" y="0"/>
                    </a:lnTo>
                    <a:cubicBezTo>
                      <a:pt x="545290" y="119986"/>
                      <a:pt x="545677" y="239929"/>
                      <a:pt x="545678" y="360001"/>
                    </a:cubicBezTo>
                    <a:lnTo>
                      <a:pt x="360" y="360001"/>
                    </a:lnTo>
                    <a:close/>
                  </a:path>
                </a:pathLst>
              </a:custGeom>
              <a:solidFill>
                <a:schemeClr val="accent2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46" name="Rectangle 41">
                <a:extLst>
                  <a:ext uri="{FF2B5EF4-FFF2-40B4-BE49-F238E27FC236}">
                    <a16:creationId xmlns:a16="http://schemas.microsoft.com/office/drawing/2014/main" xmlns="" id="{473C5390-E40D-42EB-B17D-BCEF6AC05643}"/>
                  </a:ext>
                </a:extLst>
              </p:cNvPr>
              <p:cNvSpPr/>
              <p:nvPr/>
            </p:nvSpPr>
            <p:spPr>
              <a:xfrm>
                <a:off x="-879137" y="2083267"/>
                <a:ext cx="285224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545928" h="360001">
                    <a:moveTo>
                      <a:pt x="0" y="0"/>
                    </a:moveTo>
                    <a:lnTo>
                      <a:pt x="545928" y="0"/>
                    </a:lnTo>
                    <a:lnTo>
                      <a:pt x="545928" y="360001"/>
                    </a:lnTo>
                    <a:lnTo>
                      <a:pt x="284" y="360001"/>
                    </a:lnTo>
                    <a:cubicBezTo>
                      <a:pt x="132" y="240412"/>
                      <a:pt x="9" y="120642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7" name="Rectangle 41">
                <a:extLst>
                  <a:ext uri="{FF2B5EF4-FFF2-40B4-BE49-F238E27FC236}">
                    <a16:creationId xmlns:a16="http://schemas.microsoft.com/office/drawing/2014/main" xmlns="" id="{970CAC1D-C0C3-47EE-B7F8-F2380ADEBDE4}"/>
                  </a:ext>
                </a:extLst>
              </p:cNvPr>
              <p:cNvSpPr/>
              <p:nvPr/>
            </p:nvSpPr>
            <p:spPr>
              <a:xfrm>
                <a:off x="-879129" y="1895102"/>
                <a:ext cx="285209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545899" h="360001">
                    <a:moveTo>
                      <a:pt x="340" y="0"/>
                    </a:moveTo>
                    <a:lnTo>
                      <a:pt x="545899" y="0"/>
                    </a:lnTo>
                    <a:lnTo>
                      <a:pt x="545899" y="360001"/>
                    </a:lnTo>
                    <a:lnTo>
                      <a:pt x="18" y="360001"/>
                    </a:lnTo>
                    <a:cubicBezTo>
                      <a:pt x="-43" y="241068"/>
                      <a:pt x="54" y="121288"/>
                      <a:pt x="340" y="0"/>
                    </a:cubicBezTo>
                    <a:close/>
                  </a:path>
                </a:pathLst>
              </a:cu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8" name="Rectangle 41">
                <a:extLst>
                  <a:ext uri="{FF2B5EF4-FFF2-40B4-BE49-F238E27FC236}">
                    <a16:creationId xmlns:a16="http://schemas.microsoft.com/office/drawing/2014/main" xmlns="" id="{0C03498C-6300-40EC-B4FC-178455485180}"/>
                  </a:ext>
                </a:extLst>
              </p:cNvPr>
              <p:cNvSpPr/>
              <p:nvPr/>
            </p:nvSpPr>
            <p:spPr>
              <a:xfrm>
                <a:off x="-1335025" y="3212257"/>
                <a:ext cx="1197000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2291094" h="360001">
                    <a:moveTo>
                      <a:pt x="28796" y="0"/>
                    </a:moveTo>
                    <a:lnTo>
                      <a:pt x="2262231" y="0"/>
                    </a:lnTo>
                    <a:cubicBezTo>
                      <a:pt x="2280132" y="72056"/>
                      <a:pt x="2288904" y="144392"/>
                      <a:pt x="2291094" y="214657"/>
                    </a:cubicBezTo>
                    <a:cubicBezTo>
                      <a:pt x="2291094" y="263929"/>
                      <a:pt x="2288011" y="312477"/>
                      <a:pt x="2281214" y="360001"/>
                    </a:cubicBezTo>
                    <a:lnTo>
                      <a:pt x="9881" y="360001"/>
                    </a:lnTo>
                    <a:cubicBezTo>
                      <a:pt x="3083" y="312477"/>
                      <a:pt x="0" y="263929"/>
                      <a:pt x="0" y="214657"/>
                    </a:cubicBezTo>
                    <a:cubicBezTo>
                      <a:pt x="3163" y="142886"/>
                      <a:pt x="12175" y="70779"/>
                      <a:pt x="28796" y="0"/>
                    </a:cubicBezTo>
                    <a:close/>
                  </a:path>
                </a:pathLst>
              </a:custGeom>
              <a:solidFill>
                <a:schemeClr val="accent2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9" name="Rectangle 41">
                <a:extLst>
                  <a:ext uri="{FF2B5EF4-FFF2-40B4-BE49-F238E27FC236}">
                    <a16:creationId xmlns:a16="http://schemas.microsoft.com/office/drawing/2014/main" xmlns="" id="{7B6509AD-95C6-4C3B-AF9C-60953812BDC5}"/>
                  </a:ext>
                </a:extLst>
              </p:cNvPr>
              <p:cNvSpPr/>
              <p:nvPr/>
            </p:nvSpPr>
            <p:spPr>
              <a:xfrm>
                <a:off x="-1329863" y="3400422"/>
                <a:ext cx="1186676" cy="187362"/>
              </a:xfrm>
              <a:custGeom>
                <a:avLst/>
                <a:gdLst/>
                <a:ahLst/>
                <a:cxnLst/>
                <a:rect l="l" t="t" r="r" b="b"/>
                <a:pathLst>
                  <a:path w="1186676" h="187362">
                    <a:moveTo>
                      <a:pt x="0" y="0"/>
                    </a:moveTo>
                    <a:lnTo>
                      <a:pt x="1186676" y="0"/>
                    </a:lnTo>
                    <a:cubicBezTo>
                      <a:pt x="1178468" y="66695"/>
                      <a:pt x="1159252" y="129918"/>
                      <a:pt x="1130155" y="187362"/>
                    </a:cubicBezTo>
                    <a:lnTo>
                      <a:pt x="56521" y="187362"/>
                    </a:lnTo>
                    <a:cubicBezTo>
                      <a:pt x="27424" y="129918"/>
                      <a:pt x="8208" y="66695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xmlns="" id="{BEEE638F-9D77-48E4-9AFF-7F93C956C62C}"/>
              </a:ext>
            </a:extLst>
          </p:cNvPr>
          <p:cNvGrpSpPr/>
          <p:nvPr/>
        </p:nvGrpSpPr>
        <p:grpSpPr>
          <a:xfrm>
            <a:off x="9466374" y="2278095"/>
            <a:ext cx="1551128" cy="2392629"/>
            <a:chOff x="9246575" y="2278094"/>
            <a:chExt cx="1368152" cy="2110387"/>
          </a:xfrm>
        </p:grpSpPr>
        <p:sp>
          <p:nvSpPr>
            <p:cNvPr id="51" name="Oval 1">
              <a:extLst>
                <a:ext uri="{FF2B5EF4-FFF2-40B4-BE49-F238E27FC236}">
                  <a16:creationId xmlns:a16="http://schemas.microsoft.com/office/drawing/2014/main" xmlns="" id="{A5F9BD31-0AF8-480E-83B7-FD117B54555C}"/>
                </a:ext>
              </a:extLst>
            </p:cNvPr>
            <p:cNvSpPr/>
            <p:nvPr/>
          </p:nvSpPr>
          <p:spPr>
            <a:xfrm>
              <a:off x="9246575" y="2278094"/>
              <a:ext cx="1368152" cy="2110387"/>
            </a:xfrm>
            <a:custGeom>
              <a:avLst/>
              <a:gdLst/>
              <a:ahLst/>
              <a:cxnLst/>
              <a:rect l="l" t="t" r="r" b="b"/>
              <a:pathLst>
                <a:path w="1728192" h="2665753">
                  <a:moveTo>
                    <a:pt x="1218146" y="55241"/>
                  </a:moveTo>
                  <a:lnTo>
                    <a:pt x="507866" y="55242"/>
                  </a:lnTo>
                  <a:cubicBezTo>
                    <a:pt x="495241" y="55242"/>
                    <a:pt x="485006" y="65477"/>
                    <a:pt x="485006" y="78102"/>
                  </a:cubicBezTo>
                  <a:cubicBezTo>
                    <a:pt x="485006" y="90726"/>
                    <a:pt x="495241" y="100961"/>
                    <a:pt x="507866" y="100961"/>
                  </a:cubicBezTo>
                  <a:lnTo>
                    <a:pt x="612068" y="100961"/>
                  </a:lnTo>
                  <a:lnTo>
                    <a:pt x="612068" y="1265733"/>
                  </a:lnTo>
                  <a:cubicBezTo>
                    <a:pt x="297659" y="1370470"/>
                    <a:pt x="71279" y="1667274"/>
                    <a:pt x="71279" y="2016952"/>
                  </a:cubicBezTo>
                  <a:cubicBezTo>
                    <a:pt x="71279" y="2253657"/>
                    <a:pt x="175012" y="2466134"/>
                    <a:pt x="340115" y="2610568"/>
                  </a:cubicBezTo>
                  <a:cubicBezTo>
                    <a:pt x="343631" y="2606103"/>
                    <a:pt x="348952" y="2604553"/>
                    <a:pt x="354636" y="2604553"/>
                  </a:cubicBezTo>
                  <a:lnTo>
                    <a:pt x="1373436" y="2604553"/>
                  </a:lnTo>
                  <a:lnTo>
                    <a:pt x="1388036" y="2610601"/>
                  </a:lnTo>
                  <a:cubicBezTo>
                    <a:pt x="1553163" y="2466168"/>
                    <a:pt x="1656913" y="2253676"/>
                    <a:pt x="1656913" y="2016952"/>
                  </a:cubicBezTo>
                  <a:cubicBezTo>
                    <a:pt x="1656913" y="1667274"/>
                    <a:pt x="1430533" y="1370470"/>
                    <a:pt x="1116124" y="1265733"/>
                  </a:cubicBezTo>
                  <a:lnTo>
                    <a:pt x="1116124" y="100961"/>
                  </a:lnTo>
                  <a:lnTo>
                    <a:pt x="1218147" y="100961"/>
                  </a:lnTo>
                  <a:cubicBezTo>
                    <a:pt x="1230772" y="100961"/>
                    <a:pt x="1241007" y="90726"/>
                    <a:pt x="1241007" y="78101"/>
                  </a:cubicBezTo>
                  <a:lnTo>
                    <a:pt x="1241006" y="78101"/>
                  </a:lnTo>
                  <a:cubicBezTo>
                    <a:pt x="1241006" y="65476"/>
                    <a:pt x="1230771" y="55241"/>
                    <a:pt x="1218146" y="55241"/>
                  </a:cubicBezTo>
                  <a:close/>
                  <a:moveTo>
                    <a:pt x="495055" y="0"/>
                  </a:moveTo>
                  <a:lnTo>
                    <a:pt x="1233137" y="0"/>
                  </a:lnTo>
                  <a:cubicBezTo>
                    <a:pt x="1282848" y="0"/>
                    <a:pt x="1323147" y="40299"/>
                    <a:pt x="1323147" y="90010"/>
                  </a:cubicBezTo>
                  <a:cubicBezTo>
                    <a:pt x="1323147" y="139721"/>
                    <a:pt x="1282848" y="180020"/>
                    <a:pt x="1233137" y="180020"/>
                  </a:cubicBezTo>
                  <a:lnTo>
                    <a:pt x="1188132" y="180020"/>
                  </a:lnTo>
                  <a:lnTo>
                    <a:pt x="1188132" y="1212421"/>
                  </a:lnTo>
                  <a:cubicBezTo>
                    <a:pt x="1504901" y="1340152"/>
                    <a:pt x="1728192" y="1650558"/>
                    <a:pt x="1728192" y="2013117"/>
                  </a:cubicBezTo>
                  <a:cubicBezTo>
                    <a:pt x="1728192" y="2275270"/>
                    <a:pt x="1611452" y="2510156"/>
                    <a:pt x="1424651" y="2665753"/>
                  </a:cubicBezTo>
                  <a:lnTo>
                    <a:pt x="1373436" y="2665753"/>
                  </a:lnTo>
                  <a:lnTo>
                    <a:pt x="1317810" y="2665753"/>
                  </a:lnTo>
                  <a:lnTo>
                    <a:pt x="410383" y="2665753"/>
                  </a:lnTo>
                  <a:lnTo>
                    <a:pt x="354636" y="2665753"/>
                  </a:lnTo>
                  <a:lnTo>
                    <a:pt x="303541" y="2665753"/>
                  </a:lnTo>
                  <a:cubicBezTo>
                    <a:pt x="116741" y="2510156"/>
                    <a:pt x="0" y="2275270"/>
                    <a:pt x="0" y="2013117"/>
                  </a:cubicBezTo>
                  <a:cubicBezTo>
                    <a:pt x="0" y="1650558"/>
                    <a:pt x="223291" y="1340152"/>
                    <a:pt x="540060" y="1212421"/>
                  </a:cubicBezTo>
                  <a:lnTo>
                    <a:pt x="540060" y="180020"/>
                  </a:lnTo>
                  <a:lnTo>
                    <a:pt x="495055" y="180020"/>
                  </a:lnTo>
                  <a:cubicBezTo>
                    <a:pt x="445344" y="180020"/>
                    <a:pt x="405045" y="139721"/>
                    <a:pt x="405045" y="90010"/>
                  </a:cubicBezTo>
                  <a:cubicBezTo>
                    <a:pt x="405045" y="40299"/>
                    <a:pt x="445344" y="0"/>
                    <a:pt x="495055" y="0"/>
                  </a:cubicBezTo>
                  <a:close/>
                </a:path>
              </a:pathLst>
            </a:custGeom>
            <a:solidFill>
              <a:schemeClr val="accent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52" name="Group 176">
              <a:extLst>
                <a:ext uri="{FF2B5EF4-FFF2-40B4-BE49-F238E27FC236}">
                  <a16:creationId xmlns:a16="http://schemas.microsoft.com/office/drawing/2014/main" xmlns="" id="{B868DF49-D0DF-4657-BCC9-6C3140F75BD1}"/>
                </a:ext>
              </a:extLst>
            </p:cNvPr>
            <p:cNvGrpSpPr/>
            <p:nvPr/>
          </p:nvGrpSpPr>
          <p:grpSpPr>
            <a:xfrm>
              <a:off x="9332151" y="2441501"/>
              <a:ext cx="1197000" cy="1880848"/>
              <a:chOff x="-1335025" y="1895102"/>
              <a:chExt cx="1197000" cy="1880848"/>
            </a:xfrm>
            <a:solidFill>
              <a:schemeClr val="bg1">
                <a:lumMod val="95000"/>
              </a:schemeClr>
            </a:solidFill>
          </p:grpSpPr>
          <p:sp>
            <p:nvSpPr>
              <p:cNvPr id="53" name="Rectangle 41">
                <a:extLst>
                  <a:ext uri="{FF2B5EF4-FFF2-40B4-BE49-F238E27FC236}">
                    <a16:creationId xmlns:a16="http://schemas.microsoft.com/office/drawing/2014/main" xmlns="" id="{E5B0F809-61FB-41F5-97CA-5A85C57E0E25}"/>
                  </a:ext>
                </a:extLst>
              </p:cNvPr>
              <p:cNvSpPr/>
              <p:nvPr/>
            </p:nvSpPr>
            <p:spPr>
              <a:xfrm>
                <a:off x="-1273267" y="3587865"/>
                <a:ext cx="1073484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2054681" h="360001">
                    <a:moveTo>
                      <a:pt x="0" y="0"/>
                    </a:moveTo>
                    <a:lnTo>
                      <a:pt x="2054681" y="0"/>
                    </a:lnTo>
                    <a:cubicBezTo>
                      <a:pt x="1986684" y="139418"/>
                      <a:pt x="1889911" y="261820"/>
                      <a:pt x="1771776" y="360001"/>
                    </a:cubicBezTo>
                    <a:lnTo>
                      <a:pt x="282906" y="360001"/>
                    </a:lnTo>
                    <a:cubicBezTo>
                      <a:pt x="164770" y="261820"/>
                      <a:pt x="67997" y="139418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54" name="Rectangle 41">
                <a:extLst>
                  <a:ext uri="{FF2B5EF4-FFF2-40B4-BE49-F238E27FC236}">
                    <a16:creationId xmlns:a16="http://schemas.microsoft.com/office/drawing/2014/main" xmlns="" id="{A075BDC1-DAE2-4107-997B-8F63A7625AEE}"/>
                  </a:ext>
                </a:extLst>
              </p:cNvPr>
              <p:cNvSpPr/>
              <p:nvPr/>
            </p:nvSpPr>
            <p:spPr>
              <a:xfrm>
                <a:off x="-1319963" y="3024092"/>
                <a:ext cx="1166876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2233435" h="360001">
                    <a:moveTo>
                      <a:pt x="133835" y="0"/>
                    </a:moveTo>
                    <a:lnTo>
                      <a:pt x="2095221" y="0"/>
                    </a:lnTo>
                    <a:cubicBezTo>
                      <a:pt x="2162853" y="113840"/>
                      <a:pt x="2207928" y="237216"/>
                      <a:pt x="2233435" y="360001"/>
                    </a:cubicBezTo>
                    <a:lnTo>
                      <a:pt x="0" y="360001"/>
                    </a:lnTo>
                    <a:cubicBezTo>
                      <a:pt x="25641" y="234210"/>
                      <a:pt x="69580" y="111428"/>
                      <a:pt x="133835" y="0"/>
                    </a:cubicBezTo>
                    <a:close/>
                  </a:path>
                </a:pathLst>
              </a:cu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5" name="Rectangle 41">
                <a:extLst>
                  <a:ext uri="{FF2B5EF4-FFF2-40B4-BE49-F238E27FC236}">
                    <a16:creationId xmlns:a16="http://schemas.microsoft.com/office/drawing/2014/main" xmlns="" id="{906DC9A2-043F-4608-B722-7A3D03248B3E}"/>
                  </a:ext>
                </a:extLst>
              </p:cNvPr>
              <p:cNvSpPr/>
              <p:nvPr/>
            </p:nvSpPr>
            <p:spPr>
              <a:xfrm>
                <a:off x="-1248985" y="2835927"/>
                <a:ext cx="1024920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1961727" h="360001">
                    <a:moveTo>
                      <a:pt x="314077" y="0"/>
                    </a:moveTo>
                    <a:lnTo>
                      <a:pt x="1641923" y="0"/>
                    </a:lnTo>
                    <a:cubicBezTo>
                      <a:pt x="1779215" y="97246"/>
                      <a:pt x="1885194" y="222523"/>
                      <a:pt x="1961727" y="360001"/>
                    </a:cubicBezTo>
                    <a:lnTo>
                      <a:pt x="0" y="360001"/>
                    </a:lnTo>
                    <a:cubicBezTo>
                      <a:pt x="76212" y="219130"/>
                      <a:pt x="180881" y="94248"/>
                      <a:pt x="314077" y="0"/>
                    </a:cubicBez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6" name="Rectangle 41">
                <a:extLst>
                  <a:ext uri="{FF2B5EF4-FFF2-40B4-BE49-F238E27FC236}">
                    <a16:creationId xmlns:a16="http://schemas.microsoft.com/office/drawing/2014/main" xmlns="" id="{1D9EAD4D-406B-4AC9-8362-4989E2D9570B}"/>
                  </a:ext>
                </a:extLst>
              </p:cNvPr>
              <p:cNvSpPr/>
              <p:nvPr/>
            </p:nvSpPr>
            <p:spPr>
              <a:xfrm>
                <a:off x="-1083405" y="2647762"/>
                <a:ext cx="693761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1327880" h="360001">
                    <a:moveTo>
                      <a:pt x="395134" y="0"/>
                    </a:moveTo>
                    <a:lnTo>
                      <a:pt x="940525" y="0"/>
                    </a:lnTo>
                    <a:cubicBezTo>
                      <a:pt x="941492" y="60415"/>
                      <a:pt x="941106" y="120900"/>
                      <a:pt x="940525" y="181483"/>
                    </a:cubicBezTo>
                    <a:cubicBezTo>
                      <a:pt x="1089661" y="218530"/>
                      <a:pt x="1218664" y="280406"/>
                      <a:pt x="1327880" y="360001"/>
                    </a:cubicBezTo>
                    <a:lnTo>
                      <a:pt x="0" y="360001"/>
                    </a:lnTo>
                    <a:cubicBezTo>
                      <a:pt x="111032" y="277270"/>
                      <a:pt x="243279" y="217777"/>
                      <a:pt x="394966" y="187721"/>
                    </a:cubicBez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7" name="Rectangle 41">
                <a:extLst>
                  <a:ext uri="{FF2B5EF4-FFF2-40B4-BE49-F238E27FC236}">
                    <a16:creationId xmlns:a16="http://schemas.microsoft.com/office/drawing/2014/main" xmlns="" id="{AF8B4A41-C2FD-46B4-8AFE-6FBF8A011BCB}"/>
                  </a:ext>
                </a:extLst>
              </p:cNvPr>
              <p:cNvSpPr/>
              <p:nvPr/>
            </p:nvSpPr>
            <p:spPr>
              <a:xfrm>
                <a:off x="-879186" y="2459597"/>
                <a:ext cx="285323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546117" h="360001">
                    <a:moveTo>
                      <a:pt x="0" y="0"/>
                    </a:moveTo>
                    <a:lnTo>
                      <a:pt x="545249" y="0"/>
                    </a:lnTo>
                    <a:cubicBezTo>
                      <a:pt x="546404" y="119814"/>
                      <a:pt x="546308" y="239757"/>
                      <a:pt x="545539" y="360001"/>
                    </a:cubicBezTo>
                    <a:lnTo>
                      <a:pt x="147" y="360001"/>
                    </a:ln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8" name="Rectangle 41">
                <a:extLst>
                  <a:ext uri="{FF2B5EF4-FFF2-40B4-BE49-F238E27FC236}">
                    <a16:creationId xmlns:a16="http://schemas.microsoft.com/office/drawing/2014/main" xmlns="" id="{87024934-EB16-43E3-B6E3-02FA32D62C62}"/>
                  </a:ext>
                </a:extLst>
              </p:cNvPr>
              <p:cNvSpPr/>
              <p:nvPr/>
            </p:nvSpPr>
            <p:spPr>
              <a:xfrm>
                <a:off x="-879072" y="2271432"/>
                <a:ext cx="285094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545678" h="360001">
                    <a:moveTo>
                      <a:pt x="0" y="0"/>
                    </a:moveTo>
                    <a:lnTo>
                      <a:pt x="544809" y="0"/>
                    </a:lnTo>
                    <a:cubicBezTo>
                      <a:pt x="545290" y="119986"/>
                      <a:pt x="545677" y="239929"/>
                      <a:pt x="545678" y="360001"/>
                    </a:cubicBezTo>
                    <a:lnTo>
                      <a:pt x="360" y="360001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9" name="Rectangle 41">
                <a:extLst>
                  <a:ext uri="{FF2B5EF4-FFF2-40B4-BE49-F238E27FC236}">
                    <a16:creationId xmlns:a16="http://schemas.microsoft.com/office/drawing/2014/main" xmlns="" id="{D5480E23-FD59-43B0-A89B-B6552B8B4120}"/>
                  </a:ext>
                </a:extLst>
              </p:cNvPr>
              <p:cNvSpPr/>
              <p:nvPr/>
            </p:nvSpPr>
            <p:spPr>
              <a:xfrm>
                <a:off x="-879137" y="2083267"/>
                <a:ext cx="285224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545928" h="360001">
                    <a:moveTo>
                      <a:pt x="0" y="0"/>
                    </a:moveTo>
                    <a:lnTo>
                      <a:pt x="545928" y="0"/>
                    </a:lnTo>
                    <a:lnTo>
                      <a:pt x="545928" y="360001"/>
                    </a:lnTo>
                    <a:lnTo>
                      <a:pt x="284" y="360001"/>
                    </a:lnTo>
                    <a:cubicBezTo>
                      <a:pt x="132" y="240412"/>
                      <a:pt x="9" y="12064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60" name="Rectangle 41">
                <a:extLst>
                  <a:ext uri="{FF2B5EF4-FFF2-40B4-BE49-F238E27FC236}">
                    <a16:creationId xmlns:a16="http://schemas.microsoft.com/office/drawing/2014/main" xmlns="" id="{836DA0F2-35B2-46A1-9B21-C7416A3E7D40}"/>
                  </a:ext>
                </a:extLst>
              </p:cNvPr>
              <p:cNvSpPr/>
              <p:nvPr/>
            </p:nvSpPr>
            <p:spPr>
              <a:xfrm>
                <a:off x="-879129" y="1895102"/>
                <a:ext cx="285209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545899" h="360001">
                    <a:moveTo>
                      <a:pt x="340" y="0"/>
                    </a:moveTo>
                    <a:lnTo>
                      <a:pt x="545899" y="0"/>
                    </a:lnTo>
                    <a:lnTo>
                      <a:pt x="545899" y="360001"/>
                    </a:lnTo>
                    <a:lnTo>
                      <a:pt x="18" y="360001"/>
                    </a:lnTo>
                    <a:cubicBezTo>
                      <a:pt x="-43" y="241068"/>
                      <a:pt x="54" y="121288"/>
                      <a:pt x="34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61" name="Rectangle 41">
                <a:extLst>
                  <a:ext uri="{FF2B5EF4-FFF2-40B4-BE49-F238E27FC236}">
                    <a16:creationId xmlns:a16="http://schemas.microsoft.com/office/drawing/2014/main" xmlns="" id="{538F1FA4-F0DC-426B-B357-8C94048ACB5C}"/>
                  </a:ext>
                </a:extLst>
              </p:cNvPr>
              <p:cNvSpPr/>
              <p:nvPr/>
            </p:nvSpPr>
            <p:spPr>
              <a:xfrm>
                <a:off x="-1335025" y="3212257"/>
                <a:ext cx="1197000" cy="188085"/>
              </a:xfrm>
              <a:custGeom>
                <a:avLst/>
                <a:gdLst/>
                <a:ahLst/>
                <a:cxnLst/>
                <a:rect l="l" t="t" r="r" b="b"/>
                <a:pathLst>
                  <a:path w="2291094" h="360001">
                    <a:moveTo>
                      <a:pt x="28796" y="0"/>
                    </a:moveTo>
                    <a:lnTo>
                      <a:pt x="2262231" y="0"/>
                    </a:lnTo>
                    <a:cubicBezTo>
                      <a:pt x="2280132" y="72056"/>
                      <a:pt x="2288904" y="144392"/>
                      <a:pt x="2291094" y="214657"/>
                    </a:cubicBezTo>
                    <a:cubicBezTo>
                      <a:pt x="2291094" y="263929"/>
                      <a:pt x="2288011" y="312477"/>
                      <a:pt x="2281214" y="360001"/>
                    </a:cubicBezTo>
                    <a:lnTo>
                      <a:pt x="9881" y="360001"/>
                    </a:lnTo>
                    <a:cubicBezTo>
                      <a:pt x="3083" y="312477"/>
                      <a:pt x="0" y="263929"/>
                      <a:pt x="0" y="214657"/>
                    </a:cubicBezTo>
                    <a:cubicBezTo>
                      <a:pt x="3163" y="142886"/>
                      <a:pt x="12175" y="70779"/>
                      <a:pt x="28796" y="0"/>
                    </a:cubicBez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62" name="Rectangle 41">
                <a:extLst>
                  <a:ext uri="{FF2B5EF4-FFF2-40B4-BE49-F238E27FC236}">
                    <a16:creationId xmlns:a16="http://schemas.microsoft.com/office/drawing/2014/main" xmlns="" id="{71D897D7-951B-450C-BF87-7BC2009C856B}"/>
                  </a:ext>
                </a:extLst>
              </p:cNvPr>
              <p:cNvSpPr/>
              <p:nvPr/>
            </p:nvSpPr>
            <p:spPr>
              <a:xfrm>
                <a:off x="-1329863" y="3400422"/>
                <a:ext cx="1186676" cy="187362"/>
              </a:xfrm>
              <a:custGeom>
                <a:avLst/>
                <a:gdLst/>
                <a:ahLst/>
                <a:cxnLst/>
                <a:rect l="l" t="t" r="r" b="b"/>
                <a:pathLst>
                  <a:path w="1186676" h="187362">
                    <a:moveTo>
                      <a:pt x="0" y="0"/>
                    </a:moveTo>
                    <a:lnTo>
                      <a:pt x="1186676" y="0"/>
                    </a:lnTo>
                    <a:cubicBezTo>
                      <a:pt x="1178468" y="66695"/>
                      <a:pt x="1159252" y="129918"/>
                      <a:pt x="1130155" y="187362"/>
                    </a:cubicBezTo>
                    <a:lnTo>
                      <a:pt x="56521" y="187362"/>
                    </a:lnTo>
                    <a:cubicBezTo>
                      <a:pt x="27424" y="129918"/>
                      <a:pt x="8208" y="66695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63" name="Group 153">
            <a:extLst>
              <a:ext uri="{FF2B5EF4-FFF2-40B4-BE49-F238E27FC236}">
                <a16:creationId xmlns:a16="http://schemas.microsoft.com/office/drawing/2014/main" xmlns="" id="{6976AAAF-2C75-44FE-BCCC-5CEDD8254917}"/>
              </a:ext>
            </a:extLst>
          </p:cNvPr>
          <p:cNvGrpSpPr/>
          <p:nvPr/>
        </p:nvGrpSpPr>
        <p:grpSpPr>
          <a:xfrm>
            <a:off x="894938" y="4709086"/>
            <a:ext cx="2284130" cy="553998"/>
            <a:chOff x="539552" y="4592161"/>
            <a:chExt cx="1834084" cy="553998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xmlns="" id="{B6C5D3EF-143B-4CF5-AF1C-D09F1AD13E80}"/>
                </a:ext>
              </a:extLst>
            </p:cNvPr>
            <p:cNvSpPr txBox="1"/>
            <p:nvPr/>
          </p:nvSpPr>
          <p:spPr>
            <a:xfrm>
              <a:off x="539552" y="4869160"/>
              <a:ext cx="18340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accent4"/>
                  </a:solidFill>
                  <a:cs typeface="Arial" pitchFamily="34" charset="0"/>
                </a:rPr>
                <a:t>Text Here</a:t>
              </a:r>
              <a:endParaRPr lang="ko-KR" altLang="en-US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xmlns="" id="{3DBB077D-5CE3-41F6-A703-EBD0FAF3B357}"/>
                </a:ext>
              </a:extLst>
            </p:cNvPr>
            <p:cNvSpPr txBox="1"/>
            <p:nvPr/>
          </p:nvSpPr>
          <p:spPr>
            <a:xfrm>
              <a:off x="539552" y="4592161"/>
              <a:ext cx="18340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accent4"/>
                  </a:solidFill>
                  <a:cs typeface="Arial" pitchFamily="34" charset="0"/>
                </a:rPr>
                <a:t>Your Text Here</a:t>
              </a:r>
              <a:endParaRPr lang="ko-KR" altLang="en-US" sz="14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</p:grpSp>
      <p:grpSp>
        <p:nvGrpSpPr>
          <p:cNvPr id="66" name="Group 189">
            <a:extLst>
              <a:ext uri="{FF2B5EF4-FFF2-40B4-BE49-F238E27FC236}">
                <a16:creationId xmlns:a16="http://schemas.microsoft.com/office/drawing/2014/main" xmlns="" id="{CB0709CD-09F3-4176-94F8-32FDC85AFC7A}"/>
              </a:ext>
            </a:extLst>
          </p:cNvPr>
          <p:cNvGrpSpPr/>
          <p:nvPr/>
        </p:nvGrpSpPr>
        <p:grpSpPr>
          <a:xfrm>
            <a:off x="3629916" y="4709086"/>
            <a:ext cx="2284130" cy="553998"/>
            <a:chOff x="539552" y="4592161"/>
            <a:chExt cx="1834084" cy="553998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xmlns="" id="{7E824449-E0D8-4424-9F42-05771C40DCE3}"/>
                </a:ext>
              </a:extLst>
            </p:cNvPr>
            <p:cNvSpPr txBox="1"/>
            <p:nvPr/>
          </p:nvSpPr>
          <p:spPr>
            <a:xfrm>
              <a:off x="539552" y="4869160"/>
              <a:ext cx="18340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accent3"/>
                  </a:solidFill>
                  <a:cs typeface="Arial" pitchFamily="34" charset="0"/>
                </a:rPr>
                <a:t>Text Here</a:t>
              </a:r>
              <a:endParaRPr lang="ko-KR" altLang="en-US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xmlns="" id="{DA6D4107-C302-43AA-94C2-FBF4DF88715B}"/>
                </a:ext>
              </a:extLst>
            </p:cNvPr>
            <p:cNvSpPr txBox="1"/>
            <p:nvPr/>
          </p:nvSpPr>
          <p:spPr>
            <a:xfrm>
              <a:off x="539552" y="4592161"/>
              <a:ext cx="18340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accent3"/>
                  </a:solidFill>
                  <a:cs typeface="Arial" pitchFamily="34" charset="0"/>
                </a:rPr>
                <a:t>Your Text Here</a:t>
              </a:r>
              <a:endParaRPr lang="ko-KR" altLang="en-US" sz="14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  <p:grpSp>
        <p:nvGrpSpPr>
          <p:cNvPr id="69" name="Group 192">
            <a:extLst>
              <a:ext uri="{FF2B5EF4-FFF2-40B4-BE49-F238E27FC236}">
                <a16:creationId xmlns:a16="http://schemas.microsoft.com/office/drawing/2014/main" xmlns="" id="{54A83385-7E7A-45A2-9AC8-92E30646ECBF}"/>
              </a:ext>
            </a:extLst>
          </p:cNvPr>
          <p:cNvGrpSpPr/>
          <p:nvPr/>
        </p:nvGrpSpPr>
        <p:grpSpPr>
          <a:xfrm>
            <a:off x="6364896" y="4709086"/>
            <a:ext cx="2284130" cy="553998"/>
            <a:chOff x="539552" y="4592161"/>
            <a:chExt cx="1834084" cy="553998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xmlns="" id="{1A343105-8C38-41A8-8174-875A851B84A2}"/>
                </a:ext>
              </a:extLst>
            </p:cNvPr>
            <p:cNvSpPr txBox="1"/>
            <p:nvPr/>
          </p:nvSpPr>
          <p:spPr>
            <a:xfrm>
              <a:off x="539552" y="4869160"/>
              <a:ext cx="18340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accent2"/>
                  </a:solidFill>
                  <a:cs typeface="Arial" pitchFamily="34" charset="0"/>
                </a:rPr>
                <a:t>Text Here</a:t>
              </a:r>
              <a:endParaRPr lang="ko-KR" altLang="en-US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xmlns="" id="{3162D00A-E65A-4DB6-A4A2-1BC523088644}"/>
                </a:ext>
              </a:extLst>
            </p:cNvPr>
            <p:cNvSpPr txBox="1"/>
            <p:nvPr/>
          </p:nvSpPr>
          <p:spPr>
            <a:xfrm>
              <a:off x="539552" y="4592161"/>
              <a:ext cx="18340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accent2"/>
                  </a:solidFill>
                  <a:cs typeface="Arial" pitchFamily="34" charset="0"/>
                </a:rPr>
                <a:t>Your Text Here</a:t>
              </a:r>
              <a:endParaRPr lang="ko-KR" altLang="en-US" sz="14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grpSp>
        <p:nvGrpSpPr>
          <p:cNvPr id="72" name="Group 195">
            <a:extLst>
              <a:ext uri="{FF2B5EF4-FFF2-40B4-BE49-F238E27FC236}">
                <a16:creationId xmlns:a16="http://schemas.microsoft.com/office/drawing/2014/main" xmlns="" id="{B495E286-D288-4C91-8230-63B3C1690D5A}"/>
              </a:ext>
            </a:extLst>
          </p:cNvPr>
          <p:cNvGrpSpPr/>
          <p:nvPr/>
        </p:nvGrpSpPr>
        <p:grpSpPr>
          <a:xfrm>
            <a:off x="9099874" y="4709086"/>
            <a:ext cx="2284130" cy="553998"/>
            <a:chOff x="539552" y="4592161"/>
            <a:chExt cx="1834084" cy="553998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xmlns="" id="{206765FC-A3F1-44EC-98F1-D7119D4044C6}"/>
                </a:ext>
              </a:extLst>
            </p:cNvPr>
            <p:cNvSpPr txBox="1"/>
            <p:nvPr/>
          </p:nvSpPr>
          <p:spPr>
            <a:xfrm>
              <a:off x="539552" y="4869160"/>
              <a:ext cx="18340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accent1"/>
                  </a:solidFill>
                  <a:cs typeface="Arial" pitchFamily="34" charset="0"/>
                </a:rPr>
                <a:t>Text Here</a:t>
              </a:r>
              <a:endParaRPr lang="ko-KR" altLang="en-US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xmlns="" id="{D6A9827A-5E21-40EA-8545-E733FD63C5BA}"/>
                </a:ext>
              </a:extLst>
            </p:cNvPr>
            <p:cNvSpPr txBox="1"/>
            <p:nvPr/>
          </p:nvSpPr>
          <p:spPr>
            <a:xfrm>
              <a:off x="539552" y="4592161"/>
              <a:ext cx="18340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accent1"/>
                  </a:solidFill>
                  <a:cs typeface="Arial" pitchFamily="34" charset="0"/>
                </a:rPr>
                <a:t>Your Text Here</a:t>
              </a:r>
              <a:endParaRPr lang="ko-KR" altLang="en-US" sz="1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97826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0">
            <a:extLst>
              <a:ext uri="{FF2B5EF4-FFF2-40B4-BE49-F238E27FC236}">
                <a16:creationId xmlns:a16="http://schemas.microsoft.com/office/drawing/2014/main" xmlns="" id="{DE619B17-8252-4191-A253-62344C29057D}"/>
              </a:ext>
            </a:extLst>
          </p:cNvPr>
          <p:cNvGrpSpPr/>
          <p:nvPr/>
        </p:nvGrpSpPr>
        <p:grpSpPr>
          <a:xfrm>
            <a:off x="742301" y="2878196"/>
            <a:ext cx="3732743" cy="3366496"/>
            <a:chOff x="1880404" y="2899140"/>
            <a:chExt cx="3732743" cy="336649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C1333E3B-F3CD-43EA-89E6-5FD1E5DC8140}"/>
                </a:ext>
              </a:extLst>
            </p:cNvPr>
            <p:cNvSpPr txBox="1"/>
            <p:nvPr/>
          </p:nvSpPr>
          <p:spPr>
            <a:xfrm>
              <a:off x="1880404" y="2899140"/>
              <a:ext cx="373274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ko-KR" dirty="0">
                  <a:solidFill>
                    <a:schemeClr val="bg1"/>
                  </a:solidFill>
                  <a:cs typeface="Arial" pitchFamily="34" charset="0"/>
                </a:rPr>
                <a:t>Simple Portfolio Presentation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93C0FCE6-6CDB-41DB-974B-0ABA2E729769}"/>
                </a:ext>
              </a:extLst>
            </p:cNvPr>
            <p:cNvSpPr txBox="1"/>
            <p:nvPr/>
          </p:nvSpPr>
          <p:spPr>
            <a:xfrm>
              <a:off x="1880404" y="5311164"/>
              <a:ext cx="373274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ko-KR" dirty="0">
                  <a:solidFill>
                    <a:schemeClr val="bg1"/>
                  </a:solidFill>
                  <a:cs typeface="Arial" pitchFamily="34" charset="0"/>
                </a:rPr>
                <a:t>Portfolio Presentation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AD5F8577-BA8E-49A8-8FE8-A73C24FB6A9E}"/>
                </a:ext>
              </a:extLst>
            </p:cNvPr>
            <p:cNvSpPr txBox="1"/>
            <p:nvPr/>
          </p:nvSpPr>
          <p:spPr>
            <a:xfrm>
              <a:off x="1880404" y="4105152"/>
              <a:ext cx="373274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ko-KR" dirty="0">
                  <a:solidFill>
                    <a:schemeClr val="bg1"/>
                  </a:solidFill>
                  <a:cs typeface="Arial" pitchFamily="34" charset="0"/>
                </a:rPr>
                <a:t>Simple Portfolio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69C00D81-1DF0-4D30-9D76-5FD5F93FBE5A}"/>
                </a:ext>
              </a:extLst>
            </p:cNvPr>
            <p:cNvSpPr txBox="1"/>
            <p:nvPr/>
          </p:nvSpPr>
          <p:spPr>
            <a:xfrm>
              <a:off x="2686706" y="3213072"/>
              <a:ext cx="2926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B13E1F24-74A5-41E4-B5B1-3538DC1BE461}"/>
                </a:ext>
              </a:extLst>
            </p:cNvPr>
            <p:cNvSpPr txBox="1"/>
            <p:nvPr/>
          </p:nvSpPr>
          <p:spPr>
            <a:xfrm>
              <a:off x="2686706" y="4416189"/>
              <a:ext cx="2926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D41F5819-83BA-4A37-9DE7-1F22D0D8F97C}"/>
                </a:ext>
              </a:extLst>
            </p:cNvPr>
            <p:cNvSpPr txBox="1"/>
            <p:nvPr/>
          </p:nvSpPr>
          <p:spPr>
            <a:xfrm>
              <a:off x="2686706" y="5619305"/>
              <a:ext cx="2926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7" name="Round Same Side Corner Rectangle 11">
            <a:extLst>
              <a:ext uri="{FF2B5EF4-FFF2-40B4-BE49-F238E27FC236}">
                <a16:creationId xmlns:a16="http://schemas.microsoft.com/office/drawing/2014/main" xmlns="" id="{B8C8D7BA-CF62-4E05-B53B-F9E33B07B0C3}"/>
              </a:ext>
            </a:extLst>
          </p:cNvPr>
          <p:cNvSpPr/>
          <p:nvPr/>
        </p:nvSpPr>
        <p:spPr>
          <a:xfrm rot="9900000">
            <a:off x="965060" y="5759719"/>
            <a:ext cx="448874" cy="381232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  <p:sp>
        <p:nvSpPr>
          <p:cNvPr id="18" name="Rounded Rectangle 27">
            <a:extLst>
              <a:ext uri="{FF2B5EF4-FFF2-40B4-BE49-F238E27FC236}">
                <a16:creationId xmlns:a16="http://schemas.microsoft.com/office/drawing/2014/main" xmlns="" id="{50E94B75-58A4-41C9-B397-F3E9D52A8877}"/>
              </a:ext>
            </a:extLst>
          </p:cNvPr>
          <p:cNvSpPr/>
          <p:nvPr/>
        </p:nvSpPr>
        <p:spPr>
          <a:xfrm>
            <a:off x="943481" y="4526854"/>
            <a:ext cx="413112" cy="317326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  <p:sp>
        <p:nvSpPr>
          <p:cNvPr id="19" name="Oval 21">
            <a:extLst>
              <a:ext uri="{FF2B5EF4-FFF2-40B4-BE49-F238E27FC236}">
                <a16:creationId xmlns:a16="http://schemas.microsoft.com/office/drawing/2014/main" xmlns="" id="{D2C89BED-438C-4650-8C97-CDAE294F5071}"/>
              </a:ext>
            </a:extLst>
          </p:cNvPr>
          <p:cNvSpPr>
            <a:spLocks noChangeAspect="1"/>
          </p:cNvSpPr>
          <p:nvPr/>
        </p:nvSpPr>
        <p:spPr>
          <a:xfrm>
            <a:off x="923372" y="3305625"/>
            <a:ext cx="433221" cy="436839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BB5038B-7D6C-4E9D-AE23-2CA3DBBEB21A}"/>
              </a:ext>
            </a:extLst>
          </p:cNvPr>
          <p:cNvSpPr txBox="1"/>
          <p:nvPr/>
        </p:nvSpPr>
        <p:spPr>
          <a:xfrm>
            <a:off x="709913" y="1830934"/>
            <a:ext cx="4209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Modern  PowerPoint  Presentation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7D02BF6-6C91-45ED-A17C-564A65D85F81}"/>
              </a:ext>
            </a:extLst>
          </p:cNvPr>
          <p:cNvSpPr txBox="1"/>
          <p:nvPr/>
        </p:nvSpPr>
        <p:spPr>
          <a:xfrm>
            <a:off x="9056606" y="1788714"/>
            <a:ext cx="2393093" cy="1231106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  <a:cs typeface="Arial" pitchFamily="34" charset="0"/>
              </a:rPr>
              <a:t>We Create</a:t>
            </a:r>
          </a:p>
          <a:p>
            <a:r>
              <a:rPr lang="en-US" altLang="ko-KR" sz="2000" b="1" dirty="0">
                <a:solidFill>
                  <a:schemeClr val="accent1"/>
                </a:solidFill>
                <a:cs typeface="Arial" pitchFamily="34" charset="0"/>
              </a:rPr>
              <a:t>Quality </a:t>
            </a:r>
          </a:p>
          <a:p>
            <a:r>
              <a:rPr lang="en-US" altLang="ko-KR" sz="2000" b="1" dirty="0">
                <a:solidFill>
                  <a:schemeClr val="accent1"/>
                </a:solidFill>
                <a:cs typeface="Arial" pitchFamily="34" charset="0"/>
              </a:rPr>
              <a:t>Professional </a:t>
            </a:r>
          </a:p>
          <a:p>
            <a:r>
              <a:rPr lang="en-US" altLang="ko-KR" sz="2000" b="1" dirty="0">
                <a:solidFill>
                  <a:schemeClr val="accent1"/>
                </a:solidFill>
                <a:cs typeface="Arial" pitchFamily="34" charset="0"/>
              </a:rPr>
              <a:t>PPT Presentation</a:t>
            </a:r>
            <a:endParaRPr lang="ko-KR" altLang="en-US" sz="20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44B5AAE4-34CE-4A96-86EF-B34850DBBA60}"/>
              </a:ext>
            </a:extLst>
          </p:cNvPr>
          <p:cNvSpPr txBox="1"/>
          <p:nvPr/>
        </p:nvSpPr>
        <p:spPr>
          <a:xfrm>
            <a:off x="9033489" y="3197704"/>
            <a:ext cx="241621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Example Text : Get a modern PowerPoint  Presentation that is beautifully designed. I hope and I believe that this Template will your Time, Money and Reputation. You can simply impress your audience and add a unique zing and appeal to your Presentations. Easy to change colors, photos and Text. 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</a:t>
            </a:r>
          </a:p>
        </p:txBody>
      </p:sp>
    </p:spTree>
    <p:extLst>
      <p:ext uri="{BB962C8B-B14F-4D97-AF65-F5344CB8AC3E}">
        <p14:creationId xmlns:p14="http://schemas.microsoft.com/office/powerpoint/2010/main" val="1585171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DF644CE1-119A-478D-B341-14061DEE4367}"/>
              </a:ext>
            </a:extLst>
          </p:cNvPr>
          <p:cNvGrpSpPr/>
          <p:nvPr/>
        </p:nvGrpSpPr>
        <p:grpSpPr>
          <a:xfrm>
            <a:off x="6829343" y="1760117"/>
            <a:ext cx="3420000" cy="923330"/>
            <a:chOff x="2551706" y="4283314"/>
            <a:chExt cx="1403938" cy="92333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xmlns="" id="{BD807F76-BC38-4B98-BD62-972B266B6972}"/>
                </a:ext>
              </a:extLst>
            </p:cNvPr>
            <p:cNvSpPr txBox="1"/>
            <p:nvPr/>
          </p:nvSpPr>
          <p:spPr>
            <a:xfrm>
              <a:off x="2551706" y="4560313"/>
              <a:ext cx="14039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EC0C3D6C-E752-435B-9E36-D082F7491CB4}"/>
                </a:ext>
              </a:extLst>
            </p:cNvPr>
            <p:cNvSpPr txBox="1"/>
            <p:nvPr/>
          </p:nvSpPr>
          <p:spPr>
            <a:xfrm>
              <a:off x="2551706" y="4283314"/>
              <a:ext cx="14039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C665264B-A705-4DAC-942E-0BCF80C13417}"/>
              </a:ext>
            </a:extLst>
          </p:cNvPr>
          <p:cNvGrpSpPr/>
          <p:nvPr/>
        </p:nvGrpSpPr>
        <p:grpSpPr>
          <a:xfrm>
            <a:off x="7643644" y="2707209"/>
            <a:ext cx="3420000" cy="923330"/>
            <a:chOff x="2551706" y="4283314"/>
            <a:chExt cx="1403938" cy="92333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FEC0E516-621A-43B1-B38D-CA373DFAE12A}"/>
                </a:ext>
              </a:extLst>
            </p:cNvPr>
            <p:cNvSpPr txBox="1"/>
            <p:nvPr/>
          </p:nvSpPr>
          <p:spPr>
            <a:xfrm>
              <a:off x="2551706" y="4560313"/>
              <a:ext cx="14039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417A5CE7-4367-4B07-BAFB-7485442B0E49}"/>
                </a:ext>
              </a:extLst>
            </p:cNvPr>
            <p:cNvSpPr txBox="1"/>
            <p:nvPr/>
          </p:nvSpPr>
          <p:spPr>
            <a:xfrm>
              <a:off x="2551706" y="4283314"/>
              <a:ext cx="14039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xmlns="" id="{A4D575C3-13EF-4B5B-8997-F995D4D949D7}"/>
              </a:ext>
            </a:extLst>
          </p:cNvPr>
          <p:cNvGrpSpPr/>
          <p:nvPr/>
        </p:nvGrpSpPr>
        <p:grpSpPr>
          <a:xfrm>
            <a:off x="7701762" y="4360491"/>
            <a:ext cx="3420000" cy="923330"/>
            <a:chOff x="2551706" y="4283314"/>
            <a:chExt cx="1403938" cy="92333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F1F85402-48E6-4563-AD4A-C90C783524FB}"/>
                </a:ext>
              </a:extLst>
            </p:cNvPr>
            <p:cNvSpPr txBox="1"/>
            <p:nvPr/>
          </p:nvSpPr>
          <p:spPr>
            <a:xfrm>
              <a:off x="2551706" y="4560313"/>
              <a:ext cx="14039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DFBB5ED0-856B-40E9-A68D-3193EBC00E71}"/>
                </a:ext>
              </a:extLst>
            </p:cNvPr>
            <p:cNvSpPr txBox="1"/>
            <p:nvPr/>
          </p:nvSpPr>
          <p:spPr>
            <a:xfrm>
              <a:off x="2551706" y="4283314"/>
              <a:ext cx="14039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xmlns="" id="{ED945554-F261-4C56-8EFA-3459E93FCCF7}"/>
              </a:ext>
            </a:extLst>
          </p:cNvPr>
          <p:cNvGrpSpPr/>
          <p:nvPr/>
        </p:nvGrpSpPr>
        <p:grpSpPr>
          <a:xfrm>
            <a:off x="852854" y="2707209"/>
            <a:ext cx="3420000" cy="923330"/>
            <a:chOff x="2551706" y="4283314"/>
            <a:chExt cx="1403938" cy="92333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3E282E2D-A521-4283-AE47-4F95848CEB69}"/>
                </a:ext>
              </a:extLst>
            </p:cNvPr>
            <p:cNvSpPr txBox="1"/>
            <p:nvPr/>
          </p:nvSpPr>
          <p:spPr>
            <a:xfrm>
              <a:off x="2551706" y="4560313"/>
              <a:ext cx="14039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09BA5161-2D4F-4D62-9429-81D792DC90D6}"/>
                </a:ext>
              </a:extLst>
            </p:cNvPr>
            <p:cNvSpPr txBox="1"/>
            <p:nvPr/>
          </p:nvSpPr>
          <p:spPr>
            <a:xfrm>
              <a:off x="2551706" y="4283314"/>
              <a:ext cx="14039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xmlns="" id="{6BD61464-7877-4EAF-A14A-F5B8FF854877}"/>
              </a:ext>
            </a:extLst>
          </p:cNvPr>
          <p:cNvGrpSpPr/>
          <p:nvPr/>
        </p:nvGrpSpPr>
        <p:grpSpPr>
          <a:xfrm>
            <a:off x="852854" y="4360491"/>
            <a:ext cx="3420000" cy="923330"/>
            <a:chOff x="2551706" y="4283314"/>
            <a:chExt cx="1403938" cy="92333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04B71D4A-330A-45B4-A3F0-F7CB9337804D}"/>
                </a:ext>
              </a:extLst>
            </p:cNvPr>
            <p:cNvSpPr txBox="1"/>
            <p:nvPr/>
          </p:nvSpPr>
          <p:spPr>
            <a:xfrm>
              <a:off x="2551706" y="4560313"/>
              <a:ext cx="14039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82627C5B-DA46-467D-B831-2AA7E6141EA4}"/>
                </a:ext>
              </a:extLst>
            </p:cNvPr>
            <p:cNvSpPr txBox="1"/>
            <p:nvPr/>
          </p:nvSpPr>
          <p:spPr>
            <a:xfrm>
              <a:off x="2551706" y="4283314"/>
              <a:ext cx="14039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xmlns="" id="{360FAFCB-B4D1-4AB2-BE86-990987353A2E}"/>
              </a:ext>
            </a:extLst>
          </p:cNvPr>
          <p:cNvGrpSpPr/>
          <p:nvPr/>
        </p:nvGrpSpPr>
        <p:grpSpPr>
          <a:xfrm>
            <a:off x="1862163" y="5200864"/>
            <a:ext cx="3420000" cy="923330"/>
            <a:chOff x="2551706" y="4283314"/>
            <a:chExt cx="1403938" cy="92333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FF0F91FC-708D-4E57-AF77-6A4A6025D8DE}"/>
                </a:ext>
              </a:extLst>
            </p:cNvPr>
            <p:cNvSpPr txBox="1"/>
            <p:nvPr/>
          </p:nvSpPr>
          <p:spPr>
            <a:xfrm>
              <a:off x="2551706" y="4560313"/>
              <a:ext cx="14039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C9A8B75D-19DF-490D-8E7A-25B5D6B771F2}"/>
                </a:ext>
              </a:extLst>
            </p:cNvPr>
            <p:cNvSpPr txBox="1"/>
            <p:nvPr/>
          </p:nvSpPr>
          <p:spPr>
            <a:xfrm>
              <a:off x="2551706" y="4283314"/>
              <a:ext cx="14039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" name="그룹 3">
            <a:extLst>
              <a:ext uri="{FF2B5EF4-FFF2-40B4-BE49-F238E27FC236}">
                <a16:creationId xmlns:a16="http://schemas.microsoft.com/office/drawing/2014/main" xmlns="" id="{8EF25736-8A39-447A-8DB6-6C4F13B43211}"/>
              </a:ext>
            </a:extLst>
          </p:cNvPr>
          <p:cNvGrpSpPr/>
          <p:nvPr/>
        </p:nvGrpSpPr>
        <p:grpSpPr>
          <a:xfrm>
            <a:off x="4607268" y="2332616"/>
            <a:ext cx="2977467" cy="3310535"/>
            <a:chOff x="4733387" y="2304040"/>
            <a:chExt cx="2734502" cy="3040391"/>
          </a:xfrm>
        </p:grpSpPr>
        <p:sp>
          <p:nvSpPr>
            <p:cNvPr id="22" name="Oval 22">
              <a:extLst>
                <a:ext uri="{FF2B5EF4-FFF2-40B4-BE49-F238E27FC236}">
                  <a16:creationId xmlns:a16="http://schemas.microsoft.com/office/drawing/2014/main" xmlns="" id="{830B2492-72BC-49F4-ACC5-3F1EEDE20B77}"/>
                </a:ext>
              </a:extLst>
            </p:cNvPr>
            <p:cNvSpPr/>
            <p:nvPr/>
          </p:nvSpPr>
          <p:spPr>
            <a:xfrm>
              <a:off x="4733387" y="2443864"/>
              <a:ext cx="2734502" cy="2734502"/>
            </a:xfrm>
            <a:prstGeom prst="ellipse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/>
            </a:p>
          </p:txBody>
        </p:sp>
        <p:sp>
          <p:nvSpPr>
            <p:cNvPr id="23" name="Oval 23">
              <a:extLst>
                <a:ext uri="{FF2B5EF4-FFF2-40B4-BE49-F238E27FC236}">
                  <a16:creationId xmlns:a16="http://schemas.microsoft.com/office/drawing/2014/main" xmlns="" id="{5CF9F0D6-86FF-4D50-BE36-181689D5A916}"/>
                </a:ext>
              </a:extLst>
            </p:cNvPr>
            <p:cNvSpPr/>
            <p:nvPr/>
          </p:nvSpPr>
          <p:spPr>
            <a:xfrm>
              <a:off x="5948939" y="2304040"/>
              <a:ext cx="279648" cy="279648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/>
            </a:p>
          </p:txBody>
        </p:sp>
        <p:sp>
          <p:nvSpPr>
            <p:cNvPr id="24" name="Oval 24">
              <a:extLst>
                <a:ext uri="{FF2B5EF4-FFF2-40B4-BE49-F238E27FC236}">
                  <a16:creationId xmlns:a16="http://schemas.microsoft.com/office/drawing/2014/main" xmlns="" id="{9090A83D-CC03-4A79-83C9-788DDCD2CE58}"/>
                </a:ext>
              </a:extLst>
            </p:cNvPr>
            <p:cNvSpPr/>
            <p:nvPr/>
          </p:nvSpPr>
          <p:spPr>
            <a:xfrm>
              <a:off x="5966487" y="5064783"/>
              <a:ext cx="279648" cy="279648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/>
            </a:p>
          </p:txBody>
        </p:sp>
        <p:sp>
          <p:nvSpPr>
            <p:cNvPr id="25" name="Oval 25">
              <a:extLst>
                <a:ext uri="{FF2B5EF4-FFF2-40B4-BE49-F238E27FC236}">
                  <a16:creationId xmlns:a16="http://schemas.microsoft.com/office/drawing/2014/main" xmlns="" id="{2A615BF4-346E-4791-9E0E-0C8572A7EDC9}"/>
                </a:ext>
              </a:extLst>
            </p:cNvPr>
            <p:cNvSpPr/>
            <p:nvPr/>
          </p:nvSpPr>
          <p:spPr>
            <a:xfrm>
              <a:off x="7092436" y="4450608"/>
              <a:ext cx="279648" cy="279648"/>
            </a:xfrm>
            <a:prstGeom prst="ellipse">
              <a:avLst/>
            </a:prstGeom>
            <a:solidFill>
              <a:schemeClr val="accent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/>
            </a:p>
          </p:txBody>
        </p:sp>
        <p:sp>
          <p:nvSpPr>
            <p:cNvPr id="26" name="Oval 26">
              <a:extLst>
                <a:ext uri="{FF2B5EF4-FFF2-40B4-BE49-F238E27FC236}">
                  <a16:creationId xmlns:a16="http://schemas.microsoft.com/office/drawing/2014/main" xmlns="" id="{4DDEBAFF-CA29-499E-B219-66B8512E6160}"/>
                </a:ext>
              </a:extLst>
            </p:cNvPr>
            <p:cNvSpPr/>
            <p:nvPr/>
          </p:nvSpPr>
          <p:spPr>
            <a:xfrm>
              <a:off x="7092436" y="2936819"/>
              <a:ext cx="279648" cy="279648"/>
            </a:xfrm>
            <a:prstGeom prst="ellipse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/>
            </a:p>
          </p:txBody>
        </p:sp>
        <p:sp>
          <p:nvSpPr>
            <p:cNvPr id="27" name="Oval 27">
              <a:extLst>
                <a:ext uri="{FF2B5EF4-FFF2-40B4-BE49-F238E27FC236}">
                  <a16:creationId xmlns:a16="http://schemas.microsoft.com/office/drawing/2014/main" xmlns="" id="{FE082866-9647-4BDF-B9EF-EB25683FFD2B}"/>
                </a:ext>
              </a:extLst>
            </p:cNvPr>
            <p:cNvSpPr/>
            <p:nvPr/>
          </p:nvSpPr>
          <p:spPr>
            <a:xfrm>
              <a:off x="4799856" y="4450608"/>
              <a:ext cx="279648" cy="279648"/>
            </a:xfrm>
            <a:prstGeom prst="ellipse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/>
            </a:p>
          </p:txBody>
        </p:sp>
        <p:sp>
          <p:nvSpPr>
            <p:cNvPr id="28" name="Oval 28">
              <a:extLst>
                <a:ext uri="{FF2B5EF4-FFF2-40B4-BE49-F238E27FC236}">
                  <a16:creationId xmlns:a16="http://schemas.microsoft.com/office/drawing/2014/main" xmlns="" id="{5CF753FD-70F2-43CF-BAC0-71363E427D2A}"/>
                </a:ext>
              </a:extLst>
            </p:cNvPr>
            <p:cNvSpPr/>
            <p:nvPr/>
          </p:nvSpPr>
          <p:spPr>
            <a:xfrm>
              <a:off x="4799856" y="2936819"/>
              <a:ext cx="279648" cy="279648"/>
            </a:xfrm>
            <a:prstGeom prst="ellipse">
              <a:avLst/>
            </a:prstGeom>
            <a:solidFill>
              <a:schemeClr val="accent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/>
            </a:p>
          </p:txBody>
        </p:sp>
      </p:grpSp>
      <p:grpSp>
        <p:nvGrpSpPr>
          <p:cNvPr id="32" name="Graphic 226">
            <a:extLst>
              <a:ext uri="{FF2B5EF4-FFF2-40B4-BE49-F238E27FC236}">
                <a16:creationId xmlns:a16="http://schemas.microsoft.com/office/drawing/2014/main" xmlns="" id="{7BD2E011-D226-4E8B-AF8C-310699C548C1}"/>
              </a:ext>
            </a:extLst>
          </p:cNvPr>
          <p:cNvGrpSpPr/>
          <p:nvPr/>
        </p:nvGrpSpPr>
        <p:grpSpPr>
          <a:xfrm>
            <a:off x="5318552" y="3046954"/>
            <a:ext cx="1594302" cy="1881859"/>
            <a:chOff x="3190967" y="4976140"/>
            <a:chExt cx="1594302" cy="1881859"/>
          </a:xfrm>
          <a:solidFill>
            <a:schemeClr val="accent4"/>
          </a:solidFill>
        </p:grpSpPr>
        <p:sp>
          <p:nvSpPr>
            <p:cNvPr id="33" name="Freeform: Shape 308">
              <a:extLst>
                <a:ext uri="{FF2B5EF4-FFF2-40B4-BE49-F238E27FC236}">
                  <a16:creationId xmlns:a16="http://schemas.microsoft.com/office/drawing/2014/main" xmlns="" id="{7B2E85CF-771D-4579-8E26-16DCCC80B20C}"/>
                </a:ext>
              </a:extLst>
            </p:cNvPr>
            <p:cNvSpPr/>
            <p:nvPr/>
          </p:nvSpPr>
          <p:spPr>
            <a:xfrm>
              <a:off x="3412046" y="5909633"/>
              <a:ext cx="1154075" cy="444412"/>
            </a:xfrm>
            <a:custGeom>
              <a:avLst/>
              <a:gdLst>
                <a:gd name="connsiteX0" fmla="*/ 582806 w 1154075"/>
                <a:gd name="connsiteY0" fmla="*/ 444413 h 444412"/>
                <a:gd name="connsiteX1" fmla="*/ 321275 w 1154075"/>
                <a:gd name="connsiteY1" fmla="*/ 437861 h 444412"/>
                <a:gd name="connsiteX2" fmla="*/ 135091 w 1154075"/>
                <a:gd name="connsiteY2" fmla="*/ 427669 h 444412"/>
                <a:gd name="connsiteX3" fmla="*/ 24618 w 1154075"/>
                <a:gd name="connsiteY3" fmla="*/ 418933 h 444412"/>
                <a:gd name="connsiteX4" fmla="*/ 48 w 1154075"/>
                <a:gd name="connsiteY4" fmla="*/ 391816 h 444412"/>
                <a:gd name="connsiteX5" fmla="*/ 15336 w 1154075"/>
                <a:gd name="connsiteY5" fmla="*/ 305003 h 444412"/>
                <a:gd name="connsiteX6" fmla="*/ 131633 w 1154075"/>
                <a:gd name="connsiteY6" fmla="*/ 106625 h 444412"/>
                <a:gd name="connsiteX7" fmla="*/ 266129 w 1154075"/>
                <a:gd name="connsiteY7" fmla="*/ 13260 h 444412"/>
                <a:gd name="connsiteX8" fmla="*/ 331649 w 1154075"/>
                <a:gd name="connsiteY8" fmla="*/ 3068 h 444412"/>
                <a:gd name="connsiteX9" fmla="*/ 374782 w 1154075"/>
                <a:gd name="connsiteY9" fmla="*/ 33098 h 444412"/>
                <a:gd name="connsiteX10" fmla="*/ 546224 w 1154075"/>
                <a:gd name="connsiteY10" fmla="*/ 364334 h 444412"/>
                <a:gd name="connsiteX11" fmla="*/ 573524 w 1154075"/>
                <a:gd name="connsiteY11" fmla="*/ 391998 h 444412"/>
                <a:gd name="connsiteX12" fmla="*/ 596092 w 1154075"/>
                <a:gd name="connsiteY12" fmla="*/ 384172 h 444412"/>
                <a:gd name="connsiteX13" fmla="*/ 773540 w 1154075"/>
                <a:gd name="connsiteY13" fmla="*/ 43835 h 444412"/>
                <a:gd name="connsiteX14" fmla="*/ 801385 w 1154075"/>
                <a:gd name="connsiteY14" fmla="*/ 9438 h 444412"/>
                <a:gd name="connsiteX15" fmla="*/ 852345 w 1154075"/>
                <a:gd name="connsiteY15" fmla="*/ 1612 h 444412"/>
                <a:gd name="connsiteX16" fmla="*/ 914588 w 1154075"/>
                <a:gd name="connsiteY16" fmla="*/ 26182 h 444412"/>
                <a:gd name="connsiteX17" fmla="*/ 1136444 w 1154075"/>
                <a:gd name="connsiteY17" fmla="*/ 298451 h 444412"/>
                <a:gd name="connsiteX18" fmla="*/ 1153915 w 1154075"/>
                <a:gd name="connsiteY18" fmla="*/ 391270 h 444412"/>
                <a:gd name="connsiteX19" fmla="*/ 1130984 w 1154075"/>
                <a:gd name="connsiteY19" fmla="*/ 418751 h 444412"/>
                <a:gd name="connsiteX20" fmla="*/ 1064736 w 1154075"/>
                <a:gd name="connsiteY20" fmla="*/ 424393 h 444412"/>
                <a:gd name="connsiteX21" fmla="*/ 844701 w 1154075"/>
                <a:gd name="connsiteY21" fmla="*/ 437133 h 444412"/>
                <a:gd name="connsiteX22" fmla="*/ 582806 w 1154075"/>
                <a:gd name="connsiteY22" fmla="*/ 444413 h 444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54075" h="444412">
                  <a:moveTo>
                    <a:pt x="582806" y="444413"/>
                  </a:moveTo>
                  <a:cubicBezTo>
                    <a:pt x="491807" y="442229"/>
                    <a:pt x="406450" y="440955"/>
                    <a:pt x="321275" y="437861"/>
                  </a:cubicBezTo>
                  <a:cubicBezTo>
                    <a:pt x="259213" y="435677"/>
                    <a:pt x="197152" y="431491"/>
                    <a:pt x="135091" y="427669"/>
                  </a:cubicBezTo>
                  <a:cubicBezTo>
                    <a:pt x="98327" y="425303"/>
                    <a:pt x="61382" y="422027"/>
                    <a:pt x="24618" y="418933"/>
                  </a:cubicBezTo>
                  <a:cubicBezTo>
                    <a:pt x="6782" y="417477"/>
                    <a:pt x="-680" y="409651"/>
                    <a:pt x="48" y="391816"/>
                  </a:cubicBezTo>
                  <a:cubicBezTo>
                    <a:pt x="1140" y="362150"/>
                    <a:pt x="6964" y="333394"/>
                    <a:pt x="15336" y="305003"/>
                  </a:cubicBezTo>
                  <a:cubicBezTo>
                    <a:pt x="37358" y="229109"/>
                    <a:pt x="76305" y="162862"/>
                    <a:pt x="131633" y="106625"/>
                  </a:cubicBezTo>
                  <a:cubicBezTo>
                    <a:pt x="170580" y="67131"/>
                    <a:pt x="214806" y="34917"/>
                    <a:pt x="266129" y="13260"/>
                  </a:cubicBezTo>
                  <a:cubicBezTo>
                    <a:pt x="286877" y="4524"/>
                    <a:pt x="308899" y="-26"/>
                    <a:pt x="331649" y="3068"/>
                  </a:cubicBezTo>
                  <a:cubicBezTo>
                    <a:pt x="351122" y="5616"/>
                    <a:pt x="365500" y="15080"/>
                    <a:pt x="374782" y="33098"/>
                  </a:cubicBezTo>
                  <a:cubicBezTo>
                    <a:pt x="431748" y="143570"/>
                    <a:pt x="489077" y="253861"/>
                    <a:pt x="546224" y="364334"/>
                  </a:cubicBezTo>
                  <a:cubicBezTo>
                    <a:pt x="552412" y="376346"/>
                    <a:pt x="560966" y="386174"/>
                    <a:pt x="573524" y="391998"/>
                  </a:cubicBezTo>
                  <a:cubicBezTo>
                    <a:pt x="584262" y="396912"/>
                    <a:pt x="590814" y="394546"/>
                    <a:pt x="596092" y="384172"/>
                  </a:cubicBezTo>
                  <a:cubicBezTo>
                    <a:pt x="655241" y="270787"/>
                    <a:pt x="714390" y="157220"/>
                    <a:pt x="773540" y="43835"/>
                  </a:cubicBezTo>
                  <a:cubicBezTo>
                    <a:pt x="780456" y="30550"/>
                    <a:pt x="788463" y="17810"/>
                    <a:pt x="801385" y="9438"/>
                  </a:cubicBezTo>
                  <a:cubicBezTo>
                    <a:pt x="817219" y="-754"/>
                    <a:pt x="834509" y="-1482"/>
                    <a:pt x="852345" y="1612"/>
                  </a:cubicBezTo>
                  <a:cubicBezTo>
                    <a:pt x="874730" y="5616"/>
                    <a:pt x="894932" y="15262"/>
                    <a:pt x="914588" y="26182"/>
                  </a:cubicBezTo>
                  <a:cubicBezTo>
                    <a:pt x="1025061" y="86969"/>
                    <a:pt x="1098224" y="178696"/>
                    <a:pt x="1136444" y="298451"/>
                  </a:cubicBezTo>
                  <a:cubicBezTo>
                    <a:pt x="1146089" y="328662"/>
                    <a:pt x="1151549" y="359602"/>
                    <a:pt x="1153915" y="391270"/>
                  </a:cubicBezTo>
                  <a:cubicBezTo>
                    <a:pt x="1155189" y="408923"/>
                    <a:pt x="1149001" y="416749"/>
                    <a:pt x="1130984" y="418751"/>
                  </a:cubicBezTo>
                  <a:cubicBezTo>
                    <a:pt x="1108962" y="421117"/>
                    <a:pt x="1086758" y="422937"/>
                    <a:pt x="1064736" y="424393"/>
                  </a:cubicBezTo>
                  <a:cubicBezTo>
                    <a:pt x="991391" y="428943"/>
                    <a:pt x="918046" y="434221"/>
                    <a:pt x="844701" y="437133"/>
                  </a:cubicBezTo>
                  <a:cubicBezTo>
                    <a:pt x="755522" y="440591"/>
                    <a:pt x="666343" y="442229"/>
                    <a:pt x="582806" y="444413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09">
              <a:extLst>
                <a:ext uri="{FF2B5EF4-FFF2-40B4-BE49-F238E27FC236}">
                  <a16:creationId xmlns:a16="http://schemas.microsoft.com/office/drawing/2014/main" xmlns="" id="{563938D8-44D0-41A1-A736-C16ADD908213}"/>
                </a:ext>
              </a:extLst>
            </p:cNvPr>
            <p:cNvSpPr/>
            <p:nvPr/>
          </p:nvSpPr>
          <p:spPr>
            <a:xfrm>
              <a:off x="3190823" y="6353425"/>
              <a:ext cx="703986" cy="396758"/>
            </a:xfrm>
            <a:custGeom>
              <a:avLst/>
              <a:gdLst>
                <a:gd name="connsiteX0" fmla="*/ 680998 w 703986"/>
                <a:gd name="connsiteY0" fmla="*/ 303284 h 396758"/>
                <a:gd name="connsiteX1" fmla="*/ 679724 w 703986"/>
                <a:gd name="connsiteY1" fmla="*/ 328763 h 396758"/>
                <a:gd name="connsiteX2" fmla="*/ 632222 w 703986"/>
                <a:gd name="connsiteY2" fmla="*/ 367529 h 396758"/>
                <a:gd name="connsiteX3" fmla="*/ 576895 w 703986"/>
                <a:gd name="connsiteY3" fmla="*/ 371351 h 396758"/>
                <a:gd name="connsiteX4" fmla="*/ 417464 w 703986"/>
                <a:gd name="connsiteY4" fmla="*/ 373717 h 396758"/>
                <a:gd name="connsiteX5" fmla="*/ 214173 w 703986"/>
                <a:gd name="connsiteY5" fmla="*/ 393191 h 396758"/>
                <a:gd name="connsiteX6" fmla="*/ 127724 w 703986"/>
                <a:gd name="connsiteY6" fmla="*/ 394283 h 396758"/>
                <a:gd name="connsiteX7" fmla="*/ 17069 w 703986"/>
                <a:gd name="connsiteY7" fmla="*/ 305104 h 396758"/>
                <a:gd name="connsiteX8" fmla="*/ 143 w 703986"/>
                <a:gd name="connsiteY8" fmla="*/ 208463 h 396758"/>
                <a:gd name="connsiteX9" fmla="*/ 14339 w 703986"/>
                <a:gd name="connsiteY9" fmla="*/ 97444 h 396758"/>
                <a:gd name="connsiteX10" fmla="*/ 59293 w 703986"/>
                <a:gd name="connsiteY10" fmla="*/ 26647 h 396758"/>
                <a:gd name="connsiteX11" fmla="*/ 143922 w 703986"/>
                <a:gd name="connsiteY11" fmla="*/ 75 h 396758"/>
                <a:gd name="connsiteX12" fmla="*/ 238924 w 703986"/>
                <a:gd name="connsiteY12" fmla="*/ 5353 h 396758"/>
                <a:gd name="connsiteX13" fmla="*/ 380883 w 703986"/>
                <a:gd name="connsiteY13" fmla="*/ 15181 h 396758"/>
                <a:gd name="connsiteX14" fmla="*/ 618936 w 703986"/>
                <a:gd name="connsiteY14" fmla="*/ 31925 h 396758"/>
                <a:gd name="connsiteX15" fmla="*/ 638410 w 703986"/>
                <a:gd name="connsiteY15" fmla="*/ 33199 h 396758"/>
                <a:gd name="connsiteX16" fmla="*/ 672990 w 703986"/>
                <a:gd name="connsiteY16" fmla="*/ 57768 h 396758"/>
                <a:gd name="connsiteX17" fmla="*/ 693555 w 703986"/>
                <a:gd name="connsiteY17" fmla="*/ 121468 h 396758"/>
                <a:gd name="connsiteX18" fmla="*/ 703201 w 703986"/>
                <a:gd name="connsiteY18" fmla="*/ 231395 h 396758"/>
                <a:gd name="connsiteX19" fmla="*/ 703201 w 703986"/>
                <a:gd name="connsiteY19" fmla="*/ 233032 h 396758"/>
                <a:gd name="connsiteX20" fmla="*/ 668258 w 703986"/>
                <a:gd name="connsiteY20" fmla="*/ 269978 h 396758"/>
                <a:gd name="connsiteX21" fmla="*/ 539221 w 703986"/>
                <a:gd name="connsiteY21" fmla="*/ 282172 h 396758"/>
                <a:gd name="connsiteX22" fmla="*/ 348487 w 703986"/>
                <a:gd name="connsiteY22" fmla="*/ 300190 h 396758"/>
                <a:gd name="connsiteX23" fmla="*/ 183415 w 703986"/>
                <a:gd name="connsiteY23" fmla="*/ 315296 h 396758"/>
                <a:gd name="connsiteX24" fmla="*/ 127542 w 703986"/>
                <a:gd name="connsiteY24" fmla="*/ 308016 h 396758"/>
                <a:gd name="connsiteX25" fmla="*/ 82224 w 703986"/>
                <a:gd name="connsiteY25" fmla="*/ 244680 h 396758"/>
                <a:gd name="connsiteX26" fmla="*/ 84590 w 703986"/>
                <a:gd name="connsiteY26" fmla="*/ 182983 h 396758"/>
                <a:gd name="connsiteX27" fmla="*/ 92780 w 703986"/>
                <a:gd name="connsiteY27" fmla="*/ 140213 h 396758"/>
                <a:gd name="connsiteX28" fmla="*/ 93872 w 703986"/>
                <a:gd name="connsiteY28" fmla="*/ 136574 h 396758"/>
                <a:gd name="connsiteX29" fmla="*/ 114256 w 703986"/>
                <a:gd name="connsiteY29" fmla="*/ 139486 h 396758"/>
                <a:gd name="connsiteX30" fmla="*/ 116804 w 703986"/>
                <a:gd name="connsiteY30" fmla="*/ 144217 h 396758"/>
                <a:gd name="connsiteX31" fmla="*/ 126086 w 703986"/>
                <a:gd name="connsiteY31" fmla="*/ 186077 h 396758"/>
                <a:gd name="connsiteX32" fmla="*/ 136460 w 703986"/>
                <a:gd name="connsiteY32" fmla="*/ 204277 h 396758"/>
                <a:gd name="connsiteX33" fmla="*/ 193425 w 703986"/>
                <a:gd name="connsiteY33" fmla="*/ 207371 h 396758"/>
                <a:gd name="connsiteX34" fmla="*/ 216357 w 703986"/>
                <a:gd name="connsiteY34" fmla="*/ 152043 h 396758"/>
                <a:gd name="connsiteX35" fmla="*/ 192697 w 703986"/>
                <a:gd name="connsiteY35" fmla="*/ 83430 h 396758"/>
                <a:gd name="connsiteX36" fmla="*/ 90778 w 703986"/>
                <a:gd name="connsiteY36" fmla="*/ 75240 h 396758"/>
                <a:gd name="connsiteX37" fmla="*/ 52559 w 703986"/>
                <a:gd name="connsiteY37" fmla="*/ 137484 h 396758"/>
                <a:gd name="connsiteX38" fmla="*/ 49101 w 703986"/>
                <a:gd name="connsiteY38" fmla="*/ 258512 h 396758"/>
                <a:gd name="connsiteX39" fmla="*/ 127360 w 703986"/>
                <a:gd name="connsiteY39" fmla="*/ 344415 h 396758"/>
                <a:gd name="connsiteX40" fmla="*/ 183051 w 703986"/>
                <a:gd name="connsiteY40" fmla="*/ 347327 h 396758"/>
                <a:gd name="connsiteX41" fmla="*/ 266406 w 703986"/>
                <a:gd name="connsiteY41" fmla="*/ 339683 h 396758"/>
                <a:gd name="connsiteX42" fmla="*/ 431478 w 703986"/>
                <a:gd name="connsiteY42" fmla="*/ 324759 h 396758"/>
                <a:gd name="connsiteX43" fmla="*/ 625852 w 703986"/>
                <a:gd name="connsiteY43" fmla="*/ 307288 h 396758"/>
                <a:gd name="connsiteX44" fmla="*/ 670988 w 703986"/>
                <a:gd name="connsiteY44" fmla="*/ 303102 h 396758"/>
                <a:gd name="connsiteX45" fmla="*/ 680998 w 703986"/>
                <a:gd name="connsiteY45" fmla="*/ 303284 h 396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703986" h="396758">
                  <a:moveTo>
                    <a:pt x="680998" y="303284"/>
                  </a:moveTo>
                  <a:cubicBezTo>
                    <a:pt x="683910" y="312202"/>
                    <a:pt x="683000" y="320755"/>
                    <a:pt x="679724" y="328763"/>
                  </a:cubicBezTo>
                  <a:cubicBezTo>
                    <a:pt x="670988" y="350057"/>
                    <a:pt x="653880" y="361887"/>
                    <a:pt x="632222" y="367529"/>
                  </a:cubicBezTo>
                  <a:cubicBezTo>
                    <a:pt x="614022" y="372261"/>
                    <a:pt x="595459" y="371169"/>
                    <a:pt x="576895" y="371351"/>
                  </a:cubicBezTo>
                  <a:cubicBezTo>
                    <a:pt x="523751" y="371897"/>
                    <a:pt x="470608" y="371715"/>
                    <a:pt x="417464" y="373717"/>
                  </a:cubicBezTo>
                  <a:cubicBezTo>
                    <a:pt x="349397" y="376265"/>
                    <a:pt x="281694" y="384455"/>
                    <a:pt x="214173" y="393191"/>
                  </a:cubicBezTo>
                  <a:cubicBezTo>
                    <a:pt x="185417" y="396831"/>
                    <a:pt x="156661" y="398469"/>
                    <a:pt x="127724" y="394283"/>
                  </a:cubicBezTo>
                  <a:cubicBezTo>
                    <a:pt x="73124" y="386457"/>
                    <a:pt x="36907" y="356063"/>
                    <a:pt x="17069" y="305104"/>
                  </a:cubicBezTo>
                  <a:cubicBezTo>
                    <a:pt x="5057" y="273982"/>
                    <a:pt x="871" y="241404"/>
                    <a:pt x="143" y="208463"/>
                  </a:cubicBezTo>
                  <a:cubicBezTo>
                    <a:pt x="-767" y="170789"/>
                    <a:pt x="2509" y="133480"/>
                    <a:pt x="14339" y="97444"/>
                  </a:cubicBezTo>
                  <a:cubicBezTo>
                    <a:pt x="23257" y="70144"/>
                    <a:pt x="36725" y="45393"/>
                    <a:pt x="59293" y="26647"/>
                  </a:cubicBezTo>
                  <a:cubicBezTo>
                    <a:pt x="83862" y="6445"/>
                    <a:pt x="112982" y="-835"/>
                    <a:pt x="143922" y="75"/>
                  </a:cubicBezTo>
                  <a:cubicBezTo>
                    <a:pt x="175589" y="803"/>
                    <a:pt x="207257" y="3351"/>
                    <a:pt x="238924" y="5353"/>
                  </a:cubicBezTo>
                  <a:cubicBezTo>
                    <a:pt x="286244" y="8447"/>
                    <a:pt x="333563" y="11905"/>
                    <a:pt x="380883" y="15181"/>
                  </a:cubicBezTo>
                  <a:cubicBezTo>
                    <a:pt x="460234" y="20823"/>
                    <a:pt x="539585" y="26465"/>
                    <a:pt x="618936" y="31925"/>
                  </a:cubicBezTo>
                  <a:cubicBezTo>
                    <a:pt x="625488" y="32471"/>
                    <a:pt x="631858" y="33017"/>
                    <a:pt x="638410" y="33199"/>
                  </a:cubicBezTo>
                  <a:cubicBezTo>
                    <a:pt x="655336" y="33745"/>
                    <a:pt x="667348" y="41753"/>
                    <a:pt x="672990" y="57768"/>
                  </a:cubicBezTo>
                  <a:cubicBezTo>
                    <a:pt x="680270" y="78880"/>
                    <a:pt x="688095" y="99992"/>
                    <a:pt x="693555" y="121468"/>
                  </a:cubicBezTo>
                  <a:cubicBezTo>
                    <a:pt x="702655" y="157503"/>
                    <a:pt x="705567" y="194267"/>
                    <a:pt x="703201" y="231395"/>
                  </a:cubicBezTo>
                  <a:cubicBezTo>
                    <a:pt x="703201" y="231941"/>
                    <a:pt x="703201" y="232486"/>
                    <a:pt x="703201" y="233032"/>
                  </a:cubicBezTo>
                  <a:cubicBezTo>
                    <a:pt x="701927" y="257602"/>
                    <a:pt x="692645" y="267612"/>
                    <a:pt x="668258" y="269978"/>
                  </a:cubicBezTo>
                  <a:cubicBezTo>
                    <a:pt x="625306" y="274164"/>
                    <a:pt x="582173" y="278168"/>
                    <a:pt x="539221" y="282172"/>
                  </a:cubicBezTo>
                  <a:cubicBezTo>
                    <a:pt x="475704" y="288178"/>
                    <a:pt x="412005" y="294366"/>
                    <a:pt x="348487" y="300190"/>
                  </a:cubicBezTo>
                  <a:cubicBezTo>
                    <a:pt x="293524" y="305286"/>
                    <a:pt x="238378" y="310382"/>
                    <a:pt x="183415" y="315296"/>
                  </a:cubicBezTo>
                  <a:cubicBezTo>
                    <a:pt x="164487" y="316934"/>
                    <a:pt x="145378" y="315660"/>
                    <a:pt x="127542" y="308016"/>
                  </a:cubicBezTo>
                  <a:cubicBezTo>
                    <a:pt x="99696" y="296186"/>
                    <a:pt x="87138" y="273072"/>
                    <a:pt x="82224" y="244680"/>
                  </a:cubicBezTo>
                  <a:cubicBezTo>
                    <a:pt x="78584" y="223933"/>
                    <a:pt x="80950" y="203549"/>
                    <a:pt x="84590" y="182983"/>
                  </a:cubicBezTo>
                  <a:cubicBezTo>
                    <a:pt x="87138" y="168605"/>
                    <a:pt x="90050" y="154409"/>
                    <a:pt x="92780" y="140213"/>
                  </a:cubicBezTo>
                  <a:cubicBezTo>
                    <a:pt x="92962" y="139122"/>
                    <a:pt x="93508" y="138029"/>
                    <a:pt x="93872" y="136574"/>
                  </a:cubicBezTo>
                  <a:cubicBezTo>
                    <a:pt x="100788" y="137484"/>
                    <a:pt x="107522" y="138212"/>
                    <a:pt x="114256" y="139486"/>
                  </a:cubicBezTo>
                  <a:cubicBezTo>
                    <a:pt x="115348" y="139668"/>
                    <a:pt x="116440" y="142397"/>
                    <a:pt x="116804" y="144217"/>
                  </a:cubicBezTo>
                  <a:cubicBezTo>
                    <a:pt x="119898" y="158231"/>
                    <a:pt x="122082" y="172427"/>
                    <a:pt x="126086" y="186077"/>
                  </a:cubicBezTo>
                  <a:cubicBezTo>
                    <a:pt x="127906" y="192629"/>
                    <a:pt x="132092" y="198999"/>
                    <a:pt x="136460" y="204277"/>
                  </a:cubicBezTo>
                  <a:cubicBezTo>
                    <a:pt x="151747" y="223023"/>
                    <a:pt x="176135" y="224297"/>
                    <a:pt x="193425" y="207371"/>
                  </a:cubicBezTo>
                  <a:cubicBezTo>
                    <a:pt x="208895" y="192265"/>
                    <a:pt x="215993" y="173337"/>
                    <a:pt x="216357" y="152043"/>
                  </a:cubicBezTo>
                  <a:cubicBezTo>
                    <a:pt x="216721" y="126564"/>
                    <a:pt x="208895" y="103450"/>
                    <a:pt x="192697" y="83430"/>
                  </a:cubicBezTo>
                  <a:cubicBezTo>
                    <a:pt x="165943" y="50307"/>
                    <a:pt x="122628" y="46849"/>
                    <a:pt x="90778" y="75240"/>
                  </a:cubicBezTo>
                  <a:cubicBezTo>
                    <a:pt x="71850" y="92166"/>
                    <a:pt x="59839" y="113642"/>
                    <a:pt x="52559" y="137484"/>
                  </a:cubicBezTo>
                  <a:cubicBezTo>
                    <a:pt x="40365" y="177341"/>
                    <a:pt x="37271" y="218109"/>
                    <a:pt x="49101" y="258512"/>
                  </a:cubicBezTo>
                  <a:cubicBezTo>
                    <a:pt x="61113" y="299462"/>
                    <a:pt x="85682" y="330037"/>
                    <a:pt x="127360" y="344415"/>
                  </a:cubicBezTo>
                  <a:cubicBezTo>
                    <a:pt x="145560" y="350785"/>
                    <a:pt x="164305" y="348965"/>
                    <a:pt x="183051" y="347327"/>
                  </a:cubicBezTo>
                  <a:cubicBezTo>
                    <a:pt x="210897" y="344961"/>
                    <a:pt x="238743" y="342231"/>
                    <a:pt x="266406" y="339683"/>
                  </a:cubicBezTo>
                  <a:cubicBezTo>
                    <a:pt x="321370" y="334769"/>
                    <a:pt x="376515" y="329673"/>
                    <a:pt x="431478" y="324759"/>
                  </a:cubicBezTo>
                  <a:cubicBezTo>
                    <a:pt x="496270" y="318936"/>
                    <a:pt x="561061" y="313112"/>
                    <a:pt x="625852" y="307288"/>
                  </a:cubicBezTo>
                  <a:cubicBezTo>
                    <a:pt x="640958" y="306014"/>
                    <a:pt x="655882" y="304376"/>
                    <a:pt x="670988" y="303102"/>
                  </a:cubicBezTo>
                  <a:cubicBezTo>
                    <a:pt x="674446" y="303648"/>
                    <a:pt x="677540" y="303466"/>
                    <a:pt x="680998" y="303284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10">
              <a:extLst>
                <a:ext uri="{FF2B5EF4-FFF2-40B4-BE49-F238E27FC236}">
                  <a16:creationId xmlns:a16="http://schemas.microsoft.com/office/drawing/2014/main" xmlns="" id="{41C3D476-A610-4CB6-AE99-E80D0AC5B9A2}"/>
                </a:ext>
              </a:extLst>
            </p:cNvPr>
            <p:cNvSpPr/>
            <p:nvPr/>
          </p:nvSpPr>
          <p:spPr>
            <a:xfrm>
              <a:off x="3362591" y="4975968"/>
              <a:ext cx="1254875" cy="280289"/>
            </a:xfrm>
            <a:custGeom>
              <a:avLst/>
              <a:gdLst>
                <a:gd name="connsiteX0" fmla="*/ 1254876 w 1254875"/>
                <a:gd name="connsiteY0" fmla="*/ 125751 h 280289"/>
                <a:gd name="connsiteX1" fmla="*/ 1202096 w 1254875"/>
                <a:gd name="connsiteY1" fmla="*/ 139582 h 280289"/>
                <a:gd name="connsiteX2" fmla="*/ 1042666 w 1254875"/>
                <a:gd name="connsiteY2" fmla="*/ 180714 h 280289"/>
                <a:gd name="connsiteX3" fmla="*/ 831003 w 1254875"/>
                <a:gd name="connsiteY3" fmla="*/ 235313 h 280289"/>
                <a:gd name="connsiteX4" fmla="*/ 691046 w 1254875"/>
                <a:gd name="connsiteY4" fmla="*/ 271531 h 280289"/>
                <a:gd name="connsiteX5" fmla="*/ 560736 w 1254875"/>
                <a:gd name="connsiteY5" fmla="*/ 271713 h 280289"/>
                <a:gd name="connsiteX6" fmla="*/ 236051 w 1254875"/>
                <a:gd name="connsiteY6" fmla="*/ 187266 h 280289"/>
                <a:gd name="connsiteX7" fmla="*/ 31850 w 1254875"/>
                <a:gd name="connsiteY7" fmla="*/ 134122 h 280289"/>
                <a:gd name="connsiteX8" fmla="*/ 12012 w 1254875"/>
                <a:gd name="connsiteY8" fmla="*/ 126842 h 280289"/>
                <a:gd name="connsiteX9" fmla="*/ 0 w 1254875"/>
                <a:gd name="connsiteY9" fmla="*/ 117743 h 280289"/>
                <a:gd name="connsiteX10" fmla="*/ 546 w 1254875"/>
                <a:gd name="connsiteY10" fmla="*/ 116105 h 280289"/>
                <a:gd name="connsiteX11" fmla="*/ 23842 w 1254875"/>
                <a:gd name="connsiteY11" fmla="*/ 111555 h 280289"/>
                <a:gd name="connsiteX12" fmla="*/ 331418 w 1254875"/>
                <a:gd name="connsiteY12" fmla="*/ 53315 h 280289"/>
                <a:gd name="connsiteX13" fmla="*/ 516692 w 1254875"/>
                <a:gd name="connsiteY13" fmla="*/ 17280 h 280289"/>
                <a:gd name="connsiteX14" fmla="*/ 596771 w 1254875"/>
                <a:gd name="connsiteY14" fmla="*/ 1992 h 280289"/>
                <a:gd name="connsiteX15" fmla="*/ 677214 w 1254875"/>
                <a:gd name="connsiteY15" fmla="*/ 6178 h 280289"/>
                <a:gd name="connsiteX16" fmla="*/ 893610 w 1254875"/>
                <a:gd name="connsiteY16" fmla="*/ 47491 h 280289"/>
                <a:gd name="connsiteX17" fmla="*/ 1198639 w 1254875"/>
                <a:gd name="connsiteY17" fmla="*/ 106641 h 280289"/>
                <a:gd name="connsiteX18" fmla="*/ 1234674 w 1254875"/>
                <a:gd name="connsiteY18" fmla="*/ 113739 h 280289"/>
                <a:gd name="connsiteX19" fmla="*/ 1254876 w 1254875"/>
                <a:gd name="connsiteY19" fmla="*/ 125751 h 280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54875" h="280289">
                  <a:moveTo>
                    <a:pt x="1254876" y="125751"/>
                  </a:moveTo>
                  <a:cubicBezTo>
                    <a:pt x="1236676" y="130482"/>
                    <a:pt x="1219386" y="135032"/>
                    <a:pt x="1202096" y="139582"/>
                  </a:cubicBezTo>
                  <a:cubicBezTo>
                    <a:pt x="1148953" y="153232"/>
                    <a:pt x="1095810" y="166882"/>
                    <a:pt x="1042666" y="180714"/>
                  </a:cubicBezTo>
                  <a:cubicBezTo>
                    <a:pt x="972051" y="198914"/>
                    <a:pt x="901618" y="217113"/>
                    <a:pt x="831003" y="235313"/>
                  </a:cubicBezTo>
                  <a:cubicBezTo>
                    <a:pt x="784411" y="247325"/>
                    <a:pt x="737638" y="258791"/>
                    <a:pt x="691046" y="271531"/>
                  </a:cubicBezTo>
                  <a:cubicBezTo>
                    <a:pt x="647549" y="283361"/>
                    <a:pt x="604233" y="282997"/>
                    <a:pt x="560736" y="271713"/>
                  </a:cubicBezTo>
                  <a:cubicBezTo>
                    <a:pt x="452629" y="243321"/>
                    <a:pt x="344158" y="215294"/>
                    <a:pt x="236051" y="187266"/>
                  </a:cubicBezTo>
                  <a:cubicBezTo>
                    <a:pt x="167984" y="169612"/>
                    <a:pt x="99917" y="151958"/>
                    <a:pt x="31850" y="134122"/>
                  </a:cubicBezTo>
                  <a:cubicBezTo>
                    <a:pt x="25116" y="132302"/>
                    <a:pt x="18200" y="129936"/>
                    <a:pt x="12012" y="126842"/>
                  </a:cubicBezTo>
                  <a:cubicBezTo>
                    <a:pt x="7644" y="124659"/>
                    <a:pt x="4004" y="120837"/>
                    <a:pt x="0" y="117743"/>
                  </a:cubicBezTo>
                  <a:cubicBezTo>
                    <a:pt x="182" y="117197"/>
                    <a:pt x="364" y="116651"/>
                    <a:pt x="546" y="116105"/>
                  </a:cubicBezTo>
                  <a:cubicBezTo>
                    <a:pt x="8372" y="114649"/>
                    <a:pt x="16016" y="113011"/>
                    <a:pt x="23842" y="111555"/>
                  </a:cubicBezTo>
                  <a:cubicBezTo>
                    <a:pt x="126307" y="92263"/>
                    <a:pt x="228771" y="72971"/>
                    <a:pt x="331418" y="53315"/>
                  </a:cubicBezTo>
                  <a:cubicBezTo>
                    <a:pt x="393298" y="41485"/>
                    <a:pt x="454995" y="29292"/>
                    <a:pt x="516692" y="17280"/>
                  </a:cubicBezTo>
                  <a:cubicBezTo>
                    <a:pt x="543264" y="12184"/>
                    <a:pt x="569836" y="6360"/>
                    <a:pt x="596771" y="1992"/>
                  </a:cubicBezTo>
                  <a:cubicBezTo>
                    <a:pt x="623707" y="-2376"/>
                    <a:pt x="650643" y="1082"/>
                    <a:pt x="677214" y="6178"/>
                  </a:cubicBezTo>
                  <a:cubicBezTo>
                    <a:pt x="749286" y="19828"/>
                    <a:pt x="821539" y="33660"/>
                    <a:pt x="893610" y="47491"/>
                  </a:cubicBezTo>
                  <a:cubicBezTo>
                    <a:pt x="995165" y="67147"/>
                    <a:pt x="1096902" y="86985"/>
                    <a:pt x="1198639" y="106641"/>
                  </a:cubicBezTo>
                  <a:cubicBezTo>
                    <a:pt x="1210650" y="109007"/>
                    <a:pt x="1222662" y="111191"/>
                    <a:pt x="1234674" y="113739"/>
                  </a:cubicBezTo>
                  <a:cubicBezTo>
                    <a:pt x="1242318" y="115559"/>
                    <a:pt x="1249598" y="118653"/>
                    <a:pt x="1254876" y="125751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11">
              <a:extLst>
                <a:ext uri="{FF2B5EF4-FFF2-40B4-BE49-F238E27FC236}">
                  <a16:creationId xmlns:a16="http://schemas.microsoft.com/office/drawing/2014/main" xmlns="" id="{2F6B8854-F50E-4B9D-B31B-C686A4C22D42}"/>
                </a:ext>
              </a:extLst>
            </p:cNvPr>
            <p:cNvSpPr/>
            <p:nvPr/>
          </p:nvSpPr>
          <p:spPr>
            <a:xfrm>
              <a:off x="4143362" y="6353641"/>
              <a:ext cx="641285" cy="328370"/>
            </a:xfrm>
            <a:custGeom>
              <a:avLst/>
              <a:gdLst>
                <a:gd name="connsiteX0" fmla="*/ 0 w 641285"/>
                <a:gd name="connsiteY0" fmla="*/ 33347 h 328370"/>
                <a:gd name="connsiteX1" fmla="*/ 64791 w 641285"/>
                <a:gd name="connsiteY1" fmla="*/ 28979 h 328370"/>
                <a:gd name="connsiteX2" fmla="*/ 309215 w 641285"/>
                <a:gd name="connsiteY2" fmla="*/ 12235 h 328370"/>
                <a:gd name="connsiteX3" fmla="*/ 455723 w 641285"/>
                <a:gd name="connsiteY3" fmla="*/ 2407 h 328370"/>
                <a:gd name="connsiteX4" fmla="*/ 508502 w 641285"/>
                <a:gd name="connsiteY4" fmla="*/ 41 h 328370"/>
                <a:gd name="connsiteX5" fmla="*/ 618611 w 641285"/>
                <a:gd name="connsiteY5" fmla="*/ 74661 h 328370"/>
                <a:gd name="connsiteX6" fmla="*/ 640451 w 641285"/>
                <a:gd name="connsiteY6" fmla="*/ 175669 h 328370"/>
                <a:gd name="connsiteX7" fmla="*/ 628985 w 641285"/>
                <a:gd name="connsiteY7" fmla="*/ 299064 h 328370"/>
                <a:gd name="connsiteX8" fmla="*/ 624253 w 641285"/>
                <a:gd name="connsiteY8" fmla="*/ 312532 h 328370"/>
                <a:gd name="connsiteX9" fmla="*/ 599137 w 641285"/>
                <a:gd name="connsiteY9" fmla="*/ 328366 h 328370"/>
                <a:gd name="connsiteX10" fmla="*/ 562556 w 641285"/>
                <a:gd name="connsiteY10" fmla="*/ 326000 h 328370"/>
                <a:gd name="connsiteX11" fmla="*/ 457543 w 641285"/>
                <a:gd name="connsiteY11" fmla="*/ 315990 h 328370"/>
                <a:gd name="connsiteX12" fmla="*/ 226223 w 641285"/>
                <a:gd name="connsiteY12" fmla="*/ 293422 h 328370"/>
                <a:gd name="connsiteX13" fmla="*/ 45135 w 641285"/>
                <a:gd name="connsiteY13" fmla="*/ 275950 h 328370"/>
                <a:gd name="connsiteX14" fmla="*/ 36036 w 641285"/>
                <a:gd name="connsiteY14" fmla="*/ 274312 h 328370"/>
                <a:gd name="connsiteX15" fmla="*/ 23842 w 641285"/>
                <a:gd name="connsiteY15" fmla="*/ 257022 h 328370"/>
                <a:gd name="connsiteX16" fmla="*/ 910 w 641285"/>
                <a:gd name="connsiteY16" fmla="*/ 37533 h 328370"/>
                <a:gd name="connsiteX17" fmla="*/ 0 w 641285"/>
                <a:gd name="connsiteY17" fmla="*/ 33347 h 328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41285" h="328370">
                  <a:moveTo>
                    <a:pt x="0" y="33347"/>
                  </a:moveTo>
                  <a:cubicBezTo>
                    <a:pt x="22022" y="31891"/>
                    <a:pt x="43498" y="30435"/>
                    <a:pt x="64791" y="28979"/>
                  </a:cubicBezTo>
                  <a:cubicBezTo>
                    <a:pt x="146326" y="23337"/>
                    <a:pt x="227680" y="17695"/>
                    <a:pt x="309215" y="12235"/>
                  </a:cubicBezTo>
                  <a:cubicBezTo>
                    <a:pt x="357990" y="8959"/>
                    <a:pt x="406947" y="5501"/>
                    <a:pt x="455723" y="2407"/>
                  </a:cubicBezTo>
                  <a:cubicBezTo>
                    <a:pt x="473195" y="1315"/>
                    <a:pt x="490848" y="405"/>
                    <a:pt x="508502" y="41"/>
                  </a:cubicBezTo>
                  <a:cubicBezTo>
                    <a:pt x="562738" y="-1233"/>
                    <a:pt x="597499" y="26977"/>
                    <a:pt x="618611" y="74661"/>
                  </a:cubicBezTo>
                  <a:cubicBezTo>
                    <a:pt x="632807" y="106874"/>
                    <a:pt x="638267" y="140908"/>
                    <a:pt x="640451" y="175669"/>
                  </a:cubicBezTo>
                  <a:cubicBezTo>
                    <a:pt x="643181" y="217347"/>
                    <a:pt x="639177" y="258479"/>
                    <a:pt x="628985" y="299064"/>
                  </a:cubicBezTo>
                  <a:cubicBezTo>
                    <a:pt x="627893" y="303614"/>
                    <a:pt x="626255" y="308164"/>
                    <a:pt x="624253" y="312532"/>
                  </a:cubicBezTo>
                  <a:cubicBezTo>
                    <a:pt x="619339" y="323088"/>
                    <a:pt x="610603" y="328548"/>
                    <a:pt x="599137" y="328366"/>
                  </a:cubicBezTo>
                  <a:cubicBezTo>
                    <a:pt x="586943" y="328184"/>
                    <a:pt x="574750" y="327092"/>
                    <a:pt x="562556" y="326000"/>
                  </a:cubicBezTo>
                  <a:cubicBezTo>
                    <a:pt x="527430" y="322724"/>
                    <a:pt x="492487" y="319448"/>
                    <a:pt x="457543" y="315990"/>
                  </a:cubicBezTo>
                  <a:cubicBezTo>
                    <a:pt x="380376" y="308528"/>
                    <a:pt x="303391" y="300884"/>
                    <a:pt x="226223" y="293422"/>
                  </a:cubicBezTo>
                  <a:cubicBezTo>
                    <a:pt x="165800" y="287598"/>
                    <a:pt x="105559" y="281774"/>
                    <a:pt x="45135" y="275950"/>
                  </a:cubicBezTo>
                  <a:cubicBezTo>
                    <a:pt x="42042" y="275586"/>
                    <a:pt x="39130" y="275222"/>
                    <a:pt x="36036" y="274312"/>
                  </a:cubicBezTo>
                  <a:cubicBezTo>
                    <a:pt x="26026" y="271582"/>
                    <a:pt x="22932" y="267214"/>
                    <a:pt x="23842" y="257022"/>
                  </a:cubicBezTo>
                  <a:cubicBezTo>
                    <a:pt x="30394" y="182403"/>
                    <a:pt x="22932" y="109240"/>
                    <a:pt x="910" y="37533"/>
                  </a:cubicBezTo>
                  <a:cubicBezTo>
                    <a:pt x="546" y="36259"/>
                    <a:pt x="364" y="35167"/>
                    <a:pt x="0" y="33347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12">
              <a:extLst>
                <a:ext uri="{FF2B5EF4-FFF2-40B4-BE49-F238E27FC236}">
                  <a16:creationId xmlns:a16="http://schemas.microsoft.com/office/drawing/2014/main" xmlns="" id="{AA639BF4-88FD-4710-9303-E3A5933FF8AE}"/>
                </a:ext>
              </a:extLst>
            </p:cNvPr>
            <p:cNvSpPr/>
            <p:nvPr/>
          </p:nvSpPr>
          <p:spPr>
            <a:xfrm>
              <a:off x="3677083" y="5409841"/>
              <a:ext cx="622645" cy="405092"/>
            </a:xfrm>
            <a:custGeom>
              <a:avLst/>
              <a:gdLst>
                <a:gd name="connsiteX0" fmla="*/ 609329 w 622645"/>
                <a:gd name="connsiteY0" fmla="*/ 0 h 405092"/>
                <a:gd name="connsiteX1" fmla="*/ 622615 w 622645"/>
                <a:gd name="connsiteY1" fmla="*/ 82263 h 405092"/>
                <a:gd name="connsiteX2" fmla="*/ 535802 w 622645"/>
                <a:gd name="connsiteY2" fmla="*/ 310671 h 405092"/>
                <a:gd name="connsiteX3" fmla="*/ 366544 w 622645"/>
                <a:gd name="connsiteY3" fmla="*/ 399668 h 405092"/>
                <a:gd name="connsiteX4" fmla="*/ 186730 w 622645"/>
                <a:gd name="connsiteY4" fmla="*/ 380012 h 405092"/>
                <a:gd name="connsiteX5" fmla="*/ 46409 w 622645"/>
                <a:gd name="connsiteY5" fmla="*/ 255707 h 405092"/>
                <a:gd name="connsiteX6" fmla="*/ 0 w 622645"/>
                <a:gd name="connsiteY6" fmla="*/ 97551 h 405092"/>
                <a:gd name="connsiteX7" fmla="*/ 6734 w 622645"/>
                <a:gd name="connsiteY7" fmla="*/ 17654 h 405092"/>
                <a:gd name="connsiteX8" fmla="*/ 27482 w 622645"/>
                <a:gd name="connsiteY8" fmla="*/ 9646 h 405092"/>
                <a:gd name="connsiteX9" fmla="*/ 108107 w 622645"/>
                <a:gd name="connsiteY9" fmla="*/ 56783 h 405092"/>
                <a:gd name="connsiteX10" fmla="*/ 355988 w 622645"/>
                <a:gd name="connsiteY10" fmla="*/ 97915 h 405092"/>
                <a:gd name="connsiteX11" fmla="*/ 556550 w 622645"/>
                <a:gd name="connsiteY11" fmla="*/ 35672 h 405092"/>
                <a:gd name="connsiteX12" fmla="*/ 602959 w 622645"/>
                <a:gd name="connsiteY12" fmla="*/ 4914 h 405092"/>
                <a:gd name="connsiteX13" fmla="*/ 609329 w 622645"/>
                <a:gd name="connsiteY13" fmla="*/ 0 h 405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2645" h="405092">
                  <a:moveTo>
                    <a:pt x="609329" y="0"/>
                  </a:moveTo>
                  <a:cubicBezTo>
                    <a:pt x="617883" y="27482"/>
                    <a:pt x="622251" y="54599"/>
                    <a:pt x="622615" y="82263"/>
                  </a:cubicBezTo>
                  <a:cubicBezTo>
                    <a:pt x="623707" y="169804"/>
                    <a:pt x="595861" y="246607"/>
                    <a:pt x="535802" y="310671"/>
                  </a:cubicBezTo>
                  <a:cubicBezTo>
                    <a:pt x="489756" y="359628"/>
                    <a:pt x="432427" y="387838"/>
                    <a:pt x="366544" y="399668"/>
                  </a:cubicBezTo>
                  <a:cubicBezTo>
                    <a:pt x="304665" y="410769"/>
                    <a:pt x="244423" y="405127"/>
                    <a:pt x="186730" y="380012"/>
                  </a:cubicBezTo>
                  <a:cubicBezTo>
                    <a:pt x="126489" y="353986"/>
                    <a:pt x="80443" y="311217"/>
                    <a:pt x="46409" y="255707"/>
                  </a:cubicBezTo>
                  <a:cubicBezTo>
                    <a:pt x="16744" y="207296"/>
                    <a:pt x="0" y="154516"/>
                    <a:pt x="0" y="97551"/>
                  </a:cubicBezTo>
                  <a:cubicBezTo>
                    <a:pt x="0" y="70979"/>
                    <a:pt x="3640" y="44226"/>
                    <a:pt x="6734" y="17654"/>
                  </a:cubicBezTo>
                  <a:cubicBezTo>
                    <a:pt x="8190" y="4550"/>
                    <a:pt x="16562" y="1638"/>
                    <a:pt x="27482" y="9646"/>
                  </a:cubicBezTo>
                  <a:cubicBezTo>
                    <a:pt x="52779" y="28210"/>
                    <a:pt x="79533" y="44044"/>
                    <a:pt x="108107" y="56783"/>
                  </a:cubicBezTo>
                  <a:cubicBezTo>
                    <a:pt x="187094" y="92273"/>
                    <a:pt x="269903" y="105377"/>
                    <a:pt x="355988" y="97915"/>
                  </a:cubicBezTo>
                  <a:cubicBezTo>
                    <a:pt x="427331" y="91727"/>
                    <a:pt x="494488" y="71707"/>
                    <a:pt x="556550" y="35672"/>
                  </a:cubicBezTo>
                  <a:cubicBezTo>
                    <a:pt x="572566" y="26390"/>
                    <a:pt x="587489" y="15288"/>
                    <a:pt x="602959" y="4914"/>
                  </a:cubicBezTo>
                  <a:cubicBezTo>
                    <a:pt x="604779" y="3640"/>
                    <a:pt x="606781" y="2002"/>
                    <a:pt x="609329" y="0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13">
              <a:extLst>
                <a:ext uri="{FF2B5EF4-FFF2-40B4-BE49-F238E27FC236}">
                  <a16:creationId xmlns:a16="http://schemas.microsoft.com/office/drawing/2014/main" xmlns="" id="{B934E66D-958B-440C-B45F-75F207C74DD2}"/>
                </a:ext>
              </a:extLst>
            </p:cNvPr>
            <p:cNvSpPr/>
            <p:nvPr/>
          </p:nvSpPr>
          <p:spPr>
            <a:xfrm>
              <a:off x="3662159" y="5201089"/>
              <a:ext cx="650824" cy="284358"/>
            </a:xfrm>
            <a:custGeom>
              <a:avLst/>
              <a:gdLst>
                <a:gd name="connsiteX0" fmla="*/ 0 w 650824"/>
                <a:gd name="connsiteY0" fmla="*/ 0 h 284358"/>
                <a:gd name="connsiteX1" fmla="*/ 41860 w 650824"/>
                <a:gd name="connsiteY1" fmla="*/ 11648 h 284358"/>
                <a:gd name="connsiteX2" fmla="*/ 220400 w 650824"/>
                <a:gd name="connsiteY2" fmla="*/ 61333 h 284358"/>
                <a:gd name="connsiteX3" fmla="*/ 291743 w 650824"/>
                <a:gd name="connsiteY3" fmla="*/ 80625 h 284358"/>
                <a:gd name="connsiteX4" fmla="*/ 379648 w 650824"/>
                <a:gd name="connsiteY4" fmla="*/ 76803 h 284358"/>
                <a:gd name="connsiteX5" fmla="*/ 615517 w 650824"/>
                <a:gd name="connsiteY5" fmla="*/ 13286 h 284358"/>
                <a:gd name="connsiteX6" fmla="*/ 644091 w 650824"/>
                <a:gd name="connsiteY6" fmla="*/ 6734 h 284358"/>
                <a:gd name="connsiteX7" fmla="*/ 650825 w 650824"/>
                <a:gd name="connsiteY7" fmla="*/ 5460 h 284358"/>
                <a:gd name="connsiteX8" fmla="*/ 649915 w 650824"/>
                <a:gd name="connsiteY8" fmla="*/ 25480 h 284358"/>
                <a:gd name="connsiteX9" fmla="*/ 643181 w 650824"/>
                <a:gd name="connsiteY9" fmla="*/ 133769 h 284358"/>
                <a:gd name="connsiteX10" fmla="*/ 605871 w 650824"/>
                <a:gd name="connsiteY10" fmla="*/ 197468 h 284358"/>
                <a:gd name="connsiteX11" fmla="*/ 494852 w 650824"/>
                <a:gd name="connsiteY11" fmla="*/ 255161 h 284358"/>
                <a:gd name="connsiteX12" fmla="*/ 301935 w 650824"/>
                <a:gd name="connsiteY12" fmla="*/ 283735 h 284358"/>
                <a:gd name="connsiteX13" fmla="*/ 59877 w 650824"/>
                <a:gd name="connsiteY13" fmla="*/ 206932 h 284358"/>
                <a:gd name="connsiteX14" fmla="*/ 17472 w 650824"/>
                <a:gd name="connsiteY14" fmla="*/ 156700 h 284358"/>
                <a:gd name="connsiteX15" fmla="*/ 11102 w 650824"/>
                <a:gd name="connsiteY15" fmla="*/ 123577 h 284358"/>
                <a:gd name="connsiteX16" fmla="*/ 182 w 650824"/>
                <a:gd name="connsiteY16" fmla="*/ 7098 h 284358"/>
                <a:gd name="connsiteX17" fmla="*/ 0 w 650824"/>
                <a:gd name="connsiteY17" fmla="*/ 0 h 284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50824" h="284358">
                  <a:moveTo>
                    <a:pt x="0" y="0"/>
                  </a:moveTo>
                  <a:cubicBezTo>
                    <a:pt x="14378" y="4004"/>
                    <a:pt x="28210" y="7644"/>
                    <a:pt x="41860" y="11648"/>
                  </a:cubicBezTo>
                  <a:cubicBezTo>
                    <a:pt x="101373" y="28210"/>
                    <a:pt x="160886" y="44771"/>
                    <a:pt x="220400" y="61333"/>
                  </a:cubicBezTo>
                  <a:cubicBezTo>
                    <a:pt x="244241" y="67885"/>
                    <a:pt x="268083" y="74073"/>
                    <a:pt x="291743" y="80625"/>
                  </a:cubicBezTo>
                  <a:cubicBezTo>
                    <a:pt x="321408" y="88633"/>
                    <a:pt x="350164" y="86085"/>
                    <a:pt x="379648" y="76803"/>
                  </a:cubicBezTo>
                  <a:cubicBezTo>
                    <a:pt x="457361" y="52233"/>
                    <a:pt x="536166" y="31850"/>
                    <a:pt x="615517" y="13286"/>
                  </a:cubicBezTo>
                  <a:cubicBezTo>
                    <a:pt x="624981" y="11102"/>
                    <a:pt x="634445" y="8918"/>
                    <a:pt x="644091" y="6734"/>
                  </a:cubicBezTo>
                  <a:cubicBezTo>
                    <a:pt x="646093" y="6188"/>
                    <a:pt x="648095" y="6006"/>
                    <a:pt x="650825" y="5460"/>
                  </a:cubicBezTo>
                  <a:cubicBezTo>
                    <a:pt x="650461" y="12558"/>
                    <a:pt x="650279" y="19110"/>
                    <a:pt x="649915" y="25480"/>
                  </a:cubicBezTo>
                  <a:cubicBezTo>
                    <a:pt x="647731" y="61515"/>
                    <a:pt x="646093" y="97733"/>
                    <a:pt x="643181" y="133769"/>
                  </a:cubicBezTo>
                  <a:cubicBezTo>
                    <a:pt x="640997" y="160704"/>
                    <a:pt x="627893" y="181816"/>
                    <a:pt x="605871" y="197468"/>
                  </a:cubicBezTo>
                  <a:cubicBezTo>
                    <a:pt x="571474" y="221856"/>
                    <a:pt x="534346" y="240965"/>
                    <a:pt x="494852" y="255161"/>
                  </a:cubicBezTo>
                  <a:cubicBezTo>
                    <a:pt x="432427" y="277365"/>
                    <a:pt x="368182" y="287011"/>
                    <a:pt x="301935" y="283735"/>
                  </a:cubicBezTo>
                  <a:cubicBezTo>
                    <a:pt x="214576" y="279367"/>
                    <a:pt x="133405" y="254979"/>
                    <a:pt x="59877" y="206932"/>
                  </a:cubicBezTo>
                  <a:cubicBezTo>
                    <a:pt x="40768" y="194374"/>
                    <a:pt x="24388" y="179086"/>
                    <a:pt x="17472" y="156700"/>
                  </a:cubicBezTo>
                  <a:cubicBezTo>
                    <a:pt x="14196" y="145962"/>
                    <a:pt x="12376" y="134679"/>
                    <a:pt x="11102" y="123577"/>
                  </a:cubicBezTo>
                  <a:cubicBezTo>
                    <a:pt x="7098" y="84811"/>
                    <a:pt x="3822" y="45863"/>
                    <a:pt x="182" y="7098"/>
                  </a:cubicBezTo>
                  <a:cubicBezTo>
                    <a:pt x="182" y="4732"/>
                    <a:pt x="182" y="2548"/>
                    <a:pt x="0" y="0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14">
              <a:extLst>
                <a:ext uri="{FF2B5EF4-FFF2-40B4-BE49-F238E27FC236}">
                  <a16:creationId xmlns:a16="http://schemas.microsoft.com/office/drawing/2014/main" xmlns="" id="{E0CCE766-B8A8-4410-A116-8A7A380183EC}"/>
                </a:ext>
              </a:extLst>
            </p:cNvPr>
            <p:cNvSpPr/>
            <p:nvPr/>
          </p:nvSpPr>
          <p:spPr>
            <a:xfrm>
              <a:off x="3881649" y="6385532"/>
              <a:ext cx="265120" cy="327131"/>
            </a:xfrm>
            <a:custGeom>
              <a:avLst/>
              <a:gdLst>
                <a:gd name="connsiteX0" fmla="*/ 5824 w 265120"/>
                <a:gd name="connsiteY0" fmla="*/ 326868 h 327131"/>
                <a:gd name="connsiteX1" fmla="*/ 0 w 265120"/>
                <a:gd name="connsiteY1" fmla="*/ 0 h 327131"/>
                <a:gd name="connsiteX2" fmla="*/ 33306 w 265120"/>
                <a:gd name="connsiteY2" fmla="*/ 0 h 327131"/>
                <a:gd name="connsiteX3" fmla="*/ 209480 w 265120"/>
                <a:gd name="connsiteY3" fmla="*/ 182 h 327131"/>
                <a:gd name="connsiteX4" fmla="*/ 239873 w 265120"/>
                <a:gd name="connsiteY4" fmla="*/ 22022 h 327131"/>
                <a:gd name="connsiteX5" fmla="*/ 258983 w 265120"/>
                <a:gd name="connsiteY5" fmla="*/ 95185 h 327131"/>
                <a:gd name="connsiteX6" fmla="*/ 250429 w 265120"/>
                <a:gd name="connsiteY6" fmla="*/ 282279 h 327131"/>
                <a:gd name="connsiteX7" fmla="*/ 240965 w 265120"/>
                <a:gd name="connsiteY7" fmla="*/ 313037 h 327131"/>
                <a:gd name="connsiteX8" fmla="*/ 220946 w 265120"/>
                <a:gd name="connsiteY8" fmla="*/ 327050 h 327131"/>
                <a:gd name="connsiteX9" fmla="*/ 181270 w 265120"/>
                <a:gd name="connsiteY9" fmla="*/ 327050 h 327131"/>
                <a:gd name="connsiteX10" fmla="*/ 13650 w 265120"/>
                <a:gd name="connsiteY10" fmla="*/ 326686 h 327131"/>
                <a:gd name="connsiteX11" fmla="*/ 5824 w 265120"/>
                <a:gd name="connsiteY11" fmla="*/ 326868 h 327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5120" h="327131">
                  <a:moveTo>
                    <a:pt x="5824" y="326868"/>
                  </a:moveTo>
                  <a:cubicBezTo>
                    <a:pt x="48411" y="217124"/>
                    <a:pt x="46955" y="108835"/>
                    <a:pt x="0" y="0"/>
                  </a:cubicBezTo>
                  <a:cubicBezTo>
                    <a:pt x="11648" y="0"/>
                    <a:pt x="22386" y="0"/>
                    <a:pt x="33306" y="0"/>
                  </a:cubicBezTo>
                  <a:cubicBezTo>
                    <a:pt x="92091" y="0"/>
                    <a:pt x="150694" y="0"/>
                    <a:pt x="209480" y="182"/>
                  </a:cubicBezTo>
                  <a:cubicBezTo>
                    <a:pt x="226223" y="182"/>
                    <a:pt x="233685" y="5642"/>
                    <a:pt x="239873" y="22022"/>
                  </a:cubicBezTo>
                  <a:cubicBezTo>
                    <a:pt x="248791" y="45681"/>
                    <a:pt x="254797" y="70251"/>
                    <a:pt x="258983" y="95185"/>
                  </a:cubicBezTo>
                  <a:cubicBezTo>
                    <a:pt x="269357" y="158156"/>
                    <a:pt x="266627" y="220581"/>
                    <a:pt x="250429" y="282279"/>
                  </a:cubicBezTo>
                  <a:cubicBezTo>
                    <a:pt x="247699" y="292653"/>
                    <a:pt x="244241" y="302845"/>
                    <a:pt x="240965" y="313037"/>
                  </a:cubicBezTo>
                  <a:cubicBezTo>
                    <a:pt x="237871" y="322682"/>
                    <a:pt x="230591" y="327050"/>
                    <a:pt x="220946" y="327050"/>
                  </a:cubicBezTo>
                  <a:cubicBezTo>
                    <a:pt x="207660" y="327232"/>
                    <a:pt x="194556" y="327050"/>
                    <a:pt x="181270" y="327050"/>
                  </a:cubicBezTo>
                  <a:cubicBezTo>
                    <a:pt x="125397" y="326868"/>
                    <a:pt x="69523" y="326868"/>
                    <a:pt x="13650" y="326686"/>
                  </a:cubicBezTo>
                  <a:cubicBezTo>
                    <a:pt x="11284" y="326868"/>
                    <a:pt x="8918" y="326868"/>
                    <a:pt x="5824" y="326868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15">
              <a:extLst>
                <a:ext uri="{FF2B5EF4-FFF2-40B4-BE49-F238E27FC236}">
                  <a16:creationId xmlns:a16="http://schemas.microsoft.com/office/drawing/2014/main" xmlns="" id="{95C44766-1623-4D89-BCE9-F1078258D2A9}"/>
                </a:ext>
              </a:extLst>
            </p:cNvPr>
            <p:cNvSpPr/>
            <p:nvPr/>
          </p:nvSpPr>
          <p:spPr>
            <a:xfrm>
              <a:off x="3912543" y="5838078"/>
              <a:ext cx="150444" cy="427712"/>
            </a:xfrm>
            <a:custGeom>
              <a:avLst/>
              <a:gdLst>
                <a:gd name="connsiteX0" fmla="*/ 75575 w 150444"/>
                <a:gd name="connsiteY0" fmla="*/ 368 h 427712"/>
                <a:gd name="connsiteX1" fmla="*/ 103602 w 150444"/>
                <a:gd name="connsiteY1" fmla="*/ 368 h 427712"/>
                <a:gd name="connsiteX2" fmla="*/ 145098 w 150444"/>
                <a:gd name="connsiteY2" fmla="*/ 28760 h 427712"/>
                <a:gd name="connsiteX3" fmla="*/ 117434 w 150444"/>
                <a:gd name="connsiteY3" fmla="*/ 85179 h 427712"/>
                <a:gd name="connsiteX4" fmla="*/ 103056 w 150444"/>
                <a:gd name="connsiteY4" fmla="*/ 103561 h 427712"/>
                <a:gd name="connsiteX5" fmla="*/ 122530 w 150444"/>
                <a:gd name="connsiteY5" fmla="*/ 194196 h 427712"/>
                <a:gd name="connsiteX6" fmla="*/ 139638 w 150444"/>
                <a:gd name="connsiteY6" fmla="*/ 226045 h 427712"/>
                <a:gd name="connsiteX7" fmla="*/ 141822 w 150444"/>
                <a:gd name="connsiteY7" fmla="*/ 307399 h 427712"/>
                <a:gd name="connsiteX8" fmla="*/ 93956 w 150444"/>
                <a:gd name="connsiteY8" fmla="*/ 409681 h 427712"/>
                <a:gd name="connsiteX9" fmla="*/ 77941 w 150444"/>
                <a:gd name="connsiteY9" fmla="*/ 426243 h 427712"/>
                <a:gd name="connsiteX10" fmla="*/ 64291 w 150444"/>
                <a:gd name="connsiteY10" fmla="*/ 421147 h 427712"/>
                <a:gd name="connsiteX11" fmla="*/ 8599 w 150444"/>
                <a:gd name="connsiteY11" fmla="*/ 304123 h 427712"/>
                <a:gd name="connsiteX12" fmla="*/ 8599 w 150444"/>
                <a:gd name="connsiteY12" fmla="*/ 233325 h 427712"/>
                <a:gd name="connsiteX13" fmla="*/ 34261 w 150444"/>
                <a:gd name="connsiteY13" fmla="*/ 182730 h 427712"/>
                <a:gd name="connsiteX14" fmla="*/ 51005 w 150444"/>
                <a:gd name="connsiteY14" fmla="*/ 125219 h 427712"/>
                <a:gd name="connsiteX15" fmla="*/ 49549 w 150444"/>
                <a:gd name="connsiteY15" fmla="*/ 101923 h 427712"/>
                <a:gd name="connsiteX16" fmla="*/ 34079 w 150444"/>
                <a:gd name="connsiteY16" fmla="*/ 85179 h 427712"/>
                <a:gd name="connsiteX17" fmla="*/ 4231 w 150444"/>
                <a:gd name="connsiteY17" fmla="*/ 37677 h 427712"/>
                <a:gd name="connsiteX18" fmla="*/ 44999 w 150444"/>
                <a:gd name="connsiteY18" fmla="*/ 368 h 427712"/>
                <a:gd name="connsiteX19" fmla="*/ 75575 w 150444"/>
                <a:gd name="connsiteY19" fmla="*/ 368 h 427712"/>
                <a:gd name="connsiteX20" fmla="*/ 75575 w 150444"/>
                <a:gd name="connsiteY20" fmla="*/ 368 h 42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0444" h="427712">
                  <a:moveTo>
                    <a:pt x="75575" y="368"/>
                  </a:moveTo>
                  <a:cubicBezTo>
                    <a:pt x="84857" y="368"/>
                    <a:pt x="94320" y="4"/>
                    <a:pt x="103602" y="368"/>
                  </a:cubicBezTo>
                  <a:cubicBezTo>
                    <a:pt x="123076" y="1278"/>
                    <a:pt x="137636" y="10196"/>
                    <a:pt x="145098" y="28760"/>
                  </a:cubicBezTo>
                  <a:cubicBezTo>
                    <a:pt x="154380" y="51691"/>
                    <a:pt x="141458" y="77717"/>
                    <a:pt x="117434" y="85179"/>
                  </a:cubicBezTo>
                  <a:cubicBezTo>
                    <a:pt x="106696" y="88455"/>
                    <a:pt x="103966" y="92095"/>
                    <a:pt x="103056" y="103561"/>
                  </a:cubicBezTo>
                  <a:cubicBezTo>
                    <a:pt x="100690" y="135774"/>
                    <a:pt x="107060" y="165986"/>
                    <a:pt x="122530" y="194196"/>
                  </a:cubicBezTo>
                  <a:cubicBezTo>
                    <a:pt x="128354" y="204752"/>
                    <a:pt x="133996" y="215308"/>
                    <a:pt x="139638" y="226045"/>
                  </a:cubicBezTo>
                  <a:cubicBezTo>
                    <a:pt x="153470" y="252799"/>
                    <a:pt x="153834" y="280281"/>
                    <a:pt x="141822" y="307399"/>
                  </a:cubicBezTo>
                  <a:cubicBezTo>
                    <a:pt x="126534" y="341796"/>
                    <a:pt x="110154" y="375830"/>
                    <a:pt x="93956" y="409681"/>
                  </a:cubicBezTo>
                  <a:cubicBezTo>
                    <a:pt x="90499" y="416779"/>
                    <a:pt x="85585" y="422967"/>
                    <a:pt x="77941" y="426243"/>
                  </a:cubicBezTo>
                  <a:cubicBezTo>
                    <a:pt x="70843" y="429155"/>
                    <a:pt x="67567" y="427881"/>
                    <a:pt x="64291" y="421147"/>
                  </a:cubicBezTo>
                  <a:cubicBezTo>
                    <a:pt x="45727" y="382200"/>
                    <a:pt x="27345" y="343070"/>
                    <a:pt x="8599" y="304123"/>
                  </a:cubicBezTo>
                  <a:cubicBezTo>
                    <a:pt x="-2866" y="280463"/>
                    <a:pt x="-2866" y="256803"/>
                    <a:pt x="8599" y="233325"/>
                  </a:cubicBezTo>
                  <a:cubicBezTo>
                    <a:pt x="16971" y="216400"/>
                    <a:pt x="26071" y="199838"/>
                    <a:pt x="34261" y="182730"/>
                  </a:cubicBezTo>
                  <a:cubicBezTo>
                    <a:pt x="42997" y="164530"/>
                    <a:pt x="48639" y="145238"/>
                    <a:pt x="51005" y="125219"/>
                  </a:cubicBezTo>
                  <a:cubicBezTo>
                    <a:pt x="51915" y="117575"/>
                    <a:pt x="51005" y="109567"/>
                    <a:pt x="49549" y="101923"/>
                  </a:cubicBezTo>
                  <a:cubicBezTo>
                    <a:pt x="47911" y="93551"/>
                    <a:pt x="42451" y="87909"/>
                    <a:pt x="34079" y="85179"/>
                  </a:cubicBezTo>
                  <a:cubicBezTo>
                    <a:pt x="13513" y="78263"/>
                    <a:pt x="1683" y="58789"/>
                    <a:pt x="4231" y="37677"/>
                  </a:cubicBezTo>
                  <a:cubicBezTo>
                    <a:pt x="6779" y="18204"/>
                    <a:pt x="24251" y="1642"/>
                    <a:pt x="44999" y="368"/>
                  </a:cubicBezTo>
                  <a:cubicBezTo>
                    <a:pt x="55191" y="-360"/>
                    <a:pt x="65383" y="186"/>
                    <a:pt x="75575" y="368"/>
                  </a:cubicBezTo>
                  <a:cubicBezTo>
                    <a:pt x="75575" y="368"/>
                    <a:pt x="75575" y="368"/>
                    <a:pt x="75575" y="368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316">
              <a:extLst>
                <a:ext uri="{FF2B5EF4-FFF2-40B4-BE49-F238E27FC236}">
                  <a16:creationId xmlns:a16="http://schemas.microsoft.com/office/drawing/2014/main" xmlns="" id="{7DF431FD-C8E5-411F-9642-D27AB55CA902}"/>
                </a:ext>
              </a:extLst>
            </p:cNvPr>
            <p:cNvSpPr/>
            <p:nvPr/>
          </p:nvSpPr>
          <p:spPr>
            <a:xfrm>
              <a:off x="4144618" y="6665749"/>
              <a:ext cx="593149" cy="84324"/>
            </a:xfrm>
            <a:custGeom>
              <a:avLst/>
              <a:gdLst>
                <a:gd name="connsiteX0" fmla="*/ 481403 w 593149"/>
                <a:gd name="connsiteY0" fmla="*/ 84325 h 84324"/>
                <a:gd name="connsiteX1" fmla="*/ 378574 w 593149"/>
                <a:gd name="connsiteY1" fmla="*/ 74497 h 84324"/>
                <a:gd name="connsiteX2" fmla="*/ 229336 w 593149"/>
                <a:gd name="connsiteY2" fmla="*/ 62667 h 84324"/>
                <a:gd name="connsiteX3" fmla="*/ 40604 w 593149"/>
                <a:gd name="connsiteY3" fmla="*/ 56843 h 84324"/>
                <a:gd name="connsiteX4" fmla="*/ 15306 w 593149"/>
                <a:gd name="connsiteY4" fmla="*/ 52839 h 84324"/>
                <a:gd name="connsiteX5" fmla="*/ 2748 w 593149"/>
                <a:gd name="connsiteY5" fmla="*/ 21172 h 84324"/>
                <a:gd name="connsiteX6" fmla="*/ 33142 w 593149"/>
                <a:gd name="connsiteY6" fmla="*/ 606 h 84324"/>
                <a:gd name="connsiteX7" fmla="*/ 72635 w 593149"/>
                <a:gd name="connsiteY7" fmla="*/ 970 h 84324"/>
                <a:gd name="connsiteX8" fmla="*/ 199670 w 593149"/>
                <a:gd name="connsiteY8" fmla="*/ 10980 h 84324"/>
                <a:gd name="connsiteX9" fmla="*/ 415702 w 593149"/>
                <a:gd name="connsiteY9" fmla="*/ 30817 h 84324"/>
                <a:gd name="connsiteX10" fmla="*/ 533272 w 593149"/>
                <a:gd name="connsiteY10" fmla="*/ 42829 h 84324"/>
                <a:gd name="connsiteX11" fmla="*/ 581138 w 593149"/>
                <a:gd name="connsiteY11" fmla="*/ 47925 h 84324"/>
                <a:gd name="connsiteX12" fmla="*/ 585506 w 593149"/>
                <a:gd name="connsiteY12" fmla="*/ 48835 h 84324"/>
                <a:gd name="connsiteX13" fmla="*/ 593150 w 593149"/>
                <a:gd name="connsiteY13" fmla="*/ 55205 h 84324"/>
                <a:gd name="connsiteX14" fmla="*/ 586962 w 593149"/>
                <a:gd name="connsiteY14" fmla="*/ 61029 h 84324"/>
                <a:gd name="connsiteX15" fmla="*/ 494143 w 593149"/>
                <a:gd name="connsiteY15" fmla="*/ 82869 h 84324"/>
                <a:gd name="connsiteX16" fmla="*/ 481585 w 593149"/>
                <a:gd name="connsiteY16" fmla="*/ 82869 h 84324"/>
                <a:gd name="connsiteX17" fmla="*/ 481403 w 593149"/>
                <a:gd name="connsiteY17" fmla="*/ 84325 h 84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93149" h="84324">
                  <a:moveTo>
                    <a:pt x="481403" y="84325"/>
                  </a:moveTo>
                  <a:cubicBezTo>
                    <a:pt x="447187" y="81049"/>
                    <a:pt x="412972" y="77409"/>
                    <a:pt x="378574" y="74497"/>
                  </a:cubicBezTo>
                  <a:cubicBezTo>
                    <a:pt x="328889" y="70129"/>
                    <a:pt x="279203" y="65033"/>
                    <a:pt x="229336" y="62667"/>
                  </a:cubicBezTo>
                  <a:cubicBezTo>
                    <a:pt x="166546" y="59573"/>
                    <a:pt x="103575" y="58845"/>
                    <a:pt x="40604" y="56843"/>
                  </a:cubicBezTo>
                  <a:cubicBezTo>
                    <a:pt x="32050" y="56479"/>
                    <a:pt x="23314" y="55569"/>
                    <a:pt x="15306" y="52839"/>
                  </a:cubicBezTo>
                  <a:cubicBezTo>
                    <a:pt x="1292" y="48107"/>
                    <a:pt x="-3622" y="34639"/>
                    <a:pt x="2748" y="21172"/>
                  </a:cubicBezTo>
                  <a:cubicBezTo>
                    <a:pt x="8936" y="8432"/>
                    <a:pt x="19856" y="1698"/>
                    <a:pt x="33142" y="606"/>
                  </a:cubicBezTo>
                  <a:cubicBezTo>
                    <a:pt x="46246" y="-486"/>
                    <a:pt x="59532" y="60"/>
                    <a:pt x="72635" y="970"/>
                  </a:cubicBezTo>
                  <a:cubicBezTo>
                    <a:pt x="115041" y="4064"/>
                    <a:pt x="157264" y="7340"/>
                    <a:pt x="199670" y="10980"/>
                  </a:cubicBezTo>
                  <a:cubicBezTo>
                    <a:pt x="271741" y="17350"/>
                    <a:pt x="343630" y="24084"/>
                    <a:pt x="415702" y="30817"/>
                  </a:cubicBezTo>
                  <a:cubicBezTo>
                    <a:pt x="455013" y="34457"/>
                    <a:pt x="494143" y="38825"/>
                    <a:pt x="533272" y="42829"/>
                  </a:cubicBezTo>
                  <a:cubicBezTo>
                    <a:pt x="549288" y="44467"/>
                    <a:pt x="565304" y="46287"/>
                    <a:pt x="581138" y="47925"/>
                  </a:cubicBezTo>
                  <a:cubicBezTo>
                    <a:pt x="582594" y="48107"/>
                    <a:pt x="584414" y="48107"/>
                    <a:pt x="585506" y="48835"/>
                  </a:cubicBezTo>
                  <a:cubicBezTo>
                    <a:pt x="588236" y="50655"/>
                    <a:pt x="590602" y="53021"/>
                    <a:pt x="593150" y="55205"/>
                  </a:cubicBezTo>
                  <a:cubicBezTo>
                    <a:pt x="591148" y="57207"/>
                    <a:pt x="589328" y="59755"/>
                    <a:pt x="586962" y="61029"/>
                  </a:cubicBezTo>
                  <a:cubicBezTo>
                    <a:pt x="558024" y="76863"/>
                    <a:pt x="526538" y="81959"/>
                    <a:pt x="494143" y="82869"/>
                  </a:cubicBezTo>
                  <a:cubicBezTo>
                    <a:pt x="489957" y="83051"/>
                    <a:pt x="485771" y="82869"/>
                    <a:pt x="481585" y="82869"/>
                  </a:cubicBezTo>
                  <a:cubicBezTo>
                    <a:pt x="481403" y="83415"/>
                    <a:pt x="481403" y="83779"/>
                    <a:pt x="481403" y="84325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317">
              <a:extLst>
                <a:ext uri="{FF2B5EF4-FFF2-40B4-BE49-F238E27FC236}">
                  <a16:creationId xmlns:a16="http://schemas.microsoft.com/office/drawing/2014/main" xmlns="" id="{E69F51DB-F061-40F4-ACCA-ADC8793BB2DE}"/>
                </a:ext>
              </a:extLst>
            </p:cNvPr>
            <p:cNvSpPr/>
            <p:nvPr/>
          </p:nvSpPr>
          <p:spPr>
            <a:xfrm>
              <a:off x="4422461" y="5150858"/>
              <a:ext cx="97818" cy="424494"/>
            </a:xfrm>
            <a:custGeom>
              <a:avLst/>
              <a:gdLst>
                <a:gd name="connsiteX0" fmla="*/ 97819 w 97818"/>
                <a:gd name="connsiteY0" fmla="*/ 422963 h 424494"/>
                <a:gd name="connsiteX1" fmla="*/ 49589 w 97818"/>
                <a:gd name="connsiteY1" fmla="*/ 424419 h 424494"/>
                <a:gd name="connsiteX2" fmla="*/ 15191 w 97818"/>
                <a:gd name="connsiteY2" fmla="*/ 424237 h 424494"/>
                <a:gd name="connsiteX3" fmla="*/ 86 w 97818"/>
                <a:gd name="connsiteY3" fmla="*/ 408039 h 424494"/>
                <a:gd name="connsiteX4" fmla="*/ 14281 w 97818"/>
                <a:gd name="connsiteY4" fmla="*/ 341974 h 424494"/>
                <a:gd name="connsiteX5" fmla="*/ 25747 w 97818"/>
                <a:gd name="connsiteY5" fmla="*/ 281915 h 424494"/>
                <a:gd name="connsiteX6" fmla="*/ 19377 w 97818"/>
                <a:gd name="connsiteY6" fmla="*/ 245515 h 424494"/>
                <a:gd name="connsiteX7" fmla="*/ 20105 w 97818"/>
                <a:gd name="connsiteY7" fmla="*/ 222220 h 424494"/>
                <a:gd name="connsiteX8" fmla="*/ 32117 w 97818"/>
                <a:gd name="connsiteY8" fmla="*/ 199470 h 424494"/>
                <a:gd name="connsiteX9" fmla="*/ 36849 w 97818"/>
                <a:gd name="connsiteY9" fmla="*/ 179086 h 424494"/>
                <a:gd name="connsiteX10" fmla="*/ 36303 w 97818"/>
                <a:gd name="connsiteY10" fmla="*/ 36218 h 424494"/>
                <a:gd name="connsiteX11" fmla="*/ 42127 w 97818"/>
                <a:gd name="connsiteY11" fmla="*/ 9100 h 424494"/>
                <a:gd name="connsiteX12" fmla="*/ 56141 w 97818"/>
                <a:gd name="connsiteY12" fmla="*/ 0 h 424494"/>
                <a:gd name="connsiteX13" fmla="*/ 56869 w 97818"/>
                <a:gd name="connsiteY13" fmla="*/ 5824 h 424494"/>
                <a:gd name="connsiteX14" fmla="*/ 58507 w 97818"/>
                <a:gd name="connsiteY14" fmla="*/ 153788 h 424494"/>
                <a:gd name="connsiteX15" fmla="*/ 60509 w 97818"/>
                <a:gd name="connsiteY15" fmla="*/ 189824 h 424494"/>
                <a:gd name="connsiteX16" fmla="*/ 75069 w 97818"/>
                <a:gd name="connsiteY16" fmla="*/ 216396 h 424494"/>
                <a:gd name="connsiteX17" fmla="*/ 79073 w 97818"/>
                <a:gd name="connsiteY17" fmla="*/ 232775 h 424494"/>
                <a:gd name="connsiteX18" fmla="*/ 70337 w 97818"/>
                <a:gd name="connsiteY18" fmla="*/ 256435 h 424494"/>
                <a:gd name="connsiteX19" fmla="*/ 66879 w 97818"/>
                <a:gd name="connsiteY19" fmla="*/ 298841 h 424494"/>
                <a:gd name="connsiteX20" fmla="*/ 96545 w 97818"/>
                <a:gd name="connsiteY20" fmla="*/ 418049 h 424494"/>
                <a:gd name="connsiteX21" fmla="*/ 97819 w 97818"/>
                <a:gd name="connsiteY21" fmla="*/ 422963 h 42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7818" h="424494">
                  <a:moveTo>
                    <a:pt x="97819" y="422963"/>
                  </a:moveTo>
                  <a:cubicBezTo>
                    <a:pt x="81257" y="423509"/>
                    <a:pt x="65423" y="424055"/>
                    <a:pt x="49589" y="424419"/>
                  </a:cubicBezTo>
                  <a:cubicBezTo>
                    <a:pt x="38123" y="424601"/>
                    <a:pt x="26657" y="424419"/>
                    <a:pt x="15191" y="424237"/>
                  </a:cubicBezTo>
                  <a:cubicBezTo>
                    <a:pt x="3180" y="424055"/>
                    <a:pt x="-642" y="420051"/>
                    <a:pt x="86" y="408039"/>
                  </a:cubicBezTo>
                  <a:cubicBezTo>
                    <a:pt x="1724" y="385290"/>
                    <a:pt x="8275" y="363814"/>
                    <a:pt x="14281" y="341974"/>
                  </a:cubicBezTo>
                  <a:cubicBezTo>
                    <a:pt x="19741" y="322318"/>
                    <a:pt x="25383" y="302481"/>
                    <a:pt x="25747" y="281915"/>
                  </a:cubicBezTo>
                  <a:cubicBezTo>
                    <a:pt x="26111" y="269357"/>
                    <a:pt x="24473" y="256981"/>
                    <a:pt x="19377" y="245515"/>
                  </a:cubicBezTo>
                  <a:cubicBezTo>
                    <a:pt x="15919" y="237507"/>
                    <a:pt x="16283" y="229863"/>
                    <a:pt x="20105" y="222220"/>
                  </a:cubicBezTo>
                  <a:cubicBezTo>
                    <a:pt x="23927" y="214576"/>
                    <a:pt x="29023" y="207296"/>
                    <a:pt x="32117" y="199470"/>
                  </a:cubicBezTo>
                  <a:cubicBezTo>
                    <a:pt x="34665" y="193100"/>
                    <a:pt x="36849" y="186002"/>
                    <a:pt x="36849" y="179086"/>
                  </a:cubicBezTo>
                  <a:cubicBezTo>
                    <a:pt x="37031" y="131403"/>
                    <a:pt x="36667" y="83901"/>
                    <a:pt x="36303" y="36218"/>
                  </a:cubicBezTo>
                  <a:cubicBezTo>
                    <a:pt x="36303" y="26754"/>
                    <a:pt x="37395" y="17472"/>
                    <a:pt x="42127" y="9100"/>
                  </a:cubicBezTo>
                  <a:cubicBezTo>
                    <a:pt x="45039" y="3822"/>
                    <a:pt x="49225" y="364"/>
                    <a:pt x="56141" y="0"/>
                  </a:cubicBezTo>
                  <a:cubicBezTo>
                    <a:pt x="56505" y="2184"/>
                    <a:pt x="56869" y="4004"/>
                    <a:pt x="56869" y="5824"/>
                  </a:cubicBezTo>
                  <a:cubicBezTo>
                    <a:pt x="60327" y="55145"/>
                    <a:pt x="61055" y="104467"/>
                    <a:pt x="58507" y="153788"/>
                  </a:cubicBezTo>
                  <a:cubicBezTo>
                    <a:pt x="57961" y="165800"/>
                    <a:pt x="59053" y="177812"/>
                    <a:pt x="60509" y="189824"/>
                  </a:cubicBezTo>
                  <a:cubicBezTo>
                    <a:pt x="61783" y="200380"/>
                    <a:pt x="66879" y="209298"/>
                    <a:pt x="75069" y="216396"/>
                  </a:cubicBezTo>
                  <a:cubicBezTo>
                    <a:pt x="80165" y="220764"/>
                    <a:pt x="80711" y="226951"/>
                    <a:pt x="79073" y="232775"/>
                  </a:cubicBezTo>
                  <a:cubicBezTo>
                    <a:pt x="76889" y="240783"/>
                    <a:pt x="73977" y="248791"/>
                    <a:pt x="70337" y="256435"/>
                  </a:cubicBezTo>
                  <a:cubicBezTo>
                    <a:pt x="63603" y="270267"/>
                    <a:pt x="63057" y="284281"/>
                    <a:pt x="66879" y="298841"/>
                  </a:cubicBezTo>
                  <a:cubicBezTo>
                    <a:pt x="76889" y="338516"/>
                    <a:pt x="86717" y="378192"/>
                    <a:pt x="96545" y="418049"/>
                  </a:cubicBezTo>
                  <a:cubicBezTo>
                    <a:pt x="97272" y="419323"/>
                    <a:pt x="97272" y="420597"/>
                    <a:pt x="97819" y="422963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318">
              <a:extLst>
                <a:ext uri="{FF2B5EF4-FFF2-40B4-BE49-F238E27FC236}">
                  <a16:creationId xmlns:a16="http://schemas.microsoft.com/office/drawing/2014/main" xmlns="" id="{18938785-F579-4E1E-AAE4-CCE2A29C230A}"/>
                </a:ext>
              </a:extLst>
            </p:cNvPr>
            <p:cNvSpPr/>
            <p:nvPr/>
          </p:nvSpPr>
          <p:spPr>
            <a:xfrm>
              <a:off x="3879283" y="6735769"/>
              <a:ext cx="262077" cy="122957"/>
            </a:xfrm>
            <a:custGeom>
              <a:avLst/>
              <a:gdLst>
                <a:gd name="connsiteX0" fmla="*/ 261349 w 262077"/>
                <a:gd name="connsiteY0" fmla="*/ 95476 h 122957"/>
                <a:gd name="connsiteX1" fmla="*/ 213302 w 262077"/>
                <a:gd name="connsiteY1" fmla="*/ 71088 h 122957"/>
                <a:gd name="connsiteX2" fmla="*/ 162160 w 262077"/>
                <a:gd name="connsiteY2" fmla="*/ 45244 h 122957"/>
                <a:gd name="connsiteX3" fmla="*/ 133040 w 262077"/>
                <a:gd name="connsiteY3" fmla="*/ 53252 h 122957"/>
                <a:gd name="connsiteX4" fmla="*/ 96823 w 262077"/>
                <a:gd name="connsiteY4" fmla="*/ 117862 h 122957"/>
                <a:gd name="connsiteX5" fmla="*/ 93911 w 262077"/>
                <a:gd name="connsiteY5" fmla="*/ 122958 h 122957"/>
                <a:gd name="connsiteX6" fmla="*/ 82991 w 262077"/>
                <a:gd name="connsiteY6" fmla="*/ 104758 h 122957"/>
                <a:gd name="connsiteX7" fmla="*/ 61333 w 262077"/>
                <a:gd name="connsiteY7" fmla="*/ 55618 h 122957"/>
                <a:gd name="connsiteX8" fmla="*/ 2548 w 262077"/>
                <a:gd name="connsiteY8" fmla="*/ 6843 h 122957"/>
                <a:gd name="connsiteX9" fmla="*/ 0 w 262077"/>
                <a:gd name="connsiteY9" fmla="*/ 4113 h 122957"/>
                <a:gd name="connsiteX10" fmla="*/ 36764 w 262077"/>
                <a:gd name="connsiteY10" fmla="*/ 473 h 122957"/>
                <a:gd name="connsiteX11" fmla="*/ 183636 w 262077"/>
                <a:gd name="connsiteY11" fmla="*/ 109 h 122957"/>
                <a:gd name="connsiteX12" fmla="*/ 214030 w 262077"/>
                <a:gd name="connsiteY12" fmla="*/ 1565 h 122957"/>
                <a:gd name="connsiteX13" fmla="*/ 234959 w 262077"/>
                <a:gd name="connsiteY13" fmla="*/ 13395 h 122957"/>
                <a:gd name="connsiteX14" fmla="*/ 262077 w 262077"/>
                <a:gd name="connsiteY14" fmla="*/ 88560 h 122957"/>
                <a:gd name="connsiteX15" fmla="*/ 261895 w 262077"/>
                <a:gd name="connsiteY15" fmla="*/ 93110 h 122957"/>
                <a:gd name="connsiteX16" fmla="*/ 261349 w 262077"/>
                <a:gd name="connsiteY16" fmla="*/ 95476 h 122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2077" h="122957">
                  <a:moveTo>
                    <a:pt x="261349" y="95476"/>
                  </a:moveTo>
                  <a:cubicBezTo>
                    <a:pt x="244969" y="87104"/>
                    <a:pt x="229135" y="79096"/>
                    <a:pt x="213302" y="71088"/>
                  </a:cubicBezTo>
                  <a:cubicBezTo>
                    <a:pt x="196194" y="62352"/>
                    <a:pt x="179268" y="53616"/>
                    <a:pt x="162160" y="45244"/>
                  </a:cubicBezTo>
                  <a:cubicBezTo>
                    <a:pt x="148692" y="38692"/>
                    <a:pt x="140684" y="40330"/>
                    <a:pt x="133040" y="53252"/>
                  </a:cubicBezTo>
                  <a:cubicBezTo>
                    <a:pt x="120483" y="74364"/>
                    <a:pt x="108835" y="96204"/>
                    <a:pt x="96823" y="117862"/>
                  </a:cubicBezTo>
                  <a:cubicBezTo>
                    <a:pt x="95913" y="119500"/>
                    <a:pt x="95003" y="121138"/>
                    <a:pt x="93911" y="122958"/>
                  </a:cubicBezTo>
                  <a:cubicBezTo>
                    <a:pt x="87541" y="118043"/>
                    <a:pt x="84993" y="111492"/>
                    <a:pt x="82991" y="104758"/>
                  </a:cubicBezTo>
                  <a:cubicBezTo>
                    <a:pt x="77895" y="87468"/>
                    <a:pt x="71889" y="70542"/>
                    <a:pt x="61333" y="55618"/>
                  </a:cubicBezTo>
                  <a:cubicBezTo>
                    <a:pt x="46227" y="33960"/>
                    <a:pt x="26754" y="17399"/>
                    <a:pt x="2548" y="6843"/>
                  </a:cubicBezTo>
                  <a:cubicBezTo>
                    <a:pt x="1638" y="6479"/>
                    <a:pt x="910" y="6115"/>
                    <a:pt x="0" y="4113"/>
                  </a:cubicBezTo>
                  <a:cubicBezTo>
                    <a:pt x="12194" y="2839"/>
                    <a:pt x="24570" y="473"/>
                    <a:pt x="36764" y="473"/>
                  </a:cubicBezTo>
                  <a:cubicBezTo>
                    <a:pt x="85721" y="-73"/>
                    <a:pt x="134678" y="-73"/>
                    <a:pt x="183636" y="109"/>
                  </a:cubicBezTo>
                  <a:cubicBezTo>
                    <a:pt x="193828" y="109"/>
                    <a:pt x="203838" y="655"/>
                    <a:pt x="214030" y="1565"/>
                  </a:cubicBezTo>
                  <a:cubicBezTo>
                    <a:pt x="222583" y="2293"/>
                    <a:pt x="230409" y="5933"/>
                    <a:pt x="234959" y="13395"/>
                  </a:cubicBezTo>
                  <a:cubicBezTo>
                    <a:pt x="249337" y="36508"/>
                    <a:pt x="260985" y="60532"/>
                    <a:pt x="262077" y="88560"/>
                  </a:cubicBezTo>
                  <a:cubicBezTo>
                    <a:pt x="262077" y="90016"/>
                    <a:pt x="262077" y="91654"/>
                    <a:pt x="261895" y="93110"/>
                  </a:cubicBezTo>
                  <a:cubicBezTo>
                    <a:pt x="261713" y="93474"/>
                    <a:pt x="261531" y="94020"/>
                    <a:pt x="261349" y="95476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470123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xmlns="" id="{BE0857F9-9317-4007-BF86-EE0F2EB42559}"/>
              </a:ext>
            </a:extLst>
          </p:cNvPr>
          <p:cNvGrpSpPr/>
          <p:nvPr/>
        </p:nvGrpSpPr>
        <p:grpSpPr>
          <a:xfrm>
            <a:off x="1431122" y="1606110"/>
            <a:ext cx="4734219" cy="4623159"/>
            <a:chOff x="924229" y="1606109"/>
            <a:chExt cx="4734219" cy="4623159"/>
          </a:xfrm>
        </p:grpSpPr>
        <p:sp>
          <p:nvSpPr>
            <p:cNvPr id="29" name="Block Arc 7">
              <a:extLst>
                <a:ext uri="{FF2B5EF4-FFF2-40B4-BE49-F238E27FC236}">
                  <a16:creationId xmlns:a16="http://schemas.microsoft.com/office/drawing/2014/main" xmlns="" id="{7FD6C308-7D27-4B9E-9D74-90DFC5E498E9}"/>
                </a:ext>
              </a:extLst>
            </p:cNvPr>
            <p:cNvSpPr/>
            <p:nvPr/>
          </p:nvSpPr>
          <p:spPr>
            <a:xfrm>
              <a:off x="924229" y="1606109"/>
              <a:ext cx="4623159" cy="4623159"/>
            </a:xfrm>
            <a:prstGeom prst="blockArc">
              <a:avLst>
                <a:gd name="adj1" fmla="val 17994494"/>
                <a:gd name="adj2" fmla="val 3631056"/>
                <a:gd name="adj3" fmla="val 126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30" name="Oval 8">
              <a:extLst>
                <a:ext uri="{FF2B5EF4-FFF2-40B4-BE49-F238E27FC236}">
                  <a16:creationId xmlns:a16="http://schemas.microsoft.com/office/drawing/2014/main" xmlns="" id="{BAC6B497-F944-42C7-8617-1EDBF79F8131}"/>
                </a:ext>
              </a:extLst>
            </p:cNvPr>
            <p:cNvSpPr/>
            <p:nvPr/>
          </p:nvSpPr>
          <p:spPr>
            <a:xfrm>
              <a:off x="4238091" y="1766259"/>
              <a:ext cx="288032" cy="28803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1" name="Oval 56">
              <a:extLst>
                <a:ext uri="{FF2B5EF4-FFF2-40B4-BE49-F238E27FC236}">
                  <a16:creationId xmlns:a16="http://schemas.microsoft.com/office/drawing/2014/main" xmlns="" id="{B7F08098-EA01-4B13-BCD5-3B9397340327}"/>
                </a:ext>
              </a:extLst>
            </p:cNvPr>
            <p:cNvSpPr/>
            <p:nvPr/>
          </p:nvSpPr>
          <p:spPr>
            <a:xfrm>
              <a:off x="5370416" y="3760400"/>
              <a:ext cx="288032" cy="28803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2" name="Oval 57">
              <a:extLst>
                <a:ext uri="{FF2B5EF4-FFF2-40B4-BE49-F238E27FC236}">
                  <a16:creationId xmlns:a16="http://schemas.microsoft.com/office/drawing/2014/main" xmlns="" id="{6DB21379-A0E1-43D5-957C-BA0F9AE2E9B4}"/>
                </a:ext>
              </a:extLst>
            </p:cNvPr>
            <p:cNvSpPr/>
            <p:nvPr/>
          </p:nvSpPr>
          <p:spPr>
            <a:xfrm>
              <a:off x="4238091" y="5754540"/>
              <a:ext cx="288032" cy="28803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3" name="Oval 59">
              <a:extLst>
                <a:ext uri="{FF2B5EF4-FFF2-40B4-BE49-F238E27FC236}">
                  <a16:creationId xmlns:a16="http://schemas.microsoft.com/office/drawing/2014/main" xmlns="" id="{347C6C41-8639-4504-9512-4790CC69C38C}"/>
                </a:ext>
              </a:extLst>
            </p:cNvPr>
            <p:cNvSpPr/>
            <p:nvPr/>
          </p:nvSpPr>
          <p:spPr>
            <a:xfrm>
              <a:off x="5072001" y="2610815"/>
              <a:ext cx="288032" cy="2880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4" name="Oval 60">
              <a:extLst>
                <a:ext uri="{FF2B5EF4-FFF2-40B4-BE49-F238E27FC236}">
                  <a16:creationId xmlns:a16="http://schemas.microsoft.com/office/drawing/2014/main" xmlns="" id="{71885484-3AA6-48E2-ABA3-1D2778773099}"/>
                </a:ext>
              </a:extLst>
            </p:cNvPr>
            <p:cNvSpPr/>
            <p:nvPr/>
          </p:nvSpPr>
          <p:spPr>
            <a:xfrm>
              <a:off x="5049075" y="4941168"/>
              <a:ext cx="288032" cy="28803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35" name="Group 61">
            <a:extLst>
              <a:ext uri="{FF2B5EF4-FFF2-40B4-BE49-F238E27FC236}">
                <a16:creationId xmlns:a16="http://schemas.microsoft.com/office/drawing/2014/main" xmlns="" id="{F1A6A013-691D-4D7C-A7E3-4E624028D887}"/>
              </a:ext>
            </a:extLst>
          </p:cNvPr>
          <p:cNvGrpSpPr/>
          <p:nvPr/>
        </p:nvGrpSpPr>
        <p:grpSpPr>
          <a:xfrm>
            <a:off x="5832711" y="1536306"/>
            <a:ext cx="4623159" cy="726743"/>
            <a:chOff x="4965552" y="1736224"/>
            <a:chExt cx="3484978" cy="726743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59E7A3E2-DBAF-467E-B120-5E089367308A}"/>
                </a:ext>
              </a:extLst>
            </p:cNvPr>
            <p:cNvSpPr txBox="1"/>
            <p:nvPr/>
          </p:nvSpPr>
          <p:spPr>
            <a:xfrm>
              <a:off x="4965552" y="2001302"/>
              <a:ext cx="34849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0A715D08-FADC-45DB-8499-16FD441442D9}"/>
                </a:ext>
              </a:extLst>
            </p:cNvPr>
            <p:cNvSpPr txBox="1"/>
            <p:nvPr/>
          </p:nvSpPr>
          <p:spPr>
            <a:xfrm>
              <a:off x="4965552" y="1736224"/>
              <a:ext cx="3484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8" name="Group 64">
            <a:extLst>
              <a:ext uri="{FF2B5EF4-FFF2-40B4-BE49-F238E27FC236}">
                <a16:creationId xmlns:a16="http://schemas.microsoft.com/office/drawing/2014/main" xmlns="" id="{EBD6AD38-79FD-44F8-9865-B3C4008C0638}"/>
              </a:ext>
            </a:extLst>
          </p:cNvPr>
          <p:cNvGrpSpPr/>
          <p:nvPr/>
        </p:nvGrpSpPr>
        <p:grpSpPr>
          <a:xfrm>
            <a:off x="6524197" y="2549540"/>
            <a:ext cx="4623159" cy="726743"/>
            <a:chOff x="4965552" y="1736224"/>
            <a:chExt cx="3484978" cy="726743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B1543ABF-3672-4130-B7BD-E1FDFB49C0FC}"/>
                </a:ext>
              </a:extLst>
            </p:cNvPr>
            <p:cNvSpPr txBox="1"/>
            <p:nvPr/>
          </p:nvSpPr>
          <p:spPr>
            <a:xfrm>
              <a:off x="4965552" y="2001302"/>
              <a:ext cx="34849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9CEBD9A6-9202-4CA5-A5E3-F4A68568957F}"/>
                </a:ext>
              </a:extLst>
            </p:cNvPr>
            <p:cNvSpPr txBox="1"/>
            <p:nvPr/>
          </p:nvSpPr>
          <p:spPr>
            <a:xfrm>
              <a:off x="4965552" y="1736224"/>
              <a:ext cx="3484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1" name="Group 68">
            <a:extLst>
              <a:ext uri="{FF2B5EF4-FFF2-40B4-BE49-F238E27FC236}">
                <a16:creationId xmlns:a16="http://schemas.microsoft.com/office/drawing/2014/main" xmlns="" id="{E9FDC065-5A43-4560-86A7-CE6536730E21}"/>
              </a:ext>
            </a:extLst>
          </p:cNvPr>
          <p:cNvGrpSpPr/>
          <p:nvPr/>
        </p:nvGrpSpPr>
        <p:grpSpPr>
          <a:xfrm>
            <a:off x="6884237" y="3562774"/>
            <a:ext cx="4623159" cy="726743"/>
            <a:chOff x="4965552" y="1736224"/>
            <a:chExt cx="3484978" cy="726743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D555864E-F593-4E0E-A2EA-819E11B44B06}"/>
                </a:ext>
              </a:extLst>
            </p:cNvPr>
            <p:cNvSpPr txBox="1"/>
            <p:nvPr/>
          </p:nvSpPr>
          <p:spPr>
            <a:xfrm>
              <a:off x="4965552" y="2001302"/>
              <a:ext cx="34849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6CE2E812-7234-43CF-BE87-1AA69E082C22}"/>
                </a:ext>
              </a:extLst>
            </p:cNvPr>
            <p:cNvSpPr txBox="1"/>
            <p:nvPr/>
          </p:nvSpPr>
          <p:spPr>
            <a:xfrm>
              <a:off x="4965552" y="1736224"/>
              <a:ext cx="3484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4" name="Group 71">
            <a:extLst>
              <a:ext uri="{FF2B5EF4-FFF2-40B4-BE49-F238E27FC236}">
                <a16:creationId xmlns:a16="http://schemas.microsoft.com/office/drawing/2014/main" xmlns="" id="{AF92FDA5-5B9E-4749-95AE-281FCFA20FC3}"/>
              </a:ext>
            </a:extLst>
          </p:cNvPr>
          <p:cNvGrpSpPr/>
          <p:nvPr/>
        </p:nvGrpSpPr>
        <p:grpSpPr>
          <a:xfrm>
            <a:off x="5832711" y="5589241"/>
            <a:ext cx="4623159" cy="726743"/>
            <a:chOff x="4965552" y="1736224"/>
            <a:chExt cx="3484978" cy="726743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BCAE51CA-894E-4A10-A2A4-D2C2EF2B2A38}"/>
                </a:ext>
              </a:extLst>
            </p:cNvPr>
            <p:cNvSpPr txBox="1"/>
            <p:nvPr/>
          </p:nvSpPr>
          <p:spPr>
            <a:xfrm>
              <a:off x="4965552" y="2001302"/>
              <a:ext cx="34849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75ED5228-88B2-4DDE-A445-C9D44E7AC68A}"/>
                </a:ext>
              </a:extLst>
            </p:cNvPr>
            <p:cNvSpPr txBox="1"/>
            <p:nvPr/>
          </p:nvSpPr>
          <p:spPr>
            <a:xfrm>
              <a:off x="4965552" y="1736224"/>
              <a:ext cx="3484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7" name="Group 74">
            <a:extLst>
              <a:ext uri="{FF2B5EF4-FFF2-40B4-BE49-F238E27FC236}">
                <a16:creationId xmlns:a16="http://schemas.microsoft.com/office/drawing/2014/main" xmlns="" id="{F072B430-DF66-4254-94BB-542E3A57ABE9}"/>
              </a:ext>
            </a:extLst>
          </p:cNvPr>
          <p:cNvGrpSpPr/>
          <p:nvPr/>
        </p:nvGrpSpPr>
        <p:grpSpPr>
          <a:xfrm>
            <a:off x="6524197" y="4576008"/>
            <a:ext cx="4623159" cy="726743"/>
            <a:chOff x="4965552" y="1736224"/>
            <a:chExt cx="3484978" cy="726743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54433D6A-B727-41BF-AE4B-14CD05305035}"/>
                </a:ext>
              </a:extLst>
            </p:cNvPr>
            <p:cNvSpPr txBox="1"/>
            <p:nvPr/>
          </p:nvSpPr>
          <p:spPr>
            <a:xfrm>
              <a:off x="4965552" y="2001302"/>
              <a:ext cx="34849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17B075EF-AD43-464D-B2A7-4E7579164455}"/>
                </a:ext>
              </a:extLst>
            </p:cNvPr>
            <p:cNvSpPr txBox="1"/>
            <p:nvPr/>
          </p:nvSpPr>
          <p:spPr>
            <a:xfrm>
              <a:off x="4965552" y="1736224"/>
              <a:ext cx="3484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0" name="Group 77">
            <a:extLst>
              <a:ext uri="{FF2B5EF4-FFF2-40B4-BE49-F238E27FC236}">
                <a16:creationId xmlns:a16="http://schemas.microsoft.com/office/drawing/2014/main" xmlns="" id="{55554AB8-2B62-4108-82CB-F6E49DA2498E}"/>
              </a:ext>
            </a:extLst>
          </p:cNvPr>
          <p:cNvGrpSpPr/>
          <p:nvPr/>
        </p:nvGrpSpPr>
        <p:grpSpPr>
          <a:xfrm>
            <a:off x="477620" y="3272642"/>
            <a:ext cx="1729469" cy="1280741"/>
            <a:chOff x="4965552" y="1736224"/>
            <a:chExt cx="1529916" cy="1280741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8E00E9C4-D9BF-48AE-BA97-650A43AA5939}"/>
                </a:ext>
              </a:extLst>
            </p:cNvPr>
            <p:cNvSpPr txBox="1"/>
            <p:nvPr/>
          </p:nvSpPr>
          <p:spPr>
            <a:xfrm>
              <a:off x="4965552" y="2001302"/>
              <a:ext cx="152991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DCA33954-14D1-403D-A756-51461CD4972C}"/>
                </a:ext>
              </a:extLst>
            </p:cNvPr>
            <p:cNvSpPr txBox="1"/>
            <p:nvPr/>
          </p:nvSpPr>
          <p:spPr>
            <a:xfrm>
              <a:off x="4965552" y="1736224"/>
              <a:ext cx="15299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xmlns="" id="{4A48CBB2-64D3-4A1F-BB3F-AF05F9BA1D17}"/>
              </a:ext>
            </a:extLst>
          </p:cNvPr>
          <p:cNvGrpSpPr/>
          <p:nvPr/>
        </p:nvGrpSpPr>
        <p:grpSpPr>
          <a:xfrm>
            <a:off x="1242221" y="1792441"/>
            <a:ext cx="4250497" cy="4250497"/>
            <a:chOff x="735328" y="1762623"/>
            <a:chExt cx="4250497" cy="4250497"/>
          </a:xfrm>
        </p:grpSpPr>
        <p:sp>
          <p:nvSpPr>
            <p:cNvPr id="54" name="Block Arc 43">
              <a:extLst>
                <a:ext uri="{FF2B5EF4-FFF2-40B4-BE49-F238E27FC236}">
                  <a16:creationId xmlns:a16="http://schemas.microsoft.com/office/drawing/2014/main" xmlns="" id="{628FE25D-96B6-401E-B35D-885B8B2B28CC}"/>
                </a:ext>
              </a:extLst>
            </p:cNvPr>
            <p:cNvSpPr/>
            <p:nvPr/>
          </p:nvSpPr>
          <p:spPr>
            <a:xfrm>
              <a:off x="735328" y="1762623"/>
              <a:ext cx="4250497" cy="4250497"/>
            </a:xfrm>
            <a:prstGeom prst="blockArc">
              <a:avLst>
                <a:gd name="adj1" fmla="val 4228396"/>
                <a:gd name="adj2" fmla="val 7060926"/>
                <a:gd name="adj3" fmla="val 524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55" name="Block Arc 53">
              <a:extLst>
                <a:ext uri="{FF2B5EF4-FFF2-40B4-BE49-F238E27FC236}">
                  <a16:creationId xmlns:a16="http://schemas.microsoft.com/office/drawing/2014/main" xmlns="" id="{39850B37-5C15-4BFE-B5B3-1873E93EC7E1}"/>
                </a:ext>
              </a:extLst>
            </p:cNvPr>
            <p:cNvSpPr/>
            <p:nvPr/>
          </p:nvSpPr>
          <p:spPr>
            <a:xfrm>
              <a:off x="735328" y="1762623"/>
              <a:ext cx="4250497" cy="4250497"/>
            </a:xfrm>
            <a:prstGeom prst="blockArc">
              <a:avLst>
                <a:gd name="adj1" fmla="val 1492588"/>
                <a:gd name="adj2" fmla="val 4237585"/>
                <a:gd name="adj3" fmla="val 522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56" name="Block Arc 54">
              <a:extLst>
                <a:ext uri="{FF2B5EF4-FFF2-40B4-BE49-F238E27FC236}">
                  <a16:creationId xmlns:a16="http://schemas.microsoft.com/office/drawing/2014/main" xmlns="" id="{E4C75FA2-470F-4C6E-A8A2-07ACBFC715AC}"/>
                </a:ext>
              </a:extLst>
            </p:cNvPr>
            <p:cNvSpPr/>
            <p:nvPr/>
          </p:nvSpPr>
          <p:spPr>
            <a:xfrm>
              <a:off x="735328" y="1762623"/>
              <a:ext cx="4250497" cy="4250497"/>
            </a:xfrm>
            <a:prstGeom prst="blockArc">
              <a:avLst>
                <a:gd name="adj1" fmla="val 20334074"/>
                <a:gd name="adj2" fmla="val 1503961"/>
                <a:gd name="adj3" fmla="val 528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57" name="Block Arc 55">
              <a:extLst>
                <a:ext uri="{FF2B5EF4-FFF2-40B4-BE49-F238E27FC236}">
                  <a16:creationId xmlns:a16="http://schemas.microsoft.com/office/drawing/2014/main" xmlns="" id="{711D128D-5CC8-401C-BCA2-ACB2B9767655}"/>
                </a:ext>
              </a:extLst>
            </p:cNvPr>
            <p:cNvSpPr/>
            <p:nvPr/>
          </p:nvSpPr>
          <p:spPr>
            <a:xfrm>
              <a:off x="735328" y="1762623"/>
              <a:ext cx="4250497" cy="4250497"/>
            </a:xfrm>
            <a:prstGeom prst="blockArc">
              <a:avLst>
                <a:gd name="adj1" fmla="val 17549958"/>
                <a:gd name="adj2" fmla="val 20340767"/>
                <a:gd name="adj3" fmla="val 528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58" name="Block Arc 5">
              <a:extLst>
                <a:ext uri="{FF2B5EF4-FFF2-40B4-BE49-F238E27FC236}">
                  <a16:creationId xmlns:a16="http://schemas.microsoft.com/office/drawing/2014/main" xmlns="" id="{099E00D7-F9F3-47BA-BBD2-8572CB85C2D5}"/>
                </a:ext>
              </a:extLst>
            </p:cNvPr>
            <p:cNvSpPr/>
            <p:nvPr/>
          </p:nvSpPr>
          <p:spPr>
            <a:xfrm>
              <a:off x="735328" y="1762623"/>
              <a:ext cx="4250497" cy="4250497"/>
            </a:xfrm>
            <a:prstGeom prst="blockArc">
              <a:avLst>
                <a:gd name="adj1" fmla="val 14520241"/>
                <a:gd name="adj2" fmla="val 17553267"/>
                <a:gd name="adj3" fmla="val 5243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9" name="Group 109">
            <a:extLst>
              <a:ext uri="{FF2B5EF4-FFF2-40B4-BE49-F238E27FC236}">
                <a16:creationId xmlns:a16="http://schemas.microsoft.com/office/drawing/2014/main" xmlns="" id="{AB3591CC-E7B7-4E46-B86F-55EE3CE72CC2}"/>
              </a:ext>
            </a:extLst>
          </p:cNvPr>
          <p:cNvGrpSpPr/>
          <p:nvPr/>
        </p:nvGrpSpPr>
        <p:grpSpPr>
          <a:xfrm>
            <a:off x="2217381" y="2619477"/>
            <a:ext cx="2246010" cy="2502148"/>
            <a:chOff x="4596745" y="501496"/>
            <a:chExt cx="3509062" cy="3909240"/>
          </a:xfrm>
          <a:solidFill>
            <a:schemeClr val="accent1"/>
          </a:solidFill>
        </p:grpSpPr>
        <p:sp>
          <p:nvSpPr>
            <p:cNvPr id="60" name="Freeform: Shape 110">
              <a:extLst>
                <a:ext uri="{FF2B5EF4-FFF2-40B4-BE49-F238E27FC236}">
                  <a16:creationId xmlns:a16="http://schemas.microsoft.com/office/drawing/2014/main" xmlns="" id="{214185DB-082A-495E-A893-DAF020DB0091}"/>
                </a:ext>
              </a:extLst>
            </p:cNvPr>
            <p:cNvSpPr/>
            <p:nvPr/>
          </p:nvSpPr>
          <p:spPr>
            <a:xfrm>
              <a:off x="5382584" y="501496"/>
              <a:ext cx="1871286" cy="1317493"/>
            </a:xfrm>
            <a:custGeom>
              <a:avLst/>
              <a:gdLst>
                <a:gd name="connsiteX0" fmla="*/ 1376075 w 1871286"/>
                <a:gd name="connsiteY0" fmla="*/ 0 h 1317493"/>
                <a:gd name="connsiteX1" fmla="*/ 1460693 w 1871286"/>
                <a:gd name="connsiteY1" fmla="*/ 9645 h 1317493"/>
                <a:gd name="connsiteX2" fmla="*/ 1581895 w 1871286"/>
                <a:gd name="connsiteY2" fmla="*/ 32688 h 1317493"/>
                <a:gd name="connsiteX3" fmla="*/ 1592917 w 1871286"/>
                <a:gd name="connsiteY3" fmla="*/ 47226 h 1317493"/>
                <a:gd name="connsiteX4" fmla="*/ 1592822 w 1871286"/>
                <a:gd name="connsiteY4" fmla="*/ 163249 h 1317493"/>
                <a:gd name="connsiteX5" fmla="*/ 1604653 w 1871286"/>
                <a:gd name="connsiteY5" fmla="*/ 179023 h 1317493"/>
                <a:gd name="connsiteX6" fmla="*/ 1718965 w 1871286"/>
                <a:gd name="connsiteY6" fmla="*/ 220976 h 1317493"/>
                <a:gd name="connsiteX7" fmla="*/ 1732411 w 1871286"/>
                <a:gd name="connsiteY7" fmla="*/ 241453 h 1317493"/>
                <a:gd name="connsiteX8" fmla="*/ 1732126 w 1871286"/>
                <a:gd name="connsiteY8" fmla="*/ 286684 h 1317493"/>
                <a:gd name="connsiteX9" fmla="*/ 1871287 w 1871286"/>
                <a:gd name="connsiteY9" fmla="*/ 286684 h 1317493"/>
                <a:gd name="connsiteX10" fmla="*/ 1871287 w 1871286"/>
                <a:gd name="connsiteY10" fmla="*/ 1310557 h 1317493"/>
                <a:gd name="connsiteX11" fmla="*/ 0 w 1871286"/>
                <a:gd name="connsiteY11" fmla="*/ 1317493 h 1317493"/>
                <a:gd name="connsiteX12" fmla="*/ 0 w 1871286"/>
                <a:gd name="connsiteY12" fmla="*/ 293526 h 1317493"/>
                <a:gd name="connsiteX13" fmla="*/ 134030 w 1871286"/>
                <a:gd name="connsiteY13" fmla="*/ 293526 h 1317493"/>
                <a:gd name="connsiteX14" fmla="*/ 133697 w 1871286"/>
                <a:gd name="connsiteY14" fmla="*/ 249530 h 1317493"/>
                <a:gd name="connsiteX15" fmla="*/ 149091 w 1871286"/>
                <a:gd name="connsiteY15" fmla="*/ 225775 h 1317493"/>
                <a:gd name="connsiteX16" fmla="*/ 260268 w 1871286"/>
                <a:gd name="connsiteY16" fmla="*/ 184059 h 1317493"/>
                <a:gd name="connsiteX17" fmla="*/ 272621 w 1871286"/>
                <a:gd name="connsiteY17" fmla="*/ 167003 h 1317493"/>
                <a:gd name="connsiteX18" fmla="*/ 271148 w 1871286"/>
                <a:gd name="connsiteY18" fmla="*/ 54021 h 1317493"/>
                <a:gd name="connsiteX19" fmla="*/ 284689 w 1871286"/>
                <a:gd name="connsiteY19" fmla="*/ 36536 h 1317493"/>
                <a:gd name="connsiteX20" fmla="*/ 624966 w 1871286"/>
                <a:gd name="connsiteY20" fmla="*/ 3136 h 1317493"/>
                <a:gd name="connsiteX21" fmla="*/ 925809 w 1871286"/>
                <a:gd name="connsiteY21" fmla="*/ 61717 h 1317493"/>
                <a:gd name="connsiteX22" fmla="*/ 941487 w 1871286"/>
                <a:gd name="connsiteY22" fmla="*/ 61575 h 1317493"/>
                <a:gd name="connsiteX23" fmla="*/ 1216104 w 1871286"/>
                <a:gd name="connsiteY23" fmla="*/ 2803 h 1317493"/>
                <a:gd name="connsiteX24" fmla="*/ 1235583 w 1871286"/>
                <a:gd name="connsiteY24" fmla="*/ 0 h 1317493"/>
                <a:gd name="connsiteX25" fmla="*/ 1376075 w 1871286"/>
                <a:gd name="connsiteY25" fmla="*/ 0 h 1317493"/>
                <a:gd name="connsiteX26" fmla="*/ 909085 w 1871286"/>
                <a:gd name="connsiteY26" fmla="*/ 1022162 h 1317493"/>
                <a:gd name="connsiteX27" fmla="*/ 909085 w 1871286"/>
                <a:gd name="connsiteY27" fmla="*/ 1006341 h 1317493"/>
                <a:gd name="connsiteX28" fmla="*/ 904571 w 1871286"/>
                <a:gd name="connsiteY28" fmla="*/ 128709 h 1317493"/>
                <a:gd name="connsiteX29" fmla="*/ 885851 w 1871286"/>
                <a:gd name="connsiteY29" fmla="*/ 103242 h 1317493"/>
                <a:gd name="connsiteX30" fmla="*/ 585484 w 1871286"/>
                <a:gd name="connsiteY30" fmla="*/ 57869 h 1317493"/>
                <a:gd name="connsiteX31" fmla="*/ 331298 w 1871286"/>
                <a:gd name="connsiteY31" fmla="*/ 82812 h 1317493"/>
                <a:gd name="connsiteX32" fmla="*/ 331298 w 1871286"/>
                <a:gd name="connsiteY32" fmla="*/ 993465 h 1317493"/>
                <a:gd name="connsiteX33" fmla="*/ 909085 w 1871286"/>
                <a:gd name="connsiteY33" fmla="*/ 1022162 h 1317493"/>
                <a:gd name="connsiteX34" fmla="*/ 1540227 w 1871286"/>
                <a:gd name="connsiteY34" fmla="*/ 989997 h 1317493"/>
                <a:gd name="connsiteX35" fmla="*/ 1540940 w 1871286"/>
                <a:gd name="connsiteY35" fmla="*/ 975553 h 1317493"/>
                <a:gd name="connsiteX36" fmla="*/ 1537661 w 1871286"/>
                <a:gd name="connsiteY36" fmla="*/ 94785 h 1317493"/>
                <a:gd name="connsiteX37" fmla="*/ 1520652 w 1871286"/>
                <a:gd name="connsiteY37" fmla="*/ 76113 h 1317493"/>
                <a:gd name="connsiteX38" fmla="*/ 1379876 w 1871286"/>
                <a:gd name="connsiteY38" fmla="*/ 59817 h 1317493"/>
                <a:gd name="connsiteX39" fmla="*/ 976598 w 1871286"/>
                <a:gd name="connsiteY39" fmla="*/ 107899 h 1317493"/>
                <a:gd name="connsiteX40" fmla="*/ 960635 w 1871286"/>
                <a:gd name="connsiteY40" fmla="*/ 130324 h 1317493"/>
                <a:gd name="connsiteX41" fmla="*/ 963960 w 1871286"/>
                <a:gd name="connsiteY41" fmla="*/ 1008051 h 1317493"/>
                <a:gd name="connsiteX42" fmla="*/ 964768 w 1871286"/>
                <a:gd name="connsiteY42" fmla="*/ 1024062 h 1317493"/>
                <a:gd name="connsiteX43" fmla="*/ 1249314 w 1871286"/>
                <a:gd name="connsiteY43" fmla="*/ 969567 h 1317493"/>
                <a:gd name="connsiteX44" fmla="*/ 1540227 w 1871286"/>
                <a:gd name="connsiteY44" fmla="*/ 989997 h 1317493"/>
                <a:gd name="connsiteX45" fmla="*/ 274664 w 1871286"/>
                <a:gd name="connsiteY45" fmla="*/ 1059601 h 1317493"/>
                <a:gd name="connsiteX46" fmla="*/ 274664 w 1871286"/>
                <a:gd name="connsiteY46" fmla="*/ 235372 h 1317493"/>
                <a:gd name="connsiteX47" fmla="*/ 205345 w 1871286"/>
                <a:gd name="connsiteY47" fmla="*/ 260648 h 1317493"/>
                <a:gd name="connsiteX48" fmla="*/ 188145 w 1871286"/>
                <a:gd name="connsiteY48" fmla="*/ 285877 h 1317493"/>
                <a:gd name="connsiteX49" fmla="*/ 194322 w 1871286"/>
                <a:gd name="connsiteY49" fmla="*/ 1160658 h 1317493"/>
                <a:gd name="connsiteX50" fmla="*/ 194322 w 1871286"/>
                <a:gd name="connsiteY50" fmla="*/ 1175244 h 1317493"/>
                <a:gd name="connsiteX51" fmla="*/ 204157 w 1871286"/>
                <a:gd name="connsiteY51" fmla="*/ 1172678 h 1317493"/>
                <a:gd name="connsiteX52" fmla="*/ 466515 w 1871286"/>
                <a:gd name="connsiteY52" fmla="*/ 1113859 h 1317493"/>
                <a:gd name="connsiteX53" fmla="*/ 928564 w 1871286"/>
                <a:gd name="connsiteY53" fmla="*/ 1164221 h 1317493"/>
                <a:gd name="connsiteX54" fmla="*/ 945811 w 1871286"/>
                <a:gd name="connsiteY54" fmla="*/ 1164174 h 1317493"/>
                <a:gd name="connsiteX55" fmla="*/ 1247461 w 1871286"/>
                <a:gd name="connsiteY55" fmla="*/ 1108158 h 1317493"/>
                <a:gd name="connsiteX56" fmla="*/ 1596671 w 1871286"/>
                <a:gd name="connsiteY56" fmla="*/ 1142651 h 1317493"/>
                <a:gd name="connsiteX57" fmla="*/ 1679721 w 1871286"/>
                <a:gd name="connsiteY57" fmla="*/ 1168307 h 1317493"/>
                <a:gd name="connsiteX58" fmla="*/ 1679721 w 1871286"/>
                <a:gd name="connsiteY58" fmla="*/ 1149255 h 1317493"/>
                <a:gd name="connsiteX59" fmla="*/ 1678153 w 1871286"/>
                <a:gd name="connsiteY59" fmla="*/ 282123 h 1317493"/>
                <a:gd name="connsiteX60" fmla="*/ 1677963 w 1871286"/>
                <a:gd name="connsiteY60" fmla="*/ 269960 h 1317493"/>
                <a:gd name="connsiteX61" fmla="*/ 1673734 w 1871286"/>
                <a:gd name="connsiteY61" fmla="*/ 261361 h 1317493"/>
                <a:gd name="connsiteX62" fmla="*/ 1594628 w 1871286"/>
                <a:gd name="connsiteY62" fmla="*/ 231571 h 1317493"/>
                <a:gd name="connsiteX63" fmla="*/ 1594628 w 1871286"/>
                <a:gd name="connsiteY63" fmla="*/ 1059696 h 1317493"/>
                <a:gd name="connsiteX64" fmla="*/ 1436795 w 1871286"/>
                <a:gd name="connsiteY64" fmla="*/ 1032329 h 1317493"/>
                <a:gd name="connsiteX65" fmla="*/ 1190067 w 1871286"/>
                <a:gd name="connsiteY65" fmla="*/ 1029241 h 1317493"/>
                <a:gd name="connsiteX66" fmla="*/ 972512 w 1871286"/>
                <a:gd name="connsiteY66" fmla="*/ 1072524 h 1317493"/>
                <a:gd name="connsiteX67" fmla="*/ 902908 w 1871286"/>
                <a:gd name="connsiteY67" fmla="*/ 1072619 h 1317493"/>
                <a:gd name="connsiteX68" fmla="*/ 688251 w 1871286"/>
                <a:gd name="connsiteY68" fmla="*/ 1030714 h 1317493"/>
                <a:gd name="connsiteX69" fmla="*/ 379332 w 1871286"/>
                <a:gd name="connsiteY69" fmla="*/ 1040311 h 1317493"/>
                <a:gd name="connsiteX70" fmla="*/ 274664 w 1871286"/>
                <a:gd name="connsiteY70" fmla="*/ 1059601 h 1317493"/>
                <a:gd name="connsiteX71" fmla="*/ 145148 w 1871286"/>
                <a:gd name="connsiteY71" fmla="*/ 1256726 h 1317493"/>
                <a:gd name="connsiteX72" fmla="*/ 146573 w 1871286"/>
                <a:gd name="connsiteY72" fmla="*/ 1261430 h 1317493"/>
                <a:gd name="connsiteX73" fmla="*/ 1728515 w 1871286"/>
                <a:gd name="connsiteY73" fmla="*/ 1255348 h 1317493"/>
                <a:gd name="connsiteX74" fmla="*/ 1729418 w 1871286"/>
                <a:gd name="connsiteY74" fmla="*/ 1250835 h 1317493"/>
                <a:gd name="connsiteX75" fmla="*/ 1655537 w 1871286"/>
                <a:gd name="connsiteY75" fmla="*/ 1219335 h 1317493"/>
                <a:gd name="connsiteX76" fmla="*/ 1379923 w 1871286"/>
                <a:gd name="connsiteY76" fmla="*/ 1165171 h 1317493"/>
                <a:gd name="connsiteX77" fmla="*/ 947521 w 1871286"/>
                <a:gd name="connsiteY77" fmla="*/ 1221520 h 1317493"/>
                <a:gd name="connsiteX78" fmla="*/ 927471 w 1871286"/>
                <a:gd name="connsiteY78" fmla="*/ 1221615 h 1317493"/>
                <a:gd name="connsiteX79" fmla="*/ 820713 w 1871286"/>
                <a:gd name="connsiteY79" fmla="*/ 1190875 h 1317493"/>
                <a:gd name="connsiteX80" fmla="*/ 484142 w 1871286"/>
                <a:gd name="connsiteY80" fmla="*/ 1168687 h 1317493"/>
                <a:gd name="connsiteX81" fmla="*/ 228245 w 1871286"/>
                <a:gd name="connsiteY81" fmla="*/ 1221330 h 1317493"/>
                <a:gd name="connsiteX82" fmla="*/ 145148 w 1871286"/>
                <a:gd name="connsiteY82" fmla="*/ 1256726 h 1317493"/>
                <a:gd name="connsiteX83" fmla="*/ 1735642 w 1871286"/>
                <a:gd name="connsiteY83" fmla="*/ 343080 h 1317493"/>
                <a:gd name="connsiteX84" fmla="*/ 1735642 w 1871286"/>
                <a:gd name="connsiteY84" fmla="*/ 1254303 h 1317493"/>
                <a:gd name="connsiteX85" fmla="*/ 1815556 w 1871286"/>
                <a:gd name="connsiteY85" fmla="*/ 1254303 h 1317493"/>
                <a:gd name="connsiteX86" fmla="*/ 1815556 w 1871286"/>
                <a:gd name="connsiteY86" fmla="*/ 343080 h 1317493"/>
                <a:gd name="connsiteX87" fmla="*/ 1735642 w 1871286"/>
                <a:gd name="connsiteY87" fmla="*/ 343080 h 1317493"/>
                <a:gd name="connsiteX88" fmla="*/ 136025 w 1871286"/>
                <a:gd name="connsiteY88" fmla="*/ 1260955 h 1317493"/>
                <a:gd name="connsiteX89" fmla="*/ 136025 w 1871286"/>
                <a:gd name="connsiteY89" fmla="*/ 352298 h 1317493"/>
                <a:gd name="connsiteX90" fmla="*/ 56206 w 1871286"/>
                <a:gd name="connsiteY90" fmla="*/ 352298 h 1317493"/>
                <a:gd name="connsiteX91" fmla="*/ 56206 w 1871286"/>
                <a:gd name="connsiteY91" fmla="*/ 1260955 h 1317493"/>
                <a:gd name="connsiteX92" fmla="*/ 136025 w 1871286"/>
                <a:gd name="connsiteY92" fmla="*/ 1260955 h 131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871286" h="1317493">
                  <a:moveTo>
                    <a:pt x="1376075" y="0"/>
                  </a:moveTo>
                  <a:cubicBezTo>
                    <a:pt x="1404297" y="3136"/>
                    <a:pt x="1432709" y="5036"/>
                    <a:pt x="1460693" y="9645"/>
                  </a:cubicBezTo>
                  <a:cubicBezTo>
                    <a:pt x="1501268" y="16344"/>
                    <a:pt x="1541462" y="25181"/>
                    <a:pt x="1581895" y="32688"/>
                  </a:cubicBezTo>
                  <a:cubicBezTo>
                    <a:pt x="1590827" y="34351"/>
                    <a:pt x="1593012" y="38627"/>
                    <a:pt x="1592917" y="47226"/>
                  </a:cubicBezTo>
                  <a:cubicBezTo>
                    <a:pt x="1592585" y="85901"/>
                    <a:pt x="1593250" y="124575"/>
                    <a:pt x="1592822" y="163249"/>
                  </a:cubicBezTo>
                  <a:cubicBezTo>
                    <a:pt x="1592727" y="172562"/>
                    <a:pt x="1595815" y="175935"/>
                    <a:pt x="1604653" y="179023"/>
                  </a:cubicBezTo>
                  <a:cubicBezTo>
                    <a:pt x="1642994" y="192374"/>
                    <a:pt x="1680861" y="206960"/>
                    <a:pt x="1718965" y="220976"/>
                  </a:cubicBezTo>
                  <a:cubicBezTo>
                    <a:pt x="1728705" y="224539"/>
                    <a:pt x="1733266" y="230241"/>
                    <a:pt x="1732411" y="241453"/>
                  </a:cubicBezTo>
                  <a:cubicBezTo>
                    <a:pt x="1731271" y="256039"/>
                    <a:pt x="1732126" y="270768"/>
                    <a:pt x="1732126" y="286684"/>
                  </a:cubicBezTo>
                  <a:cubicBezTo>
                    <a:pt x="1778449" y="286684"/>
                    <a:pt x="1823443" y="286684"/>
                    <a:pt x="1871287" y="286684"/>
                  </a:cubicBezTo>
                  <a:cubicBezTo>
                    <a:pt x="1871287" y="628149"/>
                    <a:pt x="1871287" y="968331"/>
                    <a:pt x="1871287" y="1310557"/>
                  </a:cubicBezTo>
                  <a:cubicBezTo>
                    <a:pt x="1249599" y="1312837"/>
                    <a:pt x="626534" y="1315165"/>
                    <a:pt x="0" y="1317493"/>
                  </a:cubicBezTo>
                  <a:cubicBezTo>
                    <a:pt x="0" y="975648"/>
                    <a:pt x="0" y="635513"/>
                    <a:pt x="0" y="293526"/>
                  </a:cubicBezTo>
                  <a:cubicBezTo>
                    <a:pt x="42760" y="293526"/>
                    <a:pt x="87754" y="293526"/>
                    <a:pt x="134030" y="293526"/>
                  </a:cubicBezTo>
                  <a:cubicBezTo>
                    <a:pt x="134030" y="277657"/>
                    <a:pt x="135075" y="263499"/>
                    <a:pt x="133697" y="249530"/>
                  </a:cubicBezTo>
                  <a:cubicBezTo>
                    <a:pt x="132415" y="236512"/>
                    <a:pt x="137546" y="230051"/>
                    <a:pt x="149091" y="225775"/>
                  </a:cubicBezTo>
                  <a:cubicBezTo>
                    <a:pt x="186197" y="211996"/>
                    <a:pt x="222971" y="197220"/>
                    <a:pt x="260268" y="184059"/>
                  </a:cubicBezTo>
                  <a:cubicBezTo>
                    <a:pt x="269818" y="180686"/>
                    <a:pt x="272811" y="176743"/>
                    <a:pt x="272621" y="167003"/>
                  </a:cubicBezTo>
                  <a:cubicBezTo>
                    <a:pt x="271813" y="129374"/>
                    <a:pt x="272193" y="91697"/>
                    <a:pt x="271148" y="54021"/>
                  </a:cubicBezTo>
                  <a:cubicBezTo>
                    <a:pt x="270863" y="43188"/>
                    <a:pt x="274616" y="39197"/>
                    <a:pt x="284689" y="36536"/>
                  </a:cubicBezTo>
                  <a:cubicBezTo>
                    <a:pt x="396341" y="6842"/>
                    <a:pt x="510036" y="-1805"/>
                    <a:pt x="624966" y="3136"/>
                  </a:cubicBezTo>
                  <a:cubicBezTo>
                    <a:pt x="728113" y="7602"/>
                    <a:pt x="829218" y="23091"/>
                    <a:pt x="925809" y="61717"/>
                  </a:cubicBezTo>
                  <a:cubicBezTo>
                    <a:pt x="930322" y="63523"/>
                    <a:pt x="936926" y="63428"/>
                    <a:pt x="941487" y="61575"/>
                  </a:cubicBezTo>
                  <a:cubicBezTo>
                    <a:pt x="1029526" y="25466"/>
                    <a:pt x="1121841" y="9740"/>
                    <a:pt x="1216104" y="2803"/>
                  </a:cubicBezTo>
                  <a:cubicBezTo>
                    <a:pt x="1222613" y="2328"/>
                    <a:pt x="1229074" y="950"/>
                    <a:pt x="1235583" y="0"/>
                  </a:cubicBezTo>
                  <a:cubicBezTo>
                    <a:pt x="1282430" y="0"/>
                    <a:pt x="1329276" y="0"/>
                    <a:pt x="1376075" y="0"/>
                  </a:cubicBezTo>
                  <a:close/>
                  <a:moveTo>
                    <a:pt x="909085" y="1022162"/>
                  </a:moveTo>
                  <a:cubicBezTo>
                    <a:pt x="909085" y="1016318"/>
                    <a:pt x="909132" y="1011329"/>
                    <a:pt x="909085" y="1006341"/>
                  </a:cubicBezTo>
                  <a:cubicBezTo>
                    <a:pt x="907469" y="713812"/>
                    <a:pt x="905711" y="421284"/>
                    <a:pt x="904571" y="128709"/>
                  </a:cubicBezTo>
                  <a:cubicBezTo>
                    <a:pt x="904523" y="113695"/>
                    <a:pt x="899440" y="107661"/>
                    <a:pt x="885851" y="103242"/>
                  </a:cubicBezTo>
                  <a:cubicBezTo>
                    <a:pt x="788215" y="71220"/>
                    <a:pt x="687586" y="59532"/>
                    <a:pt x="585484" y="57869"/>
                  </a:cubicBezTo>
                  <a:cubicBezTo>
                    <a:pt x="499298" y="56491"/>
                    <a:pt x="414205" y="66231"/>
                    <a:pt x="331298" y="82812"/>
                  </a:cubicBezTo>
                  <a:cubicBezTo>
                    <a:pt x="331298" y="386838"/>
                    <a:pt x="331298" y="689629"/>
                    <a:pt x="331298" y="993465"/>
                  </a:cubicBezTo>
                  <a:cubicBezTo>
                    <a:pt x="527615" y="958306"/>
                    <a:pt x="719324" y="959114"/>
                    <a:pt x="909085" y="1022162"/>
                  </a:cubicBezTo>
                  <a:close/>
                  <a:moveTo>
                    <a:pt x="1540227" y="989997"/>
                  </a:moveTo>
                  <a:cubicBezTo>
                    <a:pt x="1540512" y="984438"/>
                    <a:pt x="1540940" y="980019"/>
                    <a:pt x="1540940" y="975553"/>
                  </a:cubicBezTo>
                  <a:cubicBezTo>
                    <a:pt x="1539752" y="681980"/>
                    <a:pt x="1538422" y="388359"/>
                    <a:pt x="1537661" y="94785"/>
                  </a:cubicBezTo>
                  <a:cubicBezTo>
                    <a:pt x="1537614" y="81150"/>
                    <a:pt x="1532530" y="77444"/>
                    <a:pt x="1520652" y="76113"/>
                  </a:cubicBezTo>
                  <a:cubicBezTo>
                    <a:pt x="1473711" y="70840"/>
                    <a:pt x="1426960" y="62858"/>
                    <a:pt x="1379876" y="59817"/>
                  </a:cubicBezTo>
                  <a:cubicBezTo>
                    <a:pt x="1242663" y="50932"/>
                    <a:pt x="1107778" y="64378"/>
                    <a:pt x="976598" y="107899"/>
                  </a:cubicBezTo>
                  <a:cubicBezTo>
                    <a:pt x="964483" y="111890"/>
                    <a:pt x="960587" y="117401"/>
                    <a:pt x="960635" y="130324"/>
                  </a:cubicBezTo>
                  <a:cubicBezTo>
                    <a:pt x="962060" y="422900"/>
                    <a:pt x="962915" y="715475"/>
                    <a:pt x="963960" y="1008051"/>
                  </a:cubicBezTo>
                  <a:cubicBezTo>
                    <a:pt x="963960" y="1012850"/>
                    <a:pt x="964436" y="1017696"/>
                    <a:pt x="964768" y="1024062"/>
                  </a:cubicBezTo>
                  <a:cubicBezTo>
                    <a:pt x="1057463" y="989331"/>
                    <a:pt x="1152533" y="974413"/>
                    <a:pt x="1249314" y="969567"/>
                  </a:cubicBezTo>
                  <a:cubicBezTo>
                    <a:pt x="1346618" y="964625"/>
                    <a:pt x="1443351" y="970849"/>
                    <a:pt x="1540227" y="989997"/>
                  </a:cubicBezTo>
                  <a:close/>
                  <a:moveTo>
                    <a:pt x="274664" y="1059601"/>
                  </a:moveTo>
                  <a:cubicBezTo>
                    <a:pt x="274664" y="785792"/>
                    <a:pt x="274664" y="512364"/>
                    <a:pt x="274664" y="235372"/>
                  </a:cubicBezTo>
                  <a:cubicBezTo>
                    <a:pt x="248960" y="244827"/>
                    <a:pt x="227342" y="253379"/>
                    <a:pt x="205345" y="260648"/>
                  </a:cubicBezTo>
                  <a:cubicBezTo>
                    <a:pt x="192421" y="264924"/>
                    <a:pt x="188050" y="271528"/>
                    <a:pt x="188145" y="285877"/>
                  </a:cubicBezTo>
                  <a:cubicBezTo>
                    <a:pt x="190616" y="577454"/>
                    <a:pt x="192421" y="869032"/>
                    <a:pt x="194322" y="1160658"/>
                  </a:cubicBezTo>
                  <a:cubicBezTo>
                    <a:pt x="194369" y="1165171"/>
                    <a:pt x="194322" y="1169638"/>
                    <a:pt x="194322" y="1175244"/>
                  </a:cubicBezTo>
                  <a:cubicBezTo>
                    <a:pt x="198455" y="1174151"/>
                    <a:pt x="201449" y="1173723"/>
                    <a:pt x="204157" y="1172678"/>
                  </a:cubicBezTo>
                  <a:cubicBezTo>
                    <a:pt x="288727" y="1140228"/>
                    <a:pt x="376481" y="1121698"/>
                    <a:pt x="466515" y="1113859"/>
                  </a:cubicBezTo>
                  <a:cubicBezTo>
                    <a:pt x="623826" y="1100176"/>
                    <a:pt x="778333" y="1112434"/>
                    <a:pt x="928564" y="1164221"/>
                  </a:cubicBezTo>
                  <a:cubicBezTo>
                    <a:pt x="933743" y="1166027"/>
                    <a:pt x="940680" y="1166027"/>
                    <a:pt x="945811" y="1164174"/>
                  </a:cubicBezTo>
                  <a:cubicBezTo>
                    <a:pt x="1043352" y="1129205"/>
                    <a:pt x="1144314" y="1112956"/>
                    <a:pt x="1247461" y="1108158"/>
                  </a:cubicBezTo>
                  <a:cubicBezTo>
                    <a:pt x="1365575" y="1102694"/>
                    <a:pt x="1482215" y="1112006"/>
                    <a:pt x="1596671" y="1142651"/>
                  </a:cubicBezTo>
                  <a:cubicBezTo>
                    <a:pt x="1623990" y="1149968"/>
                    <a:pt x="1650786" y="1159328"/>
                    <a:pt x="1679721" y="1168307"/>
                  </a:cubicBezTo>
                  <a:cubicBezTo>
                    <a:pt x="1679721" y="1161228"/>
                    <a:pt x="1679721" y="1155242"/>
                    <a:pt x="1679721" y="1149255"/>
                  </a:cubicBezTo>
                  <a:cubicBezTo>
                    <a:pt x="1679198" y="860195"/>
                    <a:pt x="1678675" y="571135"/>
                    <a:pt x="1678153" y="282123"/>
                  </a:cubicBezTo>
                  <a:cubicBezTo>
                    <a:pt x="1678153" y="278037"/>
                    <a:pt x="1678675" y="273904"/>
                    <a:pt x="1677963" y="269960"/>
                  </a:cubicBezTo>
                  <a:cubicBezTo>
                    <a:pt x="1677393" y="266872"/>
                    <a:pt x="1675967" y="262263"/>
                    <a:pt x="1673734" y="261361"/>
                  </a:cubicBezTo>
                  <a:cubicBezTo>
                    <a:pt x="1647603" y="251146"/>
                    <a:pt x="1621282" y="241501"/>
                    <a:pt x="1594628" y="231571"/>
                  </a:cubicBezTo>
                  <a:cubicBezTo>
                    <a:pt x="1594628" y="510511"/>
                    <a:pt x="1594628" y="785982"/>
                    <a:pt x="1594628" y="1059696"/>
                  </a:cubicBezTo>
                  <a:cubicBezTo>
                    <a:pt x="1541795" y="1050431"/>
                    <a:pt x="1489532" y="1039694"/>
                    <a:pt x="1436795" y="1032329"/>
                  </a:cubicBezTo>
                  <a:cubicBezTo>
                    <a:pt x="1354837" y="1020927"/>
                    <a:pt x="1272357" y="1022162"/>
                    <a:pt x="1190067" y="1029241"/>
                  </a:cubicBezTo>
                  <a:cubicBezTo>
                    <a:pt x="1115997" y="1035655"/>
                    <a:pt x="1042117" y="1045110"/>
                    <a:pt x="972512" y="1072524"/>
                  </a:cubicBezTo>
                  <a:cubicBezTo>
                    <a:pt x="947569" y="1082359"/>
                    <a:pt x="927709" y="1082216"/>
                    <a:pt x="902908" y="1072619"/>
                  </a:cubicBezTo>
                  <a:cubicBezTo>
                    <a:pt x="834159" y="1045918"/>
                    <a:pt x="761324" y="1036795"/>
                    <a:pt x="688251" y="1030714"/>
                  </a:cubicBezTo>
                  <a:cubicBezTo>
                    <a:pt x="584914" y="1022114"/>
                    <a:pt x="481861" y="1024918"/>
                    <a:pt x="379332" y="1040311"/>
                  </a:cubicBezTo>
                  <a:cubicBezTo>
                    <a:pt x="345408" y="1045442"/>
                    <a:pt x="311675" y="1052759"/>
                    <a:pt x="274664" y="1059601"/>
                  </a:cubicBezTo>
                  <a:close/>
                  <a:moveTo>
                    <a:pt x="145148" y="1256726"/>
                  </a:moveTo>
                  <a:cubicBezTo>
                    <a:pt x="145623" y="1258294"/>
                    <a:pt x="146098" y="1259862"/>
                    <a:pt x="146573" y="1261430"/>
                  </a:cubicBezTo>
                  <a:cubicBezTo>
                    <a:pt x="673903" y="1259387"/>
                    <a:pt x="1201185" y="1257344"/>
                    <a:pt x="1728515" y="1255348"/>
                  </a:cubicBezTo>
                  <a:cubicBezTo>
                    <a:pt x="1728800" y="1253828"/>
                    <a:pt x="1729133" y="1252355"/>
                    <a:pt x="1729418" y="1250835"/>
                  </a:cubicBezTo>
                  <a:cubicBezTo>
                    <a:pt x="1704807" y="1240287"/>
                    <a:pt x="1680576" y="1228694"/>
                    <a:pt x="1655537" y="1219335"/>
                  </a:cubicBezTo>
                  <a:cubicBezTo>
                    <a:pt x="1566691" y="1186267"/>
                    <a:pt x="1474234" y="1170113"/>
                    <a:pt x="1379923" y="1165171"/>
                  </a:cubicBezTo>
                  <a:cubicBezTo>
                    <a:pt x="1232448" y="1157427"/>
                    <a:pt x="1087395" y="1169970"/>
                    <a:pt x="947521" y="1221520"/>
                  </a:cubicBezTo>
                  <a:cubicBezTo>
                    <a:pt x="941582" y="1223705"/>
                    <a:pt x="933696" y="1223325"/>
                    <a:pt x="927471" y="1221615"/>
                  </a:cubicBezTo>
                  <a:cubicBezTo>
                    <a:pt x="891790" y="1211685"/>
                    <a:pt x="856727" y="1199095"/>
                    <a:pt x="820713" y="1190875"/>
                  </a:cubicBezTo>
                  <a:cubicBezTo>
                    <a:pt x="709821" y="1165551"/>
                    <a:pt x="597409" y="1160135"/>
                    <a:pt x="484142" y="1168687"/>
                  </a:cubicBezTo>
                  <a:cubicBezTo>
                    <a:pt x="396531" y="1175291"/>
                    <a:pt x="310820" y="1190780"/>
                    <a:pt x="228245" y="1221330"/>
                  </a:cubicBezTo>
                  <a:cubicBezTo>
                    <a:pt x="200023" y="1231688"/>
                    <a:pt x="172799" y="1244801"/>
                    <a:pt x="145148" y="1256726"/>
                  </a:cubicBezTo>
                  <a:close/>
                  <a:moveTo>
                    <a:pt x="1735642" y="343080"/>
                  </a:moveTo>
                  <a:cubicBezTo>
                    <a:pt x="1735642" y="647391"/>
                    <a:pt x="1735642" y="950847"/>
                    <a:pt x="1735642" y="1254303"/>
                  </a:cubicBezTo>
                  <a:cubicBezTo>
                    <a:pt x="1764909" y="1254303"/>
                    <a:pt x="1791088" y="1254303"/>
                    <a:pt x="1815556" y="1254303"/>
                  </a:cubicBezTo>
                  <a:cubicBezTo>
                    <a:pt x="1815556" y="950134"/>
                    <a:pt x="1815556" y="647106"/>
                    <a:pt x="1815556" y="343080"/>
                  </a:cubicBezTo>
                  <a:cubicBezTo>
                    <a:pt x="1786717" y="343080"/>
                    <a:pt x="1760965" y="343080"/>
                    <a:pt x="1735642" y="343080"/>
                  </a:cubicBezTo>
                  <a:close/>
                  <a:moveTo>
                    <a:pt x="136025" y="1260955"/>
                  </a:moveTo>
                  <a:cubicBezTo>
                    <a:pt x="136025" y="956834"/>
                    <a:pt x="136025" y="654471"/>
                    <a:pt x="136025" y="352298"/>
                  </a:cubicBezTo>
                  <a:cubicBezTo>
                    <a:pt x="106996" y="352298"/>
                    <a:pt x="80817" y="352298"/>
                    <a:pt x="56206" y="352298"/>
                  </a:cubicBezTo>
                  <a:cubicBezTo>
                    <a:pt x="56206" y="655991"/>
                    <a:pt x="56206" y="958306"/>
                    <a:pt x="56206" y="1260955"/>
                  </a:cubicBezTo>
                  <a:cubicBezTo>
                    <a:pt x="84903" y="1260955"/>
                    <a:pt x="110702" y="1260955"/>
                    <a:pt x="136025" y="1260955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111">
              <a:extLst>
                <a:ext uri="{FF2B5EF4-FFF2-40B4-BE49-F238E27FC236}">
                  <a16:creationId xmlns:a16="http://schemas.microsoft.com/office/drawing/2014/main" xmlns="" id="{81C42516-DC2C-49BE-8033-3C3ADD5E852E}"/>
                </a:ext>
              </a:extLst>
            </p:cNvPr>
            <p:cNvSpPr/>
            <p:nvPr/>
          </p:nvSpPr>
          <p:spPr>
            <a:xfrm>
              <a:off x="4596745" y="2476691"/>
              <a:ext cx="422947" cy="1069625"/>
            </a:xfrm>
            <a:custGeom>
              <a:avLst/>
              <a:gdLst>
                <a:gd name="connsiteX0" fmla="*/ 0 w 422947"/>
                <a:gd name="connsiteY0" fmla="*/ 95308 h 1069625"/>
                <a:gd name="connsiteX1" fmla="*/ 6272 w 422947"/>
                <a:gd name="connsiteY1" fmla="*/ 27272 h 1069625"/>
                <a:gd name="connsiteX2" fmla="*/ 9075 w 422947"/>
                <a:gd name="connsiteY2" fmla="*/ 0 h 1069625"/>
                <a:gd name="connsiteX3" fmla="*/ 217127 w 422947"/>
                <a:gd name="connsiteY3" fmla="*/ 21285 h 1069625"/>
                <a:gd name="connsiteX4" fmla="*/ 245302 w 422947"/>
                <a:gd name="connsiteY4" fmla="*/ 509703 h 1069625"/>
                <a:gd name="connsiteX5" fmla="*/ 422947 w 422947"/>
                <a:gd name="connsiteY5" fmla="*/ 963770 h 1069625"/>
                <a:gd name="connsiteX6" fmla="*/ 243401 w 422947"/>
                <a:gd name="connsiteY6" fmla="*/ 1069626 h 1069625"/>
                <a:gd name="connsiteX7" fmla="*/ 236417 w 422947"/>
                <a:gd name="connsiteY7" fmla="*/ 1059696 h 1069625"/>
                <a:gd name="connsiteX8" fmla="*/ 18434 w 422947"/>
                <a:gd name="connsiteY8" fmla="*/ 429836 h 1069625"/>
                <a:gd name="connsiteX9" fmla="*/ 2471 w 422947"/>
                <a:gd name="connsiteY9" fmla="*/ 275139 h 1069625"/>
                <a:gd name="connsiteX10" fmla="*/ 0 w 422947"/>
                <a:gd name="connsiteY10" fmla="*/ 260220 h 1069625"/>
                <a:gd name="connsiteX11" fmla="*/ 0 w 422947"/>
                <a:gd name="connsiteY11" fmla="*/ 95308 h 106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2947" h="1069625">
                  <a:moveTo>
                    <a:pt x="0" y="95308"/>
                  </a:moveTo>
                  <a:cubicBezTo>
                    <a:pt x="2091" y="72645"/>
                    <a:pt x="4133" y="49935"/>
                    <a:pt x="6272" y="27272"/>
                  </a:cubicBezTo>
                  <a:cubicBezTo>
                    <a:pt x="7079" y="18767"/>
                    <a:pt x="8029" y="10310"/>
                    <a:pt x="9075" y="0"/>
                  </a:cubicBezTo>
                  <a:cubicBezTo>
                    <a:pt x="78822" y="7127"/>
                    <a:pt x="147333" y="14111"/>
                    <a:pt x="217127" y="21285"/>
                  </a:cubicBezTo>
                  <a:cubicBezTo>
                    <a:pt x="201354" y="186673"/>
                    <a:pt x="210096" y="349019"/>
                    <a:pt x="245302" y="509703"/>
                  </a:cubicBezTo>
                  <a:cubicBezTo>
                    <a:pt x="280365" y="669769"/>
                    <a:pt x="339137" y="820618"/>
                    <a:pt x="422947" y="963770"/>
                  </a:cubicBezTo>
                  <a:cubicBezTo>
                    <a:pt x="362893" y="999166"/>
                    <a:pt x="303551" y="1034135"/>
                    <a:pt x="243401" y="1069626"/>
                  </a:cubicBezTo>
                  <a:cubicBezTo>
                    <a:pt x="240836" y="1066015"/>
                    <a:pt x="238318" y="1063022"/>
                    <a:pt x="236417" y="1059696"/>
                  </a:cubicBezTo>
                  <a:cubicBezTo>
                    <a:pt x="123197" y="863759"/>
                    <a:pt x="49982" y="653900"/>
                    <a:pt x="18434" y="429836"/>
                  </a:cubicBezTo>
                  <a:cubicBezTo>
                    <a:pt x="11213" y="378524"/>
                    <a:pt x="7744" y="326689"/>
                    <a:pt x="2471" y="275139"/>
                  </a:cubicBezTo>
                  <a:cubicBezTo>
                    <a:pt x="1948" y="270150"/>
                    <a:pt x="855" y="265209"/>
                    <a:pt x="0" y="260220"/>
                  </a:cubicBezTo>
                  <a:cubicBezTo>
                    <a:pt x="0" y="205250"/>
                    <a:pt x="0" y="150279"/>
                    <a:pt x="0" y="95308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112">
              <a:extLst>
                <a:ext uri="{FF2B5EF4-FFF2-40B4-BE49-F238E27FC236}">
                  <a16:creationId xmlns:a16="http://schemas.microsoft.com/office/drawing/2014/main" xmlns="" id="{7BAFC381-C40C-415C-818B-8E53A3512262}"/>
                </a:ext>
              </a:extLst>
            </p:cNvPr>
            <p:cNvSpPr/>
            <p:nvPr/>
          </p:nvSpPr>
          <p:spPr>
            <a:xfrm>
              <a:off x="5435744" y="1934007"/>
              <a:ext cx="1864314" cy="1864980"/>
            </a:xfrm>
            <a:custGeom>
              <a:avLst/>
              <a:gdLst>
                <a:gd name="connsiteX0" fmla="*/ 931848 w 1864314"/>
                <a:gd name="connsiteY0" fmla="*/ 1864976 h 1864980"/>
                <a:gd name="connsiteX1" fmla="*/ 5 w 1864314"/>
                <a:gd name="connsiteY1" fmla="*/ 928334 h 1864980"/>
                <a:gd name="connsiteX2" fmla="*/ 941398 w 1864314"/>
                <a:gd name="connsiteY2" fmla="*/ 8 h 1864980"/>
                <a:gd name="connsiteX3" fmla="*/ 1864308 w 1864314"/>
                <a:gd name="connsiteY3" fmla="*/ 931755 h 1864980"/>
                <a:gd name="connsiteX4" fmla="*/ 931848 w 1864314"/>
                <a:gd name="connsiteY4" fmla="*/ 1864976 h 1864980"/>
                <a:gd name="connsiteX5" fmla="*/ 425328 w 1864314"/>
                <a:gd name="connsiteY5" fmla="*/ 979362 h 1864980"/>
                <a:gd name="connsiteX6" fmla="*/ 92463 w 1864314"/>
                <a:gd name="connsiteY6" fmla="*/ 979362 h 1864980"/>
                <a:gd name="connsiteX7" fmla="*/ 251911 w 1864314"/>
                <a:gd name="connsiteY7" fmla="*/ 1426777 h 1864980"/>
                <a:gd name="connsiteX8" fmla="*/ 487758 w 1864314"/>
                <a:gd name="connsiteY8" fmla="*/ 1304910 h 1864980"/>
                <a:gd name="connsiteX9" fmla="*/ 425328 w 1864314"/>
                <a:gd name="connsiteY9" fmla="*/ 979362 h 1864980"/>
                <a:gd name="connsiteX10" fmla="*/ 1387673 w 1864314"/>
                <a:gd name="connsiteY10" fmla="*/ 1309804 h 1864980"/>
                <a:gd name="connsiteX11" fmla="*/ 1611975 w 1864314"/>
                <a:gd name="connsiteY11" fmla="*/ 1427157 h 1864980"/>
                <a:gd name="connsiteX12" fmla="*/ 1771613 w 1864314"/>
                <a:gd name="connsiteY12" fmla="*/ 979124 h 1864980"/>
                <a:gd name="connsiteX13" fmla="*/ 1451433 w 1864314"/>
                <a:gd name="connsiteY13" fmla="*/ 979124 h 1864980"/>
                <a:gd name="connsiteX14" fmla="*/ 1387673 w 1864314"/>
                <a:gd name="connsiteY14" fmla="*/ 1309804 h 1864980"/>
                <a:gd name="connsiteX15" fmla="*/ 238893 w 1864314"/>
                <a:gd name="connsiteY15" fmla="*/ 456260 h 1864980"/>
                <a:gd name="connsiteX16" fmla="*/ 92558 w 1864314"/>
                <a:gd name="connsiteY16" fmla="*/ 885194 h 1864980"/>
                <a:gd name="connsiteX17" fmla="*/ 425185 w 1864314"/>
                <a:gd name="connsiteY17" fmla="*/ 885194 h 1864980"/>
                <a:gd name="connsiteX18" fmla="*/ 479159 w 1864314"/>
                <a:gd name="connsiteY18" fmla="*/ 583353 h 1864980"/>
                <a:gd name="connsiteX19" fmla="*/ 238893 w 1864314"/>
                <a:gd name="connsiteY19" fmla="*/ 456260 h 1864980"/>
                <a:gd name="connsiteX20" fmla="*/ 1771661 w 1864314"/>
                <a:gd name="connsiteY20" fmla="*/ 885241 h 1864980"/>
                <a:gd name="connsiteX21" fmla="*/ 1624945 w 1864314"/>
                <a:gd name="connsiteY21" fmla="*/ 455975 h 1864980"/>
                <a:gd name="connsiteX22" fmla="*/ 1394990 w 1864314"/>
                <a:gd name="connsiteY22" fmla="*/ 578935 h 1864980"/>
                <a:gd name="connsiteX23" fmla="*/ 1451386 w 1864314"/>
                <a:gd name="connsiteY23" fmla="*/ 885241 h 1864980"/>
                <a:gd name="connsiteX24" fmla="*/ 1771661 w 1864314"/>
                <a:gd name="connsiteY24" fmla="*/ 885241 h 1864980"/>
                <a:gd name="connsiteX25" fmla="*/ 1359499 w 1864314"/>
                <a:gd name="connsiteY25" fmla="*/ 979172 h 1864980"/>
                <a:gd name="connsiteX26" fmla="*/ 978742 w 1864314"/>
                <a:gd name="connsiteY26" fmla="*/ 979172 h 1864980"/>
                <a:gd name="connsiteX27" fmla="*/ 978742 w 1864314"/>
                <a:gd name="connsiteY27" fmla="*/ 1227609 h 1864980"/>
                <a:gd name="connsiteX28" fmla="*/ 1299872 w 1864314"/>
                <a:gd name="connsiteY28" fmla="*/ 1283102 h 1864980"/>
                <a:gd name="connsiteX29" fmla="*/ 1359499 w 1864314"/>
                <a:gd name="connsiteY29" fmla="*/ 979172 h 1864980"/>
                <a:gd name="connsiteX30" fmla="*/ 576129 w 1864314"/>
                <a:gd name="connsiteY30" fmla="*/ 1279682 h 1864980"/>
                <a:gd name="connsiteX31" fmla="*/ 885809 w 1864314"/>
                <a:gd name="connsiteY31" fmla="*/ 1227372 h 1864980"/>
                <a:gd name="connsiteX32" fmla="*/ 885809 w 1864314"/>
                <a:gd name="connsiteY32" fmla="*/ 979077 h 1864980"/>
                <a:gd name="connsiteX33" fmla="*/ 517263 w 1864314"/>
                <a:gd name="connsiteY33" fmla="*/ 979077 h 1864980"/>
                <a:gd name="connsiteX34" fmla="*/ 576129 w 1864314"/>
                <a:gd name="connsiteY34" fmla="*/ 1279682 h 1864980"/>
                <a:gd name="connsiteX35" fmla="*/ 978219 w 1864314"/>
                <a:gd name="connsiteY35" fmla="*/ 885004 h 1864980"/>
                <a:gd name="connsiteX36" fmla="*/ 1359404 w 1864314"/>
                <a:gd name="connsiteY36" fmla="*/ 885004 h 1864980"/>
                <a:gd name="connsiteX37" fmla="*/ 1307046 w 1864314"/>
                <a:gd name="connsiteY37" fmla="*/ 605969 h 1864980"/>
                <a:gd name="connsiteX38" fmla="*/ 978219 w 1864314"/>
                <a:gd name="connsiteY38" fmla="*/ 663743 h 1864980"/>
                <a:gd name="connsiteX39" fmla="*/ 978219 w 1864314"/>
                <a:gd name="connsiteY39" fmla="*/ 885004 h 1864980"/>
                <a:gd name="connsiteX40" fmla="*/ 885239 w 1864314"/>
                <a:gd name="connsiteY40" fmla="*/ 885431 h 1864980"/>
                <a:gd name="connsiteX41" fmla="*/ 885239 w 1864314"/>
                <a:gd name="connsiteY41" fmla="*/ 663505 h 1864980"/>
                <a:gd name="connsiteX42" fmla="*/ 567055 w 1864314"/>
                <a:gd name="connsiteY42" fmla="*/ 609342 h 1864980"/>
                <a:gd name="connsiteX43" fmla="*/ 517263 w 1864314"/>
                <a:gd name="connsiteY43" fmla="*/ 885431 h 1864980"/>
                <a:gd name="connsiteX44" fmla="*/ 885239 w 1864314"/>
                <a:gd name="connsiteY44" fmla="*/ 885431 h 1864980"/>
                <a:gd name="connsiteX45" fmla="*/ 1275213 w 1864314"/>
                <a:gd name="connsiteY45" fmla="*/ 519878 h 1864980"/>
                <a:gd name="connsiteX46" fmla="*/ 978884 w 1864314"/>
                <a:gd name="connsiteY46" fmla="*/ 91325 h 1864980"/>
                <a:gd name="connsiteX47" fmla="*/ 978884 w 1864314"/>
                <a:gd name="connsiteY47" fmla="*/ 571761 h 1864980"/>
                <a:gd name="connsiteX48" fmla="*/ 1275213 w 1864314"/>
                <a:gd name="connsiteY48" fmla="*/ 519878 h 1864980"/>
                <a:gd name="connsiteX49" fmla="*/ 885382 w 1864314"/>
                <a:gd name="connsiteY49" fmla="*/ 571666 h 1864980"/>
                <a:gd name="connsiteX50" fmla="*/ 885382 w 1864314"/>
                <a:gd name="connsiteY50" fmla="*/ 98119 h 1864980"/>
                <a:gd name="connsiteX51" fmla="*/ 598650 w 1864314"/>
                <a:gd name="connsiteY51" fmla="*/ 522966 h 1864980"/>
                <a:gd name="connsiteX52" fmla="*/ 885382 w 1864314"/>
                <a:gd name="connsiteY52" fmla="*/ 571666 h 1864980"/>
                <a:gd name="connsiteX53" fmla="*/ 979169 w 1864314"/>
                <a:gd name="connsiteY53" fmla="*/ 1321064 h 1864980"/>
                <a:gd name="connsiteX54" fmla="*/ 979169 w 1864314"/>
                <a:gd name="connsiteY54" fmla="*/ 1775511 h 1864980"/>
                <a:gd name="connsiteX55" fmla="*/ 1265236 w 1864314"/>
                <a:gd name="connsiteY55" fmla="*/ 1370096 h 1864980"/>
                <a:gd name="connsiteX56" fmla="*/ 979169 w 1864314"/>
                <a:gd name="connsiteY56" fmla="*/ 1321064 h 1864980"/>
                <a:gd name="connsiteX57" fmla="*/ 609768 w 1864314"/>
                <a:gd name="connsiteY57" fmla="*/ 1365392 h 1864980"/>
                <a:gd name="connsiteX58" fmla="*/ 885049 w 1864314"/>
                <a:gd name="connsiteY58" fmla="*/ 1763919 h 1864980"/>
                <a:gd name="connsiteX59" fmla="*/ 885049 w 1864314"/>
                <a:gd name="connsiteY59" fmla="*/ 1319544 h 1864980"/>
                <a:gd name="connsiteX60" fmla="*/ 609768 w 1864314"/>
                <a:gd name="connsiteY60" fmla="*/ 1365392 h 1864980"/>
                <a:gd name="connsiteX61" fmla="*/ 512131 w 1864314"/>
                <a:gd name="connsiteY61" fmla="*/ 492464 h 1864980"/>
                <a:gd name="connsiteX62" fmla="*/ 748786 w 1864314"/>
                <a:gd name="connsiteY62" fmla="*/ 111374 h 1864980"/>
                <a:gd name="connsiteX63" fmla="*/ 298235 w 1864314"/>
                <a:gd name="connsiteY63" fmla="*/ 379624 h 1864980"/>
                <a:gd name="connsiteX64" fmla="*/ 512131 w 1864314"/>
                <a:gd name="connsiteY64" fmla="*/ 492464 h 1864980"/>
                <a:gd name="connsiteX65" fmla="*/ 1361399 w 1864314"/>
                <a:gd name="connsiteY65" fmla="*/ 488663 h 1864980"/>
                <a:gd name="connsiteX66" fmla="*/ 1565889 w 1864314"/>
                <a:gd name="connsiteY66" fmla="*/ 379624 h 1864980"/>
                <a:gd name="connsiteX67" fmla="*/ 1129448 w 1864314"/>
                <a:gd name="connsiteY67" fmla="*/ 116316 h 1864980"/>
                <a:gd name="connsiteX68" fmla="*/ 1361399 w 1864314"/>
                <a:gd name="connsiteY68" fmla="*/ 488663 h 1864980"/>
                <a:gd name="connsiteX69" fmla="*/ 751114 w 1864314"/>
                <a:gd name="connsiteY69" fmla="*/ 1753704 h 1864980"/>
                <a:gd name="connsiteX70" fmla="*/ 522536 w 1864314"/>
                <a:gd name="connsiteY70" fmla="*/ 1394897 h 1864980"/>
                <a:gd name="connsiteX71" fmla="*/ 313486 w 1864314"/>
                <a:gd name="connsiteY71" fmla="*/ 1502035 h 1864980"/>
                <a:gd name="connsiteX72" fmla="*/ 751114 w 1864314"/>
                <a:gd name="connsiteY72" fmla="*/ 1753704 h 1864980"/>
                <a:gd name="connsiteX73" fmla="*/ 1127928 w 1864314"/>
                <a:gd name="connsiteY73" fmla="*/ 1750378 h 1864980"/>
                <a:gd name="connsiteX74" fmla="*/ 1550827 w 1864314"/>
                <a:gd name="connsiteY74" fmla="*/ 1501798 h 1864980"/>
                <a:gd name="connsiteX75" fmla="*/ 1352514 w 1864314"/>
                <a:gd name="connsiteY75" fmla="*/ 1399316 h 1864980"/>
                <a:gd name="connsiteX76" fmla="*/ 1127928 w 1864314"/>
                <a:gd name="connsiteY76" fmla="*/ 1750378 h 1864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1864314" h="1864980">
                  <a:moveTo>
                    <a:pt x="931848" y="1864976"/>
                  </a:moveTo>
                  <a:cubicBezTo>
                    <a:pt x="413973" y="1863313"/>
                    <a:pt x="-1705" y="1445497"/>
                    <a:pt x="5" y="928334"/>
                  </a:cubicBezTo>
                  <a:cubicBezTo>
                    <a:pt x="1716" y="411409"/>
                    <a:pt x="421005" y="-2035"/>
                    <a:pt x="941398" y="8"/>
                  </a:cubicBezTo>
                  <a:cubicBezTo>
                    <a:pt x="1448915" y="2003"/>
                    <a:pt x="1866256" y="423382"/>
                    <a:pt x="1864308" y="931755"/>
                  </a:cubicBezTo>
                  <a:cubicBezTo>
                    <a:pt x="1862313" y="1449297"/>
                    <a:pt x="1445304" y="1866638"/>
                    <a:pt x="931848" y="1864976"/>
                  </a:cubicBezTo>
                  <a:close/>
                  <a:moveTo>
                    <a:pt x="425328" y="979362"/>
                  </a:moveTo>
                  <a:cubicBezTo>
                    <a:pt x="313391" y="979362"/>
                    <a:pt x="203354" y="979362"/>
                    <a:pt x="92463" y="979362"/>
                  </a:cubicBezTo>
                  <a:cubicBezTo>
                    <a:pt x="103010" y="1146269"/>
                    <a:pt x="156603" y="1295931"/>
                    <a:pt x="251911" y="1426777"/>
                  </a:cubicBezTo>
                  <a:cubicBezTo>
                    <a:pt x="331540" y="1385632"/>
                    <a:pt x="409032" y="1345580"/>
                    <a:pt x="487758" y="1304910"/>
                  </a:cubicBezTo>
                  <a:cubicBezTo>
                    <a:pt x="451887" y="1201905"/>
                    <a:pt x="430839" y="1092582"/>
                    <a:pt x="425328" y="979362"/>
                  </a:cubicBezTo>
                  <a:close/>
                  <a:moveTo>
                    <a:pt x="1387673" y="1309804"/>
                  </a:moveTo>
                  <a:cubicBezTo>
                    <a:pt x="1463454" y="1349429"/>
                    <a:pt x="1537049" y="1387960"/>
                    <a:pt x="1611975" y="1427157"/>
                  </a:cubicBezTo>
                  <a:cubicBezTo>
                    <a:pt x="1707853" y="1294980"/>
                    <a:pt x="1761398" y="1145319"/>
                    <a:pt x="1771613" y="979124"/>
                  </a:cubicBezTo>
                  <a:cubicBezTo>
                    <a:pt x="1664190" y="979124"/>
                    <a:pt x="1558097" y="979124"/>
                    <a:pt x="1451433" y="979124"/>
                  </a:cubicBezTo>
                  <a:cubicBezTo>
                    <a:pt x="1446160" y="1094054"/>
                    <a:pt x="1424494" y="1204851"/>
                    <a:pt x="1387673" y="1309804"/>
                  </a:cubicBezTo>
                  <a:close/>
                  <a:moveTo>
                    <a:pt x="238893" y="456260"/>
                  </a:moveTo>
                  <a:cubicBezTo>
                    <a:pt x="151519" y="583448"/>
                    <a:pt x="102250" y="726791"/>
                    <a:pt x="92558" y="885194"/>
                  </a:cubicBezTo>
                  <a:cubicBezTo>
                    <a:pt x="203924" y="885194"/>
                    <a:pt x="313961" y="885194"/>
                    <a:pt x="425185" y="885194"/>
                  </a:cubicBezTo>
                  <a:cubicBezTo>
                    <a:pt x="430174" y="780526"/>
                    <a:pt x="448324" y="678852"/>
                    <a:pt x="479159" y="583353"/>
                  </a:cubicBezTo>
                  <a:cubicBezTo>
                    <a:pt x="398959" y="540973"/>
                    <a:pt x="320138" y="499258"/>
                    <a:pt x="238893" y="456260"/>
                  </a:cubicBezTo>
                  <a:close/>
                  <a:moveTo>
                    <a:pt x="1771661" y="885241"/>
                  </a:moveTo>
                  <a:cubicBezTo>
                    <a:pt x="1761731" y="726600"/>
                    <a:pt x="1712604" y="582878"/>
                    <a:pt x="1624945" y="455975"/>
                  </a:cubicBezTo>
                  <a:cubicBezTo>
                    <a:pt x="1547359" y="497500"/>
                    <a:pt x="1471816" y="537838"/>
                    <a:pt x="1394990" y="578935"/>
                  </a:cubicBezTo>
                  <a:cubicBezTo>
                    <a:pt x="1427060" y="676191"/>
                    <a:pt x="1446160" y="779196"/>
                    <a:pt x="1451386" y="885241"/>
                  </a:cubicBezTo>
                  <a:cubicBezTo>
                    <a:pt x="1558524" y="885241"/>
                    <a:pt x="1664522" y="885241"/>
                    <a:pt x="1771661" y="885241"/>
                  </a:cubicBezTo>
                  <a:close/>
                  <a:moveTo>
                    <a:pt x="1359499" y="979172"/>
                  </a:moveTo>
                  <a:cubicBezTo>
                    <a:pt x="1231408" y="979172"/>
                    <a:pt x="1105027" y="979172"/>
                    <a:pt x="978742" y="979172"/>
                  </a:cubicBezTo>
                  <a:cubicBezTo>
                    <a:pt x="978742" y="1062507"/>
                    <a:pt x="978742" y="1144701"/>
                    <a:pt x="978742" y="1227609"/>
                  </a:cubicBezTo>
                  <a:cubicBezTo>
                    <a:pt x="1088636" y="1232360"/>
                    <a:pt x="1195346" y="1250605"/>
                    <a:pt x="1299872" y="1283102"/>
                  </a:cubicBezTo>
                  <a:cubicBezTo>
                    <a:pt x="1334650" y="1183898"/>
                    <a:pt x="1354652" y="1083744"/>
                    <a:pt x="1359499" y="979172"/>
                  </a:cubicBezTo>
                  <a:close/>
                  <a:moveTo>
                    <a:pt x="576129" y="1279682"/>
                  </a:moveTo>
                  <a:cubicBezTo>
                    <a:pt x="677756" y="1248657"/>
                    <a:pt x="780761" y="1232503"/>
                    <a:pt x="885809" y="1227372"/>
                  </a:cubicBezTo>
                  <a:cubicBezTo>
                    <a:pt x="885809" y="1143704"/>
                    <a:pt x="885809" y="1061937"/>
                    <a:pt x="885809" y="979077"/>
                  </a:cubicBezTo>
                  <a:cubicBezTo>
                    <a:pt x="762897" y="979077"/>
                    <a:pt x="640555" y="979077"/>
                    <a:pt x="517263" y="979077"/>
                  </a:cubicBezTo>
                  <a:cubicBezTo>
                    <a:pt x="522346" y="1082556"/>
                    <a:pt x="541779" y="1182141"/>
                    <a:pt x="576129" y="1279682"/>
                  </a:cubicBezTo>
                  <a:close/>
                  <a:moveTo>
                    <a:pt x="978219" y="885004"/>
                  </a:moveTo>
                  <a:cubicBezTo>
                    <a:pt x="1106025" y="885004"/>
                    <a:pt x="1232358" y="885004"/>
                    <a:pt x="1359404" y="885004"/>
                  </a:cubicBezTo>
                  <a:cubicBezTo>
                    <a:pt x="1354367" y="789078"/>
                    <a:pt x="1337596" y="696763"/>
                    <a:pt x="1307046" y="605969"/>
                  </a:cubicBezTo>
                  <a:cubicBezTo>
                    <a:pt x="1199052" y="640272"/>
                    <a:pt x="1089918" y="659182"/>
                    <a:pt x="978219" y="663743"/>
                  </a:cubicBezTo>
                  <a:cubicBezTo>
                    <a:pt x="978219" y="738573"/>
                    <a:pt x="978219" y="811171"/>
                    <a:pt x="978219" y="885004"/>
                  </a:cubicBezTo>
                  <a:close/>
                  <a:moveTo>
                    <a:pt x="885239" y="885431"/>
                  </a:moveTo>
                  <a:cubicBezTo>
                    <a:pt x="885239" y="810553"/>
                    <a:pt x="885239" y="737671"/>
                    <a:pt x="885239" y="663505"/>
                  </a:cubicBezTo>
                  <a:cubicBezTo>
                    <a:pt x="776390" y="659657"/>
                    <a:pt x="670915" y="640747"/>
                    <a:pt x="567055" y="609342"/>
                  </a:cubicBezTo>
                  <a:cubicBezTo>
                    <a:pt x="538073" y="700374"/>
                    <a:pt x="521301" y="791501"/>
                    <a:pt x="517263" y="885431"/>
                  </a:cubicBezTo>
                  <a:cubicBezTo>
                    <a:pt x="641078" y="885431"/>
                    <a:pt x="762849" y="885431"/>
                    <a:pt x="885239" y="885431"/>
                  </a:cubicBezTo>
                  <a:close/>
                  <a:moveTo>
                    <a:pt x="1275213" y="519878"/>
                  </a:moveTo>
                  <a:cubicBezTo>
                    <a:pt x="1205371" y="356439"/>
                    <a:pt x="1104790" y="217135"/>
                    <a:pt x="978884" y="91325"/>
                  </a:cubicBezTo>
                  <a:cubicBezTo>
                    <a:pt x="978884" y="254051"/>
                    <a:pt x="978884" y="412407"/>
                    <a:pt x="978884" y="571761"/>
                  </a:cubicBezTo>
                  <a:cubicBezTo>
                    <a:pt x="1080131" y="567770"/>
                    <a:pt x="1177720" y="550428"/>
                    <a:pt x="1275213" y="519878"/>
                  </a:cubicBezTo>
                  <a:close/>
                  <a:moveTo>
                    <a:pt x="885382" y="571666"/>
                  </a:moveTo>
                  <a:cubicBezTo>
                    <a:pt x="885382" y="413215"/>
                    <a:pt x="885382" y="257377"/>
                    <a:pt x="885382" y="98119"/>
                  </a:cubicBezTo>
                  <a:cubicBezTo>
                    <a:pt x="763182" y="223834"/>
                    <a:pt x="665593" y="362092"/>
                    <a:pt x="598650" y="522966"/>
                  </a:cubicBezTo>
                  <a:cubicBezTo>
                    <a:pt x="692960" y="551378"/>
                    <a:pt x="787460" y="568102"/>
                    <a:pt x="885382" y="571666"/>
                  </a:cubicBezTo>
                  <a:close/>
                  <a:moveTo>
                    <a:pt x="979169" y="1321064"/>
                  </a:moveTo>
                  <a:cubicBezTo>
                    <a:pt x="979169" y="1470963"/>
                    <a:pt x="979169" y="1620909"/>
                    <a:pt x="979169" y="1775511"/>
                  </a:cubicBezTo>
                  <a:cubicBezTo>
                    <a:pt x="1099991" y="1654642"/>
                    <a:pt x="1196629" y="1522370"/>
                    <a:pt x="1265236" y="1370096"/>
                  </a:cubicBezTo>
                  <a:cubicBezTo>
                    <a:pt x="1217914" y="1347623"/>
                    <a:pt x="1028581" y="1315315"/>
                    <a:pt x="979169" y="1321064"/>
                  </a:cubicBezTo>
                  <a:close/>
                  <a:moveTo>
                    <a:pt x="609768" y="1365392"/>
                  </a:moveTo>
                  <a:cubicBezTo>
                    <a:pt x="676616" y="1515861"/>
                    <a:pt x="770071" y="1645948"/>
                    <a:pt x="885049" y="1763919"/>
                  </a:cubicBezTo>
                  <a:cubicBezTo>
                    <a:pt x="885049" y="1614210"/>
                    <a:pt x="885049" y="1467209"/>
                    <a:pt x="885049" y="1319544"/>
                  </a:cubicBezTo>
                  <a:cubicBezTo>
                    <a:pt x="791024" y="1323725"/>
                    <a:pt x="700229" y="1338406"/>
                    <a:pt x="609768" y="1365392"/>
                  </a:cubicBezTo>
                  <a:close/>
                  <a:moveTo>
                    <a:pt x="512131" y="492464"/>
                  </a:moveTo>
                  <a:cubicBezTo>
                    <a:pt x="569573" y="352828"/>
                    <a:pt x="649107" y="228348"/>
                    <a:pt x="748786" y="111374"/>
                  </a:cubicBezTo>
                  <a:cubicBezTo>
                    <a:pt x="567672" y="154325"/>
                    <a:pt x="419579" y="243124"/>
                    <a:pt x="298235" y="379624"/>
                  </a:cubicBezTo>
                  <a:cubicBezTo>
                    <a:pt x="366414" y="425378"/>
                    <a:pt x="436303" y="462199"/>
                    <a:pt x="512131" y="492464"/>
                  </a:cubicBezTo>
                  <a:close/>
                  <a:moveTo>
                    <a:pt x="1361399" y="488663"/>
                  </a:moveTo>
                  <a:cubicBezTo>
                    <a:pt x="1434044" y="458873"/>
                    <a:pt x="1501083" y="423287"/>
                    <a:pt x="1565889" y="379624"/>
                  </a:cubicBezTo>
                  <a:cubicBezTo>
                    <a:pt x="1447110" y="246022"/>
                    <a:pt x="1302532" y="157841"/>
                    <a:pt x="1129448" y="116316"/>
                  </a:cubicBezTo>
                  <a:cubicBezTo>
                    <a:pt x="1224566" y="229108"/>
                    <a:pt x="1303673" y="351497"/>
                    <a:pt x="1361399" y="488663"/>
                  </a:cubicBezTo>
                  <a:close/>
                  <a:moveTo>
                    <a:pt x="751114" y="1753704"/>
                  </a:moveTo>
                  <a:cubicBezTo>
                    <a:pt x="656139" y="1643002"/>
                    <a:pt x="579503" y="1525173"/>
                    <a:pt x="522536" y="1394897"/>
                  </a:cubicBezTo>
                  <a:cubicBezTo>
                    <a:pt x="448466" y="1423831"/>
                    <a:pt x="379527" y="1458610"/>
                    <a:pt x="313486" y="1502035"/>
                  </a:cubicBezTo>
                  <a:cubicBezTo>
                    <a:pt x="433975" y="1630221"/>
                    <a:pt x="577697" y="1713509"/>
                    <a:pt x="751114" y="1753704"/>
                  </a:cubicBezTo>
                  <a:close/>
                  <a:moveTo>
                    <a:pt x="1127928" y="1750378"/>
                  </a:moveTo>
                  <a:cubicBezTo>
                    <a:pt x="1295738" y="1708093"/>
                    <a:pt x="1434567" y="1626040"/>
                    <a:pt x="1550827" y="1501798"/>
                  </a:cubicBezTo>
                  <a:cubicBezTo>
                    <a:pt x="1487304" y="1460843"/>
                    <a:pt x="1422451" y="1426920"/>
                    <a:pt x="1352514" y="1399316"/>
                  </a:cubicBezTo>
                  <a:cubicBezTo>
                    <a:pt x="1295976" y="1527026"/>
                    <a:pt x="1221003" y="1641814"/>
                    <a:pt x="1127928" y="1750378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113">
              <a:extLst>
                <a:ext uri="{FF2B5EF4-FFF2-40B4-BE49-F238E27FC236}">
                  <a16:creationId xmlns:a16="http://schemas.microsoft.com/office/drawing/2014/main" xmlns="" id="{B00E2D6B-7004-4559-9D08-48EBA9B2DD68}"/>
                </a:ext>
              </a:extLst>
            </p:cNvPr>
            <p:cNvSpPr/>
            <p:nvPr/>
          </p:nvSpPr>
          <p:spPr>
            <a:xfrm>
              <a:off x="7740151" y="2333396"/>
              <a:ext cx="365656" cy="1090673"/>
            </a:xfrm>
            <a:custGeom>
              <a:avLst/>
              <a:gdLst>
                <a:gd name="connsiteX0" fmla="*/ 188193 w 365656"/>
                <a:gd name="connsiteY0" fmla="*/ 1090673 h 1090673"/>
                <a:gd name="connsiteX1" fmla="*/ 0 w 365656"/>
                <a:gd name="connsiteY1" fmla="*/ 998834 h 1090673"/>
                <a:gd name="connsiteX2" fmla="*/ 142107 w 365656"/>
                <a:gd name="connsiteY2" fmla="*/ 528993 h 1090673"/>
                <a:gd name="connsiteX3" fmla="*/ 129231 w 365656"/>
                <a:gd name="connsiteY3" fmla="*/ 38579 h 1090673"/>
                <a:gd name="connsiteX4" fmla="*/ 335003 w 365656"/>
                <a:gd name="connsiteY4" fmla="*/ 0 h 1090673"/>
                <a:gd name="connsiteX5" fmla="*/ 360992 w 365656"/>
                <a:gd name="connsiteY5" fmla="*/ 450361 h 1090673"/>
                <a:gd name="connsiteX6" fmla="*/ 188193 w 365656"/>
                <a:gd name="connsiteY6" fmla="*/ 1090673 h 1090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5656" h="1090673">
                  <a:moveTo>
                    <a:pt x="188193" y="1090673"/>
                  </a:moveTo>
                  <a:cubicBezTo>
                    <a:pt x="124718" y="1059696"/>
                    <a:pt x="63143" y="1029669"/>
                    <a:pt x="0" y="998834"/>
                  </a:cubicBezTo>
                  <a:cubicBezTo>
                    <a:pt x="72503" y="849030"/>
                    <a:pt x="120252" y="692812"/>
                    <a:pt x="142107" y="528993"/>
                  </a:cubicBezTo>
                  <a:cubicBezTo>
                    <a:pt x="163962" y="365411"/>
                    <a:pt x="159401" y="202399"/>
                    <a:pt x="129231" y="38579"/>
                  </a:cubicBezTo>
                  <a:cubicBezTo>
                    <a:pt x="198170" y="25656"/>
                    <a:pt x="265827" y="12971"/>
                    <a:pt x="335003" y="0"/>
                  </a:cubicBezTo>
                  <a:cubicBezTo>
                    <a:pt x="363558" y="149851"/>
                    <a:pt x="372015" y="299655"/>
                    <a:pt x="360992" y="450361"/>
                  </a:cubicBezTo>
                  <a:cubicBezTo>
                    <a:pt x="344553" y="674330"/>
                    <a:pt x="287065" y="887372"/>
                    <a:pt x="188193" y="1090673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114">
              <a:extLst>
                <a:ext uri="{FF2B5EF4-FFF2-40B4-BE49-F238E27FC236}">
                  <a16:creationId xmlns:a16="http://schemas.microsoft.com/office/drawing/2014/main" xmlns="" id="{ABC265E5-0DB5-427F-B541-81FB88D7E6C8}"/>
                </a:ext>
              </a:extLst>
            </p:cNvPr>
            <p:cNvSpPr/>
            <p:nvPr/>
          </p:nvSpPr>
          <p:spPr>
            <a:xfrm>
              <a:off x="5869767" y="4103578"/>
              <a:ext cx="1094474" cy="307158"/>
            </a:xfrm>
            <a:custGeom>
              <a:avLst/>
              <a:gdLst>
                <a:gd name="connsiteX0" fmla="*/ 0 w 1094474"/>
                <a:gd name="connsiteY0" fmla="*/ 239790 h 307158"/>
                <a:gd name="connsiteX1" fmla="*/ 57631 w 1094474"/>
                <a:gd name="connsiteY1" fmla="*/ 38342 h 307158"/>
                <a:gd name="connsiteX2" fmla="*/ 541963 w 1094474"/>
                <a:gd name="connsiteY2" fmla="*/ 96116 h 307158"/>
                <a:gd name="connsiteX3" fmla="*/ 1021449 w 1094474"/>
                <a:gd name="connsiteY3" fmla="*/ 0 h 307158"/>
                <a:gd name="connsiteX4" fmla="*/ 1094474 w 1094474"/>
                <a:gd name="connsiteY4" fmla="*/ 196222 h 307158"/>
                <a:gd name="connsiteX5" fmla="*/ 666966 w 1094474"/>
                <a:gd name="connsiteY5" fmla="*/ 297042 h 307158"/>
                <a:gd name="connsiteX6" fmla="*/ 0 w 1094474"/>
                <a:gd name="connsiteY6" fmla="*/ 239790 h 307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94474" h="307158">
                  <a:moveTo>
                    <a:pt x="0" y="239790"/>
                  </a:moveTo>
                  <a:cubicBezTo>
                    <a:pt x="19480" y="171707"/>
                    <a:pt x="38294" y="105951"/>
                    <a:pt x="57631" y="38342"/>
                  </a:cubicBezTo>
                  <a:cubicBezTo>
                    <a:pt x="216557" y="83763"/>
                    <a:pt x="377859" y="102625"/>
                    <a:pt x="541963" y="96116"/>
                  </a:cubicBezTo>
                  <a:cubicBezTo>
                    <a:pt x="706116" y="89607"/>
                    <a:pt x="865374" y="57394"/>
                    <a:pt x="1021449" y="0"/>
                  </a:cubicBezTo>
                  <a:cubicBezTo>
                    <a:pt x="1045823" y="65423"/>
                    <a:pt x="1069816" y="129849"/>
                    <a:pt x="1094474" y="196222"/>
                  </a:cubicBezTo>
                  <a:cubicBezTo>
                    <a:pt x="955741" y="248247"/>
                    <a:pt x="813396" y="281505"/>
                    <a:pt x="666966" y="297042"/>
                  </a:cubicBezTo>
                  <a:cubicBezTo>
                    <a:pt x="441572" y="321035"/>
                    <a:pt x="219693" y="302505"/>
                    <a:pt x="0" y="239790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115">
              <a:extLst>
                <a:ext uri="{FF2B5EF4-FFF2-40B4-BE49-F238E27FC236}">
                  <a16:creationId xmlns:a16="http://schemas.microsoft.com/office/drawing/2014/main" xmlns="" id="{A8DC7B8F-875F-48F0-B9F9-F3C69B335083}"/>
                </a:ext>
              </a:extLst>
            </p:cNvPr>
            <p:cNvSpPr/>
            <p:nvPr/>
          </p:nvSpPr>
          <p:spPr>
            <a:xfrm>
              <a:off x="4619883" y="1398085"/>
              <a:ext cx="654803" cy="1003299"/>
            </a:xfrm>
            <a:custGeom>
              <a:avLst/>
              <a:gdLst>
                <a:gd name="connsiteX0" fmla="*/ 654803 w 654803"/>
                <a:gd name="connsiteY0" fmla="*/ 149376 h 1003299"/>
                <a:gd name="connsiteX1" fmla="*/ 206770 w 654803"/>
                <a:gd name="connsiteY1" fmla="*/ 1003300 h 1003299"/>
                <a:gd name="connsiteX2" fmla="*/ 0 w 654803"/>
                <a:gd name="connsiteY2" fmla="*/ 968807 h 1003299"/>
                <a:gd name="connsiteX3" fmla="*/ 507755 w 654803"/>
                <a:gd name="connsiteY3" fmla="*/ 0 h 1003299"/>
                <a:gd name="connsiteX4" fmla="*/ 513789 w 654803"/>
                <a:gd name="connsiteY4" fmla="*/ 4609 h 1003299"/>
                <a:gd name="connsiteX5" fmla="*/ 654803 w 654803"/>
                <a:gd name="connsiteY5" fmla="*/ 149376 h 100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4803" h="1003299">
                  <a:moveTo>
                    <a:pt x="654803" y="149376"/>
                  </a:moveTo>
                  <a:cubicBezTo>
                    <a:pt x="415678" y="386553"/>
                    <a:pt x="266017" y="670007"/>
                    <a:pt x="206770" y="1003300"/>
                  </a:cubicBezTo>
                  <a:cubicBezTo>
                    <a:pt x="138543" y="991945"/>
                    <a:pt x="70697" y="980589"/>
                    <a:pt x="0" y="968807"/>
                  </a:cubicBezTo>
                  <a:cubicBezTo>
                    <a:pt x="66754" y="591185"/>
                    <a:pt x="236417" y="269485"/>
                    <a:pt x="507755" y="0"/>
                  </a:cubicBezTo>
                  <a:cubicBezTo>
                    <a:pt x="510701" y="2233"/>
                    <a:pt x="512411" y="3231"/>
                    <a:pt x="513789" y="4609"/>
                  </a:cubicBezTo>
                  <a:cubicBezTo>
                    <a:pt x="560635" y="52643"/>
                    <a:pt x="607482" y="100772"/>
                    <a:pt x="654803" y="149376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116">
              <a:extLst>
                <a:ext uri="{FF2B5EF4-FFF2-40B4-BE49-F238E27FC236}">
                  <a16:creationId xmlns:a16="http://schemas.microsoft.com/office/drawing/2014/main" xmlns="" id="{BB023746-BED6-46BA-AE59-2F6E73E59DC3}"/>
                </a:ext>
              </a:extLst>
            </p:cNvPr>
            <p:cNvSpPr/>
            <p:nvPr/>
          </p:nvSpPr>
          <p:spPr>
            <a:xfrm>
              <a:off x="4898965" y="3522941"/>
              <a:ext cx="935595" cy="785602"/>
            </a:xfrm>
            <a:custGeom>
              <a:avLst/>
              <a:gdLst>
                <a:gd name="connsiteX0" fmla="*/ 865849 w 935595"/>
                <a:gd name="connsiteY0" fmla="*/ 785602 h 785602"/>
                <a:gd name="connsiteX1" fmla="*/ 0 w 935595"/>
                <a:gd name="connsiteY1" fmla="*/ 116926 h 785602"/>
                <a:gd name="connsiteX2" fmla="*/ 85331 w 935595"/>
                <a:gd name="connsiteY2" fmla="*/ 59009 h 785602"/>
                <a:gd name="connsiteX3" fmla="*/ 172419 w 935595"/>
                <a:gd name="connsiteY3" fmla="*/ 0 h 785602"/>
                <a:gd name="connsiteX4" fmla="*/ 935596 w 935595"/>
                <a:gd name="connsiteY4" fmla="*/ 589712 h 785602"/>
                <a:gd name="connsiteX5" fmla="*/ 865849 w 935595"/>
                <a:gd name="connsiteY5" fmla="*/ 785602 h 78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5595" h="785602">
                  <a:moveTo>
                    <a:pt x="865849" y="785602"/>
                  </a:moveTo>
                  <a:cubicBezTo>
                    <a:pt x="540158" y="675898"/>
                    <a:pt x="208908" y="432402"/>
                    <a:pt x="0" y="116926"/>
                  </a:cubicBezTo>
                  <a:cubicBezTo>
                    <a:pt x="28412" y="97636"/>
                    <a:pt x="56871" y="78299"/>
                    <a:pt x="85331" y="59009"/>
                  </a:cubicBezTo>
                  <a:cubicBezTo>
                    <a:pt x="113932" y="39625"/>
                    <a:pt x="142487" y="20287"/>
                    <a:pt x="172419" y="0"/>
                  </a:cubicBezTo>
                  <a:cubicBezTo>
                    <a:pt x="364461" y="277324"/>
                    <a:pt x="618694" y="473500"/>
                    <a:pt x="935596" y="589712"/>
                  </a:cubicBezTo>
                  <a:cubicBezTo>
                    <a:pt x="912078" y="655801"/>
                    <a:pt x="888987" y="720702"/>
                    <a:pt x="865849" y="785602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117">
              <a:extLst>
                <a:ext uri="{FF2B5EF4-FFF2-40B4-BE49-F238E27FC236}">
                  <a16:creationId xmlns:a16="http://schemas.microsoft.com/office/drawing/2014/main" xmlns="" id="{6260A4F9-0721-4E39-9670-6C27A8A0FF7A}"/>
                </a:ext>
              </a:extLst>
            </p:cNvPr>
            <p:cNvSpPr/>
            <p:nvPr/>
          </p:nvSpPr>
          <p:spPr>
            <a:xfrm>
              <a:off x="7332218" y="1300734"/>
              <a:ext cx="719513" cy="975600"/>
            </a:xfrm>
            <a:custGeom>
              <a:avLst/>
              <a:gdLst>
                <a:gd name="connsiteX0" fmla="*/ 516450 w 719513"/>
                <a:gd name="connsiteY0" fmla="*/ 975601 h 975600"/>
                <a:gd name="connsiteX1" fmla="*/ 0 w 719513"/>
                <a:gd name="connsiteY1" fmla="*/ 161967 h 975600"/>
                <a:gd name="connsiteX2" fmla="*/ 133032 w 719513"/>
                <a:gd name="connsiteY2" fmla="*/ 0 h 975600"/>
                <a:gd name="connsiteX3" fmla="*/ 719514 w 719513"/>
                <a:gd name="connsiteY3" fmla="*/ 923718 h 975600"/>
                <a:gd name="connsiteX4" fmla="*/ 704310 w 719513"/>
                <a:gd name="connsiteY4" fmla="*/ 928279 h 975600"/>
                <a:gd name="connsiteX5" fmla="*/ 516450 w 719513"/>
                <a:gd name="connsiteY5" fmla="*/ 975601 h 97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9513" h="975600">
                  <a:moveTo>
                    <a:pt x="516450" y="975601"/>
                  </a:moveTo>
                  <a:cubicBezTo>
                    <a:pt x="430882" y="648579"/>
                    <a:pt x="258748" y="378239"/>
                    <a:pt x="0" y="161967"/>
                  </a:cubicBezTo>
                  <a:cubicBezTo>
                    <a:pt x="44376" y="107946"/>
                    <a:pt x="88181" y="54638"/>
                    <a:pt x="133032" y="0"/>
                  </a:cubicBezTo>
                  <a:cubicBezTo>
                    <a:pt x="427223" y="246109"/>
                    <a:pt x="622590" y="552986"/>
                    <a:pt x="719514" y="923718"/>
                  </a:cubicBezTo>
                  <a:cubicBezTo>
                    <a:pt x="712957" y="925713"/>
                    <a:pt x="708681" y="927186"/>
                    <a:pt x="704310" y="928279"/>
                  </a:cubicBezTo>
                  <a:cubicBezTo>
                    <a:pt x="642355" y="943910"/>
                    <a:pt x="580353" y="959542"/>
                    <a:pt x="516450" y="975601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118">
              <a:extLst>
                <a:ext uri="{FF2B5EF4-FFF2-40B4-BE49-F238E27FC236}">
                  <a16:creationId xmlns:a16="http://schemas.microsoft.com/office/drawing/2014/main" xmlns="" id="{FAC0AA7C-9DDA-4CF9-B8B9-FB83FBC4B76A}"/>
                </a:ext>
              </a:extLst>
            </p:cNvPr>
            <p:cNvSpPr/>
            <p:nvPr/>
          </p:nvSpPr>
          <p:spPr>
            <a:xfrm>
              <a:off x="6981393" y="3418415"/>
              <a:ext cx="895828" cy="840240"/>
            </a:xfrm>
            <a:custGeom>
              <a:avLst/>
              <a:gdLst>
                <a:gd name="connsiteX0" fmla="*/ 85521 w 895828"/>
                <a:gd name="connsiteY0" fmla="*/ 840241 h 840240"/>
                <a:gd name="connsiteX1" fmla="*/ 0 w 895828"/>
                <a:gd name="connsiteY1" fmla="*/ 648437 h 840240"/>
                <a:gd name="connsiteX2" fmla="*/ 408884 w 895828"/>
                <a:gd name="connsiteY2" fmla="*/ 380805 h 840240"/>
                <a:gd name="connsiteX3" fmla="*/ 713290 w 895828"/>
                <a:gd name="connsiteY3" fmla="*/ 0 h 840240"/>
                <a:gd name="connsiteX4" fmla="*/ 895829 w 895828"/>
                <a:gd name="connsiteY4" fmla="*/ 103718 h 840240"/>
                <a:gd name="connsiteX5" fmla="*/ 85521 w 895828"/>
                <a:gd name="connsiteY5" fmla="*/ 840241 h 84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5828" h="840240">
                  <a:moveTo>
                    <a:pt x="85521" y="840241"/>
                  </a:moveTo>
                  <a:cubicBezTo>
                    <a:pt x="56586" y="775340"/>
                    <a:pt x="28507" y="712387"/>
                    <a:pt x="0" y="648437"/>
                  </a:cubicBezTo>
                  <a:cubicBezTo>
                    <a:pt x="151134" y="580543"/>
                    <a:pt x="287207" y="491601"/>
                    <a:pt x="408884" y="380805"/>
                  </a:cubicBezTo>
                  <a:cubicBezTo>
                    <a:pt x="530181" y="270340"/>
                    <a:pt x="631142" y="143437"/>
                    <a:pt x="713290" y="0"/>
                  </a:cubicBezTo>
                  <a:cubicBezTo>
                    <a:pt x="774152" y="34588"/>
                    <a:pt x="834111" y="68654"/>
                    <a:pt x="895829" y="103718"/>
                  </a:cubicBezTo>
                  <a:cubicBezTo>
                    <a:pt x="703360" y="435015"/>
                    <a:pt x="434825" y="680317"/>
                    <a:pt x="85521" y="840241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375345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C59DD733-8573-4461-A4D2-3E81B25CEA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F562368-E4F2-4435-9617-7722B51C9A9F}"/>
              </a:ext>
            </a:extLst>
          </p:cNvPr>
          <p:cNvSpPr txBox="1"/>
          <p:nvPr/>
        </p:nvSpPr>
        <p:spPr>
          <a:xfrm>
            <a:off x="7948248" y="4818558"/>
            <a:ext cx="370156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1400" dirty="0">
                <a:cs typeface="Arial" pitchFamily="34" charset="0"/>
              </a:rPr>
              <a:t>L</a:t>
            </a:r>
            <a:r>
              <a:rPr lang="en-US" altLang="ko-KR" sz="1400" dirty="0">
                <a:cs typeface="Arial" pitchFamily="34" charset="0"/>
              </a:rPr>
              <a:t>OREM IPSUM DOLOR SIT AMET,</a:t>
            </a:r>
          </a:p>
          <a:p>
            <a:r>
              <a:rPr lang="en-US" altLang="ko-KR" sz="1400" dirty="0">
                <a:cs typeface="Arial" pitchFamily="34" charset="0"/>
              </a:rPr>
              <a:t>CU USU AGAM INTEGRE IMPEDIT.</a:t>
            </a:r>
            <a:endParaRPr lang="ko-KR" altLang="en-US" sz="1400" dirty="0"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0791E7D-B254-46C4-A828-24965207A54B}"/>
              </a:ext>
            </a:extLst>
          </p:cNvPr>
          <p:cNvSpPr txBox="1"/>
          <p:nvPr/>
        </p:nvSpPr>
        <p:spPr>
          <a:xfrm>
            <a:off x="7948247" y="5317404"/>
            <a:ext cx="3701561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3200" dirty="0">
                <a:solidFill>
                  <a:schemeClr val="accent1"/>
                </a:solidFill>
                <a:cs typeface="Arial" pitchFamily="34" charset="0"/>
              </a:rPr>
              <a:t>L</a:t>
            </a:r>
            <a:r>
              <a:rPr lang="en-US" altLang="ko-KR" sz="3200" dirty="0">
                <a:solidFill>
                  <a:schemeClr val="accent1"/>
                </a:solidFill>
                <a:cs typeface="Arial" pitchFamily="34" charset="0"/>
              </a:rPr>
              <a:t>OREM IPSUM</a:t>
            </a:r>
          </a:p>
          <a:p>
            <a:r>
              <a:rPr lang="en-US" altLang="ko-KR" sz="3200" dirty="0">
                <a:solidFill>
                  <a:schemeClr val="accent1"/>
                </a:solidFill>
                <a:cs typeface="Arial" pitchFamily="34" charset="0"/>
              </a:rPr>
              <a:t>DOLOR SIT AMET, </a:t>
            </a:r>
            <a:endParaRPr lang="ko-KR" altLang="en-US" sz="3200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EF8D4F7-2E0E-42CF-A7E7-2931B69D381C}"/>
              </a:ext>
            </a:extLst>
          </p:cNvPr>
          <p:cNvSpPr txBox="1"/>
          <p:nvPr/>
        </p:nvSpPr>
        <p:spPr>
          <a:xfrm>
            <a:off x="10217415" y="734690"/>
            <a:ext cx="1080671" cy="923330"/>
          </a:xfrm>
          <a:prstGeom prst="rect">
            <a:avLst/>
          </a:prstGeom>
          <a:noFill/>
        </p:spPr>
        <p:txBody>
          <a:bodyPr wrap="square" lIns="108000" rIns="108000" rtlCol="0" anchor="ctr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accent2"/>
                </a:solidFill>
                <a:cs typeface="Arial" pitchFamily="34" charset="0"/>
              </a:rPr>
              <a:t>01</a:t>
            </a:r>
            <a:endParaRPr lang="ko-KR" altLang="en-US" sz="5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044D4233-CC78-4E5E-B1C9-CED9CC09B53D}"/>
              </a:ext>
            </a:extLst>
          </p:cNvPr>
          <p:cNvSpPr txBox="1"/>
          <p:nvPr/>
        </p:nvSpPr>
        <p:spPr>
          <a:xfrm>
            <a:off x="10217415" y="1796459"/>
            <a:ext cx="1080671" cy="923330"/>
          </a:xfrm>
          <a:prstGeom prst="rect">
            <a:avLst/>
          </a:prstGeom>
          <a:noFill/>
        </p:spPr>
        <p:txBody>
          <a:bodyPr wrap="square" lIns="108000" rIns="108000" rtlCol="0" anchor="ctr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accent3"/>
                </a:solidFill>
                <a:cs typeface="Arial" pitchFamily="34" charset="0"/>
              </a:rPr>
              <a:t>02</a:t>
            </a:r>
            <a:endParaRPr lang="ko-KR" altLang="en-US" sz="54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508A3EA9-1F34-4EBB-8C1F-FDE070EE5601}"/>
              </a:ext>
            </a:extLst>
          </p:cNvPr>
          <p:cNvSpPr txBox="1"/>
          <p:nvPr/>
        </p:nvSpPr>
        <p:spPr>
          <a:xfrm>
            <a:off x="10217415" y="2858228"/>
            <a:ext cx="1080671" cy="923330"/>
          </a:xfrm>
          <a:prstGeom prst="rect">
            <a:avLst/>
          </a:prstGeom>
          <a:noFill/>
        </p:spPr>
        <p:txBody>
          <a:bodyPr wrap="square" lIns="108000" rIns="108000" rtlCol="0" anchor="ctr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accent4"/>
                </a:solidFill>
                <a:cs typeface="Arial" pitchFamily="34" charset="0"/>
              </a:rPr>
              <a:t>03</a:t>
            </a:r>
            <a:endParaRPr lang="ko-KR" altLang="en-US" sz="5400" b="1" dirty="0">
              <a:solidFill>
                <a:schemeClr val="accent4"/>
              </a:solidFill>
              <a:cs typeface="Arial" pitchFamily="34" charset="0"/>
            </a:endParaRPr>
          </a:p>
        </p:txBody>
      </p:sp>
      <p:grpSp>
        <p:nvGrpSpPr>
          <p:cNvPr id="18" name="Group 33">
            <a:extLst>
              <a:ext uri="{FF2B5EF4-FFF2-40B4-BE49-F238E27FC236}">
                <a16:creationId xmlns:a16="http://schemas.microsoft.com/office/drawing/2014/main" xmlns="" id="{D929B6E1-56CC-49F0-BB16-362ECB05AA9D}"/>
              </a:ext>
            </a:extLst>
          </p:cNvPr>
          <p:cNvGrpSpPr/>
          <p:nvPr/>
        </p:nvGrpSpPr>
        <p:grpSpPr>
          <a:xfrm>
            <a:off x="6873393" y="760415"/>
            <a:ext cx="3191622" cy="871880"/>
            <a:chOff x="-475010" y="1114177"/>
            <a:chExt cx="4928532" cy="87188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259E1F59-848A-4C1E-9EF7-AB1EA5EC6F96}"/>
                </a:ext>
              </a:extLst>
            </p:cNvPr>
            <p:cNvSpPr txBox="1"/>
            <p:nvPr/>
          </p:nvSpPr>
          <p:spPr>
            <a:xfrm>
              <a:off x="-475010" y="1114177"/>
              <a:ext cx="4928532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cs typeface="Arial" pitchFamily="34" charset="0"/>
                </a:rPr>
                <a:t>Content  Here</a:t>
              </a:r>
              <a:endParaRPr lang="ko-KR" altLang="en-US" sz="1400" b="1" dirty="0"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331F1169-2930-48D5-A85C-8721E9752E09}"/>
                </a:ext>
              </a:extLst>
            </p:cNvPr>
            <p:cNvSpPr txBox="1"/>
            <p:nvPr/>
          </p:nvSpPr>
          <p:spPr>
            <a:xfrm>
              <a:off x="-460976" y="1339726"/>
              <a:ext cx="49106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</p:grpSp>
      <p:grpSp>
        <p:nvGrpSpPr>
          <p:cNvPr id="21" name="Group 33">
            <a:extLst>
              <a:ext uri="{FF2B5EF4-FFF2-40B4-BE49-F238E27FC236}">
                <a16:creationId xmlns:a16="http://schemas.microsoft.com/office/drawing/2014/main" xmlns="" id="{1DE36876-C4B0-4BAE-8149-B0112BDC3C3F}"/>
              </a:ext>
            </a:extLst>
          </p:cNvPr>
          <p:cNvGrpSpPr/>
          <p:nvPr/>
        </p:nvGrpSpPr>
        <p:grpSpPr>
          <a:xfrm>
            <a:off x="6873393" y="1824697"/>
            <a:ext cx="3191622" cy="871880"/>
            <a:chOff x="-475010" y="1114177"/>
            <a:chExt cx="4928532" cy="87188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64A8259B-8D9B-42CF-82B4-893DEA12C9EE}"/>
                </a:ext>
              </a:extLst>
            </p:cNvPr>
            <p:cNvSpPr txBox="1"/>
            <p:nvPr/>
          </p:nvSpPr>
          <p:spPr>
            <a:xfrm>
              <a:off x="-475010" y="1114177"/>
              <a:ext cx="4928532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cs typeface="Arial" pitchFamily="34" charset="0"/>
                </a:rPr>
                <a:t>Content  Here</a:t>
              </a:r>
              <a:endParaRPr lang="ko-KR" altLang="en-US" sz="1400" b="1" dirty="0"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7E42E8DB-0FE0-4059-AD1F-F534AC628C31}"/>
                </a:ext>
              </a:extLst>
            </p:cNvPr>
            <p:cNvSpPr txBox="1"/>
            <p:nvPr/>
          </p:nvSpPr>
          <p:spPr>
            <a:xfrm>
              <a:off x="-460976" y="1339726"/>
              <a:ext cx="49106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cs typeface="Arial" pitchFamily="34" charset="0"/>
                </a:rPr>
                <a:t>You can simply impress your audience and add a unique zing and appeal to your Presentations.</a:t>
              </a:r>
            </a:p>
          </p:txBody>
        </p:sp>
      </p:grpSp>
      <p:grpSp>
        <p:nvGrpSpPr>
          <p:cNvPr id="24" name="Group 33">
            <a:extLst>
              <a:ext uri="{FF2B5EF4-FFF2-40B4-BE49-F238E27FC236}">
                <a16:creationId xmlns:a16="http://schemas.microsoft.com/office/drawing/2014/main" xmlns="" id="{95A14BAB-7746-489D-875C-9722A369C1F7}"/>
              </a:ext>
            </a:extLst>
          </p:cNvPr>
          <p:cNvGrpSpPr/>
          <p:nvPr/>
        </p:nvGrpSpPr>
        <p:grpSpPr>
          <a:xfrm>
            <a:off x="6873393" y="2883953"/>
            <a:ext cx="3191622" cy="871880"/>
            <a:chOff x="-475010" y="1114177"/>
            <a:chExt cx="4928532" cy="87188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919E68DD-CD7A-4331-B0E1-56897AD6226B}"/>
                </a:ext>
              </a:extLst>
            </p:cNvPr>
            <p:cNvSpPr txBox="1"/>
            <p:nvPr/>
          </p:nvSpPr>
          <p:spPr>
            <a:xfrm>
              <a:off x="-475010" y="1114177"/>
              <a:ext cx="4928532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cs typeface="Arial" pitchFamily="34" charset="0"/>
                </a:rPr>
                <a:t>Content  Here</a:t>
              </a:r>
              <a:endParaRPr lang="ko-KR" altLang="en-US" sz="1400" b="1" dirty="0"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3A5E464A-F447-44FC-8AD7-A383E68C47C7}"/>
                </a:ext>
              </a:extLst>
            </p:cNvPr>
            <p:cNvSpPr txBox="1"/>
            <p:nvPr/>
          </p:nvSpPr>
          <p:spPr>
            <a:xfrm>
              <a:off x="-460976" y="1339726"/>
              <a:ext cx="49106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</p:grpSp>
      <p:grpSp>
        <p:nvGrpSpPr>
          <p:cNvPr id="27" name="Group 20">
            <a:extLst>
              <a:ext uri="{FF2B5EF4-FFF2-40B4-BE49-F238E27FC236}">
                <a16:creationId xmlns:a16="http://schemas.microsoft.com/office/drawing/2014/main" xmlns="" id="{B14239EE-D64D-4034-BE15-3A1B62566BF9}"/>
              </a:ext>
            </a:extLst>
          </p:cNvPr>
          <p:cNvGrpSpPr/>
          <p:nvPr/>
        </p:nvGrpSpPr>
        <p:grpSpPr>
          <a:xfrm>
            <a:off x="0" y="5357395"/>
            <a:ext cx="7601830" cy="1005840"/>
            <a:chOff x="0" y="545888"/>
            <a:chExt cx="7601830" cy="1005840"/>
          </a:xfrm>
        </p:grpSpPr>
        <p:sp>
          <p:nvSpPr>
            <p:cNvPr id="28" name="Arrow: Chevron 17">
              <a:extLst>
                <a:ext uri="{FF2B5EF4-FFF2-40B4-BE49-F238E27FC236}">
                  <a16:creationId xmlns:a16="http://schemas.microsoft.com/office/drawing/2014/main" xmlns="" id="{4468AFF4-21DE-4E76-80B3-8D423037BE9E}"/>
                </a:ext>
              </a:extLst>
            </p:cNvPr>
            <p:cNvSpPr/>
            <p:nvPr/>
          </p:nvSpPr>
          <p:spPr>
            <a:xfrm>
              <a:off x="6663477" y="545888"/>
              <a:ext cx="731520" cy="1005840"/>
            </a:xfrm>
            <a:prstGeom prst="chevron">
              <a:avLst>
                <a:gd name="adj" fmla="val 56731"/>
              </a:avLst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Arrow: Pentagon 1">
              <a:extLst>
                <a:ext uri="{FF2B5EF4-FFF2-40B4-BE49-F238E27FC236}">
                  <a16:creationId xmlns:a16="http://schemas.microsoft.com/office/drawing/2014/main" xmlns="" id="{7F559586-A873-4782-A301-A85827447324}"/>
                </a:ext>
              </a:extLst>
            </p:cNvPr>
            <p:cNvSpPr/>
            <p:nvPr/>
          </p:nvSpPr>
          <p:spPr>
            <a:xfrm>
              <a:off x="0" y="545888"/>
              <a:ext cx="6427177" cy="1005840"/>
            </a:xfrm>
            <a:prstGeom prst="homePlate">
              <a:avLst>
                <a:gd name="adj" fmla="val 40909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row: Chevron 18">
              <a:extLst>
                <a:ext uri="{FF2B5EF4-FFF2-40B4-BE49-F238E27FC236}">
                  <a16:creationId xmlns:a16="http://schemas.microsoft.com/office/drawing/2014/main" xmlns="" id="{9297B424-236F-4D2C-AFA6-5128086A19F9}"/>
                </a:ext>
              </a:extLst>
            </p:cNvPr>
            <p:cNvSpPr/>
            <p:nvPr/>
          </p:nvSpPr>
          <p:spPr>
            <a:xfrm>
              <a:off x="7053190" y="545888"/>
              <a:ext cx="548640" cy="1005840"/>
            </a:xfrm>
            <a:prstGeom prst="chevron">
              <a:avLst>
                <a:gd name="adj" fmla="val 74706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Arrow: Chevron 19">
              <a:extLst>
                <a:ext uri="{FF2B5EF4-FFF2-40B4-BE49-F238E27FC236}">
                  <a16:creationId xmlns:a16="http://schemas.microsoft.com/office/drawing/2014/main" xmlns="" id="{47328812-EF10-47EC-AFD5-43C0C4BA8EA8}"/>
                </a:ext>
              </a:extLst>
            </p:cNvPr>
            <p:cNvSpPr/>
            <p:nvPr/>
          </p:nvSpPr>
          <p:spPr>
            <a:xfrm>
              <a:off x="6083373" y="545888"/>
              <a:ext cx="914400" cy="1005840"/>
            </a:xfrm>
            <a:prstGeom prst="chevron">
              <a:avLst>
                <a:gd name="adj" fmla="val 45057"/>
              </a:avLst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Text Placeholder 13">
            <a:extLst>
              <a:ext uri="{FF2B5EF4-FFF2-40B4-BE49-F238E27FC236}">
                <a16:creationId xmlns:a16="http://schemas.microsoft.com/office/drawing/2014/main" xmlns="" id="{F4BBCE56-858E-4875-A851-2842AC36182B}"/>
              </a:ext>
            </a:extLst>
          </p:cNvPr>
          <p:cNvSpPr txBox="1">
            <a:spLocks/>
          </p:cNvSpPr>
          <p:nvPr/>
        </p:nvSpPr>
        <p:spPr>
          <a:xfrm>
            <a:off x="478971" y="5193352"/>
            <a:ext cx="5129348" cy="132532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ko-KR" sz="36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Portfolio Presentation</a:t>
            </a:r>
          </a:p>
        </p:txBody>
      </p:sp>
    </p:spTree>
    <p:extLst>
      <p:ext uri="{BB962C8B-B14F-4D97-AF65-F5344CB8AC3E}">
        <p14:creationId xmlns:p14="http://schemas.microsoft.com/office/powerpoint/2010/main" val="32236654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xmlns="" id="{B2659782-924E-4D98-84EF-D8A30C6C8823}"/>
              </a:ext>
            </a:extLst>
          </p:cNvPr>
          <p:cNvGrpSpPr/>
          <p:nvPr/>
        </p:nvGrpSpPr>
        <p:grpSpPr>
          <a:xfrm>
            <a:off x="1627888" y="4767190"/>
            <a:ext cx="4330730" cy="677689"/>
            <a:chOff x="948910" y="4523978"/>
            <a:chExt cx="3099192" cy="67768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56306678-8129-459B-8BEA-50F618B1B8F3}"/>
                </a:ext>
              </a:extLst>
            </p:cNvPr>
            <p:cNvSpPr txBox="1"/>
            <p:nvPr/>
          </p:nvSpPr>
          <p:spPr>
            <a:xfrm>
              <a:off x="948910" y="4740002"/>
              <a:ext cx="30991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24AFB52A-F53C-4ACB-B897-903C7B88D525}"/>
                </a:ext>
              </a:extLst>
            </p:cNvPr>
            <p:cNvSpPr txBox="1"/>
            <p:nvPr/>
          </p:nvSpPr>
          <p:spPr>
            <a:xfrm>
              <a:off x="948910" y="4523978"/>
              <a:ext cx="30991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8" name="Rectangle 8">
            <a:extLst>
              <a:ext uri="{FF2B5EF4-FFF2-40B4-BE49-F238E27FC236}">
                <a16:creationId xmlns:a16="http://schemas.microsoft.com/office/drawing/2014/main" xmlns="" id="{37FBC9EA-F96A-4419-9D53-5673E5D5B87D}"/>
              </a:ext>
            </a:extLst>
          </p:cNvPr>
          <p:cNvSpPr/>
          <p:nvPr/>
        </p:nvSpPr>
        <p:spPr>
          <a:xfrm>
            <a:off x="984227" y="4869485"/>
            <a:ext cx="473098" cy="47309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583DE5F-6947-443A-BD05-C09C8D9FBBBB}"/>
              </a:ext>
            </a:extLst>
          </p:cNvPr>
          <p:cNvSpPr txBox="1"/>
          <p:nvPr/>
        </p:nvSpPr>
        <p:spPr>
          <a:xfrm>
            <a:off x="984227" y="4927232"/>
            <a:ext cx="473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2A4D0259-B06B-4E84-9F16-B48FADDF48F7}"/>
              </a:ext>
            </a:extLst>
          </p:cNvPr>
          <p:cNvGrpSpPr/>
          <p:nvPr/>
        </p:nvGrpSpPr>
        <p:grpSpPr>
          <a:xfrm>
            <a:off x="6927800" y="4767190"/>
            <a:ext cx="4330730" cy="677689"/>
            <a:chOff x="948910" y="4523978"/>
            <a:chExt cx="3099192" cy="67768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A7672366-2279-474B-9843-EEC30D12A2DD}"/>
                </a:ext>
              </a:extLst>
            </p:cNvPr>
            <p:cNvSpPr txBox="1"/>
            <p:nvPr/>
          </p:nvSpPr>
          <p:spPr>
            <a:xfrm>
              <a:off x="948910" y="4740002"/>
              <a:ext cx="30991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B4671329-3E5B-4C7C-AA5D-128EAF15283A}"/>
                </a:ext>
              </a:extLst>
            </p:cNvPr>
            <p:cNvSpPr txBox="1"/>
            <p:nvPr/>
          </p:nvSpPr>
          <p:spPr>
            <a:xfrm>
              <a:off x="948910" y="4523978"/>
              <a:ext cx="30991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4" name="Rectangle 14">
            <a:extLst>
              <a:ext uri="{FF2B5EF4-FFF2-40B4-BE49-F238E27FC236}">
                <a16:creationId xmlns:a16="http://schemas.microsoft.com/office/drawing/2014/main" xmlns="" id="{B881D675-18A2-4435-87C7-18F9AECFCF37}"/>
              </a:ext>
            </a:extLst>
          </p:cNvPr>
          <p:cNvSpPr/>
          <p:nvPr/>
        </p:nvSpPr>
        <p:spPr>
          <a:xfrm>
            <a:off x="6284140" y="4869485"/>
            <a:ext cx="473098" cy="47309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71F32D47-D42D-4F16-8694-A744245A362F}"/>
              </a:ext>
            </a:extLst>
          </p:cNvPr>
          <p:cNvSpPr txBox="1"/>
          <p:nvPr/>
        </p:nvSpPr>
        <p:spPr>
          <a:xfrm>
            <a:off x="6284140" y="4927232"/>
            <a:ext cx="473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F40B1DB8-1781-42CF-9A7A-2A3B9F57EB4E}"/>
              </a:ext>
            </a:extLst>
          </p:cNvPr>
          <p:cNvGrpSpPr/>
          <p:nvPr/>
        </p:nvGrpSpPr>
        <p:grpSpPr>
          <a:xfrm>
            <a:off x="1629538" y="5595583"/>
            <a:ext cx="4330730" cy="677689"/>
            <a:chOff x="948910" y="4523978"/>
            <a:chExt cx="3099192" cy="67768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1481CE28-3E0F-45DF-A0DA-00D611D8888F}"/>
                </a:ext>
              </a:extLst>
            </p:cNvPr>
            <p:cNvSpPr txBox="1"/>
            <p:nvPr/>
          </p:nvSpPr>
          <p:spPr>
            <a:xfrm>
              <a:off x="948910" y="4740002"/>
              <a:ext cx="30991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itchFamily="34" charset="0"/>
                  <a:cs typeface="Arial" pitchFamily="34" charset="0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0F699F61-6590-45DD-91D7-57A9A22EA4E7}"/>
                </a:ext>
              </a:extLst>
            </p:cNvPr>
            <p:cNvSpPr txBox="1"/>
            <p:nvPr/>
          </p:nvSpPr>
          <p:spPr>
            <a:xfrm>
              <a:off x="948910" y="4523978"/>
              <a:ext cx="30991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itchFamily="34" charset="0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0" name="Rectangle 20">
            <a:extLst>
              <a:ext uri="{FF2B5EF4-FFF2-40B4-BE49-F238E27FC236}">
                <a16:creationId xmlns:a16="http://schemas.microsoft.com/office/drawing/2014/main" xmlns="" id="{FE092FF5-CF69-41C0-BF7A-7A6837E93076}"/>
              </a:ext>
            </a:extLst>
          </p:cNvPr>
          <p:cNvSpPr/>
          <p:nvPr/>
        </p:nvSpPr>
        <p:spPr>
          <a:xfrm>
            <a:off x="985878" y="5697875"/>
            <a:ext cx="473098" cy="47309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CA226299-AA74-425C-AFE4-4D133C8B6B94}"/>
              </a:ext>
            </a:extLst>
          </p:cNvPr>
          <p:cNvSpPr txBox="1"/>
          <p:nvPr/>
        </p:nvSpPr>
        <p:spPr>
          <a:xfrm>
            <a:off x="985878" y="5755622"/>
            <a:ext cx="473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16F6C1DC-A925-4D40-8840-98266ABFD903}"/>
              </a:ext>
            </a:extLst>
          </p:cNvPr>
          <p:cNvGrpSpPr/>
          <p:nvPr/>
        </p:nvGrpSpPr>
        <p:grpSpPr>
          <a:xfrm>
            <a:off x="6929452" y="5595583"/>
            <a:ext cx="4330730" cy="677689"/>
            <a:chOff x="948910" y="4523978"/>
            <a:chExt cx="3099192" cy="67768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1E998C8C-D697-4590-84AD-3C42279CD797}"/>
                </a:ext>
              </a:extLst>
            </p:cNvPr>
            <p:cNvSpPr txBox="1"/>
            <p:nvPr/>
          </p:nvSpPr>
          <p:spPr>
            <a:xfrm>
              <a:off x="948910" y="4740002"/>
              <a:ext cx="30991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itchFamily="34" charset="0"/>
                  <a:cs typeface="Arial" pitchFamily="34" charset="0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9A233F1C-39CE-45CE-BA08-04D17FC956E0}"/>
                </a:ext>
              </a:extLst>
            </p:cNvPr>
            <p:cNvSpPr txBox="1"/>
            <p:nvPr/>
          </p:nvSpPr>
          <p:spPr>
            <a:xfrm>
              <a:off x="948910" y="4523978"/>
              <a:ext cx="30991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itchFamily="34" charset="0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6" name="Rectangle 26">
            <a:extLst>
              <a:ext uri="{FF2B5EF4-FFF2-40B4-BE49-F238E27FC236}">
                <a16:creationId xmlns:a16="http://schemas.microsoft.com/office/drawing/2014/main" xmlns="" id="{46E2548A-C62F-4AA4-B4C8-A8AFBE4A1DB4}"/>
              </a:ext>
            </a:extLst>
          </p:cNvPr>
          <p:cNvSpPr/>
          <p:nvPr/>
        </p:nvSpPr>
        <p:spPr>
          <a:xfrm>
            <a:off x="6285791" y="5697875"/>
            <a:ext cx="473098" cy="4730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FB3104C0-2AB6-495C-9E24-5A6FB7693F49}"/>
              </a:ext>
            </a:extLst>
          </p:cNvPr>
          <p:cNvSpPr txBox="1"/>
          <p:nvPr/>
        </p:nvSpPr>
        <p:spPr>
          <a:xfrm>
            <a:off x="6285791" y="5755622"/>
            <a:ext cx="473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04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graphicFrame>
        <p:nvGraphicFramePr>
          <p:cNvPr id="53" name="Table 5">
            <a:extLst>
              <a:ext uri="{FF2B5EF4-FFF2-40B4-BE49-F238E27FC236}">
                <a16:creationId xmlns:a16="http://schemas.microsoft.com/office/drawing/2014/main" xmlns="" id="{A5FB41F0-B3EB-4A23-9BE3-C3930E8C6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950595"/>
              </p:ext>
            </p:extLst>
          </p:nvPr>
        </p:nvGraphicFramePr>
        <p:xfrm>
          <a:off x="895327" y="1592214"/>
          <a:ext cx="10363199" cy="30785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614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2724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9150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4575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4575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69150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608612"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  Here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Simple PowerPoint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  Here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Simple PowerPoint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17474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  Here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Simple PowerPoint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 can simply impress your audience and add a unique zing and appeal to your Presentations . </a:t>
                      </a:r>
                    </a:p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 Here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Simple PowerPoint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Simple PowerPoint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1747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Simple PowerPoint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17474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  Here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Simple PowerPoint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Arial" pitchFamily="34" charset="0"/>
                        </a:rPr>
                        <a:t>Get a modern PowerPoint  Presentation that is beautifully designed. 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 Here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  Here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1747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00087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Rounded Rectangle 25">
            <a:extLst>
              <a:ext uri="{FF2B5EF4-FFF2-40B4-BE49-F238E27FC236}">
                <a16:creationId xmlns:a16="http://schemas.microsoft.com/office/drawing/2014/main" xmlns="" id="{F7A27B65-5DAA-49FF-9D4F-2512863F9F89}"/>
              </a:ext>
            </a:extLst>
          </p:cNvPr>
          <p:cNvSpPr/>
          <p:nvPr/>
        </p:nvSpPr>
        <p:spPr>
          <a:xfrm>
            <a:off x="6486225" y="2269915"/>
            <a:ext cx="792000" cy="1756063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cs typeface="Arial" pitchFamily="34" charset="0"/>
            </a:endParaRPr>
          </a:p>
        </p:txBody>
      </p:sp>
      <p:sp>
        <p:nvSpPr>
          <p:cNvPr id="4" name="Rounded Rectangle 29">
            <a:extLst>
              <a:ext uri="{FF2B5EF4-FFF2-40B4-BE49-F238E27FC236}">
                <a16:creationId xmlns:a16="http://schemas.microsoft.com/office/drawing/2014/main" xmlns="" id="{9EF1BB1E-887D-49E6-81E5-2E915D7A2A92}"/>
              </a:ext>
            </a:extLst>
          </p:cNvPr>
          <p:cNvSpPr/>
          <p:nvPr/>
        </p:nvSpPr>
        <p:spPr>
          <a:xfrm>
            <a:off x="7275495" y="1681731"/>
            <a:ext cx="792000" cy="175606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cs typeface="Arial" pitchFamily="34" charset="0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xmlns="" id="{D1C908F6-F2A1-4B85-9655-9820720EA426}"/>
              </a:ext>
            </a:extLst>
          </p:cNvPr>
          <p:cNvSpPr/>
          <p:nvPr/>
        </p:nvSpPr>
        <p:spPr>
          <a:xfrm>
            <a:off x="5696106" y="2845979"/>
            <a:ext cx="792000" cy="175606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cs typeface="Arial" pitchFamily="34" charset="0"/>
            </a:endParaRPr>
          </a:p>
        </p:txBody>
      </p:sp>
      <p:sp>
        <p:nvSpPr>
          <p:cNvPr id="6" name="Rounded Rectangle 33">
            <a:extLst>
              <a:ext uri="{FF2B5EF4-FFF2-40B4-BE49-F238E27FC236}">
                <a16:creationId xmlns:a16="http://schemas.microsoft.com/office/drawing/2014/main" xmlns="" id="{69178196-1253-4C1B-A25A-5E4C6C6C5EC1}"/>
              </a:ext>
            </a:extLst>
          </p:cNvPr>
          <p:cNvSpPr/>
          <p:nvPr/>
        </p:nvSpPr>
        <p:spPr>
          <a:xfrm>
            <a:off x="4904579" y="3404184"/>
            <a:ext cx="792000" cy="175606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cs typeface="Arial" pitchFamily="34" charset="0"/>
            </a:endParaRPr>
          </a:p>
        </p:txBody>
      </p:sp>
      <p:sp>
        <p:nvSpPr>
          <p:cNvPr id="7" name="Rounded Rectangle 37">
            <a:extLst>
              <a:ext uri="{FF2B5EF4-FFF2-40B4-BE49-F238E27FC236}">
                <a16:creationId xmlns:a16="http://schemas.microsoft.com/office/drawing/2014/main" xmlns="" id="{BBB61817-F0B1-4C8A-85B0-4F082D2178A4}"/>
              </a:ext>
            </a:extLst>
          </p:cNvPr>
          <p:cNvSpPr/>
          <p:nvPr/>
        </p:nvSpPr>
        <p:spPr>
          <a:xfrm>
            <a:off x="4115247" y="3929164"/>
            <a:ext cx="792000" cy="1756063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6A8F3E5-06FD-4136-A78B-9B2B15698A90}"/>
              </a:ext>
            </a:extLst>
          </p:cNvPr>
          <p:cNvSpPr txBox="1"/>
          <p:nvPr/>
        </p:nvSpPr>
        <p:spPr>
          <a:xfrm>
            <a:off x="5696106" y="3119505"/>
            <a:ext cx="78746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3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8A19E36-CA99-41AE-A330-94CA2D3DD725}"/>
              </a:ext>
            </a:extLst>
          </p:cNvPr>
          <p:cNvSpPr txBox="1"/>
          <p:nvPr/>
        </p:nvSpPr>
        <p:spPr>
          <a:xfrm>
            <a:off x="6498789" y="2543441"/>
            <a:ext cx="78746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cs typeface="Arial" pitchFamily="34" charset="0"/>
              </a:rPr>
              <a:t>04</a:t>
            </a:r>
            <a:endParaRPr lang="ko-KR" altLang="en-US" sz="3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6E6086B7-ADA5-47EB-894C-5215F9EE2AC0}"/>
              </a:ext>
            </a:extLst>
          </p:cNvPr>
          <p:cNvSpPr txBox="1"/>
          <p:nvPr/>
        </p:nvSpPr>
        <p:spPr>
          <a:xfrm>
            <a:off x="7273064" y="1967377"/>
            <a:ext cx="78746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cs typeface="Arial" pitchFamily="34" charset="0"/>
              </a:rPr>
              <a:t>05</a:t>
            </a:r>
            <a:endParaRPr lang="ko-KR" altLang="en-US" sz="3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63259FD-531E-4992-96D4-0877002212FA}"/>
              </a:ext>
            </a:extLst>
          </p:cNvPr>
          <p:cNvSpPr txBox="1"/>
          <p:nvPr/>
        </p:nvSpPr>
        <p:spPr>
          <a:xfrm>
            <a:off x="4911965" y="3695569"/>
            <a:ext cx="76750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3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5A6359A-AB66-4804-BE7B-C160AF53AE2D}"/>
              </a:ext>
            </a:extLst>
          </p:cNvPr>
          <p:cNvSpPr txBox="1"/>
          <p:nvPr/>
        </p:nvSpPr>
        <p:spPr>
          <a:xfrm>
            <a:off x="4111545" y="4194714"/>
            <a:ext cx="78746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3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xmlns="" id="{8F6081FD-C56E-43A3-A830-4E12EC293C9A}"/>
              </a:ext>
            </a:extLst>
          </p:cNvPr>
          <p:cNvSpPr/>
          <p:nvPr/>
        </p:nvSpPr>
        <p:spPr>
          <a:xfrm>
            <a:off x="2" y="4741159"/>
            <a:ext cx="4117590" cy="171389"/>
          </a:xfrm>
          <a:prstGeom prst="rect">
            <a:avLst/>
          </a:prstGeom>
          <a:solidFill>
            <a:schemeClr val="accent6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cs typeface="Arial" pitchFamily="34" charset="0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xmlns="" id="{E3BDBE5D-8DCF-4476-A79B-A200F6E94D08}"/>
              </a:ext>
            </a:extLst>
          </p:cNvPr>
          <p:cNvSpPr/>
          <p:nvPr/>
        </p:nvSpPr>
        <p:spPr>
          <a:xfrm>
            <a:off x="8067495" y="2484728"/>
            <a:ext cx="4124505" cy="170947"/>
          </a:xfrm>
          <a:prstGeom prst="rect">
            <a:avLst/>
          </a:prstGeom>
          <a:solidFill>
            <a:schemeClr val="accent4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cs typeface="Arial" pitchFamily="34" charset="0"/>
            </a:endParaRPr>
          </a:p>
        </p:txBody>
      </p:sp>
      <p:grpSp>
        <p:nvGrpSpPr>
          <p:cNvPr id="15" name="Group 6">
            <a:extLst>
              <a:ext uri="{FF2B5EF4-FFF2-40B4-BE49-F238E27FC236}">
                <a16:creationId xmlns:a16="http://schemas.microsoft.com/office/drawing/2014/main" xmlns="" id="{B3D8B55E-F0EA-43E1-A49F-AC2E887194A7}"/>
              </a:ext>
            </a:extLst>
          </p:cNvPr>
          <p:cNvGrpSpPr/>
          <p:nvPr/>
        </p:nvGrpSpPr>
        <p:grpSpPr>
          <a:xfrm>
            <a:off x="1877684" y="3975550"/>
            <a:ext cx="2161054" cy="677108"/>
            <a:chOff x="616886" y="3568095"/>
            <a:chExt cx="1885592" cy="6771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C9AF9FAB-E644-44A3-A85A-90BB04BD2F70}"/>
                </a:ext>
              </a:extLst>
            </p:cNvPr>
            <p:cNvSpPr txBox="1"/>
            <p:nvPr/>
          </p:nvSpPr>
          <p:spPr>
            <a:xfrm>
              <a:off x="616886" y="3568095"/>
              <a:ext cx="18855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Here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C47E0D43-2672-47F3-9E84-B6D826AD3F45}"/>
                </a:ext>
              </a:extLst>
            </p:cNvPr>
            <p:cNvSpPr txBox="1"/>
            <p:nvPr/>
          </p:nvSpPr>
          <p:spPr>
            <a:xfrm>
              <a:off x="616886" y="3937426"/>
              <a:ext cx="1885592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9">
            <a:extLst>
              <a:ext uri="{FF2B5EF4-FFF2-40B4-BE49-F238E27FC236}">
                <a16:creationId xmlns:a16="http://schemas.microsoft.com/office/drawing/2014/main" xmlns="" id="{AB5F63E0-6338-412A-A916-164F59B229AB}"/>
              </a:ext>
            </a:extLst>
          </p:cNvPr>
          <p:cNvGrpSpPr/>
          <p:nvPr/>
        </p:nvGrpSpPr>
        <p:grpSpPr>
          <a:xfrm>
            <a:off x="8139521" y="1761042"/>
            <a:ext cx="2348636" cy="664538"/>
            <a:chOff x="6613475" y="1397227"/>
            <a:chExt cx="2348636" cy="66453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073B219A-961C-4980-8A84-916D5DBFF3A6}"/>
                </a:ext>
              </a:extLst>
            </p:cNvPr>
            <p:cNvSpPr txBox="1"/>
            <p:nvPr/>
          </p:nvSpPr>
          <p:spPr>
            <a:xfrm>
              <a:off x="6613476" y="1397227"/>
              <a:ext cx="2348635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accent4"/>
                  </a:solidFill>
                  <a:cs typeface="Arial" pitchFamily="34" charset="0"/>
                </a:rPr>
                <a:t>80% Progress</a:t>
              </a:r>
              <a:endParaRPr lang="ko-KR" altLang="en-US" sz="24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D92A27EF-D4D8-4977-978C-B33DF562D8F1}"/>
                </a:ext>
              </a:extLst>
            </p:cNvPr>
            <p:cNvSpPr txBox="1"/>
            <p:nvPr/>
          </p:nvSpPr>
          <p:spPr>
            <a:xfrm>
              <a:off x="6613475" y="1753988"/>
              <a:ext cx="234863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accent4"/>
                  </a:solidFill>
                  <a:cs typeface="Arial" pitchFamily="34" charset="0"/>
                </a:rPr>
                <a:t>Content here</a:t>
              </a:r>
              <a:endParaRPr lang="ko-KR" altLang="en-US" sz="14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388DAE97-E6CA-4498-A3E3-8AB39EAD4D1F}"/>
              </a:ext>
            </a:extLst>
          </p:cNvPr>
          <p:cNvSpPr txBox="1"/>
          <p:nvPr/>
        </p:nvSpPr>
        <p:spPr>
          <a:xfrm>
            <a:off x="7298156" y="4045964"/>
            <a:ext cx="3416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3B68B6FE-04C3-462F-9CD8-CBC22376CD94}"/>
              </a:ext>
            </a:extLst>
          </p:cNvPr>
          <p:cNvSpPr txBox="1"/>
          <p:nvPr/>
        </p:nvSpPr>
        <p:spPr>
          <a:xfrm>
            <a:off x="6502756" y="4615286"/>
            <a:ext cx="3416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03D83307-559E-46A3-957C-DC6119DCBA79}"/>
              </a:ext>
            </a:extLst>
          </p:cNvPr>
          <p:cNvSpPr txBox="1"/>
          <p:nvPr/>
        </p:nvSpPr>
        <p:spPr>
          <a:xfrm>
            <a:off x="5727870" y="5164366"/>
            <a:ext cx="3416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143E91D1-9812-42C4-9602-63F8B7D6DEB2}"/>
              </a:ext>
            </a:extLst>
          </p:cNvPr>
          <p:cNvSpPr txBox="1"/>
          <p:nvPr/>
        </p:nvSpPr>
        <p:spPr>
          <a:xfrm>
            <a:off x="4921496" y="5687193"/>
            <a:ext cx="3416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xmlns="" id="{04E8631F-CA55-4A63-80ED-A9A8C39CB336}"/>
              </a:ext>
            </a:extLst>
          </p:cNvPr>
          <p:cNvSpPr/>
          <p:nvPr/>
        </p:nvSpPr>
        <p:spPr>
          <a:xfrm>
            <a:off x="4512932" y="5667730"/>
            <a:ext cx="381000" cy="247650"/>
          </a:xfrm>
          <a:custGeom>
            <a:avLst/>
            <a:gdLst>
              <a:gd name="connsiteX0" fmla="*/ 0 w 381000"/>
              <a:gd name="connsiteY0" fmla="*/ 0 h 247650"/>
              <a:gd name="connsiteX1" fmla="*/ 0 w 381000"/>
              <a:gd name="connsiteY1" fmla="*/ 247650 h 247650"/>
              <a:gd name="connsiteX2" fmla="*/ 381000 w 381000"/>
              <a:gd name="connsiteY2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000" h="247650">
                <a:moveTo>
                  <a:pt x="0" y="0"/>
                </a:moveTo>
                <a:lnTo>
                  <a:pt x="0" y="247650"/>
                </a:lnTo>
                <a:lnTo>
                  <a:pt x="381000" y="247650"/>
                </a:lnTo>
              </a:path>
            </a:pathLst>
          </a:custGeom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>
              <a:cs typeface="Arial" pitchFamily="34" charset="0"/>
            </a:endParaRPr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xmlns="" id="{A6566243-3CF6-4547-BF1D-950C6D2EC7E5}"/>
              </a:ext>
            </a:extLst>
          </p:cNvPr>
          <p:cNvSpPr/>
          <p:nvPr/>
        </p:nvSpPr>
        <p:spPr>
          <a:xfrm>
            <a:off x="5332188" y="5144990"/>
            <a:ext cx="381000" cy="247650"/>
          </a:xfrm>
          <a:custGeom>
            <a:avLst/>
            <a:gdLst>
              <a:gd name="connsiteX0" fmla="*/ 0 w 381000"/>
              <a:gd name="connsiteY0" fmla="*/ 0 h 247650"/>
              <a:gd name="connsiteX1" fmla="*/ 0 w 381000"/>
              <a:gd name="connsiteY1" fmla="*/ 247650 h 247650"/>
              <a:gd name="connsiteX2" fmla="*/ 381000 w 381000"/>
              <a:gd name="connsiteY2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000" h="247650">
                <a:moveTo>
                  <a:pt x="0" y="0"/>
                </a:moveTo>
                <a:lnTo>
                  <a:pt x="0" y="247650"/>
                </a:lnTo>
                <a:lnTo>
                  <a:pt x="381000" y="247650"/>
                </a:lnTo>
              </a:path>
            </a:pathLst>
          </a:custGeom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rgbClr val="262626"/>
              </a:solidFill>
              <a:cs typeface="Arial" pitchFamily="34" charset="0"/>
            </a:endParaRPr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xmlns="" id="{FEE08A08-BA91-4CE8-9D62-ED2A84F377D9}"/>
              </a:ext>
            </a:extLst>
          </p:cNvPr>
          <p:cNvSpPr/>
          <p:nvPr/>
        </p:nvSpPr>
        <p:spPr>
          <a:xfrm>
            <a:off x="6106135" y="4597536"/>
            <a:ext cx="381000" cy="247650"/>
          </a:xfrm>
          <a:custGeom>
            <a:avLst/>
            <a:gdLst>
              <a:gd name="connsiteX0" fmla="*/ 0 w 381000"/>
              <a:gd name="connsiteY0" fmla="*/ 0 h 247650"/>
              <a:gd name="connsiteX1" fmla="*/ 0 w 381000"/>
              <a:gd name="connsiteY1" fmla="*/ 247650 h 247650"/>
              <a:gd name="connsiteX2" fmla="*/ 381000 w 381000"/>
              <a:gd name="connsiteY2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000" h="247650">
                <a:moveTo>
                  <a:pt x="0" y="0"/>
                </a:moveTo>
                <a:lnTo>
                  <a:pt x="0" y="247650"/>
                </a:lnTo>
                <a:lnTo>
                  <a:pt x="381000" y="247650"/>
                </a:lnTo>
              </a:path>
            </a:pathLst>
          </a:custGeom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rgbClr val="262626"/>
              </a:solidFill>
              <a:cs typeface="Arial" pitchFamily="34" charset="0"/>
            </a:endParaRPr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xmlns="" id="{983A7D73-9AC0-4992-B4EB-BC909DA79FE7}"/>
              </a:ext>
            </a:extLst>
          </p:cNvPr>
          <p:cNvSpPr/>
          <p:nvPr/>
        </p:nvSpPr>
        <p:spPr>
          <a:xfrm>
            <a:off x="6900678" y="4029486"/>
            <a:ext cx="381000" cy="247650"/>
          </a:xfrm>
          <a:custGeom>
            <a:avLst/>
            <a:gdLst>
              <a:gd name="connsiteX0" fmla="*/ 0 w 381000"/>
              <a:gd name="connsiteY0" fmla="*/ 0 h 247650"/>
              <a:gd name="connsiteX1" fmla="*/ 0 w 381000"/>
              <a:gd name="connsiteY1" fmla="*/ 247650 h 247650"/>
              <a:gd name="connsiteX2" fmla="*/ 381000 w 381000"/>
              <a:gd name="connsiteY2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000" h="247650">
                <a:moveTo>
                  <a:pt x="0" y="0"/>
                </a:moveTo>
                <a:lnTo>
                  <a:pt x="0" y="247650"/>
                </a:lnTo>
                <a:lnTo>
                  <a:pt x="381000" y="247650"/>
                </a:lnTo>
              </a:path>
            </a:pathLst>
          </a:custGeom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rgbClr val="262626"/>
              </a:solidFill>
              <a:cs typeface="Arial" pitchFamily="34" charset="0"/>
            </a:endParaRPr>
          </a:p>
        </p:txBody>
      </p:sp>
      <p:grpSp>
        <p:nvGrpSpPr>
          <p:cNvPr id="29" name="Group 24">
            <a:extLst>
              <a:ext uri="{FF2B5EF4-FFF2-40B4-BE49-F238E27FC236}">
                <a16:creationId xmlns:a16="http://schemas.microsoft.com/office/drawing/2014/main" xmlns="" id="{0DE4FD31-FC88-4B4B-9BA9-CF6975779B9B}"/>
              </a:ext>
            </a:extLst>
          </p:cNvPr>
          <p:cNvGrpSpPr/>
          <p:nvPr/>
        </p:nvGrpSpPr>
        <p:grpSpPr>
          <a:xfrm>
            <a:off x="839389" y="1785296"/>
            <a:ext cx="4185284" cy="1493483"/>
            <a:chOff x="480991" y="1408757"/>
            <a:chExt cx="3331403" cy="1493483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23456DC4-95E4-4500-A8A7-D96CEDAA4E34}"/>
                </a:ext>
              </a:extLst>
            </p:cNvPr>
            <p:cNvSpPr txBox="1"/>
            <p:nvPr/>
          </p:nvSpPr>
          <p:spPr>
            <a:xfrm>
              <a:off x="480991" y="1701911"/>
              <a:ext cx="333140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hope and I believe that this Template will your Time, Money and Reputation. Easy to change colors, photos and Text. You can simply impress your audience and add a unique zing and appeal to your Presentations. Easy to change colors, photos and Text.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58FBA7D1-DCFD-46DF-853B-2721C4622EF3}"/>
                </a:ext>
              </a:extLst>
            </p:cNvPr>
            <p:cNvSpPr txBox="1"/>
            <p:nvPr/>
          </p:nvSpPr>
          <p:spPr>
            <a:xfrm>
              <a:off x="480992" y="1408757"/>
              <a:ext cx="33314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4B663D16-1152-4354-BD93-08CF1BD77143}"/>
              </a:ext>
            </a:extLst>
          </p:cNvPr>
          <p:cNvSpPr txBox="1"/>
          <p:nvPr/>
        </p:nvSpPr>
        <p:spPr>
          <a:xfrm>
            <a:off x="8067496" y="3476642"/>
            <a:ext cx="3416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</a:p>
        </p:txBody>
      </p:sp>
      <p:sp>
        <p:nvSpPr>
          <p:cNvPr id="33" name="Freeform 19">
            <a:extLst>
              <a:ext uri="{FF2B5EF4-FFF2-40B4-BE49-F238E27FC236}">
                <a16:creationId xmlns:a16="http://schemas.microsoft.com/office/drawing/2014/main" xmlns="" id="{E7CD4A94-0187-4B0E-8F1D-001E10B243EE}"/>
              </a:ext>
            </a:extLst>
          </p:cNvPr>
          <p:cNvSpPr/>
          <p:nvPr/>
        </p:nvSpPr>
        <p:spPr>
          <a:xfrm>
            <a:off x="7670018" y="3460164"/>
            <a:ext cx="381000" cy="247650"/>
          </a:xfrm>
          <a:custGeom>
            <a:avLst/>
            <a:gdLst>
              <a:gd name="connsiteX0" fmla="*/ 0 w 381000"/>
              <a:gd name="connsiteY0" fmla="*/ 0 h 247650"/>
              <a:gd name="connsiteX1" fmla="*/ 0 w 381000"/>
              <a:gd name="connsiteY1" fmla="*/ 247650 h 247650"/>
              <a:gd name="connsiteX2" fmla="*/ 381000 w 381000"/>
              <a:gd name="connsiteY2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000" h="247650">
                <a:moveTo>
                  <a:pt x="0" y="0"/>
                </a:moveTo>
                <a:lnTo>
                  <a:pt x="0" y="247650"/>
                </a:lnTo>
                <a:lnTo>
                  <a:pt x="381000" y="247650"/>
                </a:lnTo>
              </a:path>
            </a:pathLst>
          </a:custGeom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rgbClr val="262626"/>
              </a:solidFill>
              <a:cs typeface="Arial" pitchFamily="34" charset="0"/>
            </a:endParaRPr>
          </a:p>
        </p:txBody>
      </p:sp>
      <p:sp>
        <p:nvSpPr>
          <p:cNvPr id="34" name="Parallelogram 15">
            <a:extLst>
              <a:ext uri="{FF2B5EF4-FFF2-40B4-BE49-F238E27FC236}">
                <a16:creationId xmlns:a16="http://schemas.microsoft.com/office/drawing/2014/main" xmlns="" id="{47429073-27C6-40DB-8923-9A214FED3828}"/>
              </a:ext>
            </a:extLst>
          </p:cNvPr>
          <p:cNvSpPr/>
          <p:nvPr/>
        </p:nvSpPr>
        <p:spPr>
          <a:xfrm flipH="1">
            <a:off x="5104601" y="4511653"/>
            <a:ext cx="400895" cy="400895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5" name="Frame 17">
            <a:extLst>
              <a:ext uri="{FF2B5EF4-FFF2-40B4-BE49-F238E27FC236}">
                <a16:creationId xmlns:a16="http://schemas.microsoft.com/office/drawing/2014/main" xmlns="" id="{D11E187D-EFC4-4ACB-AD61-DB719201E8DD}"/>
              </a:ext>
            </a:extLst>
          </p:cNvPr>
          <p:cNvSpPr/>
          <p:nvPr/>
        </p:nvSpPr>
        <p:spPr>
          <a:xfrm>
            <a:off x="4350202" y="5118458"/>
            <a:ext cx="318434" cy="3184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Round Same Side Corner Rectangle 11">
            <a:extLst>
              <a:ext uri="{FF2B5EF4-FFF2-40B4-BE49-F238E27FC236}">
                <a16:creationId xmlns:a16="http://schemas.microsoft.com/office/drawing/2014/main" xmlns="" id="{24FE8676-51D7-417C-ABF0-7C46B6DD86A5}"/>
              </a:ext>
            </a:extLst>
          </p:cNvPr>
          <p:cNvSpPr>
            <a:spLocks noChangeAspect="1"/>
          </p:cNvSpPr>
          <p:nvPr/>
        </p:nvSpPr>
        <p:spPr>
          <a:xfrm rot="9900000">
            <a:off x="6715494" y="3331230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07AD6F59-F04C-4015-BD4A-BFE2596BF3C2}"/>
              </a:ext>
            </a:extLst>
          </p:cNvPr>
          <p:cNvSpPr/>
          <p:nvPr/>
        </p:nvSpPr>
        <p:spPr>
          <a:xfrm>
            <a:off x="5909028" y="3942972"/>
            <a:ext cx="389370" cy="325482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8" name="Rounded Rectangle 7">
            <a:extLst>
              <a:ext uri="{FF2B5EF4-FFF2-40B4-BE49-F238E27FC236}">
                <a16:creationId xmlns:a16="http://schemas.microsoft.com/office/drawing/2014/main" xmlns="" id="{4FD04120-EE19-4431-927C-C132232DF34E}"/>
              </a:ext>
            </a:extLst>
          </p:cNvPr>
          <p:cNvSpPr/>
          <p:nvPr/>
        </p:nvSpPr>
        <p:spPr>
          <a:xfrm>
            <a:off x="7496772" y="2775173"/>
            <a:ext cx="352176" cy="303924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22710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7193A9C-7427-4ED4-B621-5575CD37A657}"/>
              </a:ext>
            </a:extLst>
          </p:cNvPr>
          <p:cNvSpPr txBox="1"/>
          <p:nvPr/>
        </p:nvSpPr>
        <p:spPr>
          <a:xfrm>
            <a:off x="0" y="265994"/>
            <a:ext cx="12191999" cy="1354217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+mj-lt"/>
              </a:rPr>
              <a:t>We Create Quality Professional </a:t>
            </a:r>
          </a:p>
          <a:p>
            <a:pPr algn="ctr"/>
            <a:r>
              <a:rPr lang="en-US" altLang="ko-KR" sz="4400" dirty="0">
                <a:solidFill>
                  <a:schemeClr val="bg1"/>
                </a:solidFill>
                <a:latin typeface="+mj-lt"/>
              </a:rPr>
              <a:t>PPT Presentation</a:t>
            </a:r>
            <a:endParaRPr lang="ko-KR" alt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95A8D34-BCDD-49CB-AB3B-D14118C57A78}"/>
              </a:ext>
            </a:extLst>
          </p:cNvPr>
          <p:cNvSpPr txBox="1"/>
          <p:nvPr/>
        </p:nvSpPr>
        <p:spPr>
          <a:xfrm>
            <a:off x="835496" y="5391677"/>
            <a:ext cx="27419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54C943C-E892-4D15-93A2-0DE329ABA9B4}"/>
              </a:ext>
            </a:extLst>
          </p:cNvPr>
          <p:cNvSpPr txBox="1"/>
          <p:nvPr/>
        </p:nvSpPr>
        <p:spPr>
          <a:xfrm>
            <a:off x="4725009" y="5391677"/>
            <a:ext cx="27419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F7A2D86-80C1-48A4-873A-AC933B86C830}"/>
              </a:ext>
            </a:extLst>
          </p:cNvPr>
          <p:cNvSpPr txBox="1"/>
          <p:nvPr/>
        </p:nvSpPr>
        <p:spPr>
          <a:xfrm>
            <a:off x="8614522" y="5391677"/>
            <a:ext cx="27419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xmlns="" id="{EE693B58-4304-4C6F-8E0E-578E8026F501}"/>
              </a:ext>
            </a:extLst>
          </p:cNvPr>
          <p:cNvSpPr/>
          <p:nvPr/>
        </p:nvSpPr>
        <p:spPr>
          <a:xfrm>
            <a:off x="4128384" y="5306041"/>
            <a:ext cx="45720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xmlns="" id="{EBF39C69-7EEA-42E3-8D69-747A141051DB}"/>
              </a:ext>
            </a:extLst>
          </p:cNvPr>
          <p:cNvSpPr/>
          <p:nvPr/>
        </p:nvSpPr>
        <p:spPr>
          <a:xfrm>
            <a:off x="8017897" y="5306041"/>
            <a:ext cx="45720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0581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7" name="Group 43">
            <a:extLst>
              <a:ext uri="{FF2B5EF4-FFF2-40B4-BE49-F238E27FC236}">
                <a16:creationId xmlns:a16="http://schemas.microsoft.com/office/drawing/2014/main" xmlns="" id="{8A5DD946-2C39-4B3C-B889-D35CD0DB9794}"/>
              </a:ext>
            </a:extLst>
          </p:cNvPr>
          <p:cNvGrpSpPr/>
          <p:nvPr/>
        </p:nvGrpSpPr>
        <p:grpSpPr>
          <a:xfrm>
            <a:off x="5646981" y="1786608"/>
            <a:ext cx="676755" cy="4244410"/>
            <a:chOff x="1586627" y="2037526"/>
            <a:chExt cx="676755" cy="4244410"/>
          </a:xfrm>
        </p:grpSpPr>
        <p:sp>
          <p:nvSpPr>
            <p:cNvPr id="38" name="Oval 44">
              <a:extLst>
                <a:ext uri="{FF2B5EF4-FFF2-40B4-BE49-F238E27FC236}">
                  <a16:creationId xmlns:a16="http://schemas.microsoft.com/office/drawing/2014/main" xmlns="" id="{D0F86536-6904-4F2D-8B84-B97015154499}"/>
                </a:ext>
              </a:extLst>
            </p:cNvPr>
            <p:cNvSpPr/>
            <p:nvPr/>
          </p:nvSpPr>
          <p:spPr>
            <a:xfrm>
              <a:off x="1586627" y="5605181"/>
              <a:ext cx="676755" cy="676755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</a:ln>
            <a:effectLst>
              <a:outerShdw blurRad="127000" dist="38100" dir="8100000" algn="tr" rotWithShape="0">
                <a:prstClr val="black">
                  <a:alpha val="33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/>
            </a:p>
          </p:txBody>
        </p:sp>
        <p:grpSp>
          <p:nvGrpSpPr>
            <p:cNvPr id="39" name="Group 45">
              <a:extLst>
                <a:ext uri="{FF2B5EF4-FFF2-40B4-BE49-F238E27FC236}">
                  <a16:creationId xmlns:a16="http://schemas.microsoft.com/office/drawing/2014/main" xmlns="" id="{12989DF6-6BB9-4CEA-A348-CCD3EF345DB7}"/>
                </a:ext>
              </a:extLst>
            </p:cNvPr>
            <p:cNvGrpSpPr/>
            <p:nvPr/>
          </p:nvGrpSpPr>
          <p:grpSpPr>
            <a:xfrm>
              <a:off x="1636972" y="2037526"/>
              <a:ext cx="576064" cy="3479706"/>
              <a:chOff x="1475656" y="2132856"/>
              <a:chExt cx="576064" cy="3924188"/>
            </a:xfrm>
          </p:grpSpPr>
          <p:sp>
            <p:nvSpPr>
              <p:cNvPr id="40" name="Rounded Rectangle 46">
                <a:extLst>
                  <a:ext uri="{FF2B5EF4-FFF2-40B4-BE49-F238E27FC236}">
                    <a16:creationId xmlns:a16="http://schemas.microsoft.com/office/drawing/2014/main" xmlns="" id="{C10CC526-8BD2-4EFA-873E-089E41EF8F15}"/>
                  </a:ext>
                </a:extLst>
              </p:cNvPr>
              <p:cNvSpPr/>
              <p:nvPr/>
            </p:nvSpPr>
            <p:spPr>
              <a:xfrm>
                <a:off x="1475656" y="2132856"/>
                <a:ext cx="576064" cy="3924188"/>
              </a:xfrm>
              <a:prstGeom prst="roundRect">
                <a:avLst>
                  <a:gd name="adj" fmla="val 20808"/>
                </a:avLst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8100000" scaled="1"/>
                <a:tileRect/>
              </a:gradFill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8100000" scaled="1"/>
                  <a:tileRect/>
                </a:gradFill>
              </a:ln>
              <a:effectLst>
                <a:outerShdw blurRad="127000" dist="38100" dir="8100000" algn="tr" rotWithShape="0">
                  <a:prstClr val="black">
                    <a:alpha val="33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2700"/>
              </a:p>
            </p:txBody>
          </p:sp>
          <p:cxnSp>
            <p:nvCxnSpPr>
              <p:cNvPr id="41" name="Straight Connector 47">
                <a:extLst>
                  <a:ext uri="{FF2B5EF4-FFF2-40B4-BE49-F238E27FC236}">
                    <a16:creationId xmlns:a16="http://schemas.microsoft.com/office/drawing/2014/main" xmlns="" id="{91917B18-E562-4525-A7F7-30F367994350}"/>
                  </a:ext>
                </a:extLst>
              </p:cNvPr>
              <p:cNvCxnSpPr/>
              <p:nvPr/>
            </p:nvCxnSpPr>
            <p:spPr>
              <a:xfrm>
                <a:off x="1765430" y="4645230"/>
                <a:ext cx="0" cy="1304050"/>
              </a:xfrm>
              <a:prstGeom prst="line">
                <a:avLst/>
              </a:prstGeom>
              <a:ln w="44450">
                <a:solidFill>
                  <a:schemeClr val="accent5"/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20">
            <a:extLst>
              <a:ext uri="{FF2B5EF4-FFF2-40B4-BE49-F238E27FC236}">
                <a16:creationId xmlns:a16="http://schemas.microsoft.com/office/drawing/2014/main" xmlns="" id="{4F7E60FC-FA8F-46ED-BB00-EAD53E486945}"/>
              </a:ext>
            </a:extLst>
          </p:cNvPr>
          <p:cNvGrpSpPr/>
          <p:nvPr/>
        </p:nvGrpSpPr>
        <p:grpSpPr>
          <a:xfrm>
            <a:off x="1733223" y="1786608"/>
            <a:ext cx="676755" cy="4244410"/>
            <a:chOff x="1586627" y="2037526"/>
            <a:chExt cx="676755" cy="4244410"/>
          </a:xfrm>
        </p:grpSpPr>
        <p:sp>
          <p:nvSpPr>
            <p:cNvPr id="43" name="Oval 3">
              <a:extLst>
                <a:ext uri="{FF2B5EF4-FFF2-40B4-BE49-F238E27FC236}">
                  <a16:creationId xmlns:a16="http://schemas.microsoft.com/office/drawing/2014/main" xmlns="" id="{65DBA124-66E2-43AC-80D5-7FE526891106}"/>
                </a:ext>
              </a:extLst>
            </p:cNvPr>
            <p:cNvSpPr/>
            <p:nvPr/>
          </p:nvSpPr>
          <p:spPr>
            <a:xfrm>
              <a:off x="1586627" y="5605181"/>
              <a:ext cx="676755" cy="676755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</a:ln>
            <a:effectLst>
              <a:outerShdw blurRad="127000" dist="38100" dir="8100000" algn="tr" rotWithShape="0">
                <a:prstClr val="black">
                  <a:alpha val="33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/>
            </a:p>
          </p:txBody>
        </p:sp>
        <p:grpSp>
          <p:nvGrpSpPr>
            <p:cNvPr id="44" name="Group 19">
              <a:extLst>
                <a:ext uri="{FF2B5EF4-FFF2-40B4-BE49-F238E27FC236}">
                  <a16:creationId xmlns:a16="http://schemas.microsoft.com/office/drawing/2014/main" xmlns="" id="{8F7DF322-900B-4582-87E0-AE4FA44EED9B}"/>
                </a:ext>
              </a:extLst>
            </p:cNvPr>
            <p:cNvGrpSpPr/>
            <p:nvPr/>
          </p:nvGrpSpPr>
          <p:grpSpPr>
            <a:xfrm>
              <a:off x="1636972" y="2037526"/>
              <a:ext cx="576064" cy="3479706"/>
              <a:chOff x="1475656" y="2132856"/>
              <a:chExt cx="576064" cy="3924188"/>
            </a:xfrm>
          </p:grpSpPr>
          <p:sp>
            <p:nvSpPr>
              <p:cNvPr id="45" name="Rounded Rectangle 2">
                <a:extLst>
                  <a:ext uri="{FF2B5EF4-FFF2-40B4-BE49-F238E27FC236}">
                    <a16:creationId xmlns:a16="http://schemas.microsoft.com/office/drawing/2014/main" xmlns="" id="{BFABF4A6-5F81-4263-B89A-AC815B6B5246}"/>
                  </a:ext>
                </a:extLst>
              </p:cNvPr>
              <p:cNvSpPr/>
              <p:nvPr/>
            </p:nvSpPr>
            <p:spPr>
              <a:xfrm>
                <a:off x="1475656" y="2132856"/>
                <a:ext cx="576064" cy="3924188"/>
              </a:xfrm>
              <a:prstGeom prst="roundRect">
                <a:avLst>
                  <a:gd name="adj" fmla="val 20808"/>
                </a:avLst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8100000" scaled="1"/>
                <a:tileRect/>
              </a:gradFill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8100000" scaled="1"/>
                  <a:tileRect/>
                </a:gradFill>
              </a:ln>
              <a:effectLst>
                <a:outerShdw blurRad="127000" dist="38100" dir="8100000" algn="tr" rotWithShape="0">
                  <a:prstClr val="black">
                    <a:alpha val="33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2700"/>
              </a:p>
            </p:txBody>
          </p:sp>
          <p:cxnSp>
            <p:nvCxnSpPr>
              <p:cNvPr id="46" name="Straight Connector 4">
                <a:extLst>
                  <a:ext uri="{FF2B5EF4-FFF2-40B4-BE49-F238E27FC236}">
                    <a16:creationId xmlns:a16="http://schemas.microsoft.com/office/drawing/2014/main" xmlns="" id="{D9F28A72-A5E3-4A57-9917-86CC0C467A51}"/>
                  </a:ext>
                </a:extLst>
              </p:cNvPr>
              <p:cNvCxnSpPr/>
              <p:nvPr/>
            </p:nvCxnSpPr>
            <p:spPr>
              <a:xfrm>
                <a:off x="1765430" y="2602213"/>
                <a:ext cx="0" cy="3347067"/>
              </a:xfrm>
              <a:prstGeom prst="line">
                <a:avLst/>
              </a:prstGeom>
              <a:ln w="44450">
                <a:solidFill>
                  <a:schemeClr val="accent1"/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7" name="Group 27">
            <a:extLst>
              <a:ext uri="{FF2B5EF4-FFF2-40B4-BE49-F238E27FC236}">
                <a16:creationId xmlns:a16="http://schemas.microsoft.com/office/drawing/2014/main" xmlns="" id="{308258BA-E040-4A3C-9F6A-08616619A504}"/>
              </a:ext>
            </a:extLst>
          </p:cNvPr>
          <p:cNvGrpSpPr/>
          <p:nvPr/>
        </p:nvGrpSpPr>
        <p:grpSpPr>
          <a:xfrm>
            <a:off x="2711663" y="1786608"/>
            <a:ext cx="676755" cy="4244410"/>
            <a:chOff x="1586627" y="2037526"/>
            <a:chExt cx="676755" cy="4244410"/>
          </a:xfrm>
        </p:grpSpPr>
        <p:sp>
          <p:nvSpPr>
            <p:cNvPr id="48" name="Oval 28">
              <a:extLst>
                <a:ext uri="{FF2B5EF4-FFF2-40B4-BE49-F238E27FC236}">
                  <a16:creationId xmlns:a16="http://schemas.microsoft.com/office/drawing/2014/main" xmlns="" id="{DCA0F3B7-4ECE-435E-B2EC-8F656BD4DB20}"/>
                </a:ext>
              </a:extLst>
            </p:cNvPr>
            <p:cNvSpPr/>
            <p:nvPr/>
          </p:nvSpPr>
          <p:spPr>
            <a:xfrm>
              <a:off x="1586627" y="5605181"/>
              <a:ext cx="676755" cy="676755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</a:ln>
            <a:effectLst>
              <a:outerShdw blurRad="127000" dist="38100" dir="8100000" algn="tr" rotWithShape="0">
                <a:prstClr val="black">
                  <a:alpha val="33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/>
            </a:p>
          </p:txBody>
        </p:sp>
        <p:grpSp>
          <p:nvGrpSpPr>
            <p:cNvPr id="49" name="Group 29">
              <a:extLst>
                <a:ext uri="{FF2B5EF4-FFF2-40B4-BE49-F238E27FC236}">
                  <a16:creationId xmlns:a16="http://schemas.microsoft.com/office/drawing/2014/main" xmlns="" id="{A76CD1CC-2C89-4499-898C-9FF187F70F63}"/>
                </a:ext>
              </a:extLst>
            </p:cNvPr>
            <p:cNvGrpSpPr/>
            <p:nvPr/>
          </p:nvGrpSpPr>
          <p:grpSpPr>
            <a:xfrm>
              <a:off x="1636972" y="2037526"/>
              <a:ext cx="576064" cy="3479706"/>
              <a:chOff x="1475656" y="2132856"/>
              <a:chExt cx="576064" cy="3924188"/>
            </a:xfrm>
          </p:grpSpPr>
          <p:sp>
            <p:nvSpPr>
              <p:cNvPr id="50" name="Rounded Rectangle 30">
                <a:extLst>
                  <a:ext uri="{FF2B5EF4-FFF2-40B4-BE49-F238E27FC236}">
                    <a16:creationId xmlns:a16="http://schemas.microsoft.com/office/drawing/2014/main" xmlns="" id="{92F85806-2D1F-4812-BFD9-C1AFA30A626A}"/>
                  </a:ext>
                </a:extLst>
              </p:cNvPr>
              <p:cNvSpPr/>
              <p:nvPr/>
            </p:nvSpPr>
            <p:spPr>
              <a:xfrm>
                <a:off x="1475656" y="2132856"/>
                <a:ext cx="576064" cy="3924188"/>
              </a:xfrm>
              <a:prstGeom prst="roundRect">
                <a:avLst>
                  <a:gd name="adj" fmla="val 20808"/>
                </a:avLst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8100000" scaled="1"/>
                <a:tileRect/>
              </a:gradFill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8100000" scaled="1"/>
                  <a:tileRect/>
                </a:gradFill>
              </a:ln>
              <a:effectLst>
                <a:outerShdw blurRad="127000" dist="38100" dir="8100000" algn="tr" rotWithShape="0">
                  <a:prstClr val="black">
                    <a:alpha val="33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2700"/>
              </a:p>
            </p:txBody>
          </p:sp>
          <p:cxnSp>
            <p:nvCxnSpPr>
              <p:cNvPr id="51" name="Straight Connector 31">
                <a:extLst>
                  <a:ext uri="{FF2B5EF4-FFF2-40B4-BE49-F238E27FC236}">
                    <a16:creationId xmlns:a16="http://schemas.microsoft.com/office/drawing/2014/main" xmlns="" id="{F9300DE4-0F97-4E51-93B6-A74622CB7FA2}"/>
                  </a:ext>
                </a:extLst>
              </p:cNvPr>
              <p:cNvCxnSpPr/>
              <p:nvPr/>
            </p:nvCxnSpPr>
            <p:spPr>
              <a:xfrm>
                <a:off x="1763688" y="3775819"/>
                <a:ext cx="1742" cy="2173461"/>
              </a:xfrm>
              <a:prstGeom prst="line">
                <a:avLst/>
              </a:prstGeom>
              <a:ln w="44450">
                <a:solidFill>
                  <a:schemeClr val="accent2"/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2" name="Group 32">
            <a:extLst>
              <a:ext uri="{FF2B5EF4-FFF2-40B4-BE49-F238E27FC236}">
                <a16:creationId xmlns:a16="http://schemas.microsoft.com/office/drawing/2014/main" xmlns="" id="{FDBCCFA0-82AF-42B2-AFC0-0E640195229D}"/>
              </a:ext>
            </a:extLst>
          </p:cNvPr>
          <p:cNvGrpSpPr/>
          <p:nvPr/>
        </p:nvGrpSpPr>
        <p:grpSpPr>
          <a:xfrm>
            <a:off x="3690103" y="1786608"/>
            <a:ext cx="676755" cy="4244410"/>
            <a:chOff x="1586627" y="2037526"/>
            <a:chExt cx="676755" cy="4244410"/>
          </a:xfrm>
        </p:grpSpPr>
        <p:sp>
          <p:nvSpPr>
            <p:cNvPr id="53" name="Oval 33">
              <a:extLst>
                <a:ext uri="{FF2B5EF4-FFF2-40B4-BE49-F238E27FC236}">
                  <a16:creationId xmlns:a16="http://schemas.microsoft.com/office/drawing/2014/main" xmlns="" id="{BAA58E25-A2B0-4D5D-8847-8ACCB23C1B62}"/>
                </a:ext>
              </a:extLst>
            </p:cNvPr>
            <p:cNvSpPr/>
            <p:nvPr/>
          </p:nvSpPr>
          <p:spPr>
            <a:xfrm>
              <a:off x="1586627" y="5605181"/>
              <a:ext cx="676755" cy="676755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</a:ln>
            <a:effectLst>
              <a:outerShdw blurRad="127000" dist="38100" dir="8100000" algn="tr" rotWithShape="0">
                <a:prstClr val="black">
                  <a:alpha val="33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/>
            </a:p>
          </p:txBody>
        </p:sp>
        <p:grpSp>
          <p:nvGrpSpPr>
            <p:cNvPr id="54" name="Group 34">
              <a:extLst>
                <a:ext uri="{FF2B5EF4-FFF2-40B4-BE49-F238E27FC236}">
                  <a16:creationId xmlns:a16="http://schemas.microsoft.com/office/drawing/2014/main" xmlns="" id="{E7D0F27A-93D9-4A52-A9B5-5DCBB65E35BB}"/>
                </a:ext>
              </a:extLst>
            </p:cNvPr>
            <p:cNvGrpSpPr/>
            <p:nvPr/>
          </p:nvGrpSpPr>
          <p:grpSpPr>
            <a:xfrm>
              <a:off x="1636972" y="2037526"/>
              <a:ext cx="576064" cy="3479706"/>
              <a:chOff x="1475656" y="2132856"/>
              <a:chExt cx="576064" cy="3924188"/>
            </a:xfrm>
          </p:grpSpPr>
          <p:sp>
            <p:nvSpPr>
              <p:cNvPr id="55" name="Rounded Rectangle 35">
                <a:extLst>
                  <a:ext uri="{FF2B5EF4-FFF2-40B4-BE49-F238E27FC236}">
                    <a16:creationId xmlns:a16="http://schemas.microsoft.com/office/drawing/2014/main" xmlns="" id="{10A0F772-C4D8-4C83-90A8-6E8DADA04121}"/>
                  </a:ext>
                </a:extLst>
              </p:cNvPr>
              <p:cNvSpPr/>
              <p:nvPr/>
            </p:nvSpPr>
            <p:spPr>
              <a:xfrm>
                <a:off x="1475656" y="2132856"/>
                <a:ext cx="576064" cy="3924188"/>
              </a:xfrm>
              <a:prstGeom prst="roundRect">
                <a:avLst>
                  <a:gd name="adj" fmla="val 20808"/>
                </a:avLst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8100000" scaled="1"/>
                <a:tileRect/>
              </a:gradFill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8100000" scaled="1"/>
                  <a:tileRect/>
                </a:gradFill>
              </a:ln>
              <a:effectLst>
                <a:outerShdw blurRad="127000" dist="38100" dir="8100000" algn="tr" rotWithShape="0">
                  <a:prstClr val="black">
                    <a:alpha val="33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2700"/>
              </a:p>
            </p:txBody>
          </p:sp>
          <p:cxnSp>
            <p:nvCxnSpPr>
              <p:cNvPr id="56" name="Straight Connector 36">
                <a:extLst>
                  <a:ext uri="{FF2B5EF4-FFF2-40B4-BE49-F238E27FC236}">
                    <a16:creationId xmlns:a16="http://schemas.microsoft.com/office/drawing/2014/main" xmlns="" id="{C9893CFF-1037-4FB4-B6FF-0AC424E0F540}"/>
                  </a:ext>
                </a:extLst>
              </p:cNvPr>
              <p:cNvCxnSpPr/>
              <p:nvPr/>
            </p:nvCxnSpPr>
            <p:spPr>
              <a:xfrm>
                <a:off x="1763688" y="3255269"/>
                <a:ext cx="1742" cy="2694011"/>
              </a:xfrm>
              <a:prstGeom prst="line">
                <a:avLst/>
              </a:prstGeom>
              <a:ln w="44450">
                <a:solidFill>
                  <a:schemeClr val="accent3"/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7" name="Group 38">
            <a:extLst>
              <a:ext uri="{FF2B5EF4-FFF2-40B4-BE49-F238E27FC236}">
                <a16:creationId xmlns:a16="http://schemas.microsoft.com/office/drawing/2014/main" xmlns="" id="{94A58CC3-A55B-428C-95BD-8B168DB06E30}"/>
              </a:ext>
            </a:extLst>
          </p:cNvPr>
          <p:cNvGrpSpPr/>
          <p:nvPr/>
        </p:nvGrpSpPr>
        <p:grpSpPr>
          <a:xfrm>
            <a:off x="4668543" y="1786608"/>
            <a:ext cx="676755" cy="4244410"/>
            <a:chOff x="1586627" y="2037526"/>
            <a:chExt cx="676755" cy="4244410"/>
          </a:xfrm>
        </p:grpSpPr>
        <p:sp>
          <p:nvSpPr>
            <p:cNvPr id="58" name="Oval 39">
              <a:extLst>
                <a:ext uri="{FF2B5EF4-FFF2-40B4-BE49-F238E27FC236}">
                  <a16:creationId xmlns:a16="http://schemas.microsoft.com/office/drawing/2014/main" xmlns="" id="{69FC5183-D3DE-4432-9D32-C4F0A33CDD41}"/>
                </a:ext>
              </a:extLst>
            </p:cNvPr>
            <p:cNvSpPr/>
            <p:nvPr/>
          </p:nvSpPr>
          <p:spPr>
            <a:xfrm>
              <a:off x="1586627" y="5605181"/>
              <a:ext cx="676755" cy="676755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</a:ln>
            <a:effectLst>
              <a:outerShdw blurRad="127000" dist="38100" dir="8100000" algn="tr" rotWithShape="0">
                <a:prstClr val="black">
                  <a:alpha val="33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/>
            </a:p>
          </p:txBody>
        </p:sp>
        <p:grpSp>
          <p:nvGrpSpPr>
            <p:cNvPr id="59" name="Group 40">
              <a:extLst>
                <a:ext uri="{FF2B5EF4-FFF2-40B4-BE49-F238E27FC236}">
                  <a16:creationId xmlns:a16="http://schemas.microsoft.com/office/drawing/2014/main" xmlns="" id="{2F757BC7-4546-463A-870F-569EE76AAE3B}"/>
                </a:ext>
              </a:extLst>
            </p:cNvPr>
            <p:cNvGrpSpPr/>
            <p:nvPr/>
          </p:nvGrpSpPr>
          <p:grpSpPr>
            <a:xfrm>
              <a:off x="1636972" y="2037526"/>
              <a:ext cx="576064" cy="3479706"/>
              <a:chOff x="1475656" y="2132856"/>
              <a:chExt cx="576064" cy="3924188"/>
            </a:xfrm>
          </p:grpSpPr>
          <p:sp>
            <p:nvSpPr>
              <p:cNvPr id="60" name="Rounded Rectangle 41">
                <a:extLst>
                  <a:ext uri="{FF2B5EF4-FFF2-40B4-BE49-F238E27FC236}">
                    <a16:creationId xmlns:a16="http://schemas.microsoft.com/office/drawing/2014/main" xmlns="" id="{2737E643-DFD0-4836-968C-69089BAB57A1}"/>
                  </a:ext>
                </a:extLst>
              </p:cNvPr>
              <p:cNvSpPr/>
              <p:nvPr/>
            </p:nvSpPr>
            <p:spPr>
              <a:xfrm>
                <a:off x="1475656" y="2132856"/>
                <a:ext cx="576064" cy="3924188"/>
              </a:xfrm>
              <a:prstGeom prst="roundRect">
                <a:avLst>
                  <a:gd name="adj" fmla="val 20808"/>
                </a:avLst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8100000" scaled="1"/>
                <a:tileRect/>
              </a:gradFill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8100000" scaled="1"/>
                  <a:tileRect/>
                </a:gradFill>
              </a:ln>
              <a:effectLst>
                <a:outerShdw blurRad="127000" dist="38100" dir="8100000" algn="tr" rotWithShape="0">
                  <a:prstClr val="black">
                    <a:alpha val="33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2700"/>
              </a:p>
            </p:txBody>
          </p:sp>
          <p:cxnSp>
            <p:nvCxnSpPr>
              <p:cNvPr id="61" name="Straight Connector 42">
                <a:extLst>
                  <a:ext uri="{FF2B5EF4-FFF2-40B4-BE49-F238E27FC236}">
                    <a16:creationId xmlns:a16="http://schemas.microsoft.com/office/drawing/2014/main" xmlns="" id="{E6791903-6072-4BBC-8EBC-A43769C6E666}"/>
                  </a:ext>
                </a:extLst>
              </p:cNvPr>
              <p:cNvCxnSpPr/>
              <p:nvPr/>
            </p:nvCxnSpPr>
            <p:spPr>
              <a:xfrm>
                <a:off x="1765430" y="4105622"/>
                <a:ext cx="0" cy="1843658"/>
              </a:xfrm>
              <a:prstGeom prst="line">
                <a:avLst/>
              </a:prstGeom>
              <a:ln w="44450">
                <a:solidFill>
                  <a:schemeClr val="accent4"/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3" name="Round Same Side Corner Rectangle 3">
            <a:extLst>
              <a:ext uri="{FF2B5EF4-FFF2-40B4-BE49-F238E27FC236}">
                <a16:creationId xmlns:a16="http://schemas.microsoft.com/office/drawing/2014/main" xmlns="" id="{F6381932-44EE-4D04-882F-198A9D2B2E5B}"/>
              </a:ext>
            </a:extLst>
          </p:cNvPr>
          <p:cNvSpPr/>
          <p:nvPr/>
        </p:nvSpPr>
        <p:spPr>
          <a:xfrm rot="10800000" flipH="1">
            <a:off x="1939162" y="5543160"/>
            <a:ext cx="302975" cy="301914"/>
          </a:xfrm>
          <a:custGeom>
            <a:avLst/>
            <a:gdLst/>
            <a:ahLst/>
            <a:cxnLst/>
            <a:rect l="l" t="t" r="r" b="b"/>
            <a:pathLst>
              <a:path w="3974354" h="3960441">
                <a:moveTo>
                  <a:pt x="2479094" y="2176758"/>
                </a:moveTo>
                <a:lnTo>
                  <a:pt x="1505494" y="2176758"/>
                </a:lnTo>
                <a:lnTo>
                  <a:pt x="452687" y="932202"/>
                </a:lnTo>
                <a:cubicBezTo>
                  <a:pt x="416690" y="904368"/>
                  <a:pt x="386967" y="869252"/>
                  <a:pt x="365331" y="828935"/>
                </a:cubicBezTo>
                <a:lnTo>
                  <a:pt x="351150" y="812172"/>
                </a:lnTo>
                <a:lnTo>
                  <a:pt x="356232" y="812172"/>
                </a:lnTo>
                <a:cubicBezTo>
                  <a:pt x="326255" y="758500"/>
                  <a:pt x="310210" y="696547"/>
                  <a:pt x="310210" y="630847"/>
                </a:cubicBezTo>
                <a:lnTo>
                  <a:pt x="310210" y="494902"/>
                </a:lnTo>
                <a:cubicBezTo>
                  <a:pt x="310210" y="351890"/>
                  <a:pt x="426144" y="235956"/>
                  <a:pt x="569156" y="235956"/>
                </a:cubicBezTo>
                <a:lnTo>
                  <a:pt x="3405201" y="235956"/>
                </a:lnTo>
                <a:cubicBezTo>
                  <a:pt x="3548213" y="235956"/>
                  <a:pt x="3664147" y="351890"/>
                  <a:pt x="3664147" y="494902"/>
                </a:cubicBezTo>
                <a:lnTo>
                  <a:pt x="3664147" y="630847"/>
                </a:lnTo>
                <a:cubicBezTo>
                  <a:pt x="3664147" y="696547"/>
                  <a:pt x="3648102" y="758500"/>
                  <a:pt x="3618125" y="812172"/>
                </a:cubicBezTo>
                <a:lnTo>
                  <a:pt x="3633438" y="812172"/>
                </a:lnTo>
                <a:close/>
                <a:moveTo>
                  <a:pt x="2377107" y="3672408"/>
                </a:moveTo>
                <a:lnTo>
                  <a:pt x="2377107" y="2447804"/>
                </a:lnTo>
                <a:lnTo>
                  <a:pt x="3735479" y="805811"/>
                </a:lnTo>
                <a:lnTo>
                  <a:pt x="3722860" y="805811"/>
                </a:lnTo>
                <a:cubicBezTo>
                  <a:pt x="3765801" y="737693"/>
                  <a:pt x="3789650" y="656896"/>
                  <a:pt x="3789650" y="570528"/>
                </a:cubicBezTo>
                <a:lnTo>
                  <a:pt x="3789650" y="412481"/>
                </a:lnTo>
                <a:cubicBezTo>
                  <a:pt x="3789650" y="246218"/>
                  <a:pt x="3654868" y="111436"/>
                  <a:pt x="3488605" y="111436"/>
                </a:cubicBezTo>
                <a:lnTo>
                  <a:pt x="467214" y="111436"/>
                </a:lnTo>
                <a:cubicBezTo>
                  <a:pt x="300951" y="111436"/>
                  <a:pt x="166169" y="246218"/>
                  <a:pt x="166169" y="412481"/>
                </a:cubicBezTo>
                <a:lnTo>
                  <a:pt x="166169" y="570527"/>
                </a:lnTo>
                <a:cubicBezTo>
                  <a:pt x="166169" y="715183"/>
                  <a:pt x="233072" y="844212"/>
                  <a:pt x="338922" y="926745"/>
                </a:cubicBezTo>
                <a:lnTo>
                  <a:pt x="1585536" y="2433646"/>
                </a:lnTo>
                <a:lnTo>
                  <a:pt x="1585536" y="3672408"/>
                </a:lnTo>
                <a:close/>
                <a:moveTo>
                  <a:pt x="2606109" y="3960441"/>
                </a:moveTo>
                <a:lnTo>
                  <a:pt x="1397478" y="3960441"/>
                </a:lnTo>
                <a:cubicBezTo>
                  <a:pt x="1333543" y="3960441"/>
                  <a:pt x="1281713" y="3900944"/>
                  <a:pt x="1281713" y="3827550"/>
                </a:cubicBezTo>
                <a:lnTo>
                  <a:pt x="1281714" y="3827550"/>
                </a:lnTo>
                <a:cubicBezTo>
                  <a:pt x="1281714" y="3754157"/>
                  <a:pt x="1333544" y="3694659"/>
                  <a:pt x="1397479" y="3694659"/>
                </a:cubicBezTo>
                <a:lnTo>
                  <a:pt x="1459569" y="3694659"/>
                </a:lnTo>
                <a:lnTo>
                  <a:pt x="1459569" y="2562641"/>
                </a:lnTo>
                <a:lnTo>
                  <a:pt x="1459264" y="2562641"/>
                </a:lnTo>
                <a:lnTo>
                  <a:pt x="181140" y="958944"/>
                </a:lnTo>
                <a:cubicBezTo>
                  <a:pt x="70395" y="862399"/>
                  <a:pt x="0" y="709284"/>
                  <a:pt x="0" y="537296"/>
                </a:cubicBezTo>
                <a:lnTo>
                  <a:pt x="0" y="352326"/>
                </a:lnTo>
                <a:cubicBezTo>
                  <a:pt x="0" y="157742"/>
                  <a:pt x="137413" y="0"/>
                  <a:pt x="306921" y="0"/>
                </a:cubicBezTo>
                <a:lnTo>
                  <a:pt x="3667433" y="0"/>
                </a:lnTo>
                <a:cubicBezTo>
                  <a:pt x="3836941" y="0"/>
                  <a:pt x="3974354" y="157742"/>
                  <a:pt x="3974354" y="352326"/>
                </a:cubicBezTo>
                <a:lnTo>
                  <a:pt x="3974354" y="537296"/>
                </a:lnTo>
                <a:cubicBezTo>
                  <a:pt x="3974354" y="707106"/>
                  <a:pt x="3905732" y="858516"/>
                  <a:pt x="3797273" y="955099"/>
                </a:cubicBezTo>
                <a:lnTo>
                  <a:pt x="2516085" y="2562641"/>
                </a:lnTo>
                <a:lnTo>
                  <a:pt x="2514788" y="2562641"/>
                </a:lnTo>
                <a:lnTo>
                  <a:pt x="2514788" y="3694660"/>
                </a:lnTo>
                <a:lnTo>
                  <a:pt x="2606109" y="3694660"/>
                </a:lnTo>
                <a:cubicBezTo>
                  <a:pt x="2670044" y="3694660"/>
                  <a:pt x="2721874" y="3754158"/>
                  <a:pt x="2721874" y="3827551"/>
                </a:cubicBezTo>
                <a:cubicBezTo>
                  <a:pt x="2721874" y="3900944"/>
                  <a:pt x="2670044" y="3960441"/>
                  <a:pt x="2606109" y="39604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6" name="Oval 3">
            <a:extLst>
              <a:ext uri="{FF2B5EF4-FFF2-40B4-BE49-F238E27FC236}">
                <a16:creationId xmlns:a16="http://schemas.microsoft.com/office/drawing/2014/main" xmlns="" id="{D673938E-2EAB-4F9B-A74C-1D235C51DB80}"/>
              </a:ext>
            </a:extLst>
          </p:cNvPr>
          <p:cNvSpPr/>
          <p:nvPr/>
        </p:nvSpPr>
        <p:spPr>
          <a:xfrm>
            <a:off x="5842062" y="5522068"/>
            <a:ext cx="314631" cy="324643"/>
          </a:xfrm>
          <a:custGeom>
            <a:avLst/>
            <a:gdLst/>
            <a:ahLst/>
            <a:cxnLst/>
            <a:rect l="l" t="t" r="r" b="b"/>
            <a:pathLst>
              <a:path w="3064723" h="3781836">
                <a:moveTo>
                  <a:pt x="1518649" y="2892985"/>
                </a:moveTo>
                <a:cubicBezTo>
                  <a:pt x="1585036" y="2892985"/>
                  <a:pt x="1638854" y="2946803"/>
                  <a:pt x="1638854" y="3013190"/>
                </a:cubicBezTo>
                <a:cubicBezTo>
                  <a:pt x="1638854" y="3079577"/>
                  <a:pt x="1585036" y="3133395"/>
                  <a:pt x="1518649" y="3133395"/>
                </a:cubicBezTo>
                <a:cubicBezTo>
                  <a:pt x="1452262" y="3133395"/>
                  <a:pt x="1398444" y="3079577"/>
                  <a:pt x="1398444" y="3013190"/>
                </a:cubicBezTo>
                <a:cubicBezTo>
                  <a:pt x="1398444" y="2946803"/>
                  <a:pt x="1452262" y="2892985"/>
                  <a:pt x="1518649" y="2892985"/>
                </a:cubicBezTo>
                <a:close/>
                <a:moveTo>
                  <a:pt x="1518649" y="2816785"/>
                </a:moveTo>
                <a:cubicBezTo>
                  <a:pt x="1410178" y="2816785"/>
                  <a:pt x="1322244" y="2904719"/>
                  <a:pt x="1322244" y="3013190"/>
                </a:cubicBezTo>
                <a:cubicBezTo>
                  <a:pt x="1322244" y="3121661"/>
                  <a:pt x="1410178" y="3209595"/>
                  <a:pt x="1518649" y="3209595"/>
                </a:cubicBezTo>
                <a:cubicBezTo>
                  <a:pt x="1627120" y="3209595"/>
                  <a:pt x="1715054" y="3121661"/>
                  <a:pt x="1715054" y="3013190"/>
                </a:cubicBezTo>
                <a:cubicBezTo>
                  <a:pt x="1715054" y="2904719"/>
                  <a:pt x="1627120" y="2816785"/>
                  <a:pt x="1518649" y="2816785"/>
                </a:cubicBezTo>
                <a:close/>
                <a:moveTo>
                  <a:pt x="1567410" y="734674"/>
                </a:moveTo>
                <a:cubicBezTo>
                  <a:pt x="1633797" y="734674"/>
                  <a:pt x="1687615" y="788492"/>
                  <a:pt x="1687615" y="854879"/>
                </a:cubicBezTo>
                <a:cubicBezTo>
                  <a:pt x="1687615" y="921266"/>
                  <a:pt x="1633797" y="975084"/>
                  <a:pt x="1567410" y="975084"/>
                </a:cubicBezTo>
                <a:cubicBezTo>
                  <a:pt x="1501023" y="975084"/>
                  <a:pt x="1447205" y="921266"/>
                  <a:pt x="1447205" y="854879"/>
                </a:cubicBezTo>
                <a:cubicBezTo>
                  <a:pt x="1447205" y="788492"/>
                  <a:pt x="1501023" y="734674"/>
                  <a:pt x="1567410" y="734674"/>
                </a:cubicBezTo>
                <a:close/>
                <a:moveTo>
                  <a:pt x="1567410" y="658474"/>
                </a:moveTo>
                <a:cubicBezTo>
                  <a:pt x="1458939" y="658474"/>
                  <a:pt x="1371005" y="746408"/>
                  <a:pt x="1371005" y="854879"/>
                </a:cubicBezTo>
                <a:cubicBezTo>
                  <a:pt x="1371005" y="963350"/>
                  <a:pt x="1458939" y="1051284"/>
                  <a:pt x="1567410" y="1051284"/>
                </a:cubicBezTo>
                <a:cubicBezTo>
                  <a:pt x="1675881" y="1051284"/>
                  <a:pt x="1763815" y="963350"/>
                  <a:pt x="1763815" y="854879"/>
                </a:cubicBezTo>
                <a:cubicBezTo>
                  <a:pt x="1763815" y="746408"/>
                  <a:pt x="1675881" y="658474"/>
                  <a:pt x="1567410" y="658474"/>
                </a:cubicBezTo>
                <a:close/>
                <a:moveTo>
                  <a:pt x="1911981" y="10"/>
                </a:moveTo>
                <a:cubicBezTo>
                  <a:pt x="1925053" y="270"/>
                  <a:pt x="1938026" y="5518"/>
                  <a:pt x="1947801" y="15691"/>
                </a:cubicBezTo>
                <a:lnTo>
                  <a:pt x="2055957" y="128248"/>
                </a:lnTo>
                <a:cubicBezTo>
                  <a:pt x="2075507" y="148594"/>
                  <a:pt x="2074862" y="180936"/>
                  <a:pt x="2054517" y="200486"/>
                </a:cubicBezTo>
                <a:lnTo>
                  <a:pt x="1901724" y="347304"/>
                </a:lnTo>
                <a:lnTo>
                  <a:pt x="1902773" y="348396"/>
                </a:lnTo>
                <a:cubicBezTo>
                  <a:pt x="1935476" y="382430"/>
                  <a:pt x="1934397" y="436531"/>
                  <a:pt x="1900363" y="469235"/>
                </a:cubicBezTo>
                <a:lnTo>
                  <a:pt x="1687006" y="674249"/>
                </a:lnTo>
                <a:cubicBezTo>
                  <a:pt x="1719923" y="689111"/>
                  <a:pt x="1748093" y="711314"/>
                  <a:pt x="1769224" y="738445"/>
                </a:cubicBezTo>
                <a:cubicBezTo>
                  <a:pt x="2225756" y="865632"/>
                  <a:pt x="2563903" y="1337935"/>
                  <a:pt x="2563903" y="1900829"/>
                </a:cubicBezTo>
                <a:cubicBezTo>
                  <a:pt x="2563903" y="2461202"/>
                  <a:pt x="2228779" y="2931793"/>
                  <a:pt x="1775470" y="3061896"/>
                </a:cubicBezTo>
                <a:lnTo>
                  <a:pt x="1775470" y="3399112"/>
                </a:lnTo>
                <a:lnTo>
                  <a:pt x="2969042" y="3399112"/>
                </a:lnTo>
                <a:lnTo>
                  <a:pt x="3064723" y="3781836"/>
                </a:lnTo>
                <a:lnTo>
                  <a:pt x="1775470" y="3781836"/>
                </a:lnTo>
                <a:lnTo>
                  <a:pt x="1293138" y="3781836"/>
                </a:lnTo>
                <a:lnTo>
                  <a:pt x="0" y="3781836"/>
                </a:lnTo>
                <a:lnTo>
                  <a:pt x="95681" y="3399112"/>
                </a:lnTo>
                <a:lnTo>
                  <a:pt x="1293138" y="3399112"/>
                </a:lnTo>
                <a:lnTo>
                  <a:pt x="1293138" y="3070777"/>
                </a:lnTo>
                <a:cubicBezTo>
                  <a:pt x="877228" y="2966949"/>
                  <a:pt x="554551" y="2578252"/>
                  <a:pt x="488102" y="2091784"/>
                </a:cubicBezTo>
                <a:lnTo>
                  <a:pt x="36005" y="2091784"/>
                </a:lnTo>
                <a:cubicBezTo>
                  <a:pt x="16120" y="2091784"/>
                  <a:pt x="0" y="2075664"/>
                  <a:pt x="0" y="2055779"/>
                </a:cubicBezTo>
                <a:lnTo>
                  <a:pt x="0" y="1911765"/>
                </a:lnTo>
                <a:cubicBezTo>
                  <a:pt x="0" y="1891880"/>
                  <a:pt x="16120" y="1875760"/>
                  <a:pt x="36005" y="1875760"/>
                </a:cubicBezTo>
                <a:lnTo>
                  <a:pt x="1116123" y="1875760"/>
                </a:lnTo>
                <a:cubicBezTo>
                  <a:pt x="1136008" y="1875760"/>
                  <a:pt x="1152128" y="1891880"/>
                  <a:pt x="1152128" y="1911765"/>
                </a:cubicBezTo>
                <a:lnTo>
                  <a:pt x="1152128" y="2055779"/>
                </a:lnTo>
                <a:cubicBezTo>
                  <a:pt x="1152128" y="2075664"/>
                  <a:pt x="1136008" y="2091784"/>
                  <a:pt x="1116123" y="2091784"/>
                </a:cubicBezTo>
                <a:lnTo>
                  <a:pt x="821381" y="2091784"/>
                </a:lnTo>
                <a:cubicBezTo>
                  <a:pt x="888359" y="2496965"/>
                  <a:pt x="1175251" y="2800189"/>
                  <a:pt x="1518548" y="2800189"/>
                </a:cubicBezTo>
                <a:cubicBezTo>
                  <a:pt x="1914148" y="2800189"/>
                  <a:pt x="2234845" y="2397532"/>
                  <a:pt x="2234845" y="1900829"/>
                </a:cubicBezTo>
                <a:cubicBezTo>
                  <a:pt x="2234845" y="1486489"/>
                  <a:pt x="2011685" y="1137592"/>
                  <a:pt x="1707456" y="1034726"/>
                </a:cubicBezTo>
                <a:cubicBezTo>
                  <a:pt x="1672074" y="1055937"/>
                  <a:pt x="1629677" y="1068045"/>
                  <a:pt x="1584174" y="1068045"/>
                </a:cubicBezTo>
                <a:cubicBezTo>
                  <a:pt x="1499312" y="1068045"/>
                  <a:pt x="1425250" y="1025928"/>
                  <a:pt x="1386642" y="962867"/>
                </a:cubicBezTo>
                <a:lnTo>
                  <a:pt x="881318" y="1448430"/>
                </a:lnTo>
                <a:cubicBezTo>
                  <a:pt x="847284" y="1481134"/>
                  <a:pt x="793183" y="1480055"/>
                  <a:pt x="760479" y="1446020"/>
                </a:cubicBezTo>
                <a:lnTo>
                  <a:pt x="759430" y="1444929"/>
                </a:lnTo>
                <a:lnTo>
                  <a:pt x="652690" y="1547495"/>
                </a:lnTo>
                <a:cubicBezTo>
                  <a:pt x="632345" y="1567045"/>
                  <a:pt x="600003" y="1566400"/>
                  <a:pt x="580453" y="1546054"/>
                </a:cubicBezTo>
                <a:lnTo>
                  <a:pt x="472296" y="1433497"/>
                </a:lnTo>
                <a:cubicBezTo>
                  <a:pt x="452746" y="1413151"/>
                  <a:pt x="453391" y="1380809"/>
                  <a:pt x="473737" y="1361259"/>
                </a:cubicBezTo>
                <a:lnTo>
                  <a:pt x="580477" y="1258693"/>
                </a:lnTo>
                <a:lnTo>
                  <a:pt x="579556" y="1257735"/>
                </a:lnTo>
                <a:cubicBezTo>
                  <a:pt x="546853" y="1223700"/>
                  <a:pt x="547932" y="1169599"/>
                  <a:pt x="581966" y="1136896"/>
                </a:cubicBezTo>
                <a:lnTo>
                  <a:pt x="1601011" y="157700"/>
                </a:lnTo>
                <a:cubicBezTo>
                  <a:pt x="1635045" y="124997"/>
                  <a:pt x="1689146" y="126076"/>
                  <a:pt x="1721850" y="160110"/>
                </a:cubicBezTo>
                <a:lnTo>
                  <a:pt x="1722771" y="161068"/>
                </a:lnTo>
                <a:lnTo>
                  <a:pt x="1875563" y="14250"/>
                </a:lnTo>
                <a:cubicBezTo>
                  <a:pt x="1885736" y="4475"/>
                  <a:pt x="1898908" y="-250"/>
                  <a:pt x="1911981" y="10"/>
                </a:cubicBezTo>
                <a:close/>
              </a:path>
            </a:pathLst>
          </a:custGeom>
          <a:solidFill>
            <a:schemeClr val="accent5">
              <a:alpha val="9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aphicFrame>
        <p:nvGraphicFramePr>
          <p:cNvPr id="67" name="Table 7173">
            <a:extLst>
              <a:ext uri="{FF2B5EF4-FFF2-40B4-BE49-F238E27FC236}">
                <a16:creationId xmlns:a16="http://schemas.microsoft.com/office/drawing/2014/main" xmlns="" id="{7F508F8D-7096-48D7-B1E1-64C852F17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590925"/>
              </p:ext>
            </p:extLst>
          </p:nvPr>
        </p:nvGraphicFramePr>
        <p:xfrm>
          <a:off x="970267" y="1854675"/>
          <a:ext cx="208280" cy="3396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17709"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2111"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42111"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42111"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42111"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42111"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42111"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42111"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42111"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42111"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C74851B9-1FBE-4E42-9258-65768616714C}"/>
              </a:ext>
            </a:extLst>
          </p:cNvPr>
          <p:cNvSpPr txBox="1"/>
          <p:nvPr/>
        </p:nvSpPr>
        <p:spPr>
          <a:xfrm>
            <a:off x="970267" y="1827713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100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5B0518EC-51CE-4358-AF97-F7B60F9FDE40}"/>
              </a:ext>
            </a:extLst>
          </p:cNvPr>
          <p:cNvSpPr txBox="1"/>
          <p:nvPr/>
        </p:nvSpPr>
        <p:spPr>
          <a:xfrm>
            <a:off x="970267" y="2171954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90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9BE068AA-2785-42F2-8249-1AEEF90F5370}"/>
              </a:ext>
            </a:extLst>
          </p:cNvPr>
          <p:cNvSpPr txBox="1"/>
          <p:nvPr/>
        </p:nvSpPr>
        <p:spPr>
          <a:xfrm>
            <a:off x="970267" y="2516196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80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AD8C5557-4044-4252-AD33-D914DB2B0F0F}"/>
              </a:ext>
            </a:extLst>
          </p:cNvPr>
          <p:cNvSpPr txBox="1"/>
          <p:nvPr/>
        </p:nvSpPr>
        <p:spPr>
          <a:xfrm>
            <a:off x="970267" y="2860438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70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6EE71A2E-6C92-44EC-BAE3-A7CE4CCC5251}"/>
              </a:ext>
            </a:extLst>
          </p:cNvPr>
          <p:cNvSpPr txBox="1"/>
          <p:nvPr/>
        </p:nvSpPr>
        <p:spPr>
          <a:xfrm>
            <a:off x="970267" y="3204680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60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AD7EE16D-F622-4934-A066-1D41239F63AA}"/>
              </a:ext>
            </a:extLst>
          </p:cNvPr>
          <p:cNvSpPr txBox="1"/>
          <p:nvPr/>
        </p:nvSpPr>
        <p:spPr>
          <a:xfrm>
            <a:off x="970267" y="3548922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50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ECB061B7-D1A9-4293-9B56-F6E9145B41C3}"/>
              </a:ext>
            </a:extLst>
          </p:cNvPr>
          <p:cNvSpPr txBox="1"/>
          <p:nvPr/>
        </p:nvSpPr>
        <p:spPr>
          <a:xfrm>
            <a:off x="970267" y="3893164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40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26FCB8AA-D2A5-462A-992A-EA4B1577ECB3}"/>
              </a:ext>
            </a:extLst>
          </p:cNvPr>
          <p:cNvSpPr txBox="1"/>
          <p:nvPr/>
        </p:nvSpPr>
        <p:spPr>
          <a:xfrm>
            <a:off x="970267" y="4237406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30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907E6ABD-6054-4D18-9766-9CD7F219E37B}"/>
              </a:ext>
            </a:extLst>
          </p:cNvPr>
          <p:cNvSpPr txBox="1"/>
          <p:nvPr/>
        </p:nvSpPr>
        <p:spPr>
          <a:xfrm>
            <a:off x="970267" y="4581648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20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xmlns="" id="{06211998-7BEC-4DAB-BCAF-F721B878F764}"/>
              </a:ext>
            </a:extLst>
          </p:cNvPr>
          <p:cNvSpPr txBox="1"/>
          <p:nvPr/>
        </p:nvSpPr>
        <p:spPr>
          <a:xfrm>
            <a:off x="970267" y="4925888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10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78" name="Group 26">
            <a:extLst>
              <a:ext uri="{FF2B5EF4-FFF2-40B4-BE49-F238E27FC236}">
                <a16:creationId xmlns:a16="http://schemas.microsoft.com/office/drawing/2014/main" xmlns="" id="{CCBEB5FB-236B-4F66-9148-16E6C2E15FB6}"/>
              </a:ext>
            </a:extLst>
          </p:cNvPr>
          <p:cNvGrpSpPr/>
          <p:nvPr/>
        </p:nvGrpSpPr>
        <p:grpSpPr>
          <a:xfrm>
            <a:off x="7734441" y="1751521"/>
            <a:ext cx="3539916" cy="695621"/>
            <a:chOff x="5796136" y="1684471"/>
            <a:chExt cx="2628415" cy="695621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xmlns="" id="{440B28B1-EA2B-440E-AEA2-A0D105BE1AC2}"/>
                </a:ext>
              </a:extLst>
            </p:cNvPr>
            <p:cNvSpPr txBox="1"/>
            <p:nvPr/>
          </p:nvSpPr>
          <p:spPr>
            <a:xfrm>
              <a:off x="5796138" y="1684471"/>
              <a:ext cx="26284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xmlns="" id="{24B58249-9267-42CF-908D-03DBC346E2FA}"/>
                </a:ext>
              </a:extLst>
            </p:cNvPr>
            <p:cNvSpPr txBox="1"/>
            <p:nvPr/>
          </p:nvSpPr>
          <p:spPr>
            <a:xfrm>
              <a:off x="5796136" y="1918427"/>
              <a:ext cx="26284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xmlns="" id="{9644AAED-74BF-4E56-BF3B-992894FA102D}"/>
              </a:ext>
            </a:extLst>
          </p:cNvPr>
          <p:cNvSpPr txBox="1"/>
          <p:nvPr/>
        </p:nvSpPr>
        <p:spPr>
          <a:xfrm>
            <a:off x="6824967" y="5349697"/>
            <a:ext cx="914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5"/>
                </a:solidFill>
                <a:cs typeface="Arial" pitchFamily="34" charset="0"/>
              </a:rPr>
              <a:t>45%</a:t>
            </a:r>
            <a:endParaRPr lang="ko-KR" altLang="en-US" sz="2800" b="1" dirty="0">
              <a:solidFill>
                <a:schemeClr val="accent5"/>
              </a:solidFill>
              <a:cs typeface="Arial" pitchFamily="34" charset="0"/>
            </a:endParaRPr>
          </a:p>
        </p:txBody>
      </p:sp>
      <p:grpSp>
        <p:nvGrpSpPr>
          <p:cNvPr id="82" name="Group 131">
            <a:extLst>
              <a:ext uri="{FF2B5EF4-FFF2-40B4-BE49-F238E27FC236}">
                <a16:creationId xmlns:a16="http://schemas.microsoft.com/office/drawing/2014/main" xmlns="" id="{85A89634-DB12-41E8-B9AB-22EFCA6DFCC2}"/>
              </a:ext>
            </a:extLst>
          </p:cNvPr>
          <p:cNvGrpSpPr/>
          <p:nvPr/>
        </p:nvGrpSpPr>
        <p:grpSpPr>
          <a:xfrm>
            <a:off x="7734441" y="2678355"/>
            <a:ext cx="3539916" cy="695621"/>
            <a:chOff x="5796136" y="1684471"/>
            <a:chExt cx="2628415" cy="695621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xmlns="" id="{11F8A64C-17D2-44FF-ABF5-6E9BD65C8FC5}"/>
                </a:ext>
              </a:extLst>
            </p:cNvPr>
            <p:cNvSpPr txBox="1"/>
            <p:nvPr/>
          </p:nvSpPr>
          <p:spPr>
            <a:xfrm>
              <a:off x="5796138" y="1684471"/>
              <a:ext cx="26284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xmlns="" id="{6EF90BAC-F370-40EE-A079-0E78892F64EA}"/>
                </a:ext>
              </a:extLst>
            </p:cNvPr>
            <p:cNvSpPr txBox="1"/>
            <p:nvPr/>
          </p:nvSpPr>
          <p:spPr>
            <a:xfrm>
              <a:off x="5796136" y="1918427"/>
              <a:ext cx="26284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AB64AAB7-8423-4F70-B3E1-2C15E1797ABB}"/>
              </a:ext>
            </a:extLst>
          </p:cNvPr>
          <p:cNvSpPr txBox="1"/>
          <p:nvPr/>
        </p:nvSpPr>
        <p:spPr>
          <a:xfrm>
            <a:off x="6824967" y="1751521"/>
            <a:ext cx="914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1"/>
                </a:solidFill>
                <a:cs typeface="Arial" pitchFamily="34" charset="0"/>
              </a:rPr>
              <a:t>90%</a:t>
            </a:r>
            <a:endParaRPr lang="ko-KR" altLang="en-US" sz="2800" b="1" dirty="0">
              <a:solidFill>
                <a:schemeClr val="accent1"/>
              </a:solidFill>
              <a:cs typeface="Arial" pitchFamily="34" charset="0"/>
            </a:endParaRPr>
          </a:p>
        </p:txBody>
      </p:sp>
      <p:grpSp>
        <p:nvGrpSpPr>
          <p:cNvPr id="86" name="Group 136">
            <a:extLst>
              <a:ext uri="{FF2B5EF4-FFF2-40B4-BE49-F238E27FC236}">
                <a16:creationId xmlns:a16="http://schemas.microsoft.com/office/drawing/2014/main" xmlns="" id="{FF002303-A3FC-4CF2-98E4-60693026109A}"/>
              </a:ext>
            </a:extLst>
          </p:cNvPr>
          <p:cNvGrpSpPr/>
          <p:nvPr/>
        </p:nvGrpSpPr>
        <p:grpSpPr>
          <a:xfrm>
            <a:off x="7734441" y="3605189"/>
            <a:ext cx="3539916" cy="695621"/>
            <a:chOff x="5796136" y="1684471"/>
            <a:chExt cx="2628415" cy="695621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xmlns="" id="{83876D27-C61C-4C8A-8E9C-C2A8C1360169}"/>
                </a:ext>
              </a:extLst>
            </p:cNvPr>
            <p:cNvSpPr txBox="1"/>
            <p:nvPr/>
          </p:nvSpPr>
          <p:spPr>
            <a:xfrm>
              <a:off x="5796138" y="1684471"/>
              <a:ext cx="26284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xmlns="" id="{453B72EF-7C0D-4EC4-9413-6377BEF8A206}"/>
                </a:ext>
              </a:extLst>
            </p:cNvPr>
            <p:cNvSpPr txBox="1"/>
            <p:nvPr/>
          </p:nvSpPr>
          <p:spPr>
            <a:xfrm>
              <a:off x="5796136" y="1918427"/>
              <a:ext cx="26284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xmlns="" id="{C79AE5B5-81D3-4DEE-87A9-29A6DFCBCB42}"/>
              </a:ext>
            </a:extLst>
          </p:cNvPr>
          <p:cNvSpPr txBox="1"/>
          <p:nvPr/>
        </p:nvSpPr>
        <p:spPr>
          <a:xfrm>
            <a:off x="6824967" y="2678355"/>
            <a:ext cx="914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2"/>
                </a:solidFill>
                <a:cs typeface="Arial" pitchFamily="34" charset="0"/>
              </a:rPr>
              <a:t>60%</a:t>
            </a:r>
            <a:endParaRPr lang="ko-KR" altLang="en-US" sz="2800" b="1" dirty="0"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90" name="Group 141">
            <a:extLst>
              <a:ext uri="{FF2B5EF4-FFF2-40B4-BE49-F238E27FC236}">
                <a16:creationId xmlns:a16="http://schemas.microsoft.com/office/drawing/2014/main" xmlns="" id="{FCC9E827-2531-442A-812B-0B9BA3F82C81}"/>
              </a:ext>
            </a:extLst>
          </p:cNvPr>
          <p:cNvGrpSpPr/>
          <p:nvPr/>
        </p:nvGrpSpPr>
        <p:grpSpPr>
          <a:xfrm>
            <a:off x="7734441" y="4532023"/>
            <a:ext cx="3539916" cy="695621"/>
            <a:chOff x="5796136" y="1684471"/>
            <a:chExt cx="2628415" cy="695621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xmlns="" id="{5BA7E91B-67AF-47D9-9E26-4B8C59CBAEC1}"/>
                </a:ext>
              </a:extLst>
            </p:cNvPr>
            <p:cNvSpPr txBox="1"/>
            <p:nvPr/>
          </p:nvSpPr>
          <p:spPr>
            <a:xfrm>
              <a:off x="5796138" y="1684471"/>
              <a:ext cx="26284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xmlns="" id="{88BE2124-1ED9-4F35-BCB1-C107F40B3015}"/>
                </a:ext>
              </a:extLst>
            </p:cNvPr>
            <p:cNvSpPr txBox="1"/>
            <p:nvPr/>
          </p:nvSpPr>
          <p:spPr>
            <a:xfrm>
              <a:off x="5796136" y="1918427"/>
              <a:ext cx="26284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xmlns="" id="{FB1F80C5-F396-43E9-B934-36B014D85DD4}"/>
              </a:ext>
            </a:extLst>
          </p:cNvPr>
          <p:cNvSpPr txBox="1"/>
          <p:nvPr/>
        </p:nvSpPr>
        <p:spPr>
          <a:xfrm>
            <a:off x="6824967" y="3605189"/>
            <a:ext cx="914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3"/>
                </a:solidFill>
                <a:cs typeface="Arial" pitchFamily="34" charset="0"/>
              </a:rPr>
              <a:t>70%</a:t>
            </a:r>
            <a:endParaRPr lang="ko-KR" altLang="en-US" sz="2800" b="1" dirty="0">
              <a:solidFill>
                <a:schemeClr val="accent3"/>
              </a:solidFill>
              <a:cs typeface="Arial" pitchFamily="34" charset="0"/>
            </a:endParaRPr>
          </a:p>
        </p:txBody>
      </p:sp>
      <p:grpSp>
        <p:nvGrpSpPr>
          <p:cNvPr id="94" name="Group 146">
            <a:extLst>
              <a:ext uri="{FF2B5EF4-FFF2-40B4-BE49-F238E27FC236}">
                <a16:creationId xmlns:a16="http://schemas.microsoft.com/office/drawing/2014/main" xmlns="" id="{9F8179EF-3019-41E8-891E-45F1357AD0EA}"/>
              </a:ext>
            </a:extLst>
          </p:cNvPr>
          <p:cNvGrpSpPr/>
          <p:nvPr/>
        </p:nvGrpSpPr>
        <p:grpSpPr>
          <a:xfrm>
            <a:off x="7734441" y="5458858"/>
            <a:ext cx="3539916" cy="695621"/>
            <a:chOff x="5796136" y="1684471"/>
            <a:chExt cx="2628415" cy="695621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xmlns="" id="{09419EAC-D492-4861-AE8A-074D6D986A83}"/>
                </a:ext>
              </a:extLst>
            </p:cNvPr>
            <p:cNvSpPr txBox="1"/>
            <p:nvPr/>
          </p:nvSpPr>
          <p:spPr>
            <a:xfrm>
              <a:off x="5796138" y="1684471"/>
              <a:ext cx="26284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xmlns="" id="{57A794BA-6E0E-4DEA-8F77-BB73D29F2A30}"/>
                </a:ext>
              </a:extLst>
            </p:cNvPr>
            <p:cNvSpPr txBox="1"/>
            <p:nvPr/>
          </p:nvSpPr>
          <p:spPr>
            <a:xfrm>
              <a:off x="5796136" y="1918427"/>
              <a:ext cx="26284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xmlns="" id="{6DB85CAD-928D-4ED5-B135-CD3021AB5362}"/>
              </a:ext>
            </a:extLst>
          </p:cNvPr>
          <p:cNvSpPr txBox="1"/>
          <p:nvPr/>
        </p:nvSpPr>
        <p:spPr>
          <a:xfrm>
            <a:off x="6824967" y="4532024"/>
            <a:ext cx="914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4"/>
                </a:solidFill>
                <a:cs typeface="Arial" pitchFamily="34" charset="0"/>
              </a:rPr>
              <a:t>50%</a:t>
            </a:r>
            <a:endParaRPr lang="ko-KR" altLang="en-US" sz="28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98" name="Rounded Rectangle 51">
            <a:extLst>
              <a:ext uri="{FF2B5EF4-FFF2-40B4-BE49-F238E27FC236}">
                <a16:creationId xmlns:a16="http://schemas.microsoft.com/office/drawing/2014/main" xmlns="" id="{0ABE23A0-C873-44C3-8935-3FB4EA190707}"/>
              </a:ext>
            </a:extLst>
          </p:cNvPr>
          <p:cNvSpPr/>
          <p:nvPr/>
        </p:nvSpPr>
        <p:spPr>
          <a:xfrm rot="16200000" flipH="1">
            <a:off x="2832125" y="5475210"/>
            <a:ext cx="421264" cy="396730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9" name="Parallelogram 15">
            <a:extLst>
              <a:ext uri="{FF2B5EF4-FFF2-40B4-BE49-F238E27FC236}">
                <a16:creationId xmlns:a16="http://schemas.microsoft.com/office/drawing/2014/main" xmlns="" id="{3BCA39F0-EB55-4DCF-8465-BF7E7C395656}"/>
              </a:ext>
            </a:extLst>
          </p:cNvPr>
          <p:cNvSpPr/>
          <p:nvPr/>
        </p:nvSpPr>
        <p:spPr>
          <a:xfrm flipH="1">
            <a:off x="4817741" y="5501893"/>
            <a:ext cx="381841" cy="381841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00" name="Round Same Side Corner Rectangle 11">
            <a:extLst>
              <a:ext uri="{FF2B5EF4-FFF2-40B4-BE49-F238E27FC236}">
                <a16:creationId xmlns:a16="http://schemas.microsoft.com/office/drawing/2014/main" xmlns="" id="{8013EBB7-8666-48C0-B969-AF97462699B9}"/>
              </a:ext>
            </a:extLst>
          </p:cNvPr>
          <p:cNvSpPr>
            <a:spLocks noChangeAspect="1"/>
          </p:cNvSpPr>
          <p:nvPr/>
        </p:nvSpPr>
        <p:spPr>
          <a:xfrm rot="9900000">
            <a:off x="3881874" y="5544920"/>
            <a:ext cx="377178" cy="320341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52716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Block Arc 26">
            <a:extLst>
              <a:ext uri="{FF2B5EF4-FFF2-40B4-BE49-F238E27FC236}">
                <a16:creationId xmlns:a16="http://schemas.microsoft.com/office/drawing/2014/main" xmlns="" id="{6D3B2613-2D7F-4594-9E98-7C87D2985EBF}"/>
              </a:ext>
            </a:extLst>
          </p:cNvPr>
          <p:cNvSpPr/>
          <p:nvPr/>
        </p:nvSpPr>
        <p:spPr>
          <a:xfrm>
            <a:off x="5732370" y="2726020"/>
            <a:ext cx="2378214" cy="2378214"/>
          </a:xfrm>
          <a:prstGeom prst="blockArc">
            <a:avLst>
              <a:gd name="adj1" fmla="val 10800000"/>
              <a:gd name="adj2" fmla="val 0"/>
              <a:gd name="adj3" fmla="val 3104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Block Arc 24">
            <a:extLst>
              <a:ext uri="{FF2B5EF4-FFF2-40B4-BE49-F238E27FC236}">
                <a16:creationId xmlns:a16="http://schemas.microsoft.com/office/drawing/2014/main" xmlns="" id="{90CC5CD1-2101-46C0-BC19-C007C8021594}"/>
              </a:ext>
            </a:extLst>
          </p:cNvPr>
          <p:cNvSpPr/>
          <p:nvPr/>
        </p:nvSpPr>
        <p:spPr>
          <a:xfrm rot="10800000">
            <a:off x="4082374" y="2726020"/>
            <a:ext cx="2378214" cy="2378214"/>
          </a:xfrm>
          <a:prstGeom prst="blockArc">
            <a:avLst>
              <a:gd name="adj1" fmla="val 10800000"/>
              <a:gd name="adj2" fmla="val 0"/>
              <a:gd name="adj3" fmla="val 3104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" name="Group 32">
            <a:extLst>
              <a:ext uri="{FF2B5EF4-FFF2-40B4-BE49-F238E27FC236}">
                <a16:creationId xmlns:a16="http://schemas.microsoft.com/office/drawing/2014/main" xmlns="" id="{7632052A-5301-4DC9-B8F0-02AA09222E23}"/>
              </a:ext>
            </a:extLst>
          </p:cNvPr>
          <p:cNvGrpSpPr/>
          <p:nvPr/>
        </p:nvGrpSpPr>
        <p:grpSpPr>
          <a:xfrm>
            <a:off x="6870358" y="5208372"/>
            <a:ext cx="4393805" cy="871880"/>
            <a:chOff x="-740680" y="1114177"/>
            <a:chExt cx="4125026" cy="87188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D6F32D16-9CF4-428A-A481-9F30718AABAA}"/>
                </a:ext>
              </a:extLst>
            </p:cNvPr>
            <p:cNvSpPr txBox="1"/>
            <p:nvPr/>
          </p:nvSpPr>
          <p:spPr>
            <a:xfrm>
              <a:off x="-740680" y="1114177"/>
              <a:ext cx="4125026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6A6336F7-C322-4BF9-BE91-BA82C9242DBE}"/>
                </a:ext>
              </a:extLst>
            </p:cNvPr>
            <p:cNvSpPr txBox="1"/>
            <p:nvPr/>
          </p:nvSpPr>
          <p:spPr>
            <a:xfrm>
              <a:off x="-725681" y="1339726"/>
              <a:ext cx="41100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Easy to change colors, photos and Text.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8" name="Group 35">
            <a:extLst>
              <a:ext uri="{FF2B5EF4-FFF2-40B4-BE49-F238E27FC236}">
                <a16:creationId xmlns:a16="http://schemas.microsoft.com/office/drawing/2014/main" xmlns="" id="{DAE93232-295B-484C-B6BA-532B6CC13518}"/>
              </a:ext>
            </a:extLst>
          </p:cNvPr>
          <p:cNvGrpSpPr/>
          <p:nvPr/>
        </p:nvGrpSpPr>
        <p:grpSpPr>
          <a:xfrm>
            <a:off x="912390" y="1878732"/>
            <a:ext cx="4392778" cy="871880"/>
            <a:chOff x="-740680" y="1114177"/>
            <a:chExt cx="4125026" cy="87188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4AA36771-63A7-42AE-A5A7-694B6B97E966}"/>
                </a:ext>
              </a:extLst>
            </p:cNvPr>
            <p:cNvSpPr txBox="1"/>
            <p:nvPr/>
          </p:nvSpPr>
          <p:spPr>
            <a:xfrm>
              <a:off x="-740680" y="1114177"/>
              <a:ext cx="4125026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87272112-E0FE-4B52-B7FB-D92C6A210829}"/>
                </a:ext>
              </a:extLst>
            </p:cNvPr>
            <p:cNvSpPr txBox="1"/>
            <p:nvPr/>
          </p:nvSpPr>
          <p:spPr>
            <a:xfrm>
              <a:off x="-725681" y="1339726"/>
              <a:ext cx="41100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Easy to change colors, photos and Text.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5D8DC195-FE57-4440-A827-662560336A4F}"/>
              </a:ext>
            </a:extLst>
          </p:cNvPr>
          <p:cNvSpPr txBox="1"/>
          <p:nvPr/>
        </p:nvSpPr>
        <p:spPr>
          <a:xfrm>
            <a:off x="7553150" y="3377919"/>
            <a:ext cx="37704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B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F7A1DD0-C6AE-4EFF-942C-0CBA2CD0C5BC}"/>
              </a:ext>
            </a:extLst>
          </p:cNvPr>
          <p:cNvSpPr txBox="1"/>
          <p:nvPr/>
        </p:nvSpPr>
        <p:spPr>
          <a:xfrm>
            <a:off x="6134424" y="2951480"/>
            <a:ext cx="1715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3" name="Group 42">
            <a:extLst>
              <a:ext uri="{FF2B5EF4-FFF2-40B4-BE49-F238E27FC236}">
                <a16:creationId xmlns:a16="http://schemas.microsoft.com/office/drawing/2014/main" xmlns="" id="{085583A9-65BF-46A1-AA7F-CFE5898BB2B1}"/>
              </a:ext>
            </a:extLst>
          </p:cNvPr>
          <p:cNvGrpSpPr/>
          <p:nvPr/>
        </p:nvGrpSpPr>
        <p:grpSpPr>
          <a:xfrm>
            <a:off x="1068912" y="5431424"/>
            <a:ext cx="2671264" cy="579492"/>
            <a:chOff x="661588" y="5061430"/>
            <a:chExt cx="2671264" cy="579492"/>
          </a:xfrm>
        </p:grpSpPr>
        <p:sp>
          <p:nvSpPr>
            <p:cNvPr id="14" name="Chevron 43">
              <a:extLst>
                <a:ext uri="{FF2B5EF4-FFF2-40B4-BE49-F238E27FC236}">
                  <a16:creationId xmlns:a16="http://schemas.microsoft.com/office/drawing/2014/main" xmlns="" id="{A98E1830-DFA8-48F8-9A1C-3671969FE8E3}"/>
                </a:ext>
              </a:extLst>
            </p:cNvPr>
            <p:cNvSpPr/>
            <p:nvPr/>
          </p:nvSpPr>
          <p:spPr>
            <a:xfrm>
              <a:off x="661588" y="5073929"/>
              <a:ext cx="252000" cy="25200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B4295746-58A8-4680-BA66-BDAB523107C5}"/>
                </a:ext>
              </a:extLst>
            </p:cNvPr>
            <p:cNvSpPr txBox="1"/>
            <p:nvPr/>
          </p:nvSpPr>
          <p:spPr>
            <a:xfrm>
              <a:off x="913588" y="5061430"/>
              <a:ext cx="24192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Simple PowerPoint Presentation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6" name="Chevron 45">
              <a:extLst>
                <a:ext uri="{FF2B5EF4-FFF2-40B4-BE49-F238E27FC236}">
                  <a16:creationId xmlns:a16="http://schemas.microsoft.com/office/drawing/2014/main" xmlns="" id="{609C4DFC-AC7B-4C77-B30C-5BD3E120F9D9}"/>
                </a:ext>
              </a:extLst>
            </p:cNvPr>
            <p:cNvSpPr/>
            <p:nvPr/>
          </p:nvSpPr>
          <p:spPr>
            <a:xfrm>
              <a:off x="661588" y="5376422"/>
              <a:ext cx="252000" cy="25200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2D55A35D-AE24-457D-91A4-C13997A9975C}"/>
                </a:ext>
              </a:extLst>
            </p:cNvPr>
            <p:cNvSpPr txBox="1"/>
            <p:nvPr/>
          </p:nvSpPr>
          <p:spPr>
            <a:xfrm>
              <a:off x="913588" y="5363923"/>
              <a:ext cx="24192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Simple PowerPoint Presentation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47">
            <a:extLst>
              <a:ext uri="{FF2B5EF4-FFF2-40B4-BE49-F238E27FC236}">
                <a16:creationId xmlns:a16="http://schemas.microsoft.com/office/drawing/2014/main" xmlns="" id="{CB9B8534-F5D1-4380-A050-CE590C706E73}"/>
              </a:ext>
            </a:extLst>
          </p:cNvPr>
          <p:cNvGrpSpPr/>
          <p:nvPr/>
        </p:nvGrpSpPr>
        <p:grpSpPr>
          <a:xfrm>
            <a:off x="8599228" y="1878732"/>
            <a:ext cx="2671264" cy="579492"/>
            <a:chOff x="661588" y="5061430"/>
            <a:chExt cx="2671264" cy="579492"/>
          </a:xfrm>
        </p:grpSpPr>
        <p:sp>
          <p:nvSpPr>
            <p:cNvPr id="19" name="Chevron 48">
              <a:extLst>
                <a:ext uri="{FF2B5EF4-FFF2-40B4-BE49-F238E27FC236}">
                  <a16:creationId xmlns:a16="http://schemas.microsoft.com/office/drawing/2014/main" xmlns="" id="{B217F9B6-D127-404C-A616-85F8AF7FE25C}"/>
                </a:ext>
              </a:extLst>
            </p:cNvPr>
            <p:cNvSpPr/>
            <p:nvPr/>
          </p:nvSpPr>
          <p:spPr>
            <a:xfrm>
              <a:off x="661588" y="5073929"/>
              <a:ext cx="252000" cy="252000"/>
            </a:xfrm>
            <a:prstGeom prst="chevro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9BBDB2B0-FE0A-4440-96C0-88059ED78344}"/>
                </a:ext>
              </a:extLst>
            </p:cNvPr>
            <p:cNvSpPr txBox="1"/>
            <p:nvPr/>
          </p:nvSpPr>
          <p:spPr>
            <a:xfrm>
              <a:off x="913588" y="5061430"/>
              <a:ext cx="24192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Simple PowerPoint Presentation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Chevron 50">
              <a:extLst>
                <a:ext uri="{FF2B5EF4-FFF2-40B4-BE49-F238E27FC236}">
                  <a16:creationId xmlns:a16="http://schemas.microsoft.com/office/drawing/2014/main" xmlns="" id="{B86BB715-73AC-40AA-8B9C-1C73ED5574BF}"/>
                </a:ext>
              </a:extLst>
            </p:cNvPr>
            <p:cNvSpPr/>
            <p:nvPr/>
          </p:nvSpPr>
          <p:spPr>
            <a:xfrm>
              <a:off x="661588" y="5376422"/>
              <a:ext cx="252000" cy="252000"/>
            </a:xfrm>
            <a:prstGeom prst="chevro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331884E1-A77F-43AE-BA2D-8417D85E8385}"/>
                </a:ext>
              </a:extLst>
            </p:cNvPr>
            <p:cNvSpPr txBox="1"/>
            <p:nvPr/>
          </p:nvSpPr>
          <p:spPr>
            <a:xfrm>
              <a:off x="913588" y="5363923"/>
              <a:ext cx="24192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Simple PowerPoint Presentation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3" name="Group 58">
            <a:extLst>
              <a:ext uri="{FF2B5EF4-FFF2-40B4-BE49-F238E27FC236}">
                <a16:creationId xmlns:a16="http://schemas.microsoft.com/office/drawing/2014/main" xmlns="" id="{6E792B4C-EEA7-401F-9791-32A253263135}"/>
              </a:ext>
            </a:extLst>
          </p:cNvPr>
          <p:cNvGrpSpPr/>
          <p:nvPr/>
        </p:nvGrpSpPr>
        <p:grpSpPr>
          <a:xfrm>
            <a:off x="4082370" y="2726020"/>
            <a:ext cx="4028214" cy="2378214"/>
            <a:chOff x="2558370" y="2706970"/>
            <a:chExt cx="4028214" cy="2378214"/>
          </a:xfrm>
        </p:grpSpPr>
        <p:sp>
          <p:nvSpPr>
            <p:cNvPr id="24" name="Block Arc 25">
              <a:extLst>
                <a:ext uri="{FF2B5EF4-FFF2-40B4-BE49-F238E27FC236}">
                  <a16:creationId xmlns:a16="http://schemas.microsoft.com/office/drawing/2014/main" xmlns="" id="{AEAD3FC9-9F67-45EA-B125-773010D4B7DF}"/>
                </a:ext>
              </a:extLst>
            </p:cNvPr>
            <p:cNvSpPr/>
            <p:nvPr/>
          </p:nvSpPr>
          <p:spPr>
            <a:xfrm rot="10800000">
              <a:off x="4208370" y="2706970"/>
              <a:ext cx="2378214" cy="2378214"/>
            </a:xfrm>
            <a:prstGeom prst="blockArc">
              <a:avLst>
                <a:gd name="adj1" fmla="val 10800000"/>
                <a:gd name="adj2" fmla="val 0"/>
                <a:gd name="adj3" fmla="val 31042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5" name="Block Arc 27">
              <a:extLst>
                <a:ext uri="{FF2B5EF4-FFF2-40B4-BE49-F238E27FC236}">
                  <a16:creationId xmlns:a16="http://schemas.microsoft.com/office/drawing/2014/main" xmlns="" id="{60B986A9-09F0-4413-BE2F-EB3F9EA359A4}"/>
                </a:ext>
              </a:extLst>
            </p:cNvPr>
            <p:cNvSpPr/>
            <p:nvPr/>
          </p:nvSpPr>
          <p:spPr>
            <a:xfrm>
              <a:off x="2558370" y="2706970"/>
              <a:ext cx="2378214" cy="2378214"/>
            </a:xfrm>
            <a:prstGeom prst="blockArc">
              <a:avLst>
                <a:gd name="adj1" fmla="val 10800000"/>
                <a:gd name="adj2" fmla="val 0"/>
                <a:gd name="adj3" fmla="val 31042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6" name="Isosceles Triangle 28">
              <a:extLst>
                <a:ext uri="{FF2B5EF4-FFF2-40B4-BE49-F238E27FC236}">
                  <a16:creationId xmlns:a16="http://schemas.microsoft.com/office/drawing/2014/main" xmlns="" id="{D628561A-011B-4976-9DBF-9F9D39678A24}"/>
                </a:ext>
              </a:extLst>
            </p:cNvPr>
            <p:cNvSpPr/>
            <p:nvPr/>
          </p:nvSpPr>
          <p:spPr>
            <a:xfrm rot="10800000">
              <a:off x="2558371" y="3893049"/>
              <a:ext cx="737820" cy="36340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7" name="Isosceles Triangle 29">
            <a:extLst>
              <a:ext uri="{FF2B5EF4-FFF2-40B4-BE49-F238E27FC236}">
                <a16:creationId xmlns:a16="http://schemas.microsoft.com/office/drawing/2014/main" xmlns="" id="{6FE2ACEC-C4B1-436C-B69C-CA532FE5FF7A}"/>
              </a:ext>
            </a:extLst>
          </p:cNvPr>
          <p:cNvSpPr/>
          <p:nvPr/>
        </p:nvSpPr>
        <p:spPr>
          <a:xfrm rot="10800000">
            <a:off x="7372763" y="3908498"/>
            <a:ext cx="737820" cy="363402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2159BD87-C45B-4057-A2FB-F4D0BA8F2850}"/>
              </a:ext>
            </a:extLst>
          </p:cNvPr>
          <p:cNvSpPr txBox="1"/>
          <p:nvPr/>
        </p:nvSpPr>
        <p:spPr>
          <a:xfrm>
            <a:off x="4419023" y="2951480"/>
            <a:ext cx="1715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BFEA9F77-7ED4-4965-8956-4C5DA79C99CD}"/>
              </a:ext>
            </a:extLst>
          </p:cNvPr>
          <p:cNvSpPr txBox="1"/>
          <p:nvPr/>
        </p:nvSpPr>
        <p:spPr>
          <a:xfrm>
            <a:off x="4262758" y="3377919"/>
            <a:ext cx="37704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A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0" name="Freeform 55">
            <a:extLst>
              <a:ext uri="{FF2B5EF4-FFF2-40B4-BE49-F238E27FC236}">
                <a16:creationId xmlns:a16="http://schemas.microsoft.com/office/drawing/2014/main" xmlns="" id="{E7AECAC5-D5E4-444C-ADF2-059B430990A9}"/>
              </a:ext>
            </a:extLst>
          </p:cNvPr>
          <p:cNvSpPr/>
          <p:nvPr/>
        </p:nvSpPr>
        <p:spPr>
          <a:xfrm rot="2700000">
            <a:off x="5186148" y="3600441"/>
            <a:ext cx="257782" cy="631653"/>
          </a:xfrm>
          <a:custGeom>
            <a:avLst/>
            <a:gdLst/>
            <a:ahLst/>
            <a:cxn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Rounded Rectangle 51">
            <a:extLst>
              <a:ext uri="{FF2B5EF4-FFF2-40B4-BE49-F238E27FC236}">
                <a16:creationId xmlns:a16="http://schemas.microsoft.com/office/drawing/2014/main" xmlns="" id="{99A67160-4787-402D-9E6F-361C8AEFE5C5}"/>
              </a:ext>
            </a:extLst>
          </p:cNvPr>
          <p:cNvSpPr/>
          <p:nvPr/>
        </p:nvSpPr>
        <p:spPr>
          <a:xfrm rot="16200000" flipH="1">
            <a:off x="6672914" y="3692240"/>
            <a:ext cx="500257" cy="471122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0282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ADABE4F9-B1A3-43B3-BEDD-E70315DCDB8B}"/>
              </a:ext>
            </a:extLst>
          </p:cNvPr>
          <p:cNvGrpSpPr/>
          <p:nvPr/>
        </p:nvGrpSpPr>
        <p:grpSpPr>
          <a:xfrm>
            <a:off x="3898762" y="3702862"/>
            <a:ext cx="4121289" cy="868694"/>
            <a:chOff x="3898762" y="3618674"/>
            <a:chExt cx="4121289" cy="868694"/>
          </a:xfrm>
        </p:grpSpPr>
        <p:sp>
          <p:nvSpPr>
            <p:cNvPr id="5" name="Oval 62">
              <a:extLst>
                <a:ext uri="{FF2B5EF4-FFF2-40B4-BE49-F238E27FC236}">
                  <a16:creationId xmlns:a16="http://schemas.microsoft.com/office/drawing/2014/main" xmlns="" id="{FF9FDB62-264E-4D01-8698-B61D1386B362}"/>
                </a:ext>
              </a:extLst>
            </p:cNvPr>
            <p:cNvSpPr/>
            <p:nvPr/>
          </p:nvSpPr>
          <p:spPr>
            <a:xfrm>
              <a:off x="3898762" y="3701713"/>
              <a:ext cx="656456" cy="65645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grpSp>
          <p:nvGrpSpPr>
            <p:cNvPr id="13" name="Group 72">
              <a:extLst>
                <a:ext uri="{FF2B5EF4-FFF2-40B4-BE49-F238E27FC236}">
                  <a16:creationId xmlns:a16="http://schemas.microsoft.com/office/drawing/2014/main" xmlns="" id="{E8CE5C3B-9A14-4B19-9572-B4BB8279FB46}"/>
                </a:ext>
              </a:extLst>
            </p:cNvPr>
            <p:cNvGrpSpPr/>
            <p:nvPr/>
          </p:nvGrpSpPr>
          <p:grpSpPr>
            <a:xfrm>
              <a:off x="4654101" y="3618674"/>
              <a:ext cx="3365950" cy="868694"/>
              <a:chOff x="910640" y="2975794"/>
              <a:chExt cx="1527408" cy="2172749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C32E82DA-2290-4203-8355-4978A5AA59E5}"/>
                  </a:ext>
                </a:extLst>
              </p:cNvPr>
              <p:cNvSpPr txBox="1"/>
              <p:nvPr/>
            </p:nvSpPr>
            <p:spPr>
              <a:xfrm>
                <a:off x="910640" y="2975794"/>
                <a:ext cx="1527408" cy="76980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Content  Here</a:t>
                </a:r>
                <a:endPara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A2348AF8-C4D3-49E2-81DD-1732798656D3}"/>
                  </a:ext>
                </a:extLst>
              </p:cNvPr>
              <p:cNvSpPr txBox="1"/>
              <p:nvPr/>
            </p:nvSpPr>
            <p:spPr>
              <a:xfrm>
                <a:off x="910640" y="3531961"/>
                <a:ext cx="1527408" cy="1616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You can simply impress your audience and add a unique zing and appeal to your Presentations. Easy to change colors, photos and Text</a:t>
                </a:r>
              </a:p>
            </p:txBody>
          </p:sp>
        </p:grpSp>
        <p:sp>
          <p:nvSpPr>
            <p:cNvPr id="19" name="Oval 21">
              <a:extLst>
                <a:ext uri="{FF2B5EF4-FFF2-40B4-BE49-F238E27FC236}">
                  <a16:creationId xmlns:a16="http://schemas.microsoft.com/office/drawing/2014/main" xmlns="" id="{B64C3FEE-AC91-4105-BE58-4A189A7628E0}"/>
                </a:ext>
              </a:extLst>
            </p:cNvPr>
            <p:cNvSpPr>
              <a:spLocks noChangeAspect="1"/>
            </p:cNvSpPr>
            <p:nvPr/>
          </p:nvSpPr>
          <p:spPr>
            <a:xfrm rot="20700000">
              <a:off x="4033196" y="3870633"/>
              <a:ext cx="387594" cy="314845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0AB0673E-B7C6-4314-96B0-F8FD837DDCB3}"/>
              </a:ext>
            </a:extLst>
          </p:cNvPr>
          <p:cNvGrpSpPr/>
          <p:nvPr/>
        </p:nvGrpSpPr>
        <p:grpSpPr>
          <a:xfrm>
            <a:off x="3898762" y="823621"/>
            <a:ext cx="4121289" cy="868695"/>
            <a:chOff x="3898762" y="1287351"/>
            <a:chExt cx="4121289" cy="868695"/>
          </a:xfrm>
        </p:grpSpPr>
        <p:sp>
          <p:nvSpPr>
            <p:cNvPr id="3" name="Oval 60">
              <a:extLst>
                <a:ext uri="{FF2B5EF4-FFF2-40B4-BE49-F238E27FC236}">
                  <a16:creationId xmlns:a16="http://schemas.microsoft.com/office/drawing/2014/main" xmlns="" id="{0E8F223C-6395-4181-80BD-E34827E78CB5}"/>
                </a:ext>
              </a:extLst>
            </p:cNvPr>
            <p:cNvSpPr/>
            <p:nvPr/>
          </p:nvSpPr>
          <p:spPr>
            <a:xfrm>
              <a:off x="3898762" y="1370388"/>
              <a:ext cx="656456" cy="6564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grpSp>
          <p:nvGrpSpPr>
            <p:cNvPr id="7" name="Group 64">
              <a:extLst>
                <a:ext uri="{FF2B5EF4-FFF2-40B4-BE49-F238E27FC236}">
                  <a16:creationId xmlns:a16="http://schemas.microsoft.com/office/drawing/2014/main" xmlns="" id="{82B800C7-4CAE-4733-9ED7-0BB51C1A9B9D}"/>
                </a:ext>
              </a:extLst>
            </p:cNvPr>
            <p:cNvGrpSpPr/>
            <p:nvPr/>
          </p:nvGrpSpPr>
          <p:grpSpPr>
            <a:xfrm>
              <a:off x="4654101" y="1287351"/>
              <a:ext cx="3365950" cy="868695"/>
              <a:chOff x="910640" y="2975794"/>
              <a:chExt cx="1527408" cy="217275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075D7D59-7834-44C6-B5C8-6A46B42119D6}"/>
                  </a:ext>
                </a:extLst>
              </p:cNvPr>
              <p:cNvSpPr txBox="1"/>
              <p:nvPr/>
            </p:nvSpPr>
            <p:spPr>
              <a:xfrm>
                <a:off x="910640" y="2975794"/>
                <a:ext cx="1527408" cy="76980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Content  Here</a:t>
                </a:r>
                <a:endPara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4EE18566-EE99-455F-BB8C-1422808F501E}"/>
                  </a:ext>
                </a:extLst>
              </p:cNvPr>
              <p:cNvSpPr txBox="1"/>
              <p:nvPr/>
            </p:nvSpPr>
            <p:spPr>
              <a:xfrm>
                <a:off x="910640" y="3531964"/>
                <a:ext cx="1527408" cy="1616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You can simply impress your audience and add a unique zing and appeal to your Presentations. Easy to change colors, photos and Text</a:t>
                </a:r>
              </a:p>
            </p:txBody>
          </p:sp>
        </p:grpSp>
        <p:sp>
          <p:nvSpPr>
            <p:cNvPr id="20" name="Freeform 95">
              <a:extLst>
                <a:ext uri="{FF2B5EF4-FFF2-40B4-BE49-F238E27FC236}">
                  <a16:creationId xmlns:a16="http://schemas.microsoft.com/office/drawing/2014/main" xmlns="" id="{6CCE6C52-5B5E-4066-BEE4-B1897DB616E4}"/>
                </a:ext>
              </a:extLst>
            </p:cNvPr>
            <p:cNvSpPr>
              <a:spLocks/>
            </p:cNvSpPr>
            <p:nvPr/>
          </p:nvSpPr>
          <p:spPr>
            <a:xfrm>
              <a:off x="4057706" y="1529331"/>
              <a:ext cx="338573" cy="338573"/>
            </a:xfrm>
            <a:custGeom>
              <a:avLst/>
              <a:gdLst/>
              <a:ahLst/>
              <a:cxnLst/>
              <a:rect l="l" t="t" r="r" b="b"/>
              <a:pathLst>
                <a:path w="2376266" h="2700265">
                  <a:moveTo>
                    <a:pt x="1656387" y="1972892"/>
                  </a:moveTo>
                  <a:cubicBezTo>
                    <a:pt x="1611887" y="1973356"/>
                    <a:pt x="1563385" y="2005080"/>
                    <a:pt x="1534629" y="2057337"/>
                  </a:cubicBezTo>
                  <a:cubicBezTo>
                    <a:pt x="1496288" y="2127013"/>
                    <a:pt x="1507568" y="2206808"/>
                    <a:pt x="1559826" y="2235565"/>
                  </a:cubicBezTo>
                  <a:cubicBezTo>
                    <a:pt x="1612084" y="2264320"/>
                    <a:pt x="1685527" y="2231149"/>
                    <a:pt x="1723869" y="2161473"/>
                  </a:cubicBezTo>
                  <a:cubicBezTo>
                    <a:pt x="1762211" y="2091796"/>
                    <a:pt x="1750931" y="2012000"/>
                    <a:pt x="1698673" y="1983245"/>
                  </a:cubicBezTo>
                  <a:cubicBezTo>
                    <a:pt x="1685608" y="1976055"/>
                    <a:pt x="1671220" y="1972736"/>
                    <a:pt x="1656387" y="1972892"/>
                  </a:cubicBezTo>
                  <a:close/>
                  <a:moveTo>
                    <a:pt x="312688" y="1634792"/>
                  </a:moveTo>
                  <a:cubicBezTo>
                    <a:pt x="281116" y="1626772"/>
                    <a:pt x="249981" y="1631172"/>
                    <a:pt x="226763" y="1649891"/>
                  </a:cubicBezTo>
                  <a:cubicBezTo>
                    <a:pt x="180329" y="1687329"/>
                    <a:pt x="183153" y="1767868"/>
                    <a:pt x="233071" y="1829780"/>
                  </a:cubicBezTo>
                  <a:cubicBezTo>
                    <a:pt x="282989" y="1891692"/>
                    <a:pt x="361097" y="1911533"/>
                    <a:pt x="407532" y="1874094"/>
                  </a:cubicBezTo>
                  <a:cubicBezTo>
                    <a:pt x="453966" y="1836657"/>
                    <a:pt x="451142" y="1756118"/>
                    <a:pt x="401224" y="1694205"/>
                  </a:cubicBezTo>
                  <a:cubicBezTo>
                    <a:pt x="376265" y="1663249"/>
                    <a:pt x="344258" y="1642811"/>
                    <a:pt x="312688" y="1634792"/>
                  </a:cubicBezTo>
                  <a:close/>
                  <a:moveTo>
                    <a:pt x="1869299" y="1519920"/>
                  </a:moveTo>
                  <a:cubicBezTo>
                    <a:pt x="1824865" y="1522388"/>
                    <a:pt x="1777842" y="1556264"/>
                    <a:pt x="1751468" y="1609764"/>
                  </a:cubicBezTo>
                  <a:cubicBezTo>
                    <a:pt x="1716305" y="1681096"/>
                    <a:pt x="1731168" y="1760303"/>
                    <a:pt x="1784668" y="1786676"/>
                  </a:cubicBezTo>
                  <a:cubicBezTo>
                    <a:pt x="1838168" y="1813049"/>
                    <a:pt x="1910044" y="1776602"/>
                    <a:pt x="1945208" y="1705269"/>
                  </a:cubicBezTo>
                  <a:cubicBezTo>
                    <a:pt x="1980371" y="1633937"/>
                    <a:pt x="1965508" y="1554730"/>
                    <a:pt x="1912008" y="1528357"/>
                  </a:cubicBezTo>
                  <a:cubicBezTo>
                    <a:pt x="1898633" y="1521764"/>
                    <a:pt x="1884109" y="1519097"/>
                    <a:pt x="1869299" y="1519920"/>
                  </a:cubicBezTo>
                  <a:close/>
                  <a:moveTo>
                    <a:pt x="741251" y="1329992"/>
                  </a:moveTo>
                  <a:cubicBezTo>
                    <a:pt x="709680" y="1321974"/>
                    <a:pt x="678544" y="1326372"/>
                    <a:pt x="655326" y="1345092"/>
                  </a:cubicBezTo>
                  <a:cubicBezTo>
                    <a:pt x="608892" y="1382530"/>
                    <a:pt x="611716" y="1463069"/>
                    <a:pt x="661634" y="1524981"/>
                  </a:cubicBezTo>
                  <a:cubicBezTo>
                    <a:pt x="711552" y="1586893"/>
                    <a:pt x="789660" y="1606734"/>
                    <a:pt x="836094" y="1569294"/>
                  </a:cubicBezTo>
                  <a:cubicBezTo>
                    <a:pt x="882529" y="1531856"/>
                    <a:pt x="879704" y="1451317"/>
                    <a:pt x="829787" y="1389406"/>
                  </a:cubicBezTo>
                  <a:cubicBezTo>
                    <a:pt x="804828" y="1358450"/>
                    <a:pt x="772822" y="1338012"/>
                    <a:pt x="741251" y="1329992"/>
                  </a:cubicBezTo>
                  <a:close/>
                  <a:moveTo>
                    <a:pt x="2079316" y="1065457"/>
                  </a:moveTo>
                  <a:cubicBezTo>
                    <a:pt x="2035146" y="1070876"/>
                    <a:pt x="1990481" y="1107807"/>
                    <a:pt x="1967725" y="1162943"/>
                  </a:cubicBezTo>
                  <a:cubicBezTo>
                    <a:pt x="1937386" y="1236457"/>
                    <a:pt x="1957487" y="1314499"/>
                    <a:pt x="2012623" y="1337253"/>
                  </a:cubicBezTo>
                  <a:cubicBezTo>
                    <a:pt x="2067759" y="1360009"/>
                    <a:pt x="2137051" y="1318860"/>
                    <a:pt x="2167391" y="1245345"/>
                  </a:cubicBezTo>
                  <a:cubicBezTo>
                    <a:pt x="2197730" y="1171831"/>
                    <a:pt x="2177629" y="1093789"/>
                    <a:pt x="2122493" y="1071035"/>
                  </a:cubicBezTo>
                  <a:cubicBezTo>
                    <a:pt x="2108709" y="1065345"/>
                    <a:pt x="2094040" y="1063650"/>
                    <a:pt x="2079316" y="1065457"/>
                  </a:cubicBezTo>
                  <a:close/>
                  <a:moveTo>
                    <a:pt x="0" y="654162"/>
                  </a:moveTo>
                  <a:lnTo>
                    <a:pt x="1082073" y="1244384"/>
                  </a:lnTo>
                  <a:lnTo>
                    <a:pt x="1121421" y="2700265"/>
                  </a:lnTo>
                  <a:lnTo>
                    <a:pt x="4918" y="1923139"/>
                  </a:lnTo>
                  <a:cubicBezTo>
                    <a:pt x="3279" y="1498508"/>
                    <a:pt x="1639" y="1073875"/>
                    <a:pt x="0" y="654162"/>
                  </a:cubicBezTo>
                  <a:close/>
                  <a:moveTo>
                    <a:pt x="2375644" y="688592"/>
                  </a:moveTo>
                  <a:lnTo>
                    <a:pt x="2360889" y="1967406"/>
                  </a:lnTo>
                  <a:lnTo>
                    <a:pt x="1293570" y="2700265"/>
                  </a:lnTo>
                  <a:lnTo>
                    <a:pt x="1249303" y="1239466"/>
                  </a:lnTo>
                  <a:close/>
                  <a:moveTo>
                    <a:pt x="1214923" y="371219"/>
                  </a:moveTo>
                  <a:cubicBezTo>
                    <a:pt x="1197013" y="368793"/>
                    <a:pt x="1177834" y="369067"/>
                    <a:pt x="1158247" y="372480"/>
                  </a:cubicBezTo>
                  <a:cubicBezTo>
                    <a:pt x="1079899" y="386133"/>
                    <a:pt x="1024686" y="444836"/>
                    <a:pt x="1034926" y="503598"/>
                  </a:cubicBezTo>
                  <a:cubicBezTo>
                    <a:pt x="1045165" y="562359"/>
                    <a:pt x="1116980" y="598927"/>
                    <a:pt x="1195328" y="585274"/>
                  </a:cubicBezTo>
                  <a:cubicBezTo>
                    <a:pt x="1273676" y="571621"/>
                    <a:pt x="1328889" y="512918"/>
                    <a:pt x="1318650" y="454156"/>
                  </a:cubicBezTo>
                  <a:cubicBezTo>
                    <a:pt x="1310970" y="410086"/>
                    <a:pt x="1268654" y="378499"/>
                    <a:pt x="1214923" y="371219"/>
                  </a:cubicBezTo>
                  <a:close/>
                  <a:moveTo>
                    <a:pt x="1185985" y="0"/>
                  </a:moveTo>
                  <a:lnTo>
                    <a:pt x="2376266" y="506608"/>
                  </a:lnTo>
                  <a:lnTo>
                    <a:pt x="1161392" y="1101748"/>
                  </a:lnTo>
                  <a:lnTo>
                    <a:pt x="10460" y="4918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B573550A-B11A-4028-8B41-A7BBDCEA5FC6}"/>
              </a:ext>
            </a:extLst>
          </p:cNvPr>
          <p:cNvGrpSpPr/>
          <p:nvPr/>
        </p:nvGrpSpPr>
        <p:grpSpPr>
          <a:xfrm>
            <a:off x="3898762" y="5142482"/>
            <a:ext cx="4121289" cy="868694"/>
            <a:chOff x="3898762" y="4784335"/>
            <a:chExt cx="4121289" cy="868694"/>
          </a:xfrm>
        </p:grpSpPr>
        <p:sp>
          <p:nvSpPr>
            <p:cNvPr id="6" name="Oval 63">
              <a:extLst>
                <a:ext uri="{FF2B5EF4-FFF2-40B4-BE49-F238E27FC236}">
                  <a16:creationId xmlns:a16="http://schemas.microsoft.com/office/drawing/2014/main" xmlns="" id="{350172FA-F853-4A95-B5C4-E621532A632A}"/>
                </a:ext>
              </a:extLst>
            </p:cNvPr>
            <p:cNvSpPr/>
            <p:nvPr/>
          </p:nvSpPr>
          <p:spPr>
            <a:xfrm>
              <a:off x="3898762" y="4867375"/>
              <a:ext cx="656456" cy="65645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grpSp>
          <p:nvGrpSpPr>
            <p:cNvPr id="16" name="Group 76">
              <a:extLst>
                <a:ext uri="{FF2B5EF4-FFF2-40B4-BE49-F238E27FC236}">
                  <a16:creationId xmlns:a16="http://schemas.microsoft.com/office/drawing/2014/main" xmlns="" id="{293E7EB3-34FA-435C-AE47-B12D0A8DF0F0}"/>
                </a:ext>
              </a:extLst>
            </p:cNvPr>
            <p:cNvGrpSpPr/>
            <p:nvPr/>
          </p:nvGrpSpPr>
          <p:grpSpPr>
            <a:xfrm>
              <a:off x="4654101" y="4784335"/>
              <a:ext cx="3365950" cy="868694"/>
              <a:chOff x="910640" y="2975794"/>
              <a:chExt cx="1527408" cy="2172749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45F3D86A-F891-4162-932A-9DCDD54C77B8}"/>
                  </a:ext>
                </a:extLst>
              </p:cNvPr>
              <p:cNvSpPr txBox="1"/>
              <p:nvPr/>
            </p:nvSpPr>
            <p:spPr>
              <a:xfrm>
                <a:off x="910640" y="2975794"/>
                <a:ext cx="1527408" cy="76980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Content  Here</a:t>
                </a:r>
                <a:endPara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024F2D58-A774-4C84-B2FA-E58DA2D0CB31}"/>
                  </a:ext>
                </a:extLst>
              </p:cNvPr>
              <p:cNvSpPr txBox="1"/>
              <p:nvPr/>
            </p:nvSpPr>
            <p:spPr>
              <a:xfrm>
                <a:off x="910640" y="3531961"/>
                <a:ext cx="1527408" cy="1616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You can simply impress your audience and add a unique zing and appeal to your Presentations. Easy to change colors, photos and Text</a:t>
                </a:r>
              </a:p>
            </p:txBody>
          </p:sp>
        </p:grp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xmlns="" id="{BA5AC162-12A9-4E32-ADBE-6F8C436ACD89}"/>
                </a:ext>
              </a:extLst>
            </p:cNvPr>
            <p:cNvSpPr>
              <a:spLocks noChangeAspect="1"/>
            </p:cNvSpPr>
            <p:nvPr/>
          </p:nvSpPr>
          <p:spPr>
            <a:xfrm rot="8201235">
              <a:off x="4065509" y="5017555"/>
              <a:ext cx="322962" cy="356093"/>
            </a:xfrm>
            <a:custGeom>
              <a:avLst/>
              <a:gdLst/>
              <a:ahLst/>
              <a:cxnLst/>
              <a:rect l="l" t="t" r="r" b="b"/>
              <a:pathLst>
                <a:path w="4285801" h="4725490">
                  <a:moveTo>
                    <a:pt x="1428251" y="4622752"/>
                  </a:moveTo>
                  <a:cubicBezTo>
                    <a:pt x="1313180" y="4505074"/>
                    <a:pt x="1240588" y="4345285"/>
                    <a:pt x="1235771" y="4167715"/>
                  </a:cubicBezTo>
                  <a:cubicBezTo>
                    <a:pt x="1227835" y="3875156"/>
                    <a:pt x="1406218" y="3620819"/>
                    <a:pt x="1664050" y="3520754"/>
                  </a:cubicBezTo>
                  <a:lnTo>
                    <a:pt x="1635892" y="2482688"/>
                  </a:lnTo>
                  <a:lnTo>
                    <a:pt x="1044642" y="2469039"/>
                  </a:lnTo>
                  <a:lnTo>
                    <a:pt x="1044642" y="2667331"/>
                  </a:lnTo>
                  <a:cubicBezTo>
                    <a:pt x="1044642" y="2727000"/>
                    <a:pt x="996271" y="2775371"/>
                    <a:pt x="936601" y="2775372"/>
                  </a:cubicBezTo>
                  <a:lnTo>
                    <a:pt x="657382" y="2775371"/>
                  </a:lnTo>
                  <a:cubicBezTo>
                    <a:pt x="637755" y="2823613"/>
                    <a:pt x="630101" y="2874237"/>
                    <a:pt x="622448" y="2945800"/>
                  </a:cubicBezTo>
                  <a:lnTo>
                    <a:pt x="252030" y="2945800"/>
                  </a:lnTo>
                  <a:cubicBezTo>
                    <a:pt x="256275" y="2883407"/>
                    <a:pt x="252593" y="2828938"/>
                    <a:pt x="235967" y="2775370"/>
                  </a:cubicBezTo>
                  <a:lnTo>
                    <a:pt x="7267" y="2775370"/>
                  </a:lnTo>
                  <a:cubicBezTo>
                    <a:pt x="1003" y="2679903"/>
                    <a:pt x="-1109" y="2594661"/>
                    <a:pt x="535" y="2514852"/>
                  </a:cubicBezTo>
                  <a:cubicBezTo>
                    <a:pt x="5466" y="2275424"/>
                    <a:pt x="44187" y="2084887"/>
                    <a:pt x="105917" y="1813823"/>
                  </a:cubicBezTo>
                  <a:cubicBezTo>
                    <a:pt x="258635" y="1288584"/>
                    <a:pt x="488046" y="911620"/>
                    <a:pt x="870837" y="570445"/>
                  </a:cubicBezTo>
                  <a:cubicBezTo>
                    <a:pt x="674179" y="1284154"/>
                    <a:pt x="622718" y="1497188"/>
                    <a:pt x="741752" y="1669956"/>
                  </a:cubicBezTo>
                  <a:cubicBezTo>
                    <a:pt x="882751" y="1699943"/>
                    <a:pt x="788174" y="1674807"/>
                    <a:pt x="936601" y="1710419"/>
                  </a:cubicBezTo>
                  <a:cubicBezTo>
                    <a:pt x="1001384" y="1730870"/>
                    <a:pt x="1044642" y="1758791"/>
                    <a:pt x="1044642" y="1818460"/>
                  </a:cubicBezTo>
                  <a:lnTo>
                    <a:pt x="1044642" y="1970448"/>
                  </a:lnTo>
                  <a:lnTo>
                    <a:pt x="1621635" y="1957128"/>
                  </a:lnTo>
                  <a:lnTo>
                    <a:pt x="1601569" y="1217379"/>
                  </a:lnTo>
                  <a:cubicBezTo>
                    <a:pt x="1338692" y="1131438"/>
                    <a:pt x="1146783" y="887145"/>
                    <a:pt x="1138847" y="594588"/>
                  </a:cubicBezTo>
                  <a:cubicBezTo>
                    <a:pt x="1132425" y="357828"/>
                    <a:pt x="1248029" y="146099"/>
                    <a:pt x="1428910" y="20243"/>
                  </a:cubicBezTo>
                  <a:lnTo>
                    <a:pt x="1447318" y="698863"/>
                  </a:lnTo>
                  <a:lnTo>
                    <a:pt x="2193594" y="678620"/>
                  </a:lnTo>
                  <a:lnTo>
                    <a:pt x="2175185" y="0"/>
                  </a:lnTo>
                  <a:cubicBezTo>
                    <a:pt x="2362624" y="115865"/>
                    <a:pt x="2489536" y="321015"/>
                    <a:pt x="2495958" y="557775"/>
                  </a:cubicBezTo>
                  <a:cubicBezTo>
                    <a:pt x="2503894" y="850332"/>
                    <a:pt x="2325511" y="1104670"/>
                    <a:pt x="2067679" y="1204735"/>
                  </a:cubicBezTo>
                  <a:lnTo>
                    <a:pt x="2087796" y="1946367"/>
                  </a:lnTo>
                  <a:lnTo>
                    <a:pt x="4285801" y="1895627"/>
                  </a:lnTo>
                  <a:lnTo>
                    <a:pt x="4285801" y="2543859"/>
                  </a:lnTo>
                  <a:lnTo>
                    <a:pt x="2102637" y="2493462"/>
                  </a:lnTo>
                  <a:lnTo>
                    <a:pt x="2130160" y="3508110"/>
                  </a:lnTo>
                  <a:cubicBezTo>
                    <a:pt x="2393037" y="3594051"/>
                    <a:pt x="2584946" y="3838344"/>
                    <a:pt x="2592882" y="4130902"/>
                  </a:cubicBezTo>
                  <a:cubicBezTo>
                    <a:pt x="2599304" y="4367662"/>
                    <a:pt x="2483700" y="4579391"/>
                    <a:pt x="2302820" y="4705247"/>
                  </a:cubicBezTo>
                  <a:lnTo>
                    <a:pt x="2284411" y="4026626"/>
                  </a:lnTo>
                  <a:lnTo>
                    <a:pt x="1538135" y="4046869"/>
                  </a:lnTo>
                  <a:lnTo>
                    <a:pt x="1556544" y="4725490"/>
                  </a:lnTo>
                  <a:cubicBezTo>
                    <a:pt x="1509684" y="4696524"/>
                    <a:pt x="1466607" y="4661977"/>
                    <a:pt x="1428251" y="4622752"/>
                  </a:cubicBezTo>
                  <a:close/>
                  <a:moveTo>
                    <a:pt x="44807" y="3562389"/>
                  </a:moveTo>
                  <a:cubicBezTo>
                    <a:pt x="25255" y="3542837"/>
                    <a:pt x="13162" y="3515827"/>
                    <a:pt x="13162" y="3485992"/>
                  </a:cubicBezTo>
                  <a:lnTo>
                    <a:pt x="13162" y="3053842"/>
                  </a:lnTo>
                  <a:cubicBezTo>
                    <a:pt x="13162" y="2994173"/>
                    <a:pt x="61534" y="2945801"/>
                    <a:pt x="121203" y="2945801"/>
                  </a:cubicBezTo>
                  <a:lnTo>
                    <a:pt x="757287" y="2945801"/>
                  </a:lnTo>
                  <a:cubicBezTo>
                    <a:pt x="816956" y="2945801"/>
                    <a:pt x="865328" y="2994173"/>
                    <a:pt x="865328" y="3053842"/>
                  </a:cubicBezTo>
                  <a:lnTo>
                    <a:pt x="865328" y="3485992"/>
                  </a:lnTo>
                  <a:cubicBezTo>
                    <a:pt x="865328" y="3545662"/>
                    <a:pt x="816956" y="3594033"/>
                    <a:pt x="757287" y="3594033"/>
                  </a:cubicBezTo>
                  <a:lnTo>
                    <a:pt x="121203" y="3594033"/>
                  </a:lnTo>
                  <a:cubicBezTo>
                    <a:pt x="91368" y="3594033"/>
                    <a:pt x="64358" y="3581940"/>
                    <a:pt x="44807" y="35623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xmlns="" id="{E86B6E92-032B-4E62-B9C6-A5EFE2F98E09}"/>
              </a:ext>
            </a:extLst>
          </p:cNvPr>
          <p:cNvGrpSpPr/>
          <p:nvPr/>
        </p:nvGrpSpPr>
        <p:grpSpPr>
          <a:xfrm>
            <a:off x="3898762" y="2263242"/>
            <a:ext cx="4121289" cy="868694"/>
            <a:chOff x="3898762" y="2453012"/>
            <a:chExt cx="4121289" cy="868694"/>
          </a:xfrm>
        </p:grpSpPr>
        <p:sp>
          <p:nvSpPr>
            <p:cNvPr id="4" name="Oval 61">
              <a:extLst>
                <a:ext uri="{FF2B5EF4-FFF2-40B4-BE49-F238E27FC236}">
                  <a16:creationId xmlns:a16="http://schemas.microsoft.com/office/drawing/2014/main" xmlns="" id="{BE3D6B30-DF69-40B2-836F-E92B48BB8D99}"/>
                </a:ext>
              </a:extLst>
            </p:cNvPr>
            <p:cNvSpPr/>
            <p:nvPr/>
          </p:nvSpPr>
          <p:spPr>
            <a:xfrm>
              <a:off x="3898762" y="2536050"/>
              <a:ext cx="656456" cy="65645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grpSp>
          <p:nvGrpSpPr>
            <p:cNvPr id="10" name="Group 68">
              <a:extLst>
                <a:ext uri="{FF2B5EF4-FFF2-40B4-BE49-F238E27FC236}">
                  <a16:creationId xmlns:a16="http://schemas.microsoft.com/office/drawing/2014/main" xmlns="" id="{588F7B6E-0C6C-4C4D-BBEF-AF016983F263}"/>
                </a:ext>
              </a:extLst>
            </p:cNvPr>
            <p:cNvGrpSpPr/>
            <p:nvPr/>
          </p:nvGrpSpPr>
          <p:grpSpPr>
            <a:xfrm>
              <a:off x="4654101" y="2453012"/>
              <a:ext cx="3365950" cy="868694"/>
              <a:chOff x="910640" y="2975794"/>
              <a:chExt cx="1527408" cy="2172749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44EA1055-193C-4613-B31A-D2722F97DBC1}"/>
                  </a:ext>
                </a:extLst>
              </p:cNvPr>
              <p:cNvSpPr txBox="1"/>
              <p:nvPr/>
            </p:nvSpPr>
            <p:spPr>
              <a:xfrm>
                <a:off x="910640" y="2975794"/>
                <a:ext cx="1527408" cy="76980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Content  Here</a:t>
                </a:r>
                <a:endPara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1DD3EB83-2F8C-48E4-8F2E-2E71E94B31F8}"/>
                  </a:ext>
                </a:extLst>
              </p:cNvPr>
              <p:cNvSpPr txBox="1"/>
              <p:nvPr/>
            </p:nvSpPr>
            <p:spPr>
              <a:xfrm>
                <a:off x="910640" y="3531961"/>
                <a:ext cx="1527408" cy="1616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You can simply impress your audience and add a unique zing and appeal to your Presentations. Easy to change colors, photos and Text</a:t>
                </a:r>
              </a:p>
            </p:txBody>
          </p:sp>
        </p:grpSp>
        <p:sp>
          <p:nvSpPr>
            <p:cNvPr id="22" name="Rounded Rectangle 1">
              <a:extLst>
                <a:ext uri="{FF2B5EF4-FFF2-40B4-BE49-F238E27FC236}">
                  <a16:creationId xmlns:a16="http://schemas.microsoft.com/office/drawing/2014/main" xmlns="" id="{5D96E8B3-0C7D-48EA-B5F3-B5DF33E238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26676" y="2699983"/>
              <a:ext cx="200630" cy="338573"/>
            </a:xfrm>
            <a:custGeom>
              <a:avLst/>
              <a:gdLst/>
              <a:ahLst/>
              <a:cxnLst/>
              <a:rect l="l" t="t" r="r" b="b"/>
              <a:pathLst>
                <a:path w="2337548" h="3944720">
                  <a:moveTo>
                    <a:pt x="2013548" y="1242075"/>
                  </a:moveTo>
                  <a:lnTo>
                    <a:pt x="2337548" y="1242075"/>
                  </a:lnTo>
                  <a:lnTo>
                    <a:pt x="2337548" y="1945866"/>
                  </a:lnTo>
                  <a:lnTo>
                    <a:pt x="2337548" y="1962155"/>
                  </a:lnTo>
                  <a:lnTo>
                    <a:pt x="2336798" y="1962155"/>
                  </a:lnTo>
                  <a:cubicBezTo>
                    <a:pt x="2330129" y="2597501"/>
                    <a:pt x="1898450" y="3121603"/>
                    <a:pt x="1336990" y="3208701"/>
                  </a:cubicBezTo>
                  <a:lnTo>
                    <a:pt x="1336990" y="3620720"/>
                  </a:lnTo>
                  <a:lnTo>
                    <a:pt x="1895070" y="3620720"/>
                  </a:lnTo>
                  <a:lnTo>
                    <a:pt x="1895070" y="3944720"/>
                  </a:lnTo>
                  <a:lnTo>
                    <a:pt x="454910" y="3944720"/>
                  </a:lnTo>
                  <a:lnTo>
                    <a:pt x="454910" y="3620720"/>
                  </a:lnTo>
                  <a:lnTo>
                    <a:pt x="1012990" y="3620720"/>
                  </a:lnTo>
                  <a:lnTo>
                    <a:pt x="1012990" y="3210585"/>
                  </a:lnTo>
                  <a:cubicBezTo>
                    <a:pt x="447376" y="3129632"/>
                    <a:pt x="8655" y="2604919"/>
                    <a:pt x="389" y="1964536"/>
                  </a:cubicBezTo>
                  <a:lnTo>
                    <a:pt x="0" y="1964536"/>
                  </a:lnTo>
                  <a:lnTo>
                    <a:pt x="0" y="1244456"/>
                  </a:lnTo>
                  <a:lnTo>
                    <a:pt x="324000" y="1244456"/>
                  </a:lnTo>
                  <a:lnTo>
                    <a:pt x="324000" y="1964536"/>
                  </a:lnTo>
                  <a:lnTo>
                    <a:pt x="323361" y="1964536"/>
                  </a:lnTo>
                  <a:cubicBezTo>
                    <a:pt x="331926" y="2486037"/>
                    <a:pt x="710705" y="2903701"/>
                    <a:pt x="1173940" y="2900510"/>
                  </a:cubicBezTo>
                  <a:cubicBezTo>
                    <a:pt x="1634302" y="2897337"/>
                    <a:pt x="2006933" y="2479634"/>
                    <a:pt x="2014006" y="1962155"/>
                  </a:cubicBezTo>
                  <a:lnTo>
                    <a:pt x="2013548" y="1962155"/>
                  </a:lnTo>
                  <a:close/>
                  <a:moveTo>
                    <a:pt x="1168773" y="0"/>
                  </a:moveTo>
                  <a:cubicBezTo>
                    <a:pt x="1546536" y="0"/>
                    <a:pt x="1852773" y="306237"/>
                    <a:pt x="1852773" y="684000"/>
                  </a:cubicBezTo>
                  <a:lnTo>
                    <a:pt x="1852773" y="1980000"/>
                  </a:lnTo>
                  <a:cubicBezTo>
                    <a:pt x="1852773" y="2357763"/>
                    <a:pt x="1546536" y="2664000"/>
                    <a:pt x="1168773" y="2664000"/>
                  </a:cubicBezTo>
                  <a:cubicBezTo>
                    <a:pt x="791010" y="2664000"/>
                    <a:pt x="484773" y="2357763"/>
                    <a:pt x="484773" y="1980000"/>
                  </a:cubicBezTo>
                  <a:lnTo>
                    <a:pt x="484773" y="684000"/>
                  </a:lnTo>
                  <a:cubicBezTo>
                    <a:pt x="484773" y="306237"/>
                    <a:pt x="791010" y="0"/>
                    <a:pt x="116877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1584196C-3F9A-4085-82CD-B10780F52A3C}"/>
              </a:ext>
            </a:extLst>
          </p:cNvPr>
          <p:cNvSpPr txBox="1"/>
          <p:nvPr/>
        </p:nvSpPr>
        <p:spPr>
          <a:xfrm>
            <a:off x="766185" y="883337"/>
            <a:ext cx="2688139" cy="923330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en-US" altLang="ko-KR" sz="2000" b="1" dirty="0">
                <a:solidFill>
                  <a:schemeClr val="accent5"/>
                </a:solidFill>
                <a:cs typeface="Arial" pitchFamily="34" charset="0"/>
              </a:rPr>
              <a:t>We Create</a:t>
            </a:r>
          </a:p>
          <a:p>
            <a:r>
              <a:rPr lang="en-US" altLang="ko-KR" sz="2000" b="1" dirty="0">
                <a:solidFill>
                  <a:schemeClr val="accent5"/>
                </a:solidFill>
                <a:cs typeface="Arial" pitchFamily="34" charset="0"/>
              </a:rPr>
              <a:t>Quality Professional </a:t>
            </a:r>
          </a:p>
          <a:p>
            <a:r>
              <a:rPr lang="en-US" altLang="ko-KR" sz="2000" b="1" dirty="0">
                <a:solidFill>
                  <a:schemeClr val="accent5"/>
                </a:solidFill>
                <a:cs typeface="Arial" pitchFamily="34" charset="0"/>
              </a:rPr>
              <a:t>PPT Presentation</a:t>
            </a:r>
            <a:endParaRPr lang="ko-KR" altLang="en-US" sz="2000" b="1" dirty="0">
              <a:solidFill>
                <a:schemeClr val="accent5"/>
              </a:solidFill>
              <a:cs typeface="Arial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43BA1493-7C79-443E-97E9-F4EB47864C33}"/>
              </a:ext>
            </a:extLst>
          </p:cNvPr>
          <p:cNvSpPr txBox="1"/>
          <p:nvPr/>
        </p:nvSpPr>
        <p:spPr>
          <a:xfrm>
            <a:off x="675083" y="1913924"/>
            <a:ext cx="22681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Example Text : Get a modern PowerPoint  Presentation that is beautifully designed. I hope and I believe that this Template will your Time, Money and Reputation. You can simply impress your audience and add a unique zing and appeal to your Presentations.   </a:t>
            </a: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</a:t>
            </a:r>
          </a:p>
        </p:txBody>
      </p:sp>
      <p:sp>
        <p:nvSpPr>
          <p:cNvPr id="29" name="그림 개체 틀 28">
            <a:extLst>
              <a:ext uri="{FF2B5EF4-FFF2-40B4-BE49-F238E27FC236}">
                <a16:creationId xmlns:a16="http://schemas.microsoft.com/office/drawing/2014/main" xmlns="" id="{814F54B0-394B-4FF0-912F-5432538BE305}"/>
              </a:ext>
            </a:extLst>
          </p:cNvPr>
          <p:cNvSpPr>
            <a:spLocks noGrp="1"/>
          </p:cNvSpPr>
          <p:nvPr>
            <p:ph type="pic" idx="14"/>
          </p:nvPr>
        </p:nvSpPr>
        <p:spPr/>
      </p:sp>
    </p:spTree>
    <p:extLst>
      <p:ext uri="{BB962C8B-B14F-4D97-AF65-F5344CB8AC3E}">
        <p14:creationId xmlns:p14="http://schemas.microsoft.com/office/powerpoint/2010/main" val="38833692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xmlns="" id="{C96501C4-84B5-4E4A-B0E0-41AEA58B076E}"/>
              </a:ext>
            </a:extLst>
          </p:cNvPr>
          <p:cNvGrpSpPr/>
          <p:nvPr/>
        </p:nvGrpSpPr>
        <p:grpSpPr>
          <a:xfrm>
            <a:off x="940788" y="4555554"/>
            <a:ext cx="5148660" cy="1629366"/>
            <a:chOff x="345642" y="4582569"/>
            <a:chExt cx="4212000" cy="1730732"/>
          </a:xfrm>
        </p:grpSpPr>
        <p:sp>
          <p:nvSpPr>
            <p:cNvPr id="4" name="Pentagon 28">
              <a:extLst>
                <a:ext uri="{FF2B5EF4-FFF2-40B4-BE49-F238E27FC236}">
                  <a16:creationId xmlns:a16="http://schemas.microsoft.com/office/drawing/2014/main" xmlns="" id="{5892E62E-32F8-4B60-BA94-549678C5AD99}"/>
                </a:ext>
              </a:extLst>
            </p:cNvPr>
            <p:cNvSpPr/>
            <p:nvPr/>
          </p:nvSpPr>
          <p:spPr>
            <a:xfrm rot="10560000">
              <a:off x="383023" y="4801133"/>
              <a:ext cx="4162443" cy="1512168"/>
            </a:xfrm>
            <a:prstGeom prst="homePlate">
              <a:avLst>
                <a:gd name="adj" fmla="val 41362"/>
              </a:avLst>
            </a:prstGeom>
            <a:solidFill>
              <a:schemeClr val="tx1">
                <a:lumMod val="65000"/>
                <a:lumOff val="35000"/>
                <a:alpha val="23000"/>
              </a:schemeClr>
            </a:solidFill>
            <a:ln>
              <a:noFill/>
            </a:ln>
            <a:effectLst>
              <a:outerShdw blurRad="127000" dist="38100" dir="8100000" algn="tr" rotWithShape="0">
                <a:prstClr val="black">
                  <a:alpha val="33000"/>
                </a:prstClr>
              </a:outerShdw>
              <a:softEdge rad="190500"/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/>
            </a:p>
          </p:txBody>
        </p:sp>
        <p:sp>
          <p:nvSpPr>
            <p:cNvPr id="5" name="Pentagon 29">
              <a:extLst>
                <a:ext uri="{FF2B5EF4-FFF2-40B4-BE49-F238E27FC236}">
                  <a16:creationId xmlns:a16="http://schemas.microsoft.com/office/drawing/2014/main" xmlns="" id="{718FB582-843A-4735-981C-7C0292667B8E}"/>
                </a:ext>
              </a:extLst>
            </p:cNvPr>
            <p:cNvSpPr/>
            <p:nvPr/>
          </p:nvSpPr>
          <p:spPr>
            <a:xfrm rot="10800000">
              <a:off x="345642" y="4586555"/>
              <a:ext cx="4212000" cy="1512168"/>
            </a:xfrm>
            <a:prstGeom prst="homePlate">
              <a:avLst>
                <a:gd name="adj" fmla="val 41362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13500000" scaled="1"/>
              <a:tileRect/>
            </a:gradFill>
            <a:ln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</a:ln>
            <a:effectLst>
              <a:outerShdw blurRad="127000" dist="38100" dir="8100000" algn="tr" rotWithShape="0">
                <a:prstClr val="black">
                  <a:alpha val="33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/>
            </a:p>
          </p:txBody>
        </p:sp>
        <p:sp>
          <p:nvSpPr>
            <p:cNvPr id="6" name="Chevron 70">
              <a:extLst>
                <a:ext uri="{FF2B5EF4-FFF2-40B4-BE49-F238E27FC236}">
                  <a16:creationId xmlns:a16="http://schemas.microsoft.com/office/drawing/2014/main" xmlns="" id="{655873F1-5C26-45B0-A1F1-A29D03A75F44}"/>
                </a:ext>
              </a:extLst>
            </p:cNvPr>
            <p:cNvSpPr/>
            <p:nvPr/>
          </p:nvSpPr>
          <p:spPr>
            <a:xfrm rot="10800000">
              <a:off x="557997" y="4582569"/>
              <a:ext cx="677368" cy="1515600"/>
            </a:xfrm>
            <a:prstGeom prst="chevron">
              <a:avLst>
                <a:gd name="adj" fmla="val 76099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3">
            <a:extLst>
              <a:ext uri="{FF2B5EF4-FFF2-40B4-BE49-F238E27FC236}">
                <a16:creationId xmlns:a16="http://schemas.microsoft.com/office/drawing/2014/main" xmlns="" id="{49B70FF9-A254-4ECC-BF83-8F5E38FFBB22}"/>
              </a:ext>
            </a:extLst>
          </p:cNvPr>
          <p:cNvGrpSpPr/>
          <p:nvPr/>
        </p:nvGrpSpPr>
        <p:grpSpPr>
          <a:xfrm>
            <a:off x="940788" y="3167988"/>
            <a:ext cx="5148660" cy="1706369"/>
            <a:chOff x="345642" y="3108678"/>
            <a:chExt cx="4212000" cy="1812525"/>
          </a:xfrm>
        </p:grpSpPr>
        <p:sp>
          <p:nvSpPr>
            <p:cNvPr id="8" name="Pentagon 53">
              <a:extLst>
                <a:ext uri="{FF2B5EF4-FFF2-40B4-BE49-F238E27FC236}">
                  <a16:creationId xmlns:a16="http://schemas.microsoft.com/office/drawing/2014/main" xmlns="" id="{D3ECD85E-A8A0-4A6E-A26C-39ADFD6AD6FE}"/>
                </a:ext>
              </a:extLst>
            </p:cNvPr>
            <p:cNvSpPr/>
            <p:nvPr/>
          </p:nvSpPr>
          <p:spPr>
            <a:xfrm rot="10560000">
              <a:off x="347527" y="3409035"/>
              <a:ext cx="4162443" cy="1512168"/>
            </a:xfrm>
            <a:prstGeom prst="homePlate">
              <a:avLst>
                <a:gd name="adj" fmla="val 41362"/>
              </a:avLst>
            </a:prstGeom>
            <a:solidFill>
              <a:schemeClr val="tx1">
                <a:lumMod val="65000"/>
                <a:lumOff val="35000"/>
                <a:alpha val="23000"/>
              </a:schemeClr>
            </a:solidFill>
            <a:ln>
              <a:noFill/>
            </a:ln>
            <a:effectLst>
              <a:outerShdw blurRad="127000" dist="38100" dir="8100000" algn="tr" rotWithShape="0">
                <a:prstClr val="black">
                  <a:alpha val="33000"/>
                </a:prstClr>
              </a:outerShdw>
              <a:softEdge rad="190500"/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/>
            </a:p>
          </p:txBody>
        </p:sp>
        <p:sp>
          <p:nvSpPr>
            <p:cNvPr id="9" name="Pentagon 54">
              <a:extLst>
                <a:ext uri="{FF2B5EF4-FFF2-40B4-BE49-F238E27FC236}">
                  <a16:creationId xmlns:a16="http://schemas.microsoft.com/office/drawing/2014/main" xmlns="" id="{FC27953B-DE2E-4594-BA20-22FBD61C40E9}"/>
                </a:ext>
              </a:extLst>
            </p:cNvPr>
            <p:cNvSpPr/>
            <p:nvPr/>
          </p:nvSpPr>
          <p:spPr>
            <a:xfrm rot="10800000">
              <a:off x="345642" y="3108678"/>
              <a:ext cx="4212000" cy="1512168"/>
            </a:xfrm>
            <a:prstGeom prst="homePlate">
              <a:avLst>
                <a:gd name="adj" fmla="val 41362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13500000" scaled="1"/>
              <a:tileRect/>
            </a:gradFill>
            <a:ln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</a:ln>
            <a:effectLst>
              <a:outerShdw blurRad="127000" dist="38100" dir="8100000" algn="tr" rotWithShape="0">
                <a:prstClr val="black">
                  <a:alpha val="33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/>
            </a:p>
          </p:txBody>
        </p:sp>
        <p:sp>
          <p:nvSpPr>
            <p:cNvPr id="10" name="Chevron 69">
              <a:extLst>
                <a:ext uri="{FF2B5EF4-FFF2-40B4-BE49-F238E27FC236}">
                  <a16:creationId xmlns:a16="http://schemas.microsoft.com/office/drawing/2014/main" xmlns="" id="{26DB02DE-8DF6-4654-98CD-8D690A26216D}"/>
                </a:ext>
              </a:extLst>
            </p:cNvPr>
            <p:cNvSpPr/>
            <p:nvPr/>
          </p:nvSpPr>
          <p:spPr>
            <a:xfrm rot="10800000">
              <a:off x="557997" y="3114556"/>
              <a:ext cx="677368" cy="1515600"/>
            </a:xfrm>
            <a:prstGeom prst="chevron">
              <a:avLst>
                <a:gd name="adj" fmla="val 76099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12">
            <a:extLst>
              <a:ext uri="{FF2B5EF4-FFF2-40B4-BE49-F238E27FC236}">
                <a16:creationId xmlns:a16="http://schemas.microsoft.com/office/drawing/2014/main" xmlns="" id="{89650E60-C67A-4D72-8F0E-7D082E625586}"/>
              </a:ext>
            </a:extLst>
          </p:cNvPr>
          <p:cNvGrpSpPr/>
          <p:nvPr/>
        </p:nvGrpSpPr>
        <p:grpSpPr>
          <a:xfrm>
            <a:off x="6096317" y="4559309"/>
            <a:ext cx="5148661" cy="1629055"/>
            <a:chOff x="4572974" y="4586556"/>
            <a:chExt cx="4280979" cy="1730401"/>
          </a:xfrm>
        </p:grpSpPr>
        <p:sp>
          <p:nvSpPr>
            <p:cNvPr id="12" name="Pentagon 17">
              <a:extLst>
                <a:ext uri="{FF2B5EF4-FFF2-40B4-BE49-F238E27FC236}">
                  <a16:creationId xmlns:a16="http://schemas.microsoft.com/office/drawing/2014/main" xmlns="" id="{06ED1AB6-8A94-4EA5-B8DC-8B902B661E3C}"/>
                </a:ext>
              </a:extLst>
            </p:cNvPr>
            <p:cNvSpPr/>
            <p:nvPr/>
          </p:nvSpPr>
          <p:spPr>
            <a:xfrm rot="240000">
              <a:off x="4640694" y="4804789"/>
              <a:ext cx="4213259" cy="1512168"/>
            </a:xfrm>
            <a:prstGeom prst="homePlate">
              <a:avLst>
                <a:gd name="adj" fmla="val 41362"/>
              </a:avLst>
            </a:prstGeom>
            <a:solidFill>
              <a:schemeClr val="tx1">
                <a:lumMod val="65000"/>
                <a:lumOff val="35000"/>
                <a:alpha val="23000"/>
              </a:schemeClr>
            </a:solidFill>
            <a:ln>
              <a:noFill/>
            </a:ln>
            <a:effectLst>
              <a:outerShdw blurRad="127000" dist="38100" dir="8100000" algn="tr" rotWithShape="0">
                <a:prstClr val="black">
                  <a:alpha val="33000"/>
                </a:prstClr>
              </a:outerShdw>
              <a:softEdge rad="190500"/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/>
            </a:p>
          </p:txBody>
        </p:sp>
        <p:sp>
          <p:nvSpPr>
            <p:cNvPr id="13" name="Pentagon 13">
              <a:extLst>
                <a:ext uri="{FF2B5EF4-FFF2-40B4-BE49-F238E27FC236}">
                  <a16:creationId xmlns:a16="http://schemas.microsoft.com/office/drawing/2014/main" xmlns="" id="{2E13CA62-D4FC-40FB-A552-EC27C40FA530}"/>
                </a:ext>
              </a:extLst>
            </p:cNvPr>
            <p:cNvSpPr/>
            <p:nvPr/>
          </p:nvSpPr>
          <p:spPr>
            <a:xfrm>
              <a:off x="4572974" y="4586556"/>
              <a:ext cx="4211998" cy="1512168"/>
            </a:xfrm>
            <a:prstGeom prst="homePlate">
              <a:avLst>
                <a:gd name="adj" fmla="val 41362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</a:ln>
            <a:effectLst>
              <a:outerShdw blurRad="127000" dist="38100" dir="8100000" algn="tr" rotWithShape="0">
                <a:prstClr val="black">
                  <a:alpha val="33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/>
            </a:p>
          </p:txBody>
        </p:sp>
        <p:sp>
          <p:nvSpPr>
            <p:cNvPr id="14" name="Chevron 14">
              <a:extLst>
                <a:ext uri="{FF2B5EF4-FFF2-40B4-BE49-F238E27FC236}">
                  <a16:creationId xmlns:a16="http://schemas.microsoft.com/office/drawing/2014/main" xmlns="" id="{E6C3CF4E-1448-47CC-B1F7-EDEDC684B3B6}"/>
                </a:ext>
              </a:extLst>
            </p:cNvPr>
            <p:cNvSpPr/>
            <p:nvPr/>
          </p:nvSpPr>
          <p:spPr>
            <a:xfrm>
              <a:off x="7917086" y="4596081"/>
              <a:ext cx="688461" cy="1512168"/>
            </a:xfrm>
            <a:prstGeom prst="chevron">
              <a:avLst>
                <a:gd name="adj" fmla="val 73363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11">
            <a:extLst>
              <a:ext uri="{FF2B5EF4-FFF2-40B4-BE49-F238E27FC236}">
                <a16:creationId xmlns:a16="http://schemas.microsoft.com/office/drawing/2014/main" xmlns="" id="{1FA79B4F-5011-4964-9BD8-1D97271E365E}"/>
              </a:ext>
            </a:extLst>
          </p:cNvPr>
          <p:cNvGrpSpPr/>
          <p:nvPr/>
        </p:nvGrpSpPr>
        <p:grpSpPr>
          <a:xfrm>
            <a:off x="6096316" y="3173097"/>
            <a:ext cx="5148660" cy="1704701"/>
            <a:chOff x="4572977" y="3114107"/>
            <a:chExt cx="4245485" cy="1810752"/>
          </a:xfrm>
        </p:grpSpPr>
        <p:sp>
          <p:nvSpPr>
            <p:cNvPr id="16" name="Pentagon 20">
              <a:extLst>
                <a:ext uri="{FF2B5EF4-FFF2-40B4-BE49-F238E27FC236}">
                  <a16:creationId xmlns:a16="http://schemas.microsoft.com/office/drawing/2014/main" xmlns="" id="{FBE379A4-E5D6-4235-BEDF-3B6C45008D69}"/>
                </a:ext>
              </a:extLst>
            </p:cNvPr>
            <p:cNvSpPr/>
            <p:nvPr/>
          </p:nvSpPr>
          <p:spPr>
            <a:xfrm rot="240000">
              <a:off x="4605201" y="3412691"/>
              <a:ext cx="4213261" cy="1512168"/>
            </a:xfrm>
            <a:prstGeom prst="homePlate">
              <a:avLst>
                <a:gd name="adj" fmla="val 41362"/>
              </a:avLst>
            </a:prstGeom>
            <a:solidFill>
              <a:schemeClr val="tx1">
                <a:lumMod val="65000"/>
                <a:lumOff val="35000"/>
                <a:alpha val="23000"/>
              </a:schemeClr>
            </a:solidFill>
            <a:ln>
              <a:noFill/>
            </a:ln>
            <a:effectLst>
              <a:outerShdw blurRad="127000" dist="38100" dir="8100000" algn="tr" rotWithShape="0">
                <a:prstClr val="black">
                  <a:alpha val="33000"/>
                </a:prstClr>
              </a:outerShdw>
              <a:softEdge rad="190500"/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/>
            </a:p>
          </p:txBody>
        </p:sp>
        <p:sp>
          <p:nvSpPr>
            <p:cNvPr id="17" name="Pentagon 21">
              <a:extLst>
                <a:ext uri="{FF2B5EF4-FFF2-40B4-BE49-F238E27FC236}">
                  <a16:creationId xmlns:a16="http://schemas.microsoft.com/office/drawing/2014/main" xmlns="" id="{DF5533F6-2D35-4E0E-96CE-4F494E4C5D59}"/>
                </a:ext>
              </a:extLst>
            </p:cNvPr>
            <p:cNvSpPr/>
            <p:nvPr/>
          </p:nvSpPr>
          <p:spPr>
            <a:xfrm>
              <a:off x="4572977" y="3114107"/>
              <a:ext cx="4212002" cy="1512168"/>
            </a:xfrm>
            <a:prstGeom prst="homePlate">
              <a:avLst>
                <a:gd name="adj" fmla="val 41362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</a:ln>
            <a:effectLst>
              <a:outerShdw blurRad="127000" dist="38100" dir="8100000" algn="tr" rotWithShape="0">
                <a:prstClr val="black">
                  <a:alpha val="33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/>
            </a:p>
          </p:txBody>
        </p:sp>
        <p:sp>
          <p:nvSpPr>
            <p:cNvPr id="18" name="Chevron 22">
              <a:extLst>
                <a:ext uri="{FF2B5EF4-FFF2-40B4-BE49-F238E27FC236}">
                  <a16:creationId xmlns:a16="http://schemas.microsoft.com/office/drawing/2014/main" xmlns="" id="{46F0DCDC-C1FA-4CD1-9530-BAE78DA34F63}"/>
                </a:ext>
              </a:extLst>
            </p:cNvPr>
            <p:cNvSpPr/>
            <p:nvPr/>
          </p:nvSpPr>
          <p:spPr>
            <a:xfrm>
              <a:off x="7915934" y="3123632"/>
              <a:ext cx="682753" cy="1512168"/>
            </a:xfrm>
            <a:prstGeom prst="chevron">
              <a:avLst>
                <a:gd name="adj" fmla="val 73363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5">
            <a:extLst>
              <a:ext uri="{FF2B5EF4-FFF2-40B4-BE49-F238E27FC236}">
                <a16:creationId xmlns:a16="http://schemas.microsoft.com/office/drawing/2014/main" xmlns="" id="{C129FFDD-E90D-4B7B-A893-6E66A1C51DC7}"/>
              </a:ext>
            </a:extLst>
          </p:cNvPr>
          <p:cNvGrpSpPr/>
          <p:nvPr/>
        </p:nvGrpSpPr>
        <p:grpSpPr>
          <a:xfrm>
            <a:off x="6096316" y="1781029"/>
            <a:ext cx="5148660" cy="1709811"/>
            <a:chOff x="4572977" y="1635435"/>
            <a:chExt cx="4245485" cy="1816181"/>
          </a:xfrm>
        </p:grpSpPr>
        <p:sp>
          <p:nvSpPr>
            <p:cNvPr id="20" name="Pentagon 24">
              <a:extLst>
                <a:ext uri="{FF2B5EF4-FFF2-40B4-BE49-F238E27FC236}">
                  <a16:creationId xmlns:a16="http://schemas.microsoft.com/office/drawing/2014/main" xmlns="" id="{E7936D43-58D7-4A40-AC15-44500F5C2AA8}"/>
                </a:ext>
              </a:extLst>
            </p:cNvPr>
            <p:cNvSpPr/>
            <p:nvPr/>
          </p:nvSpPr>
          <p:spPr>
            <a:xfrm rot="240000">
              <a:off x="4605201" y="1939448"/>
              <a:ext cx="4213261" cy="1512168"/>
            </a:xfrm>
            <a:prstGeom prst="homePlate">
              <a:avLst>
                <a:gd name="adj" fmla="val 41362"/>
              </a:avLst>
            </a:prstGeom>
            <a:solidFill>
              <a:schemeClr val="tx1">
                <a:lumMod val="65000"/>
                <a:lumOff val="35000"/>
                <a:alpha val="23000"/>
              </a:schemeClr>
            </a:solidFill>
            <a:ln>
              <a:noFill/>
            </a:ln>
            <a:effectLst>
              <a:outerShdw blurRad="127000" dist="38100" dir="8100000" algn="tr" rotWithShape="0">
                <a:prstClr val="black">
                  <a:alpha val="33000"/>
                </a:prstClr>
              </a:outerShdw>
              <a:softEdge rad="190500"/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/>
            </a:p>
          </p:txBody>
        </p:sp>
        <p:sp>
          <p:nvSpPr>
            <p:cNvPr id="21" name="Pentagon 25">
              <a:extLst>
                <a:ext uri="{FF2B5EF4-FFF2-40B4-BE49-F238E27FC236}">
                  <a16:creationId xmlns:a16="http://schemas.microsoft.com/office/drawing/2014/main" xmlns="" id="{63A604BE-7CC1-4AD5-B230-E5A36E74F6FE}"/>
                </a:ext>
              </a:extLst>
            </p:cNvPr>
            <p:cNvSpPr/>
            <p:nvPr/>
          </p:nvSpPr>
          <p:spPr>
            <a:xfrm>
              <a:off x="4572977" y="1635435"/>
              <a:ext cx="4212002" cy="1512168"/>
            </a:xfrm>
            <a:prstGeom prst="homePlate">
              <a:avLst>
                <a:gd name="adj" fmla="val 0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</a:ln>
            <a:effectLst>
              <a:outerShdw blurRad="127000" dist="38100" dir="8100000" algn="tr" rotWithShape="0">
                <a:prstClr val="black">
                  <a:alpha val="33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/>
            </a:p>
          </p:txBody>
        </p:sp>
        <p:sp>
          <p:nvSpPr>
            <p:cNvPr id="22" name="Chevron 26">
              <a:extLst>
                <a:ext uri="{FF2B5EF4-FFF2-40B4-BE49-F238E27FC236}">
                  <a16:creationId xmlns:a16="http://schemas.microsoft.com/office/drawing/2014/main" xmlns="" id="{7F6D6160-7D63-4BA4-AC9E-381B45740861}"/>
                </a:ext>
              </a:extLst>
            </p:cNvPr>
            <p:cNvSpPr/>
            <p:nvPr/>
          </p:nvSpPr>
          <p:spPr>
            <a:xfrm>
              <a:off x="7915934" y="1640864"/>
              <a:ext cx="682753" cy="1512168"/>
            </a:xfrm>
            <a:prstGeom prst="chevron">
              <a:avLst>
                <a:gd name="adj" fmla="val 73363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">
            <a:extLst>
              <a:ext uri="{FF2B5EF4-FFF2-40B4-BE49-F238E27FC236}">
                <a16:creationId xmlns:a16="http://schemas.microsoft.com/office/drawing/2014/main" xmlns="" id="{7B430C95-8F92-4E8A-A418-63147A5E102E}"/>
              </a:ext>
            </a:extLst>
          </p:cNvPr>
          <p:cNvGrpSpPr/>
          <p:nvPr/>
        </p:nvGrpSpPr>
        <p:grpSpPr>
          <a:xfrm>
            <a:off x="949666" y="2473487"/>
            <a:ext cx="5148660" cy="1706370"/>
            <a:chOff x="345642" y="1635435"/>
            <a:chExt cx="4212000" cy="1812525"/>
          </a:xfrm>
        </p:grpSpPr>
        <p:sp>
          <p:nvSpPr>
            <p:cNvPr id="24" name="Pentagon 57">
              <a:extLst>
                <a:ext uri="{FF2B5EF4-FFF2-40B4-BE49-F238E27FC236}">
                  <a16:creationId xmlns:a16="http://schemas.microsoft.com/office/drawing/2014/main" xmlns="" id="{FD30F7CF-0548-4AE5-B533-3884A0B2C5F2}"/>
                </a:ext>
              </a:extLst>
            </p:cNvPr>
            <p:cNvSpPr/>
            <p:nvPr/>
          </p:nvSpPr>
          <p:spPr>
            <a:xfrm rot="10560000">
              <a:off x="347527" y="1935792"/>
              <a:ext cx="4162443" cy="1512168"/>
            </a:xfrm>
            <a:prstGeom prst="homePlate">
              <a:avLst>
                <a:gd name="adj" fmla="val 41362"/>
              </a:avLst>
            </a:prstGeom>
            <a:solidFill>
              <a:schemeClr val="tx1">
                <a:lumMod val="65000"/>
                <a:lumOff val="35000"/>
                <a:alpha val="23000"/>
              </a:schemeClr>
            </a:solidFill>
            <a:ln>
              <a:noFill/>
            </a:ln>
            <a:effectLst>
              <a:outerShdw blurRad="127000" dist="38100" dir="8100000" algn="tr" rotWithShape="0">
                <a:prstClr val="black">
                  <a:alpha val="33000"/>
                </a:prstClr>
              </a:outerShdw>
              <a:softEdge rad="190500"/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/>
            </a:p>
          </p:txBody>
        </p:sp>
        <p:sp>
          <p:nvSpPr>
            <p:cNvPr id="25" name="Pentagon 58">
              <a:extLst>
                <a:ext uri="{FF2B5EF4-FFF2-40B4-BE49-F238E27FC236}">
                  <a16:creationId xmlns:a16="http://schemas.microsoft.com/office/drawing/2014/main" xmlns="" id="{E4325422-3E79-495A-A49C-B2B656D0F8AD}"/>
                </a:ext>
              </a:extLst>
            </p:cNvPr>
            <p:cNvSpPr/>
            <p:nvPr/>
          </p:nvSpPr>
          <p:spPr>
            <a:xfrm rot="10800000">
              <a:off x="345642" y="1635435"/>
              <a:ext cx="4212000" cy="1512168"/>
            </a:xfrm>
            <a:prstGeom prst="homePlate">
              <a:avLst>
                <a:gd name="adj" fmla="val 41362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13500000" scaled="1"/>
              <a:tileRect/>
            </a:gradFill>
            <a:ln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</a:ln>
            <a:effectLst>
              <a:outerShdw blurRad="127000" dist="38100" dir="8100000" algn="tr" rotWithShape="0">
                <a:prstClr val="black">
                  <a:alpha val="33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/>
            </a:p>
          </p:txBody>
        </p:sp>
        <p:sp>
          <p:nvSpPr>
            <p:cNvPr id="26" name="Chevron 59">
              <a:extLst>
                <a:ext uri="{FF2B5EF4-FFF2-40B4-BE49-F238E27FC236}">
                  <a16:creationId xmlns:a16="http://schemas.microsoft.com/office/drawing/2014/main" xmlns="" id="{446F20EA-D9D7-4E11-A0D6-37A10A1C7637}"/>
                </a:ext>
              </a:extLst>
            </p:cNvPr>
            <p:cNvSpPr/>
            <p:nvPr/>
          </p:nvSpPr>
          <p:spPr>
            <a:xfrm rot="10800000">
              <a:off x="557998" y="1646544"/>
              <a:ext cx="677368" cy="1515600"/>
            </a:xfrm>
            <a:prstGeom prst="chevron">
              <a:avLst>
                <a:gd name="adj" fmla="val 76099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Group 33">
            <a:extLst>
              <a:ext uri="{FF2B5EF4-FFF2-40B4-BE49-F238E27FC236}">
                <a16:creationId xmlns:a16="http://schemas.microsoft.com/office/drawing/2014/main" xmlns="" id="{77272C6B-D8CD-4E0B-B2AF-282FCC9BE948}"/>
              </a:ext>
            </a:extLst>
          </p:cNvPr>
          <p:cNvGrpSpPr/>
          <p:nvPr/>
        </p:nvGrpSpPr>
        <p:grpSpPr>
          <a:xfrm>
            <a:off x="2763090" y="1962034"/>
            <a:ext cx="2095238" cy="1147307"/>
            <a:chOff x="892027" y="1882302"/>
            <a:chExt cx="1642180" cy="114716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43181B28-DAA8-47CD-B46D-196256E64301}"/>
                </a:ext>
              </a:extLst>
            </p:cNvPr>
            <p:cNvSpPr txBox="1"/>
            <p:nvPr/>
          </p:nvSpPr>
          <p:spPr>
            <a:xfrm>
              <a:off x="892027" y="1882302"/>
              <a:ext cx="1642180" cy="276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D64FBEF0-247A-4A3B-8C78-A1F949F6BDE0}"/>
                </a:ext>
              </a:extLst>
            </p:cNvPr>
            <p:cNvSpPr txBox="1"/>
            <p:nvPr/>
          </p:nvSpPr>
          <p:spPr>
            <a:xfrm>
              <a:off x="892027" y="2198572"/>
              <a:ext cx="1642180" cy="8308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Example Text : 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0" name="Group 36">
            <a:extLst>
              <a:ext uri="{FF2B5EF4-FFF2-40B4-BE49-F238E27FC236}">
                <a16:creationId xmlns:a16="http://schemas.microsoft.com/office/drawing/2014/main" xmlns="" id="{6A9CEB05-6EB2-4EA7-A6D6-84FC54F3295D}"/>
              </a:ext>
            </a:extLst>
          </p:cNvPr>
          <p:cNvGrpSpPr/>
          <p:nvPr/>
        </p:nvGrpSpPr>
        <p:grpSpPr>
          <a:xfrm>
            <a:off x="2763090" y="3354724"/>
            <a:ext cx="2095238" cy="1147307"/>
            <a:chOff x="892027" y="1882302"/>
            <a:chExt cx="1642180" cy="114716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C16984EC-4A10-4A39-8286-B2B9BD340F1A}"/>
                </a:ext>
              </a:extLst>
            </p:cNvPr>
            <p:cNvSpPr txBox="1"/>
            <p:nvPr/>
          </p:nvSpPr>
          <p:spPr>
            <a:xfrm>
              <a:off x="892027" y="1882302"/>
              <a:ext cx="1642180" cy="276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7A5D9036-9227-4CB9-9262-A0A3A1EAD488}"/>
                </a:ext>
              </a:extLst>
            </p:cNvPr>
            <p:cNvSpPr txBox="1"/>
            <p:nvPr/>
          </p:nvSpPr>
          <p:spPr>
            <a:xfrm>
              <a:off x="892027" y="2198572"/>
              <a:ext cx="1642180" cy="8308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Example Text : 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3" name="Group 42">
            <a:extLst>
              <a:ext uri="{FF2B5EF4-FFF2-40B4-BE49-F238E27FC236}">
                <a16:creationId xmlns:a16="http://schemas.microsoft.com/office/drawing/2014/main" xmlns="" id="{8A5BDEA2-F232-4592-B859-DDD21975B648}"/>
              </a:ext>
            </a:extLst>
          </p:cNvPr>
          <p:cNvGrpSpPr/>
          <p:nvPr/>
        </p:nvGrpSpPr>
        <p:grpSpPr>
          <a:xfrm>
            <a:off x="2763090" y="4747414"/>
            <a:ext cx="2095238" cy="1147307"/>
            <a:chOff x="892027" y="1882302"/>
            <a:chExt cx="1642180" cy="1147160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ADF83607-4524-4E88-B0F4-A5EA788811B6}"/>
                </a:ext>
              </a:extLst>
            </p:cNvPr>
            <p:cNvSpPr txBox="1"/>
            <p:nvPr/>
          </p:nvSpPr>
          <p:spPr>
            <a:xfrm>
              <a:off x="892027" y="1882302"/>
              <a:ext cx="1642180" cy="276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10F60331-73AF-4F03-A9D5-49E3B6E95DB6}"/>
                </a:ext>
              </a:extLst>
            </p:cNvPr>
            <p:cNvSpPr txBox="1"/>
            <p:nvPr/>
          </p:nvSpPr>
          <p:spPr>
            <a:xfrm>
              <a:off x="892027" y="2198572"/>
              <a:ext cx="1642180" cy="8308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Example Text : 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6" name="Group 45">
            <a:extLst>
              <a:ext uri="{FF2B5EF4-FFF2-40B4-BE49-F238E27FC236}">
                <a16:creationId xmlns:a16="http://schemas.microsoft.com/office/drawing/2014/main" xmlns="" id="{DC7C7F8E-437E-4B2A-BE97-131D92418687}"/>
              </a:ext>
            </a:extLst>
          </p:cNvPr>
          <p:cNvGrpSpPr/>
          <p:nvPr/>
        </p:nvGrpSpPr>
        <p:grpSpPr>
          <a:xfrm>
            <a:off x="7388036" y="1962034"/>
            <a:ext cx="2095238" cy="1147307"/>
            <a:chOff x="892027" y="1882302"/>
            <a:chExt cx="1642180" cy="1147160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44EDFB4B-7C50-4713-A7E1-3BA7FBB89885}"/>
                </a:ext>
              </a:extLst>
            </p:cNvPr>
            <p:cNvSpPr txBox="1"/>
            <p:nvPr/>
          </p:nvSpPr>
          <p:spPr>
            <a:xfrm>
              <a:off x="892027" y="1882302"/>
              <a:ext cx="1642180" cy="276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AE78DA58-6784-498A-87B7-1EA2A4EE63A3}"/>
                </a:ext>
              </a:extLst>
            </p:cNvPr>
            <p:cNvSpPr txBox="1"/>
            <p:nvPr/>
          </p:nvSpPr>
          <p:spPr>
            <a:xfrm>
              <a:off x="892027" y="2198572"/>
              <a:ext cx="1642180" cy="8308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Example Text : </a:t>
              </a:r>
            </a:p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9" name="Group 48">
            <a:extLst>
              <a:ext uri="{FF2B5EF4-FFF2-40B4-BE49-F238E27FC236}">
                <a16:creationId xmlns:a16="http://schemas.microsoft.com/office/drawing/2014/main" xmlns="" id="{EB80DCF3-4355-4AB5-A6B2-C5518237DCCB}"/>
              </a:ext>
            </a:extLst>
          </p:cNvPr>
          <p:cNvGrpSpPr/>
          <p:nvPr/>
        </p:nvGrpSpPr>
        <p:grpSpPr>
          <a:xfrm>
            <a:off x="7388036" y="3354724"/>
            <a:ext cx="2095238" cy="1147307"/>
            <a:chOff x="892027" y="1882302"/>
            <a:chExt cx="1642180" cy="1147160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B2F908C3-70F7-49B3-805F-5CF8577582B1}"/>
                </a:ext>
              </a:extLst>
            </p:cNvPr>
            <p:cNvSpPr txBox="1"/>
            <p:nvPr/>
          </p:nvSpPr>
          <p:spPr>
            <a:xfrm>
              <a:off x="892027" y="1882302"/>
              <a:ext cx="1642180" cy="276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146FF452-5776-49F2-AA0E-A191E5B8B9B8}"/>
                </a:ext>
              </a:extLst>
            </p:cNvPr>
            <p:cNvSpPr txBox="1"/>
            <p:nvPr/>
          </p:nvSpPr>
          <p:spPr>
            <a:xfrm>
              <a:off x="892027" y="2198572"/>
              <a:ext cx="1642180" cy="8308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Example Text : </a:t>
              </a:r>
            </a:p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2" name="Group 51">
            <a:extLst>
              <a:ext uri="{FF2B5EF4-FFF2-40B4-BE49-F238E27FC236}">
                <a16:creationId xmlns:a16="http://schemas.microsoft.com/office/drawing/2014/main" xmlns="" id="{49E9A771-9A75-4F48-B4D0-4ADCC4A73D11}"/>
              </a:ext>
            </a:extLst>
          </p:cNvPr>
          <p:cNvGrpSpPr/>
          <p:nvPr/>
        </p:nvGrpSpPr>
        <p:grpSpPr>
          <a:xfrm>
            <a:off x="7388036" y="4747414"/>
            <a:ext cx="2095238" cy="1147307"/>
            <a:chOff x="892027" y="1882302"/>
            <a:chExt cx="1642180" cy="114716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ADB88B18-FA64-4E06-A5F8-ECD9CF665692}"/>
                </a:ext>
              </a:extLst>
            </p:cNvPr>
            <p:cNvSpPr txBox="1"/>
            <p:nvPr/>
          </p:nvSpPr>
          <p:spPr>
            <a:xfrm>
              <a:off x="892027" y="1882302"/>
              <a:ext cx="1642180" cy="276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13E935B5-9BFD-4C2E-8A94-38F8A465E920}"/>
                </a:ext>
              </a:extLst>
            </p:cNvPr>
            <p:cNvSpPr txBox="1"/>
            <p:nvPr/>
          </p:nvSpPr>
          <p:spPr>
            <a:xfrm>
              <a:off x="892027" y="2198572"/>
              <a:ext cx="1642180" cy="8308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Example Text : </a:t>
              </a:r>
            </a:p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71" name="Graphic 1">
            <a:extLst>
              <a:ext uri="{FF2B5EF4-FFF2-40B4-BE49-F238E27FC236}">
                <a16:creationId xmlns:a16="http://schemas.microsoft.com/office/drawing/2014/main" xmlns="" id="{75C34AA9-D9FF-4402-A168-02E4814C9576}"/>
              </a:ext>
            </a:extLst>
          </p:cNvPr>
          <p:cNvSpPr/>
          <p:nvPr/>
        </p:nvSpPr>
        <p:spPr>
          <a:xfrm>
            <a:off x="6649714" y="1460690"/>
            <a:ext cx="2574594" cy="4302473"/>
          </a:xfrm>
          <a:custGeom>
            <a:avLst/>
            <a:gdLst>
              <a:gd name="connsiteX0" fmla="*/ 4099404 w 4102732"/>
              <a:gd name="connsiteY0" fmla="*/ 2766282 h 6856184"/>
              <a:gd name="connsiteX1" fmla="*/ 4096092 w 4102732"/>
              <a:gd name="connsiteY1" fmla="*/ 2640202 h 6856184"/>
              <a:gd name="connsiteX2" fmla="*/ 4080555 w 4102732"/>
              <a:gd name="connsiteY2" fmla="*/ 2552582 h 6856184"/>
              <a:gd name="connsiteX3" fmla="*/ 3962562 w 4102732"/>
              <a:gd name="connsiteY3" fmla="*/ 2189624 h 6856184"/>
              <a:gd name="connsiteX4" fmla="*/ 3934799 w 4102732"/>
              <a:gd name="connsiteY4" fmla="*/ 2123400 h 6856184"/>
              <a:gd name="connsiteX5" fmla="*/ 3727531 w 4102732"/>
              <a:gd name="connsiteY5" fmla="*/ 1819025 h 6856184"/>
              <a:gd name="connsiteX6" fmla="*/ 3558214 w 4102732"/>
              <a:gd name="connsiteY6" fmla="*/ 1544577 h 6856184"/>
              <a:gd name="connsiteX7" fmla="*/ 3461489 w 4102732"/>
              <a:gd name="connsiteY7" fmla="*/ 1321836 h 6856184"/>
              <a:gd name="connsiteX8" fmla="*/ 3387942 w 4102732"/>
              <a:gd name="connsiteY8" fmla="*/ 1100049 h 6856184"/>
              <a:gd name="connsiteX9" fmla="*/ 3380428 w 4102732"/>
              <a:gd name="connsiteY9" fmla="*/ 885330 h 6856184"/>
              <a:gd name="connsiteX10" fmla="*/ 3380746 w 4102732"/>
              <a:gd name="connsiteY10" fmla="*/ 739383 h 6856184"/>
              <a:gd name="connsiteX11" fmla="*/ 3370940 w 4102732"/>
              <a:gd name="connsiteY11" fmla="*/ 617314 h 6856184"/>
              <a:gd name="connsiteX12" fmla="*/ 3348462 w 4102732"/>
              <a:gd name="connsiteY12" fmla="*/ 478817 h 6856184"/>
              <a:gd name="connsiteX13" fmla="*/ 3330633 w 4102732"/>
              <a:gd name="connsiteY13" fmla="*/ 425647 h 6856184"/>
              <a:gd name="connsiteX14" fmla="*/ 3172077 w 4102732"/>
              <a:gd name="connsiteY14" fmla="*/ 158395 h 6856184"/>
              <a:gd name="connsiteX15" fmla="*/ 3087005 w 4102732"/>
              <a:gd name="connsiteY15" fmla="*/ 85549 h 6856184"/>
              <a:gd name="connsiteX16" fmla="*/ 2880246 w 4102732"/>
              <a:gd name="connsiteY16" fmla="*/ 9837 h 6856184"/>
              <a:gd name="connsiteX17" fmla="*/ 2615159 w 4102732"/>
              <a:gd name="connsiteY17" fmla="*/ 9964 h 6856184"/>
              <a:gd name="connsiteX18" fmla="*/ 2407700 w 4102732"/>
              <a:gd name="connsiteY18" fmla="*/ 79882 h 6856184"/>
              <a:gd name="connsiteX19" fmla="*/ 2147962 w 4102732"/>
              <a:gd name="connsiteY19" fmla="*/ 307208 h 6856184"/>
              <a:gd name="connsiteX20" fmla="*/ 2055567 w 4102732"/>
              <a:gd name="connsiteY20" fmla="*/ 434052 h 6856184"/>
              <a:gd name="connsiteX21" fmla="*/ 1954957 w 4102732"/>
              <a:gd name="connsiteY21" fmla="*/ 677616 h 6856184"/>
              <a:gd name="connsiteX22" fmla="*/ 1988579 w 4102732"/>
              <a:gd name="connsiteY22" fmla="*/ 733971 h 6856184"/>
              <a:gd name="connsiteX23" fmla="*/ 2061170 w 4102732"/>
              <a:gd name="connsiteY23" fmla="*/ 821717 h 6856184"/>
              <a:gd name="connsiteX24" fmla="*/ 2063781 w 4102732"/>
              <a:gd name="connsiteY24" fmla="*/ 848143 h 6856184"/>
              <a:gd name="connsiteX25" fmla="*/ 2082184 w 4102732"/>
              <a:gd name="connsiteY25" fmla="*/ 985622 h 6856184"/>
              <a:gd name="connsiteX26" fmla="*/ 2180373 w 4102732"/>
              <a:gd name="connsiteY26" fmla="*/ 1162707 h 6856184"/>
              <a:gd name="connsiteX27" fmla="*/ 2225202 w 4102732"/>
              <a:gd name="connsiteY27" fmla="*/ 1266055 h 6856184"/>
              <a:gd name="connsiteX28" fmla="*/ 2229086 w 4102732"/>
              <a:gd name="connsiteY28" fmla="*/ 1340557 h 6856184"/>
              <a:gd name="connsiteX29" fmla="*/ 2298749 w 4102732"/>
              <a:gd name="connsiteY29" fmla="*/ 1419325 h 6856184"/>
              <a:gd name="connsiteX30" fmla="*/ 2335873 w 4102732"/>
              <a:gd name="connsiteY30" fmla="*/ 1451418 h 6856184"/>
              <a:gd name="connsiteX31" fmla="*/ 2357395 w 4102732"/>
              <a:gd name="connsiteY31" fmla="*/ 1505416 h 6856184"/>
              <a:gd name="connsiteX32" fmla="*/ 2435591 w 4102732"/>
              <a:gd name="connsiteY32" fmla="*/ 1612329 h 6856184"/>
              <a:gd name="connsiteX33" fmla="*/ 2426676 w 4102732"/>
              <a:gd name="connsiteY33" fmla="*/ 1715804 h 6856184"/>
              <a:gd name="connsiteX34" fmla="*/ 2278754 w 4102732"/>
              <a:gd name="connsiteY34" fmla="*/ 1862198 h 6856184"/>
              <a:gd name="connsiteX35" fmla="*/ 2258314 w 4102732"/>
              <a:gd name="connsiteY35" fmla="*/ 1899066 h 6856184"/>
              <a:gd name="connsiteX36" fmla="*/ 2215842 w 4102732"/>
              <a:gd name="connsiteY36" fmla="*/ 1977644 h 6856184"/>
              <a:gd name="connsiteX37" fmla="*/ 2196993 w 4102732"/>
              <a:gd name="connsiteY37" fmla="*/ 2026102 h 6856184"/>
              <a:gd name="connsiteX38" fmla="*/ 2204252 w 4102732"/>
              <a:gd name="connsiteY38" fmla="*/ 2188542 h 6856184"/>
              <a:gd name="connsiteX39" fmla="*/ 2170567 w 4102732"/>
              <a:gd name="connsiteY39" fmla="*/ 2382883 h 6856184"/>
              <a:gd name="connsiteX40" fmla="*/ 2046779 w 4102732"/>
              <a:gd name="connsiteY40" fmla="*/ 2618997 h 6856184"/>
              <a:gd name="connsiteX41" fmla="*/ 1824738 w 4102732"/>
              <a:gd name="connsiteY41" fmla="*/ 3044932 h 6856184"/>
              <a:gd name="connsiteX42" fmla="*/ 1801050 w 4102732"/>
              <a:gd name="connsiteY42" fmla="*/ 3118224 h 6856184"/>
              <a:gd name="connsiteX43" fmla="*/ 1780674 w 4102732"/>
              <a:gd name="connsiteY43" fmla="*/ 3282319 h 6856184"/>
              <a:gd name="connsiteX44" fmla="*/ 1763672 w 4102732"/>
              <a:gd name="connsiteY44" fmla="*/ 3409100 h 6856184"/>
              <a:gd name="connsiteX45" fmla="*/ 1722982 w 4102732"/>
              <a:gd name="connsiteY45" fmla="*/ 3431132 h 6856184"/>
              <a:gd name="connsiteX46" fmla="*/ 1688279 w 4102732"/>
              <a:gd name="connsiteY46" fmla="*/ 3417378 h 6856184"/>
              <a:gd name="connsiteX47" fmla="*/ 833289 w 4102732"/>
              <a:gd name="connsiteY47" fmla="*/ 3091607 h 6856184"/>
              <a:gd name="connsiteX48" fmla="*/ 646970 w 4102732"/>
              <a:gd name="connsiteY48" fmla="*/ 3080782 h 6856184"/>
              <a:gd name="connsiteX49" fmla="*/ 483385 w 4102732"/>
              <a:gd name="connsiteY49" fmla="*/ 3147897 h 6856184"/>
              <a:gd name="connsiteX50" fmla="*/ 405571 w 4102732"/>
              <a:gd name="connsiteY50" fmla="*/ 3156303 h 6856184"/>
              <a:gd name="connsiteX51" fmla="*/ 201232 w 4102732"/>
              <a:gd name="connsiteY51" fmla="*/ 3064417 h 6856184"/>
              <a:gd name="connsiteX52" fmla="*/ 139848 w 4102732"/>
              <a:gd name="connsiteY52" fmla="*/ 3080273 h 6856184"/>
              <a:gd name="connsiteX53" fmla="*/ 84258 w 4102732"/>
              <a:gd name="connsiteY53" fmla="*/ 3151973 h 6856184"/>
              <a:gd name="connsiteX54" fmla="*/ 31406 w 4102732"/>
              <a:gd name="connsiteY54" fmla="*/ 3174705 h 6856184"/>
              <a:gd name="connsiteX55" fmla="*/ 2369 w 4102732"/>
              <a:gd name="connsiteY55" fmla="*/ 3181519 h 6856184"/>
              <a:gd name="connsiteX56" fmla="*/ 8673 w 4102732"/>
              <a:gd name="connsiteY56" fmla="*/ 3210874 h 6856184"/>
              <a:gd name="connsiteX57" fmla="*/ 27585 w 4102732"/>
              <a:gd name="connsiteY57" fmla="*/ 3236663 h 6856184"/>
              <a:gd name="connsiteX58" fmla="*/ 138638 w 4102732"/>
              <a:gd name="connsiteY58" fmla="*/ 3359178 h 6856184"/>
              <a:gd name="connsiteX59" fmla="*/ 174679 w 4102732"/>
              <a:gd name="connsiteY59" fmla="*/ 3447115 h 6856184"/>
              <a:gd name="connsiteX60" fmla="*/ 196966 w 4102732"/>
              <a:gd name="connsiteY60" fmla="*/ 3519452 h 6856184"/>
              <a:gd name="connsiteX61" fmla="*/ 275225 w 4102732"/>
              <a:gd name="connsiteY61" fmla="*/ 3582174 h 6856184"/>
              <a:gd name="connsiteX62" fmla="*/ 566356 w 4102732"/>
              <a:gd name="connsiteY62" fmla="*/ 3676352 h 6856184"/>
              <a:gd name="connsiteX63" fmla="*/ 679446 w 4102732"/>
              <a:gd name="connsiteY63" fmla="*/ 3740156 h 6856184"/>
              <a:gd name="connsiteX64" fmla="*/ 852456 w 4102732"/>
              <a:gd name="connsiteY64" fmla="*/ 3866491 h 6856184"/>
              <a:gd name="connsiteX65" fmla="*/ 1020563 w 4102732"/>
              <a:gd name="connsiteY65" fmla="*/ 3964426 h 6856184"/>
              <a:gd name="connsiteX66" fmla="*/ 1299085 w 4102732"/>
              <a:gd name="connsiteY66" fmla="*/ 4152018 h 6856184"/>
              <a:gd name="connsiteX67" fmla="*/ 1326976 w 4102732"/>
              <a:gd name="connsiteY67" fmla="*/ 4200413 h 6856184"/>
              <a:gd name="connsiteX68" fmla="*/ 1324110 w 4102732"/>
              <a:gd name="connsiteY68" fmla="*/ 4237600 h 6856184"/>
              <a:gd name="connsiteX69" fmla="*/ 1346143 w 4102732"/>
              <a:gd name="connsiteY69" fmla="*/ 4280709 h 6856184"/>
              <a:gd name="connsiteX70" fmla="*/ 1374925 w 4102732"/>
              <a:gd name="connsiteY70" fmla="*/ 4294655 h 6856184"/>
              <a:gd name="connsiteX71" fmla="*/ 1431979 w 4102732"/>
              <a:gd name="connsiteY71" fmla="*/ 4340374 h 6856184"/>
              <a:gd name="connsiteX72" fmla="*/ 1478909 w 4102732"/>
              <a:gd name="connsiteY72" fmla="*/ 4378326 h 6856184"/>
              <a:gd name="connsiteX73" fmla="*/ 1660006 w 4102732"/>
              <a:gd name="connsiteY73" fmla="*/ 4440729 h 6856184"/>
              <a:gd name="connsiteX74" fmla="*/ 1706172 w 4102732"/>
              <a:gd name="connsiteY74" fmla="*/ 4500267 h 6856184"/>
              <a:gd name="connsiteX75" fmla="*/ 1707382 w 4102732"/>
              <a:gd name="connsiteY75" fmla="*/ 4561652 h 6856184"/>
              <a:gd name="connsiteX76" fmla="*/ 1703943 w 4102732"/>
              <a:gd name="connsiteY76" fmla="*/ 4747779 h 6856184"/>
              <a:gd name="connsiteX77" fmla="*/ 1699231 w 4102732"/>
              <a:gd name="connsiteY77" fmla="*/ 5170785 h 6856184"/>
              <a:gd name="connsiteX78" fmla="*/ 1695983 w 4102732"/>
              <a:gd name="connsiteY78" fmla="*/ 5393972 h 6856184"/>
              <a:gd name="connsiteX79" fmla="*/ 1672423 w 4102732"/>
              <a:gd name="connsiteY79" fmla="*/ 5597738 h 6856184"/>
              <a:gd name="connsiteX80" fmla="*/ 1660133 w 4102732"/>
              <a:gd name="connsiteY80" fmla="*/ 5738209 h 6856184"/>
              <a:gd name="connsiteX81" fmla="*/ 1643259 w 4102732"/>
              <a:gd name="connsiteY81" fmla="*/ 5851427 h 6856184"/>
              <a:gd name="connsiteX82" fmla="*/ 1631542 w 4102732"/>
              <a:gd name="connsiteY82" fmla="*/ 6208527 h 6856184"/>
              <a:gd name="connsiteX83" fmla="*/ 1597985 w 4102732"/>
              <a:gd name="connsiteY83" fmla="*/ 6769647 h 6856184"/>
              <a:gd name="connsiteX84" fmla="*/ 1639120 w 4102732"/>
              <a:gd name="connsiteY84" fmla="*/ 6818042 h 6856184"/>
              <a:gd name="connsiteX85" fmla="*/ 1857659 w 4102732"/>
              <a:gd name="connsiteY85" fmla="*/ 6822053 h 6856184"/>
              <a:gd name="connsiteX86" fmla="*/ 2217179 w 4102732"/>
              <a:gd name="connsiteY86" fmla="*/ 6833516 h 6856184"/>
              <a:gd name="connsiteX87" fmla="*/ 2448644 w 4102732"/>
              <a:gd name="connsiteY87" fmla="*/ 6843895 h 6856184"/>
              <a:gd name="connsiteX88" fmla="*/ 2886869 w 4102732"/>
              <a:gd name="connsiteY88" fmla="*/ 6856120 h 6856184"/>
              <a:gd name="connsiteX89" fmla="*/ 2933289 w 4102732"/>
              <a:gd name="connsiteY89" fmla="*/ 6822563 h 6856184"/>
              <a:gd name="connsiteX90" fmla="*/ 2954557 w 4102732"/>
              <a:gd name="connsiteY90" fmla="*/ 6694127 h 6856184"/>
              <a:gd name="connsiteX91" fmla="*/ 2976207 w 4102732"/>
              <a:gd name="connsiteY91" fmla="*/ 6621662 h 6856184"/>
              <a:gd name="connsiteX92" fmla="*/ 3025366 w 4102732"/>
              <a:gd name="connsiteY92" fmla="*/ 6451645 h 6856184"/>
              <a:gd name="connsiteX93" fmla="*/ 3037592 w 4102732"/>
              <a:gd name="connsiteY93" fmla="*/ 6357531 h 6856184"/>
              <a:gd name="connsiteX94" fmla="*/ 3090762 w 4102732"/>
              <a:gd name="connsiteY94" fmla="*/ 6229349 h 6856184"/>
              <a:gd name="connsiteX95" fmla="*/ 3177362 w 4102732"/>
              <a:gd name="connsiteY95" fmla="*/ 6113776 h 6856184"/>
              <a:gd name="connsiteX96" fmla="*/ 3270203 w 4102732"/>
              <a:gd name="connsiteY96" fmla="*/ 5959869 h 6856184"/>
              <a:gd name="connsiteX97" fmla="*/ 3309810 w 4102732"/>
              <a:gd name="connsiteY97" fmla="*/ 5886067 h 6856184"/>
              <a:gd name="connsiteX98" fmla="*/ 3344769 w 4102732"/>
              <a:gd name="connsiteY98" fmla="*/ 5839519 h 6856184"/>
              <a:gd name="connsiteX99" fmla="*/ 3403925 w 4102732"/>
              <a:gd name="connsiteY99" fmla="*/ 5570294 h 6856184"/>
              <a:gd name="connsiteX100" fmla="*/ 3420863 w 4102732"/>
              <a:gd name="connsiteY100" fmla="*/ 5438864 h 6856184"/>
              <a:gd name="connsiteX101" fmla="*/ 3432197 w 4102732"/>
              <a:gd name="connsiteY101" fmla="*/ 5277635 h 6856184"/>
              <a:gd name="connsiteX102" fmla="*/ 3432388 w 4102732"/>
              <a:gd name="connsiteY102" fmla="*/ 5144995 h 6856184"/>
              <a:gd name="connsiteX103" fmla="*/ 3444232 w 4102732"/>
              <a:gd name="connsiteY103" fmla="*/ 4937600 h 6856184"/>
              <a:gd name="connsiteX104" fmla="*/ 3431561 w 4102732"/>
              <a:gd name="connsiteY104" fmla="*/ 4778281 h 6856184"/>
              <a:gd name="connsiteX105" fmla="*/ 3458496 w 4102732"/>
              <a:gd name="connsiteY105" fmla="*/ 4722117 h 6856184"/>
              <a:gd name="connsiteX106" fmla="*/ 3524911 w 4102732"/>
              <a:gd name="connsiteY106" fmla="*/ 4645641 h 6856184"/>
              <a:gd name="connsiteX107" fmla="*/ 3626539 w 4102732"/>
              <a:gd name="connsiteY107" fmla="*/ 4361834 h 6856184"/>
              <a:gd name="connsiteX108" fmla="*/ 3800568 w 4102732"/>
              <a:gd name="connsiteY108" fmla="*/ 3871394 h 6856184"/>
              <a:gd name="connsiteX109" fmla="*/ 3876471 w 4102732"/>
              <a:gd name="connsiteY109" fmla="*/ 3689215 h 6856184"/>
              <a:gd name="connsiteX110" fmla="*/ 4044514 w 4102732"/>
              <a:gd name="connsiteY110" fmla="*/ 3382738 h 6856184"/>
              <a:gd name="connsiteX111" fmla="*/ 4081256 w 4102732"/>
              <a:gd name="connsiteY111" fmla="*/ 3274678 h 6856184"/>
              <a:gd name="connsiteX112" fmla="*/ 4101887 w 4102732"/>
              <a:gd name="connsiteY112" fmla="*/ 2976861 h 6856184"/>
              <a:gd name="connsiteX113" fmla="*/ 4099404 w 4102732"/>
              <a:gd name="connsiteY113" fmla="*/ 2766282 h 6856184"/>
              <a:gd name="connsiteX114" fmla="*/ 1940057 w 4102732"/>
              <a:gd name="connsiteY114" fmla="*/ 3793008 h 6856184"/>
              <a:gd name="connsiteX115" fmla="*/ 1928722 w 4102732"/>
              <a:gd name="connsiteY115" fmla="*/ 3822809 h 6856184"/>
              <a:gd name="connsiteX116" fmla="*/ 1895801 w 4102732"/>
              <a:gd name="connsiteY116" fmla="*/ 3829941 h 6856184"/>
              <a:gd name="connsiteX117" fmla="*/ 1868357 w 4102732"/>
              <a:gd name="connsiteY117" fmla="*/ 3814149 h 6856184"/>
              <a:gd name="connsiteX118" fmla="*/ 1616005 w 4102732"/>
              <a:gd name="connsiteY118" fmla="*/ 3700995 h 6856184"/>
              <a:gd name="connsiteX119" fmla="*/ 1612758 w 4102732"/>
              <a:gd name="connsiteY119" fmla="*/ 3669347 h 6856184"/>
              <a:gd name="connsiteX120" fmla="*/ 1777808 w 4102732"/>
              <a:gd name="connsiteY120" fmla="*/ 3606626 h 6856184"/>
              <a:gd name="connsiteX121" fmla="*/ 1793218 w 4102732"/>
              <a:gd name="connsiteY121" fmla="*/ 3619870 h 6856184"/>
              <a:gd name="connsiteX122" fmla="*/ 1914395 w 4102732"/>
              <a:gd name="connsiteY122" fmla="*/ 3740729 h 6856184"/>
              <a:gd name="connsiteX123" fmla="*/ 1940057 w 4102732"/>
              <a:gd name="connsiteY123" fmla="*/ 3793008 h 6856184"/>
              <a:gd name="connsiteX124" fmla="*/ 2740030 w 4102732"/>
              <a:gd name="connsiteY124" fmla="*/ 2085894 h 6856184"/>
              <a:gd name="connsiteX125" fmla="*/ 2701633 w 4102732"/>
              <a:gd name="connsiteY125" fmla="*/ 2090224 h 6856184"/>
              <a:gd name="connsiteX126" fmla="*/ 2697493 w 4102732"/>
              <a:gd name="connsiteY126" fmla="*/ 2036991 h 6856184"/>
              <a:gd name="connsiteX127" fmla="*/ 2729778 w 4102732"/>
              <a:gd name="connsiteY127" fmla="*/ 2059278 h 6856184"/>
              <a:gd name="connsiteX128" fmla="*/ 2740030 w 4102732"/>
              <a:gd name="connsiteY128" fmla="*/ 2085894 h 6856184"/>
              <a:gd name="connsiteX129" fmla="*/ 2833953 w 4102732"/>
              <a:gd name="connsiteY129" fmla="*/ 2006935 h 6856184"/>
              <a:gd name="connsiteX130" fmla="*/ 2810393 w 4102732"/>
              <a:gd name="connsiteY130" fmla="*/ 2029668 h 6856184"/>
              <a:gd name="connsiteX131" fmla="*/ 2794028 w 4102732"/>
              <a:gd name="connsiteY131" fmla="*/ 2013303 h 6856184"/>
              <a:gd name="connsiteX132" fmla="*/ 2712903 w 4102732"/>
              <a:gd name="connsiteY132" fmla="*/ 1926638 h 6856184"/>
              <a:gd name="connsiteX133" fmla="*/ 2699149 w 4102732"/>
              <a:gd name="connsiteY133" fmla="*/ 1911420 h 6856184"/>
              <a:gd name="connsiteX134" fmla="*/ 2587714 w 4102732"/>
              <a:gd name="connsiteY134" fmla="*/ 1854111 h 6856184"/>
              <a:gd name="connsiteX135" fmla="*/ 2535882 w 4102732"/>
              <a:gd name="connsiteY135" fmla="*/ 1865954 h 6856184"/>
              <a:gd name="connsiteX136" fmla="*/ 2480674 w 4102732"/>
              <a:gd name="connsiteY136" fmla="*/ 1883720 h 6856184"/>
              <a:gd name="connsiteX137" fmla="*/ 2499840 w 4102732"/>
              <a:gd name="connsiteY137" fmla="*/ 1838064 h 6856184"/>
              <a:gd name="connsiteX138" fmla="*/ 2523910 w 4102732"/>
              <a:gd name="connsiteY138" fmla="*/ 1821572 h 6856184"/>
              <a:gd name="connsiteX139" fmla="*/ 2734426 w 4102732"/>
              <a:gd name="connsiteY139" fmla="*/ 1827111 h 6856184"/>
              <a:gd name="connsiteX140" fmla="*/ 2760279 w 4102732"/>
              <a:gd name="connsiteY140" fmla="*/ 1823737 h 6856184"/>
              <a:gd name="connsiteX141" fmla="*/ 2769448 w 4102732"/>
              <a:gd name="connsiteY141" fmla="*/ 1771585 h 6856184"/>
              <a:gd name="connsiteX142" fmla="*/ 2723665 w 4102732"/>
              <a:gd name="connsiteY142" fmla="*/ 1727075 h 6856184"/>
              <a:gd name="connsiteX143" fmla="*/ 2763909 w 4102732"/>
              <a:gd name="connsiteY143" fmla="*/ 1702050 h 6856184"/>
              <a:gd name="connsiteX144" fmla="*/ 2807591 w 4102732"/>
              <a:gd name="connsiteY144" fmla="*/ 1726375 h 6856184"/>
              <a:gd name="connsiteX145" fmla="*/ 2836245 w 4102732"/>
              <a:gd name="connsiteY145" fmla="*/ 1967010 h 6856184"/>
              <a:gd name="connsiteX146" fmla="*/ 2833953 w 4102732"/>
              <a:gd name="connsiteY146" fmla="*/ 2006935 h 68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</a:cxnLst>
            <a:rect l="l" t="t" r="r" b="b"/>
            <a:pathLst>
              <a:path w="4102732" h="6856184">
                <a:moveTo>
                  <a:pt x="4099404" y="2766282"/>
                </a:moveTo>
                <a:cubicBezTo>
                  <a:pt x="4100295" y="2724191"/>
                  <a:pt x="4095838" y="2682292"/>
                  <a:pt x="4096092" y="2640202"/>
                </a:cubicBezTo>
                <a:cubicBezTo>
                  <a:pt x="4096284" y="2610083"/>
                  <a:pt x="4089597" y="2581428"/>
                  <a:pt x="4080555" y="2552582"/>
                </a:cubicBezTo>
                <a:cubicBezTo>
                  <a:pt x="4042477" y="2431214"/>
                  <a:pt x="3999303" y="2311502"/>
                  <a:pt x="3962562" y="2189624"/>
                </a:cubicBezTo>
                <a:cubicBezTo>
                  <a:pt x="3955621" y="2166637"/>
                  <a:pt x="3948680" y="2143458"/>
                  <a:pt x="3934799" y="2123400"/>
                </a:cubicBezTo>
                <a:cubicBezTo>
                  <a:pt x="3864818" y="2022536"/>
                  <a:pt x="3799485" y="1918488"/>
                  <a:pt x="3727531" y="1819025"/>
                </a:cubicBezTo>
                <a:cubicBezTo>
                  <a:pt x="3664363" y="1731660"/>
                  <a:pt x="3604953" y="1641875"/>
                  <a:pt x="3558214" y="1544577"/>
                </a:cubicBezTo>
                <a:cubicBezTo>
                  <a:pt x="3523128" y="1471667"/>
                  <a:pt x="3491799" y="1396911"/>
                  <a:pt x="3461489" y="1321836"/>
                </a:cubicBezTo>
                <a:cubicBezTo>
                  <a:pt x="3432261" y="1249562"/>
                  <a:pt x="3395647" y="1180154"/>
                  <a:pt x="3387942" y="1100049"/>
                </a:cubicBezTo>
                <a:cubicBezTo>
                  <a:pt x="3381065" y="1028476"/>
                  <a:pt x="3367120" y="957858"/>
                  <a:pt x="3380428" y="885330"/>
                </a:cubicBezTo>
                <a:cubicBezTo>
                  <a:pt x="3389279" y="837191"/>
                  <a:pt x="3390107" y="788160"/>
                  <a:pt x="3380746" y="739383"/>
                </a:cubicBezTo>
                <a:cubicBezTo>
                  <a:pt x="3372978" y="699139"/>
                  <a:pt x="3368266" y="658386"/>
                  <a:pt x="3370940" y="617314"/>
                </a:cubicBezTo>
                <a:cubicBezTo>
                  <a:pt x="3373996" y="569302"/>
                  <a:pt x="3365018" y="523582"/>
                  <a:pt x="3348462" y="478817"/>
                </a:cubicBezTo>
                <a:cubicBezTo>
                  <a:pt x="3341967" y="461306"/>
                  <a:pt x="3336618" y="443413"/>
                  <a:pt x="3330633" y="425647"/>
                </a:cubicBezTo>
                <a:cubicBezTo>
                  <a:pt x="3296948" y="325165"/>
                  <a:pt x="3255749" y="229204"/>
                  <a:pt x="3172077" y="158395"/>
                </a:cubicBezTo>
                <a:cubicBezTo>
                  <a:pt x="3143550" y="134262"/>
                  <a:pt x="3116997" y="107899"/>
                  <a:pt x="3087005" y="85549"/>
                </a:cubicBezTo>
                <a:cubicBezTo>
                  <a:pt x="3034089" y="46069"/>
                  <a:pt x="2959715" y="22063"/>
                  <a:pt x="2880246" y="9837"/>
                </a:cubicBezTo>
                <a:cubicBezTo>
                  <a:pt x="2778045" y="-5891"/>
                  <a:pt x="2722646" y="-415"/>
                  <a:pt x="2615159" y="9964"/>
                </a:cubicBezTo>
                <a:cubicBezTo>
                  <a:pt x="2546133" y="16587"/>
                  <a:pt x="2462780" y="38301"/>
                  <a:pt x="2407700" y="79882"/>
                </a:cubicBezTo>
                <a:cubicBezTo>
                  <a:pt x="2315751" y="149226"/>
                  <a:pt x="2219981" y="214813"/>
                  <a:pt x="2147962" y="307208"/>
                </a:cubicBezTo>
                <a:cubicBezTo>
                  <a:pt x="2109692" y="344077"/>
                  <a:pt x="2084094" y="390052"/>
                  <a:pt x="2055567" y="434052"/>
                </a:cubicBezTo>
                <a:cubicBezTo>
                  <a:pt x="2006918" y="509000"/>
                  <a:pt x="1961516" y="584903"/>
                  <a:pt x="1954957" y="677616"/>
                </a:cubicBezTo>
                <a:cubicBezTo>
                  <a:pt x="1952601" y="711174"/>
                  <a:pt x="1957377" y="722254"/>
                  <a:pt x="1988579" y="733971"/>
                </a:cubicBezTo>
                <a:cubicBezTo>
                  <a:pt x="2029141" y="749189"/>
                  <a:pt x="2068684" y="765809"/>
                  <a:pt x="2061170" y="821717"/>
                </a:cubicBezTo>
                <a:cubicBezTo>
                  <a:pt x="2060024" y="830123"/>
                  <a:pt x="2062890" y="839292"/>
                  <a:pt x="2063781" y="848143"/>
                </a:cubicBezTo>
                <a:cubicBezTo>
                  <a:pt x="2068493" y="894182"/>
                  <a:pt x="2074670" y="939965"/>
                  <a:pt x="2082184" y="985622"/>
                </a:cubicBezTo>
                <a:cubicBezTo>
                  <a:pt x="2093837" y="1056176"/>
                  <a:pt x="2134335" y="1110874"/>
                  <a:pt x="2180373" y="1162707"/>
                </a:cubicBezTo>
                <a:cubicBezTo>
                  <a:pt x="2206354" y="1191998"/>
                  <a:pt x="2221891" y="1225874"/>
                  <a:pt x="2225202" y="1266055"/>
                </a:cubicBezTo>
                <a:cubicBezTo>
                  <a:pt x="2227240" y="1290889"/>
                  <a:pt x="2228832" y="1315659"/>
                  <a:pt x="2229086" y="1340557"/>
                </a:cubicBezTo>
                <a:cubicBezTo>
                  <a:pt x="2229660" y="1392772"/>
                  <a:pt x="2246597" y="1412575"/>
                  <a:pt x="2298749" y="1419325"/>
                </a:cubicBezTo>
                <a:cubicBezTo>
                  <a:pt x="2319125" y="1421936"/>
                  <a:pt x="2331033" y="1431487"/>
                  <a:pt x="2335873" y="1451418"/>
                </a:cubicBezTo>
                <a:cubicBezTo>
                  <a:pt x="2340457" y="1470394"/>
                  <a:pt x="2343323" y="1491534"/>
                  <a:pt x="2357395" y="1505416"/>
                </a:cubicBezTo>
                <a:cubicBezTo>
                  <a:pt x="2389361" y="1536872"/>
                  <a:pt x="2402542" y="1581000"/>
                  <a:pt x="2435591" y="1612329"/>
                </a:cubicBezTo>
                <a:cubicBezTo>
                  <a:pt x="2465582" y="1640793"/>
                  <a:pt x="2457750" y="1687914"/>
                  <a:pt x="2426676" y="1715804"/>
                </a:cubicBezTo>
                <a:cubicBezTo>
                  <a:pt x="2374970" y="1762161"/>
                  <a:pt x="2327467" y="1812784"/>
                  <a:pt x="2278754" y="1862198"/>
                </a:cubicBezTo>
                <a:cubicBezTo>
                  <a:pt x="2268566" y="1872513"/>
                  <a:pt x="2260352" y="1885057"/>
                  <a:pt x="2258314" y="1899066"/>
                </a:cubicBezTo>
                <a:cubicBezTo>
                  <a:pt x="2253666" y="1930777"/>
                  <a:pt x="2236346" y="1955038"/>
                  <a:pt x="2215842" y="1977644"/>
                </a:cubicBezTo>
                <a:cubicBezTo>
                  <a:pt x="2203170" y="1991589"/>
                  <a:pt x="2197885" y="2007444"/>
                  <a:pt x="2196993" y="2026102"/>
                </a:cubicBezTo>
                <a:cubicBezTo>
                  <a:pt x="2194446" y="2080482"/>
                  <a:pt x="2200113" y="2134544"/>
                  <a:pt x="2204252" y="2188542"/>
                </a:cubicBezTo>
                <a:cubicBezTo>
                  <a:pt x="2209474" y="2256548"/>
                  <a:pt x="2211384" y="2320735"/>
                  <a:pt x="2170567" y="2382883"/>
                </a:cubicBezTo>
                <a:cubicBezTo>
                  <a:pt x="2121854" y="2457067"/>
                  <a:pt x="2086386" y="2539401"/>
                  <a:pt x="2046779" y="2618997"/>
                </a:cubicBezTo>
                <a:cubicBezTo>
                  <a:pt x="1975398" y="2762398"/>
                  <a:pt x="1895165" y="2901086"/>
                  <a:pt x="1824738" y="3044932"/>
                </a:cubicBezTo>
                <a:cubicBezTo>
                  <a:pt x="1813340" y="3068238"/>
                  <a:pt x="1804935" y="3092371"/>
                  <a:pt x="1801050" y="3118224"/>
                </a:cubicBezTo>
                <a:cubicBezTo>
                  <a:pt x="1792836" y="3172731"/>
                  <a:pt x="1788506" y="3227748"/>
                  <a:pt x="1780674" y="3282319"/>
                </a:cubicBezTo>
                <a:cubicBezTo>
                  <a:pt x="1774624" y="3324537"/>
                  <a:pt x="1773478" y="3367455"/>
                  <a:pt x="1763672" y="3409100"/>
                </a:cubicBezTo>
                <a:cubicBezTo>
                  <a:pt x="1756731" y="3438646"/>
                  <a:pt x="1750682" y="3441512"/>
                  <a:pt x="1722982" y="3431132"/>
                </a:cubicBezTo>
                <a:cubicBezTo>
                  <a:pt x="1711330" y="3426739"/>
                  <a:pt x="1699931" y="3421772"/>
                  <a:pt x="1688279" y="3417378"/>
                </a:cubicBezTo>
                <a:cubicBezTo>
                  <a:pt x="1402879" y="3309891"/>
                  <a:pt x="1117543" y="3202150"/>
                  <a:pt x="833289" y="3091607"/>
                </a:cubicBezTo>
                <a:cubicBezTo>
                  <a:pt x="771395" y="3067537"/>
                  <a:pt x="711220" y="3055693"/>
                  <a:pt x="646970" y="3080782"/>
                </a:cubicBezTo>
                <a:cubicBezTo>
                  <a:pt x="592017" y="3102241"/>
                  <a:pt x="529041" y="3104470"/>
                  <a:pt x="483385" y="3147897"/>
                </a:cubicBezTo>
                <a:cubicBezTo>
                  <a:pt x="458933" y="3171140"/>
                  <a:pt x="434544" y="3170248"/>
                  <a:pt x="405571" y="3156303"/>
                </a:cubicBezTo>
                <a:cubicBezTo>
                  <a:pt x="338265" y="3123955"/>
                  <a:pt x="269621" y="3094345"/>
                  <a:pt x="201232" y="3064417"/>
                </a:cubicBezTo>
                <a:cubicBezTo>
                  <a:pt x="169840" y="3050663"/>
                  <a:pt x="161180" y="3052892"/>
                  <a:pt x="139848" y="3080273"/>
                </a:cubicBezTo>
                <a:cubicBezTo>
                  <a:pt x="121318" y="3104152"/>
                  <a:pt x="102087" y="3127521"/>
                  <a:pt x="84258" y="3151973"/>
                </a:cubicBezTo>
                <a:cubicBezTo>
                  <a:pt x="71013" y="3170057"/>
                  <a:pt x="54521" y="3179163"/>
                  <a:pt x="31406" y="3174705"/>
                </a:cubicBezTo>
                <a:cubicBezTo>
                  <a:pt x="21154" y="3172731"/>
                  <a:pt x="8992" y="3170121"/>
                  <a:pt x="2369" y="3181519"/>
                </a:cubicBezTo>
                <a:cubicBezTo>
                  <a:pt x="-3807" y="3192153"/>
                  <a:pt x="3452" y="3201832"/>
                  <a:pt x="8673" y="3210874"/>
                </a:cubicBezTo>
                <a:cubicBezTo>
                  <a:pt x="14022" y="3220107"/>
                  <a:pt x="20199" y="3229022"/>
                  <a:pt x="27585" y="3236663"/>
                </a:cubicBezTo>
                <a:cubicBezTo>
                  <a:pt x="65919" y="3276334"/>
                  <a:pt x="99859" y="3320016"/>
                  <a:pt x="138638" y="3359178"/>
                </a:cubicBezTo>
                <a:cubicBezTo>
                  <a:pt x="163154" y="3383948"/>
                  <a:pt x="177863" y="3411265"/>
                  <a:pt x="174679" y="3447115"/>
                </a:cubicBezTo>
                <a:cubicBezTo>
                  <a:pt x="172259" y="3473987"/>
                  <a:pt x="181684" y="3497356"/>
                  <a:pt x="196966" y="3519452"/>
                </a:cubicBezTo>
                <a:cubicBezTo>
                  <a:pt x="216961" y="3548425"/>
                  <a:pt x="245106" y="3566573"/>
                  <a:pt x="275225" y="3582174"/>
                </a:cubicBezTo>
                <a:cubicBezTo>
                  <a:pt x="366983" y="3629677"/>
                  <a:pt x="466829" y="3653301"/>
                  <a:pt x="566356" y="3676352"/>
                </a:cubicBezTo>
                <a:cubicBezTo>
                  <a:pt x="611821" y="3686859"/>
                  <a:pt x="649581" y="3704242"/>
                  <a:pt x="679446" y="3740156"/>
                </a:cubicBezTo>
                <a:cubicBezTo>
                  <a:pt x="726439" y="3796701"/>
                  <a:pt x="786932" y="3834589"/>
                  <a:pt x="852456" y="3866491"/>
                </a:cubicBezTo>
                <a:cubicBezTo>
                  <a:pt x="910784" y="3894891"/>
                  <a:pt x="966883" y="3927621"/>
                  <a:pt x="1020563" y="3964426"/>
                </a:cubicBezTo>
                <a:cubicBezTo>
                  <a:pt x="1112894" y="4027721"/>
                  <a:pt x="1199367" y="4099676"/>
                  <a:pt x="1299085" y="4152018"/>
                </a:cubicBezTo>
                <a:cubicBezTo>
                  <a:pt x="1317870" y="4161888"/>
                  <a:pt x="1326658" y="4179017"/>
                  <a:pt x="1326976" y="4200413"/>
                </a:cubicBezTo>
                <a:cubicBezTo>
                  <a:pt x="1327167" y="4212957"/>
                  <a:pt x="1326148" y="4225310"/>
                  <a:pt x="1324110" y="4237600"/>
                </a:cubicBezTo>
                <a:cubicBezTo>
                  <a:pt x="1320736" y="4257467"/>
                  <a:pt x="1326403" y="4272368"/>
                  <a:pt x="1346143" y="4280709"/>
                </a:cubicBezTo>
                <a:cubicBezTo>
                  <a:pt x="1355949" y="4284848"/>
                  <a:pt x="1364927" y="4291089"/>
                  <a:pt x="1374925" y="4294655"/>
                </a:cubicBezTo>
                <a:cubicBezTo>
                  <a:pt x="1399313" y="4303378"/>
                  <a:pt x="1418161" y="4318024"/>
                  <a:pt x="1431979" y="4340374"/>
                </a:cubicBezTo>
                <a:cubicBezTo>
                  <a:pt x="1442932" y="4358140"/>
                  <a:pt x="1459551" y="4369539"/>
                  <a:pt x="1478909" y="4378326"/>
                </a:cubicBezTo>
                <a:cubicBezTo>
                  <a:pt x="1537364" y="4404879"/>
                  <a:pt x="1596647" y="4428058"/>
                  <a:pt x="1660006" y="4440729"/>
                </a:cubicBezTo>
                <a:cubicBezTo>
                  <a:pt x="1698658" y="4448434"/>
                  <a:pt x="1705726" y="4460214"/>
                  <a:pt x="1706172" y="4500267"/>
                </a:cubicBezTo>
                <a:cubicBezTo>
                  <a:pt x="1706363" y="4520707"/>
                  <a:pt x="1704835" y="4541275"/>
                  <a:pt x="1707382" y="4561652"/>
                </a:cubicBezTo>
                <a:cubicBezTo>
                  <a:pt x="1715214" y="4623928"/>
                  <a:pt x="1713112" y="4685949"/>
                  <a:pt x="1703943" y="4747779"/>
                </a:cubicBezTo>
                <a:cubicBezTo>
                  <a:pt x="1682993" y="4888632"/>
                  <a:pt x="1687705" y="5029613"/>
                  <a:pt x="1699231" y="5170785"/>
                </a:cubicBezTo>
                <a:cubicBezTo>
                  <a:pt x="1705280" y="5245287"/>
                  <a:pt x="1709865" y="5319661"/>
                  <a:pt x="1695983" y="5393972"/>
                </a:cubicBezTo>
                <a:cubicBezTo>
                  <a:pt x="1683375" y="5461279"/>
                  <a:pt x="1675479" y="5529031"/>
                  <a:pt x="1672423" y="5597738"/>
                </a:cubicBezTo>
                <a:cubicBezTo>
                  <a:pt x="1670322" y="5644477"/>
                  <a:pt x="1673951" y="5692490"/>
                  <a:pt x="1660133" y="5738209"/>
                </a:cubicBezTo>
                <a:cubicBezTo>
                  <a:pt x="1648926" y="5775269"/>
                  <a:pt x="1644915" y="5813476"/>
                  <a:pt x="1643259" y="5851427"/>
                </a:cubicBezTo>
                <a:cubicBezTo>
                  <a:pt x="1638038" y="5970375"/>
                  <a:pt x="1628995" y="6089324"/>
                  <a:pt x="1631542" y="6208527"/>
                </a:cubicBezTo>
                <a:cubicBezTo>
                  <a:pt x="1635554" y="6396501"/>
                  <a:pt x="1625366" y="6583520"/>
                  <a:pt x="1597985" y="6769647"/>
                </a:cubicBezTo>
                <a:cubicBezTo>
                  <a:pt x="1591999" y="6810273"/>
                  <a:pt x="1598367" y="6816896"/>
                  <a:pt x="1639120" y="6818042"/>
                </a:cubicBezTo>
                <a:cubicBezTo>
                  <a:pt x="1711966" y="6820144"/>
                  <a:pt x="1784749" y="6819634"/>
                  <a:pt x="1857659" y="6822053"/>
                </a:cubicBezTo>
                <a:cubicBezTo>
                  <a:pt x="1977499" y="6826001"/>
                  <a:pt x="2097403" y="6827020"/>
                  <a:pt x="2217179" y="6833516"/>
                </a:cubicBezTo>
                <a:cubicBezTo>
                  <a:pt x="2294292" y="6837718"/>
                  <a:pt x="2371468" y="6840965"/>
                  <a:pt x="2448644" y="6843895"/>
                </a:cubicBezTo>
                <a:cubicBezTo>
                  <a:pt x="2594655" y="6849499"/>
                  <a:pt x="2740858" y="6850517"/>
                  <a:pt x="2886869" y="6856120"/>
                </a:cubicBezTo>
                <a:cubicBezTo>
                  <a:pt x="2913040" y="6857139"/>
                  <a:pt x="2925075" y="6846060"/>
                  <a:pt x="2933289" y="6822563"/>
                </a:cubicBezTo>
                <a:cubicBezTo>
                  <a:pt x="2947871" y="6780727"/>
                  <a:pt x="2951819" y="6737618"/>
                  <a:pt x="2954557" y="6694127"/>
                </a:cubicBezTo>
                <a:cubicBezTo>
                  <a:pt x="2956149" y="6668210"/>
                  <a:pt x="2956404" y="6641020"/>
                  <a:pt x="2976207" y="6621662"/>
                </a:cubicBezTo>
                <a:cubicBezTo>
                  <a:pt x="3024984" y="6573905"/>
                  <a:pt x="3031415" y="6514749"/>
                  <a:pt x="3025366" y="6451645"/>
                </a:cubicBezTo>
                <a:cubicBezTo>
                  <a:pt x="3022245" y="6419297"/>
                  <a:pt x="3024411" y="6388096"/>
                  <a:pt x="3037592" y="6357531"/>
                </a:cubicBezTo>
                <a:cubicBezTo>
                  <a:pt x="3055867" y="6315058"/>
                  <a:pt x="3074270" y="6272522"/>
                  <a:pt x="3090762" y="6229349"/>
                </a:cubicBezTo>
                <a:cubicBezTo>
                  <a:pt x="3108846" y="6182228"/>
                  <a:pt x="3135781" y="6142176"/>
                  <a:pt x="3177362" y="6113776"/>
                </a:cubicBezTo>
                <a:cubicBezTo>
                  <a:pt x="3232125" y="6076334"/>
                  <a:pt x="3263772" y="6026347"/>
                  <a:pt x="3270203" y="5959869"/>
                </a:cubicBezTo>
                <a:cubicBezTo>
                  <a:pt x="3273069" y="5930450"/>
                  <a:pt x="3288670" y="5906507"/>
                  <a:pt x="3309810" y="5886067"/>
                </a:cubicBezTo>
                <a:cubicBezTo>
                  <a:pt x="3323947" y="5872440"/>
                  <a:pt x="3338019" y="5858495"/>
                  <a:pt x="3344769" y="5839519"/>
                </a:cubicBezTo>
                <a:cubicBezTo>
                  <a:pt x="3375525" y="5752282"/>
                  <a:pt x="3407491" y="5665873"/>
                  <a:pt x="3403925" y="5570294"/>
                </a:cubicBezTo>
                <a:cubicBezTo>
                  <a:pt x="3402269" y="5526548"/>
                  <a:pt x="3407491" y="5482292"/>
                  <a:pt x="3420863" y="5438864"/>
                </a:cubicBezTo>
                <a:cubicBezTo>
                  <a:pt x="3436909" y="5386777"/>
                  <a:pt x="3439711" y="5331760"/>
                  <a:pt x="3432197" y="5277635"/>
                </a:cubicBezTo>
                <a:cubicBezTo>
                  <a:pt x="3426021" y="5233124"/>
                  <a:pt x="3426657" y="5189378"/>
                  <a:pt x="3432388" y="5144995"/>
                </a:cubicBezTo>
                <a:cubicBezTo>
                  <a:pt x="3441239" y="5076224"/>
                  <a:pt x="3445506" y="5006689"/>
                  <a:pt x="3444232" y="4937600"/>
                </a:cubicBezTo>
                <a:cubicBezTo>
                  <a:pt x="3443213" y="4884621"/>
                  <a:pt x="3441048" y="4831005"/>
                  <a:pt x="3431561" y="4778281"/>
                </a:cubicBezTo>
                <a:cubicBezTo>
                  <a:pt x="3425766" y="4746251"/>
                  <a:pt x="3430287" y="4735681"/>
                  <a:pt x="3458496" y="4722117"/>
                </a:cubicBezTo>
                <a:cubicBezTo>
                  <a:pt x="3492181" y="4705880"/>
                  <a:pt x="3510838" y="4678690"/>
                  <a:pt x="3524911" y="4645641"/>
                </a:cubicBezTo>
                <a:cubicBezTo>
                  <a:pt x="3564390" y="4552992"/>
                  <a:pt x="3594955" y="4457221"/>
                  <a:pt x="3626539" y="4361834"/>
                </a:cubicBezTo>
                <a:cubicBezTo>
                  <a:pt x="3681047" y="4197102"/>
                  <a:pt x="3741412" y="4034471"/>
                  <a:pt x="3800568" y="3871394"/>
                </a:cubicBezTo>
                <a:cubicBezTo>
                  <a:pt x="3822982" y="3809500"/>
                  <a:pt x="3845587" y="3747479"/>
                  <a:pt x="3876471" y="3689215"/>
                </a:cubicBezTo>
                <a:cubicBezTo>
                  <a:pt x="3931106" y="3586313"/>
                  <a:pt x="3989625" y="3485512"/>
                  <a:pt x="4044514" y="3382738"/>
                </a:cubicBezTo>
                <a:cubicBezTo>
                  <a:pt x="4062726" y="3348671"/>
                  <a:pt x="4075143" y="3312884"/>
                  <a:pt x="4081256" y="3274678"/>
                </a:cubicBezTo>
                <a:cubicBezTo>
                  <a:pt x="4096984" y="3175979"/>
                  <a:pt x="4097175" y="3076261"/>
                  <a:pt x="4101887" y="2976861"/>
                </a:cubicBezTo>
                <a:cubicBezTo>
                  <a:pt x="4105134" y="2906753"/>
                  <a:pt x="4097876" y="2836518"/>
                  <a:pt x="4099404" y="2766282"/>
                </a:cubicBezTo>
                <a:close/>
                <a:moveTo>
                  <a:pt x="1940057" y="3793008"/>
                </a:moveTo>
                <a:cubicBezTo>
                  <a:pt x="1936491" y="3803005"/>
                  <a:pt x="1932670" y="3812939"/>
                  <a:pt x="1928722" y="3822809"/>
                </a:cubicBezTo>
                <a:cubicBezTo>
                  <a:pt x="1917006" y="3851846"/>
                  <a:pt x="1917515" y="3851272"/>
                  <a:pt x="1895801" y="3829941"/>
                </a:cubicBezTo>
                <a:cubicBezTo>
                  <a:pt x="1888542" y="3822745"/>
                  <a:pt x="1877972" y="3818479"/>
                  <a:pt x="1868357" y="3814149"/>
                </a:cubicBezTo>
                <a:cubicBezTo>
                  <a:pt x="1784303" y="3776261"/>
                  <a:pt x="1700123" y="3738692"/>
                  <a:pt x="1616005" y="3700995"/>
                </a:cubicBezTo>
                <a:cubicBezTo>
                  <a:pt x="1589707" y="3689215"/>
                  <a:pt x="1589388" y="3687623"/>
                  <a:pt x="1612758" y="3669347"/>
                </a:cubicBezTo>
                <a:cubicBezTo>
                  <a:pt x="1661280" y="3631460"/>
                  <a:pt x="1720372" y="3621080"/>
                  <a:pt x="1777808" y="3606626"/>
                </a:cubicBezTo>
                <a:cubicBezTo>
                  <a:pt x="1789015" y="3604142"/>
                  <a:pt x="1791308" y="3611083"/>
                  <a:pt x="1793218" y="3619870"/>
                </a:cubicBezTo>
                <a:cubicBezTo>
                  <a:pt x="1807482" y="3686286"/>
                  <a:pt x="1852629" y="3721371"/>
                  <a:pt x="1914395" y="3740729"/>
                </a:cubicBezTo>
                <a:cubicBezTo>
                  <a:pt x="1952856" y="3752828"/>
                  <a:pt x="1953429" y="3755693"/>
                  <a:pt x="1940057" y="3793008"/>
                </a:cubicBezTo>
                <a:close/>
                <a:moveTo>
                  <a:pt x="2740030" y="2085894"/>
                </a:moveTo>
                <a:cubicBezTo>
                  <a:pt x="2728504" y="2096656"/>
                  <a:pt x="2720163" y="2107354"/>
                  <a:pt x="2701633" y="2090224"/>
                </a:cubicBezTo>
                <a:cubicBezTo>
                  <a:pt x="2680938" y="2071058"/>
                  <a:pt x="2688197" y="2055839"/>
                  <a:pt x="2697493" y="2036991"/>
                </a:cubicBezTo>
                <a:cubicBezTo>
                  <a:pt x="2711120" y="2040811"/>
                  <a:pt x="2720799" y="2050235"/>
                  <a:pt x="2729778" y="2059278"/>
                </a:cubicBezTo>
                <a:cubicBezTo>
                  <a:pt x="2736336" y="2065773"/>
                  <a:pt x="2757923" y="2069275"/>
                  <a:pt x="2740030" y="2085894"/>
                </a:cubicBezTo>
                <a:close/>
                <a:moveTo>
                  <a:pt x="2833953" y="2006935"/>
                </a:moveTo>
                <a:cubicBezTo>
                  <a:pt x="2832743" y="2021071"/>
                  <a:pt x="2820454" y="2026038"/>
                  <a:pt x="2810393" y="2029668"/>
                </a:cubicBezTo>
                <a:cubicBezTo>
                  <a:pt x="2798230" y="2034125"/>
                  <a:pt x="2797020" y="2020053"/>
                  <a:pt x="2794028" y="2013303"/>
                </a:cubicBezTo>
                <a:cubicBezTo>
                  <a:pt x="2777217" y="1974587"/>
                  <a:pt x="2754548" y="1941857"/>
                  <a:pt x="2712903" y="1926638"/>
                </a:cubicBezTo>
                <a:cubicBezTo>
                  <a:pt x="2705771" y="1924028"/>
                  <a:pt x="2702588" y="1918042"/>
                  <a:pt x="2699149" y="1911420"/>
                </a:cubicBezTo>
                <a:cubicBezTo>
                  <a:pt x="2674824" y="1864617"/>
                  <a:pt x="2640566" y="1846788"/>
                  <a:pt x="2587714" y="1854111"/>
                </a:cubicBezTo>
                <a:cubicBezTo>
                  <a:pt x="2570203" y="1856530"/>
                  <a:pt x="2552947" y="1861242"/>
                  <a:pt x="2535882" y="1865954"/>
                </a:cubicBezTo>
                <a:cubicBezTo>
                  <a:pt x="2518944" y="1870666"/>
                  <a:pt x="2502324" y="1876716"/>
                  <a:pt x="2480674" y="1883720"/>
                </a:cubicBezTo>
                <a:cubicBezTo>
                  <a:pt x="2487869" y="1865381"/>
                  <a:pt x="2498758" y="1853792"/>
                  <a:pt x="2499840" y="1838064"/>
                </a:cubicBezTo>
                <a:cubicBezTo>
                  <a:pt x="2500923" y="1822590"/>
                  <a:pt x="2510474" y="1821126"/>
                  <a:pt x="2523910" y="1821572"/>
                </a:cubicBezTo>
                <a:cubicBezTo>
                  <a:pt x="2594082" y="1823991"/>
                  <a:pt x="2664254" y="1825583"/>
                  <a:pt x="2734426" y="1827111"/>
                </a:cubicBezTo>
                <a:cubicBezTo>
                  <a:pt x="2743022" y="1827303"/>
                  <a:pt x="2751810" y="1828958"/>
                  <a:pt x="2760279" y="1823737"/>
                </a:cubicBezTo>
                <a:cubicBezTo>
                  <a:pt x="2787151" y="1806990"/>
                  <a:pt x="2789252" y="1796929"/>
                  <a:pt x="2769448" y="1771585"/>
                </a:cubicBezTo>
                <a:cubicBezTo>
                  <a:pt x="2756394" y="1754902"/>
                  <a:pt x="2741685" y="1739874"/>
                  <a:pt x="2723665" y="1727075"/>
                </a:cubicBezTo>
                <a:cubicBezTo>
                  <a:pt x="2734235" y="1713003"/>
                  <a:pt x="2748753" y="1706444"/>
                  <a:pt x="2763909" y="1702050"/>
                </a:cubicBezTo>
                <a:cubicBezTo>
                  <a:pt x="2781738" y="1696829"/>
                  <a:pt x="2805744" y="1709500"/>
                  <a:pt x="2807591" y="1726375"/>
                </a:cubicBezTo>
                <a:cubicBezTo>
                  <a:pt x="2816314" y="1806735"/>
                  <a:pt x="2836691" y="1885631"/>
                  <a:pt x="2836245" y="1967010"/>
                </a:cubicBezTo>
                <a:cubicBezTo>
                  <a:pt x="2836118" y="1980318"/>
                  <a:pt x="2835035" y="1993627"/>
                  <a:pt x="2833953" y="2006935"/>
                </a:cubicBezTo>
                <a:close/>
              </a:path>
            </a:pathLst>
          </a:custGeom>
          <a:solidFill>
            <a:schemeClr val="accent2"/>
          </a:solidFill>
          <a:ln w="63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2" name="Freeform 55">
            <a:extLst>
              <a:ext uri="{FF2B5EF4-FFF2-40B4-BE49-F238E27FC236}">
                <a16:creationId xmlns:a16="http://schemas.microsoft.com/office/drawing/2014/main" xmlns="" id="{1CB4741D-3B73-4764-96C6-8D74F7CE7F3E}"/>
              </a:ext>
            </a:extLst>
          </p:cNvPr>
          <p:cNvSpPr/>
          <p:nvPr/>
        </p:nvSpPr>
        <p:spPr>
          <a:xfrm rot="2700000">
            <a:off x="2168771" y="2188791"/>
            <a:ext cx="257782" cy="631653"/>
          </a:xfrm>
          <a:custGeom>
            <a:avLst/>
            <a:gdLst/>
            <a:ahLst/>
            <a:cxn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3" name="Rounded Rectangle 51">
            <a:extLst>
              <a:ext uri="{FF2B5EF4-FFF2-40B4-BE49-F238E27FC236}">
                <a16:creationId xmlns:a16="http://schemas.microsoft.com/office/drawing/2014/main" xmlns="" id="{C4499728-C7E1-43D1-AB6E-3CADFD93E93C}"/>
              </a:ext>
            </a:extLst>
          </p:cNvPr>
          <p:cNvSpPr/>
          <p:nvPr/>
        </p:nvSpPr>
        <p:spPr>
          <a:xfrm rot="16200000" flipH="1">
            <a:off x="9696152" y="2264305"/>
            <a:ext cx="500257" cy="471122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4" name="Round Same Side Corner Rectangle 3">
            <a:extLst>
              <a:ext uri="{FF2B5EF4-FFF2-40B4-BE49-F238E27FC236}">
                <a16:creationId xmlns:a16="http://schemas.microsoft.com/office/drawing/2014/main" xmlns="" id="{FF6FA728-7078-4F64-B48E-AAA2C5D01476}"/>
              </a:ext>
            </a:extLst>
          </p:cNvPr>
          <p:cNvSpPr/>
          <p:nvPr/>
        </p:nvSpPr>
        <p:spPr>
          <a:xfrm rot="10800000" flipH="1">
            <a:off x="9755601" y="3738055"/>
            <a:ext cx="422549" cy="421069"/>
          </a:xfrm>
          <a:custGeom>
            <a:avLst/>
            <a:gdLst/>
            <a:ahLst/>
            <a:cxnLst/>
            <a:rect l="l" t="t" r="r" b="b"/>
            <a:pathLst>
              <a:path w="3974354" h="3960441">
                <a:moveTo>
                  <a:pt x="2479094" y="2176758"/>
                </a:moveTo>
                <a:lnTo>
                  <a:pt x="1505494" y="2176758"/>
                </a:lnTo>
                <a:lnTo>
                  <a:pt x="452687" y="932202"/>
                </a:lnTo>
                <a:cubicBezTo>
                  <a:pt x="416690" y="904368"/>
                  <a:pt x="386967" y="869252"/>
                  <a:pt x="365331" y="828935"/>
                </a:cubicBezTo>
                <a:lnTo>
                  <a:pt x="351150" y="812172"/>
                </a:lnTo>
                <a:lnTo>
                  <a:pt x="356232" y="812172"/>
                </a:lnTo>
                <a:cubicBezTo>
                  <a:pt x="326255" y="758500"/>
                  <a:pt x="310210" y="696547"/>
                  <a:pt x="310210" y="630847"/>
                </a:cubicBezTo>
                <a:lnTo>
                  <a:pt x="310210" y="494902"/>
                </a:lnTo>
                <a:cubicBezTo>
                  <a:pt x="310210" y="351890"/>
                  <a:pt x="426144" y="235956"/>
                  <a:pt x="569156" y="235956"/>
                </a:cubicBezTo>
                <a:lnTo>
                  <a:pt x="3405201" y="235956"/>
                </a:lnTo>
                <a:cubicBezTo>
                  <a:pt x="3548213" y="235956"/>
                  <a:pt x="3664147" y="351890"/>
                  <a:pt x="3664147" y="494902"/>
                </a:cubicBezTo>
                <a:lnTo>
                  <a:pt x="3664147" y="630847"/>
                </a:lnTo>
                <a:cubicBezTo>
                  <a:pt x="3664147" y="696547"/>
                  <a:pt x="3648102" y="758500"/>
                  <a:pt x="3618125" y="812172"/>
                </a:cubicBezTo>
                <a:lnTo>
                  <a:pt x="3633438" y="812172"/>
                </a:lnTo>
                <a:close/>
                <a:moveTo>
                  <a:pt x="2377107" y="3672408"/>
                </a:moveTo>
                <a:lnTo>
                  <a:pt x="2377107" y="2447804"/>
                </a:lnTo>
                <a:lnTo>
                  <a:pt x="3735479" y="805811"/>
                </a:lnTo>
                <a:lnTo>
                  <a:pt x="3722860" y="805811"/>
                </a:lnTo>
                <a:cubicBezTo>
                  <a:pt x="3765801" y="737693"/>
                  <a:pt x="3789650" y="656896"/>
                  <a:pt x="3789650" y="570528"/>
                </a:cubicBezTo>
                <a:lnTo>
                  <a:pt x="3789650" y="412481"/>
                </a:lnTo>
                <a:cubicBezTo>
                  <a:pt x="3789650" y="246218"/>
                  <a:pt x="3654868" y="111436"/>
                  <a:pt x="3488605" y="111436"/>
                </a:cubicBezTo>
                <a:lnTo>
                  <a:pt x="467214" y="111436"/>
                </a:lnTo>
                <a:cubicBezTo>
                  <a:pt x="300951" y="111436"/>
                  <a:pt x="166169" y="246218"/>
                  <a:pt x="166169" y="412481"/>
                </a:cubicBezTo>
                <a:lnTo>
                  <a:pt x="166169" y="570527"/>
                </a:lnTo>
                <a:cubicBezTo>
                  <a:pt x="166169" y="715183"/>
                  <a:pt x="233072" y="844212"/>
                  <a:pt x="338922" y="926745"/>
                </a:cubicBezTo>
                <a:lnTo>
                  <a:pt x="1585536" y="2433646"/>
                </a:lnTo>
                <a:lnTo>
                  <a:pt x="1585536" y="3672408"/>
                </a:lnTo>
                <a:close/>
                <a:moveTo>
                  <a:pt x="2606109" y="3960441"/>
                </a:moveTo>
                <a:lnTo>
                  <a:pt x="1397478" y="3960441"/>
                </a:lnTo>
                <a:cubicBezTo>
                  <a:pt x="1333543" y="3960441"/>
                  <a:pt x="1281713" y="3900944"/>
                  <a:pt x="1281713" y="3827550"/>
                </a:cubicBezTo>
                <a:lnTo>
                  <a:pt x="1281714" y="3827550"/>
                </a:lnTo>
                <a:cubicBezTo>
                  <a:pt x="1281714" y="3754157"/>
                  <a:pt x="1333544" y="3694659"/>
                  <a:pt x="1397479" y="3694659"/>
                </a:cubicBezTo>
                <a:lnTo>
                  <a:pt x="1459569" y="3694659"/>
                </a:lnTo>
                <a:lnTo>
                  <a:pt x="1459569" y="2562641"/>
                </a:lnTo>
                <a:lnTo>
                  <a:pt x="1459264" y="2562641"/>
                </a:lnTo>
                <a:lnTo>
                  <a:pt x="181140" y="958944"/>
                </a:lnTo>
                <a:cubicBezTo>
                  <a:pt x="70395" y="862399"/>
                  <a:pt x="0" y="709284"/>
                  <a:pt x="0" y="537296"/>
                </a:cubicBezTo>
                <a:lnTo>
                  <a:pt x="0" y="352326"/>
                </a:lnTo>
                <a:cubicBezTo>
                  <a:pt x="0" y="157742"/>
                  <a:pt x="137413" y="0"/>
                  <a:pt x="306921" y="0"/>
                </a:cubicBezTo>
                <a:lnTo>
                  <a:pt x="3667433" y="0"/>
                </a:lnTo>
                <a:cubicBezTo>
                  <a:pt x="3836941" y="0"/>
                  <a:pt x="3974354" y="157742"/>
                  <a:pt x="3974354" y="352326"/>
                </a:cubicBezTo>
                <a:lnTo>
                  <a:pt x="3974354" y="537296"/>
                </a:lnTo>
                <a:cubicBezTo>
                  <a:pt x="3974354" y="707106"/>
                  <a:pt x="3905732" y="858516"/>
                  <a:pt x="3797273" y="955099"/>
                </a:cubicBezTo>
                <a:lnTo>
                  <a:pt x="2516085" y="2562641"/>
                </a:lnTo>
                <a:lnTo>
                  <a:pt x="2514788" y="2562641"/>
                </a:lnTo>
                <a:lnTo>
                  <a:pt x="2514788" y="3694660"/>
                </a:lnTo>
                <a:lnTo>
                  <a:pt x="2606109" y="3694660"/>
                </a:lnTo>
                <a:cubicBezTo>
                  <a:pt x="2670044" y="3694660"/>
                  <a:pt x="2721874" y="3754158"/>
                  <a:pt x="2721874" y="3827551"/>
                </a:cubicBezTo>
                <a:cubicBezTo>
                  <a:pt x="2721874" y="3900944"/>
                  <a:pt x="2670044" y="3960441"/>
                  <a:pt x="2606109" y="39604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5" name="Oval 3">
            <a:extLst>
              <a:ext uri="{FF2B5EF4-FFF2-40B4-BE49-F238E27FC236}">
                <a16:creationId xmlns:a16="http://schemas.microsoft.com/office/drawing/2014/main" xmlns="" id="{8DCE6E48-5D25-48D3-BC8C-2F9822CF2F13}"/>
              </a:ext>
            </a:extLst>
          </p:cNvPr>
          <p:cNvSpPr/>
          <p:nvPr/>
        </p:nvSpPr>
        <p:spPr>
          <a:xfrm>
            <a:off x="2078259" y="3650404"/>
            <a:ext cx="438805" cy="452768"/>
          </a:xfrm>
          <a:custGeom>
            <a:avLst/>
            <a:gdLst/>
            <a:ahLst/>
            <a:cxnLst/>
            <a:rect l="l" t="t" r="r" b="b"/>
            <a:pathLst>
              <a:path w="3064723" h="3781836">
                <a:moveTo>
                  <a:pt x="1518649" y="2892985"/>
                </a:moveTo>
                <a:cubicBezTo>
                  <a:pt x="1585036" y="2892985"/>
                  <a:pt x="1638854" y="2946803"/>
                  <a:pt x="1638854" y="3013190"/>
                </a:cubicBezTo>
                <a:cubicBezTo>
                  <a:pt x="1638854" y="3079577"/>
                  <a:pt x="1585036" y="3133395"/>
                  <a:pt x="1518649" y="3133395"/>
                </a:cubicBezTo>
                <a:cubicBezTo>
                  <a:pt x="1452262" y="3133395"/>
                  <a:pt x="1398444" y="3079577"/>
                  <a:pt x="1398444" y="3013190"/>
                </a:cubicBezTo>
                <a:cubicBezTo>
                  <a:pt x="1398444" y="2946803"/>
                  <a:pt x="1452262" y="2892985"/>
                  <a:pt x="1518649" y="2892985"/>
                </a:cubicBezTo>
                <a:close/>
                <a:moveTo>
                  <a:pt x="1518649" y="2816785"/>
                </a:moveTo>
                <a:cubicBezTo>
                  <a:pt x="1410178" y="2816785"/>
                  <a:pt x="1322244" y="2904719"/>
                  <a:pt x="1322244" y="3013190"/>
                </a:cubicBezTo>
                <a:cubicBezTo>
                  <a:pt x="1322244" y="3121661"/>
                  <a:pt x="1410178" y="3209595"/>
                  <a:pt x="1518649" y="3209595"/>
                </a:cubicBezTo>
                <a:cubicBezTo>
                  <a:pt x="1627120" y="3209595"/>
                  <a:pt x="1715054" y="3121661"/>
                  <a:pt x="1715054" y="3013190"/>
                </a:cubicBezTo>
                <a:cubicBezTo>
                  <a:pt x="1715054" y="2904719"/>
                  <a:pt x="1627120" y="2816785"/>
                  <a:pt x="1518649" y="2816785"/>
                </a:cubicBezTo>
                <a:close/>
                <a:moveTo>
                  <a:pt x="1567410" y="734674"/>
                </a:moveTo>
                <a:cubicBezTo>
                  <a:pt x="1633797" y="734674"/>
                  <a:pt x="1687615" y="788492"/>
                  <a:pt x="1687615" y="854879"/>
                </a:cubicBezTo>
                <a:cubicBezTo>
                  <a:pt x="1687615" y="921266"/>
                  <a:pt x="1633797" y="975084"/>
                  <a:pt x="1567410" y="975084"/>
                </a:cubicBezTo>
                <a:cubicBezTo>
                  <a:pt x="1501023" y="975084"/>
                  <a:pt x="1447205" y="921266"/>
                  <a:pt x="1447205" y="854879"/>
                </a:cubicBezTo>
                <a:cubicBezTo>
                  <a:pt x="1447205" y="788492"/>
                  <a:pt x="1501023" y="734674"/>
                  <a:pt x="1567410" y="734674"/>
                </a:cubicBezTo>
                <a:close/>
                <a:moveTo>
                  <a:pt x="1567410" y="658474"/>
                </a:moveTo>
                <a:cubicBezTo>
                  <a:pt x="1458939" y="658474"/>
                  <a:pt x="1371005" y="746408"/>
                  <a:pt x="1371005" y="854879"/>
                </a:cubicBezTo>
                <a:cubicBezTo>
                  <a:pt x="1371005" y="963350"/>
                  <a:pt x="1458939" y="1051284"/>
                  <a:pt x="1567410" y="1051284"/>
                </a:cubicBezTo>
                <a:cubicBezTo>
                  <a:pt x="1675881" y="1051284"/>
                  <a:pt x="1763815" y="963350"/>
                  <a:pt x="1763815" y="854879"/>
                </a:cubicBezTo>
                <a:cubicBezTo>
                  <a:pt x="1763815" y="746408"/>
                  <a:pt x="1675881" y="658474"/>
                  <a:pt x="1567410" y="658474"/>
                </a:cubicBezTo>
                <a:close/>
                <a:moveTo>
                  <a:pt x="1911981" y="10"/>
                </a:moveTo>
                <a:cubicBezTo>
                  <a:pt x="1925053" y="270"/>
                  <a:pt x="1938026" y="5518"/>
                  <a:pt x="1947801" y="15691"/>
                </a:cubicBezTo>
                <a:lnTo>
                  <a:pt x="2055957" y="128248"/>
                </a:lnTo>
                <a:cubicBezTo>
                  <a:pt x="2075507" y="148594"/>
                  <a:pt x="2074862" y="180936"/>
                  <a:pt x="2054517" y="200486"/>
                </a:cubicBezTo>
                <a:lnTo>
                  <a:pt x="1901724" y="347304"/>
                </a:lnTo>
                <a:lnTo>
                  <a:pt x="1902773" y="348396"/>
                </a:lnTo>
                <a:cubicBezTo>
                  <a:pt x="1935476" y="382430"/>
                  <a:pt x="1934397" y="436531"/>
                  <a:pt x="1900363" y="469235"/>
                </a:cubicBezTo>
                <a:lnTo>
                  <a:pt x="1687006" y="674249"/>
                </a:lnTo>
                <a:cubicBezTo>
                  <a:pt x="1719923" y="689111"/>
                  <a:pt x="1748093" y="711314"/>
                  <a:pt x="1769224" y="738445"/>
                </a:cubicBezTo>
                <a:cubicBezTo>
                  <a:pt x="2225756" y="865632"/>
                  <a:pt x="2563903" y="1337935"/>
                  <a:pt x="2563903" y="1900829"/>
                </a:cubicBezTo>
                <a:cubicBezTo>
                  <a:pt x="2563903" y="2461202"/>
                  <a:pt x="2228779" y="2931793"/>
                  <a:pt x="1775470" y="3061896"/>
                </a:cubicBezTo>
                <a:lnTo>
                  <a:pt x="1775470" y="3399112"/>
                </a:lnTo>
                <a:lnTo>
                  <a:pt x="2969042" y="3399112"/>
                </a:lnTo>
                <a:lnTo>
                  <a:pt x="3064723" y="3781836"/>
                </a:lnTo>
                <a:lnTo>
                  <a:pt x="1775470" y="3781836"/>
                </a:lnTo>
                <a:lnTo>
                  <a:pt x="1293138" y="3781836"/>
                </a:lnTo>
                <a:lnTo>
                  <a:pt x="0" y="3781836"/>
                </a:lnTo>
                <a:lnTo>
                  <a:pt x="95681" y="3399112"/>
                </a:lnTo>
                <a:lnTo>
                  <a:pt x="1293138" y="3399112"/>
                </a:lnTo>
                <a:lnTo>
                  <a:pt x="1293138" y="3070777"/>
                </a:lnTo>
                <a:cubicBezTo>
                  <a:pt x="877228" y="2966949"/>
                  <a:pt x="554551" y="2578252"/>
                  <a:pt x="488102" y="2091784"/>
                </a:cubicBezTo>
                <a:lnTo>
                  <a:pt x="36005" y="2091784"/>
                </a:lnTo>
                <a:cubicBezTo>
                  <a:pt x="16120" y="2091784"/>
                  <a:pt x="0" y="2075664"/>
                  <a:pt x="0" y="2055779"/>
                </a:cubicBezTo>
                <a:lnTo>
                  <a:pt x="0" y="1911765"/>
                </a:lnTo>
                <a:cubicBezTo>
                  <a:pt x="0" y="1891880"/>
                  <a:pt x="16120" y="1875760"/>
                  <a:pt x="36005" y="1875760"/>
                </a:cubicBezTo>
                <a:lnTo>
                  <a:pt x="1116123" y="1875760"/>
                </a:lnTo>
                <a:cubicBezTo>
                  <a:pt x="1136008" y="1875760"/>
                  <a:pt x="1152128" y="1891880"/>
                  <a:pt x="1152128" y="1911765"/>
                </a:cubicBezTo>
                <a:lnTo>
                  <a:pt x="1152128" y="2055779"/>
                </a:lnTo>
                <a:cubicBezTo>
                  <a:pt x="1152128" y="2075664"/>
                  <a:pt x="1136008" y="2091784"/>
                  <a:pt x="1116123" y="2091784"/>
                </a:cubicBezTo>
                <a:lnTo>
                  <a:pt x="821381" y="2091784"/>
                </a:lnTo>
                <a:cubicBezTo>
                  <a:pt x="888359" y="2496965"/>
                  <a:pt x="1175251" y="2800189"/>
                  <a:pt x="1518548" y="2800189"/>
                </a:cubicBezTo>
                <a:cubicBezTo>
                  <a:pt x="1914148" y="2800189"/>
                  <a:pt x="2234845" y="2397532"/>
                  <a:pt x="2234845" y="1900829"/>
                </a:cubicBezTo>
                <a:cubicBezTo>
                  <a:pt x="2234845" y="1486489"/>
                  <a:pt x="2011685" y="1137592"/>
                  <a:pt x="1707456" y="1034726"/>
                </a:cubicBezTo>
                <a:cubicBezTo>
                  <a:pt x="1672074" y="1055937"/>
                  <a:pt x="1629677" y="1068045"/>
                  <a:pt x="1584174" y="1068045"/>
                </a:cubicBezTo>
                <a:cubicBezTo>
                  <a:pt x="1499312" y="1068045"/>
                  <a:pt x="1425250" y="1025928"/>
                  <a:pt x="1386642" y="962867"/>
                </a:cubicBezTo>
                <a:lnTo>
                  <a:pt x="881318" y="1448430"/>
                </a:lnTo>
                <a:cubicBezTo>
                  <a:pt x="847284" y="1481134"/>
                  <a:pt x="793183" y="1480055"/>
                  <a:pt x="760479" y="1446020"/>
                </a:cubicBezTo>
                <a:lnTo>
                  <a:pt x="759430" y="1444929"/>
                </a:lnTo>
                <a:lnTo>
                  <a:pt x="652690" y="1547495"/>
                </a:lnTo>
                <a:cubicBezTo>
                  <a:pt x="632345" y="1567045"/>
                  <a:pt x="600003" y="1566400"/>
                  <a:pt x="580453" y="1546054"/>
                </a:cubicBezTo>
                <a:lnTo>
                  <a:pt x="472296" y="1433497"/>
                </a:lnTo>
                <a:cubicBezTo>
                  <a:pt x="452746" y="1413151"/>
                  <a:pt x="453391" y="1380809"/>
                  <a:pt x="473737" y="1361259"/>
                </a:cubicBezTo>
                <a:lnTo>
                  <a:pt x="580477" y="1258693"/>
                </a:lnTo>
                <a:lnTo>
                  <a:pt x="579556" y="1257735"/>
                </a:lnTo>
                <a:cubicBezTo>
                  <a:pt x="546853" y="1223700"/>
                  <a:pt x="547932" y="1169599"/>
                  <a:pt x="581966" y="1136896"/>
                </a:cubicBezTo>
                <a:lnTo>
                  <a:pt x="1601011" y="157700"/>
                </a:lnTo>
                <a:cubicBezTo>
                  <a:pt x="1635045" y="124997"/>
                  <a:pt x="1689146" y="126076"/>
                  <a:pt x="1721850" y="160110"/>
                </a:cubicBezTo>
                <a:lnTo>
                  <a:pt x="1722771" y="161068"/>
                </a:lnTo>
                <a:lnTo>
                  <a:pt x="1875563" y="14250"/>
                </a:lnTo>
                <a:cubicBezTo>
                  <a:pt x="1885736" y="4475"/>
                  <a:pt x="1898908" y="-250"/>
                  <a:pt x="1911981" y="10"/>
                </a:cubicBezTo>
                <a:close/>
              </a:path>
            </a:pathLst>
          </a:custGeom>
          <a:solidFill>
            <a:schemeClr val="accent4">
              <a:alpha val="9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76" name="Parallelogram 15">
            <a:extLst>
              <a:ext uri="{FF2B5EF4-FFF2-40B4-BE49-F238E27FC236}">
                <a16:creationId xmlns:a16="http://schemas.microsoft.com/office/drawing/2014/main" xmlns="" id="{BA79C9F1-7564-446C-AE7D-498626DC589C}"/>
              </a:ext>
            </a:extLst>
          </p:cNvPr>
          <p:cNvSpPr/>
          <p:nvPr/>
        </p:nvSpPr>
        <p:spPr>
          <a:xfrm flipH="1">
            <a:off x="2044627" y="5131288"/>
            <a:ext cx="453440" cy="453440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7" name="Round Same Side Corner Rectangle 11">
            <a:extLst>
              <a:ext uri="{FF2B5EF4-FFF2-40B4-BE49-F238E27FC236}">
                <a16:creationId xmlns:a16="http://schemas.microsoft.com/office/drawing/2014/main" xmlns="" id="{723F4AB9-DFBF-4239-8A78-E42ED03A5572}"/>
              </a:ext>
            </a:extLst>
          </p:cNvPr>
          <p:cNvSpPr>
            <a:spLocks noChangeAspect="1"/>
          </p:cNvSpPr>
          <p:nvPr/>
        </p:nvSpPr>
        <p:spPr>
          <a:xfrm rot="9900000">
            <a:off x="9797198" y="5182770"/>
            <a:ext cx="447903" cy="380408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77889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30">
            <a:extLst>
              <a:ext uri="{FF2B5EF4-FFF2-40B4-BE49-F238E27FC236}">
                <a16:creationId xmlns:a16="http://schemas.microsoft.com/office/drawing/2014/main" xmlns="" id="{ADE28035-A148-4899-8CF6-F2A31EA34164}"/>
              </a:ext>
            </a:extLst>
          </p:cNvPr>
          <p:cNvGrpSpPr/>
          <p:nvPr/>
        </p:nvGrpSpPr>
        <p:grpSpPr>
          <a:xfrm>
            <a:off x="-88776" y="2479765"/>
            <a:ext cx="12192000" cy="2989269"/>
            <a:chOff x="-1524000" y="2185813"/>
            <a:chExt cx="12192000" cy="2989269"/>
          </a:xfrm>
        </p:grpSpPr>
        <p:cxnSp>
          <p:nvCxnSpPr>
            <p:cNvPr id="4" name="Straight Connector 18">
              <a:extLst>
                <a:ext uri="{FF2B5EF4-FFF2-40B4-BE49-F238E27FC236}">
                  <a16:creationId xmlns:a16="http://schemas.microsoft.com/office/drawing/2014/main" xmlns="" id="{95C09C60-840B-4494-9877-92060F747C53}"/>
                </a:ext>
              </a:extLst>
            </p:cNvPr>
            <p:cNvCxnSpPr>
              <a:cxnSpLocks/>
            </p:cNvCxnSpPr>
            <p:nvPr/>
          </p:nvCxnSpPr>
          <p:spPr>
            <a:xfrm>
              <a:off x="-1524000" y="2276872"/>
              <a:ext cx="7563084" cy="0"/>
            </a:xfrm>
            <a:prstGeom prst="line">
              <a:avLst/>
            </a:prstGeom>
            <a:ln w="1778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21">
              <a:extLst>
                <a:ext uri="{FF2B5EF4-FFF2-40B4-BE49-F238E27FC236}">
                  <a16:creationId xmlns:a16="http://schemas.microsoft.com/office/drawing/2014/main" xmlns="" id="{866C4A35-3A8B-4CA9-B386-6B3141113471}"/>
                </a:ext>
              </a:extLst>
            </p:cNvPr>
            <p:cNvCxnSpPr>
              <a:cxnSpLocks/>
            </p:cNvCxnSpPr>
            <p:nvPr/>
          </p:nvCxnSpPr>
          <p:spPr>
            <a:xfrm>
              <a:off x="6030838" y="2185813"/>
              <a:ext cx="17882" cy="2989269"/>
            </a:xfrm>
            <a:prstGeom prst="line">
              <a:avLst/>
            </a:prstGeom>
            <a:ln w="1778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24">
              <a:extLst>
                <a:ext uri="{FF2B5EF4-FFF2-40B4-BE49-F238E27FC236}">
                  <a16:creationId xmlns:a16="http://schemas.microsoft.com/office/drawing/2014/main" xmlns="" id="{935D32EE-4956-4C13-8991-F963E998952B}"/>
                </a:ext>
              </a:extLst>
            </p:cNvPr>
            <p:cNvCxnSpPr>
              <a:cxnSpLocks/>
            </p:cNvCxnSpPr>
            <p:nvPr/>
          </p:nvCxnSpPr>
          <p:spPr>
            <a:xfrm>
              <a:off x="6030838" y="5085862"/>
              <a:ext cx="4637162" cy="0"/>
            </a:xfrm>
            <a:prstGeom prst="line">
              <a:avLst/>
            </a:prstGeom>
            <a:ln w="1778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Oval 31">
            <a:extLst>
              <a:ext uri="{FF2B5EF4-FFF2-40B4-BE49-F238E27FC236}">
                <a16:creationId xmlns:a16="http://schemas.microsoft.com/office/drawing/2014/main" xmlns="" id="{50932129-F88C-48E9-BE97-4A78760E6A0B}"/>
              </a:ext>
            </a:extLst>
          </p:cNvPr>
          <p:cNvSpPr/>
          <p:nvPr/>
        </p:nvSpPr>
        <p:spPr>
          <a:xfrm>
            <a:off x="1229545" y="2018289"/>
            <a:ext cx="1058383" cy="1058383"/>
          </a:xfrm>
          <a:prstGeom prst="ellipse">
            <a:avLst/>
          </a:prstGeom>
          <a:solidFill>
            <a:schemeClr val="accent1"/>
          </a:solidFill>
          <a:ln w="1270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8" name="Oval 32">
            <a:extLst>
              <a:ext uri="{FF2B5EF4-FFF2-40B4-BE49-F238E27FC236}">
                <a16:creationId xmlns:a16="http://schemas.microsoft.com/office/drawing/2014/main" xmlns="" id="{417888B6-65B0-47B8-9628-FBF70C70A05A}"/>
              </a:ext>
            </a:extLst>
          </p:cNvPr>
          <p:cNvSpPr/>
          <p:nvPr/>
        </p:nvSpPr>
        <p:spPr>
          <a:xfrm>
            <a:off x="4107907" y="2018289"/>
            <a:ext cx="1058383" cy="1058383"/>
          </a:xfrm>
          <a:prstGeom prst="ellipse">
            <a:avLst/>
          </a:prstGeom>
          <a:solidFill>
            <a:schemeClr val="accent2"/>
          </a:solidFill>
          <a:ln w="1270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" name="Oval 33">
            <a:extLst>
              <a:ext uri="{FF2B5EF4-FFF2-40B4-BE49-F238E27FC236}">
                <a16:creationId xmlns:a16="http://schemas.microsoft.com/office/drawing/2014/main" xmlns="" id="{FFE494DB-E205-428B-B0CB-DF82E9613006}"/>
              </a:ext>
            </a:extLst>
          </p:cNvPr>
          <p:cNvSpPr/>
          <p:nvPr/>
        </p:nvSpPr>
        <p:spPr>
          <a:xfrm>
            <a:off x="6986269" y="2018289"/>
            <a:ext cx="1058383" cy="1058383"/>
          </a:xfrm>
          <a:prstGeom prst="ellipse">
            <a:avLst/>
          </a:prstGeom>
          <a:solidFill>
            <a:schemeClr val="accent5"/>
          </a:solidFill>
          <a:ln w="1270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" name="Oval 36">
            <a:extLst>
              <a:ext uri="{FF2B5EF4-FFF2-40B4-BE49-F238E27FC236}">
                <a16:creationId xmlns:a16="http://schemas.microsoft.com/office/drawing/2014/main" xmlns="" id="{31425F52-E341-4262-A6F7-6968CE7132DF}"/>
              </a:ext>
            </a:extLst>
          </p:cNvPr>
          <p:cNvSpPr/>
          <p:nvPr/>
        </p:nvSpPr>
        <p:spPr>
          <a:xfrm>
            <a:off x="9864631" y="4842397"/>
            <a:ext cx="1058383" cy="1058383"/>
          </a:xfrm>
          <a:prstGeom prst="ellipse">
            <a:avLst/>
          </a:prstGeom>
          <a:solidFill>
            <a:schemeClr val="accent3"/>
          </a:solidFill>
          <a:ln w="1270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1" name="Oval 37">
            <a:extLst>
              <a:ext uri="{FF2B5EF4-FFF2-40B4-BE49-F238E27FC236}">
                <a16:creationId xmlns:a16="http://schemas.microsoft.com/office/drawing/2014/main" xmlns="" id="{1B709390-68D1-4C83-A3DB-E965788D440B}"/>
              </a:ext>
            </a:extLst>
          </p:cNvPr>
          <p:cNvSpPr/>
          <p:nvPr/>
        </p:nvSpPr>
        <p:spPr>
          <a:xfrm>
            <a:off x="7033894" y="4830580"/>
            <a:ext cx="1058383" cy="1058383"/>
          </a:xfrm>
          <a:prstGeom prst="ellipse">
            <a:avLst/>
          </a:prstGeom>
          <a:solidFill>
            <a:schemeClr val="accent4"/>
          </a:solidFill>
          <a:ln w="1270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xmlns="" id="{C4724128-DBD8-4697-8F59-50E53D01F527}"/>
              </a:ext>
            </a:extLst>
          </p:cNvPr>
          <p:cNvGrpSpPr/>
          <p:nvPr/>
        </p:nvGrpSpPr>
        <p:grpSpPr>
          <a:xfrm>
            <a:off x="712996" y="3248106"/>
            <a:ext cx="2099592" cy="1104171"/>
            <a:chOff x="395536" y="3229047"/>
            <a:chExt cx="1512168" cy="110417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B5DF12C0-449A-46A0-BBAD-CD1C6D995A27}"/>
                </a:ext>
              </a:extLst>
            </p:cNvPr>
            <p:cNvSpPr txBox="1"/>
            <p:nvPr/>
          </p:nvSpPr>
          <p:spPr>
            <a:xfrm>
              <a:off x="395536" y="3229047"/>
              <a:ext cx="15014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AAB67D06-76E8-4C35-B1FB-B1060FFF5B5F}"/>
                </a:ext>
              </a:extLst>
            </p:cNvPr>
            <p:cNvSpPr txBox="1"/>
            <p:nvPr/>
          </p:nvSpPr>
          <p:spPr>
            <a:xfrm>
              <a:off x="414585" y="3502221"/>
              <a:ext cx="149311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D357BF7C-3949-4F5C-AB1B-66E9F4C07C69}"/>
              </a:ext>
            </a:extLst>
          </p:cNvPr>
          <p:cNvGrpSpPr/>
          <p:nvPr/>
        </p:nvGrpSpPr>
        <p:grpSpPr>
          <a:xfrm>
            <a:off x="3583735" y="3248106"/>
            <a:ext cx="2099592" cy="1104171"/>
            <a:chOff x="2560769" y="3246173"/>
            <a:chExt cx="1512168" cy="110417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B5B25E02-76E3-4597-B7D5-EBB874630969}"/>
                </a:ext>
              </a:extLst>
            </p:cNvPr>
            <p:cNvSpPr txBox="1"/>
            <p:nvPr/>
          </p:nvSpPr>
          <p:spPr>
            <a:xfrm>
              <a:off x="2560769" y="3246173"/>
              <a:ext cx="15014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57D0F0B7-F57A-4981-83B3-B75889F0BEDE}"/>
                </a:ext>
              </a:extLst>
            </p:cNvPr>
            <p:cNvSpPr txBox="1"/>
            <p:nvPr/>
          </p:nvSpPr>
          <p:spPr>
            <a:xfrm>
              <a:off x="2579818" y="3519347"/>
              <a:ext cx="149311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xmlns="" id="{10589373-1E5E-4D0D-B488-7978FEE0F900}"/>
              </a:ext>
            </a:extLst>
          </p:cNvPr>
          <p:cNvGrpSpPr/>
          <p:nvPr/>
        </p:nvGrpSpPr>
        <p:grpSpPr>
          <a:xfrm>
            <a:off x="8249199" y="2004921"/>
            <a:ext cx="2099592" cy="1104171"/>
            <a:chOff x="6091386" y="1909577"/>
            <a:chExt cx="1512168" cy="110417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24003E74-0304-40B8-A3D8-E8842E691C10}"/>
                </a:ext>
              </a:extLst>
            </p:cNvPr>
            <p:cNvSpPr txBox="1"/>
            <p:nvPr/>
          </p:nvSpPr>
          <p:spPr>
            <a:xfrm>
              <a:off x="6091386" y="1909577"/>
              <a:ext cx="15014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723C5C8F-F220-4944-85BE-532A6B402DC8}"/>
                </a:ext>
              </a:extLst>
            </p:cNvPr>
            <p:cNvSpPr txBox="1"/>
            <p:nvPr/>
          </p:nvSpPr>
          <p:spPr>
            <a:xfrm>
              <a:off x="6110435" y="2182751"/>
              <a:ext cx="149311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xmlns="" id="{E8AFCD35-6081-4360-935C-C17AF235DF3E}"/>
              </a:ext>
            </a:extLst>
          </p:cNvPr>
          <p:cNvGrpSpPr/>
          <p:nvPr/>
        </p:nvGrpSpPr>
        <p:grpSpPr>
          <a:xfrm>
            <a:off x="4759310" y="4819502"/>
            <a:ext cx="2099592" cy="1104171"/>
            <a:chOff x="3110845" y="4650568"/>
            <a:chExt cx="1512168" cy="110417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134B3737-E3CE-45EB-B0B6-56AD0656169B}"/>
                </a:ext>
              </a:extLst>
            </p:cNvPr>
            <p:cNvSpPr txBox="1"/>
            <p:nvPr/>
          </p:nvSpPr>
          <p:spPr>
            <a:xfrm>
              <a:off x="3110845" y="4650568"/>
              <a:ext cx="15014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55914445-CBAB-424C-BA8C-0A9F02A31D37}"/>
                </a:ext>
              </a:extLst>
            </p:cNvPr>
            <p:cNvSpPr txBox="1"/>
            <p:nvPr/>
          </p:nvSpPr>
          <p:spPr>
            <a:xfrm>
              <a:off x="3129894" y="4923742"/>
              <a:ext cx="149311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1AF2D693-069E-476F-BCFB-C6A21A4CEC58}"/>
              </a:ext>
            </a:extLst>
          </p:cNvPr>
          <p:cNvGrpSpPr/>
          <p:nvPr/>
        </p:nvGrpSpPr>
        <p:grpSpPr>
          <a:xfrm>
            <a:off x="9337681" y="3571159"/>
            <a:ext cx="2099592" cy="1104171"/>
            <a:chOff x="7380312" y="3498440"/>
            <a:chExt cx="1512168" cy="110417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80E7DF63-C3AC-4A02-A1B7-34356A6765F5}"/>
                </a:ext>
              </a:extLst>
            </p:cNvPr>
            <p:cNvSpPr txBox="1"/>
            <p:nvPr/>
          </p:nvSpPr>
          <p:spPr>
            <a:xfrm>
              <a:off x="7380312" y="3498440"/>
              <a:ext cx="15014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233722B9-8BB2-4DBD-B550-9A733F208788}"/>
                </a:ext>
              </a:extLst>
            </p:cNvPr>
            <p:cNvSpPr txBox="1"/>
            <p:nvPr/>
          </p:nvSpPr>
          <p:spPr>
            <a:xfrm>
              <a:off x="7399361" y="3771614"/>
              <a:ext cx="149311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7" name="Rectangle 16">
            <a:extLst>
              <a:ext uri="{FF2B5EF4-FFF2-40B4-BE49-F238E27FC236}">
                <a16:creationId xmlns:a16="http://schemas.microsoft.com/office/drawing/2014/main" xmlns="" id="{6897D292-6FB2-49A3-AF4B-9040CF91A560}"/>
              </a:ext>
            </a:extLst>
          </p:cNvPr>
          <p:cNvSpPr/>
          <p:nvPr/>
        </p:nvSpPr>
        <p:spPr>
          <a:xfrm rot="2700000">
            <a:off x="4524998" y="2318634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8" name="Rectangle 9">
            <a:extLst>
              <a:ext uri="{FF2B5EF4-FFF2-40B4-BE49-F238E27FC236}">
                <a16:creationId xmlns:a16="http://schemas.microsoft.com/office/drawing/2014/main" xmlns="" id="{05013DDD-D2D6-47DA-B3D5-27590A07BC51}"/>
              </a:ext>
            </a:extLst>
          </p:cNvPr>
          <p:cNvSpPr/>
          <p:nvPr/>
        </p:nvSpPr>
        <p:spPr>
          <a:xfrm>
            <a:off x="1593151" y="2383312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9" name="Rectangle 36">
            <a:extLst>
              <a:ext uri="{FF2B5EF4-FFF2-40B4-BE49-F238E27FC236}">
                <a16:creationId xmlns:a16="http://schemas.microsoft.com/office/drawing/2014/main" xmlns="" id="{5751160F-3946-420C-8197-8A790BB65FBA}"/>
              </a:ext>
            </a:extLst>
          </p:cNvPr>
          <p:cNvSpPr/>
          <p:nvPr/>
        </p:nvSpPr>
        <p:spPr>
          <a:xfrm>
            <a:off x="7343448" y="2388152"/>
            <a:ext cx="389370" cy="325482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Round Same Side Corner Rectangle 36">
            <a:extLst>
              <a:ext uri="{FF2B5EF4-FFF2-40B4-BE49-F238E27FC236}">
                <a16:creationId xmlns:a16="http://schemas.microsoft.com/office/drawing/2014/main" xmlns="" id="{63EC59A0-EAF3-4C43-B054-BF508E896838}"/>
              </a:ext>
            </a:extLst>
          </p:cNvPr>
          <p:cNvSpPr>
            <a:spLocks noChangeAspect="1"/>
          </p:cNvSpPr>
          <p:nvPr/>
        </p:nvSpPr>
        <p:spPr>
          <a:xfrm>
            <a:off x="10207732" y="5193831"/>
            <a:ext cx="396000" cy="313084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Oval 21">
            <a:extLst>
              <a:ext uri="{FF2B5EF4-FFF2-40B4-BE49-F238E27FC236}">
                <a16:creationId xmlns:a16="http://schemas.microsoft.com/office/drawing/2014/main" xmlns="" id="{F88BFE7C-2923-45E0-B611-65344537D03B}"/>
              </a:ext>
            </a:extLst>
          </p:cNvPr>
          <p:cNvSpPr>
            <a:spLocks noChangeAspect="1"/>
          </p:cNvSpPr>
          <p:nvPr/>
        </p:nvSpPr>
        <p:spPr>
          <a:xfrm>
            <a:off x="7395382" y="5193832"/>
            <a:ext cx="354676" cy="357638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36517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38B56C8-2ECC-40CE-8512-1AB853C9BE30}"/>
              </a:ext>
            </a:extLst>
          </p:cNvPr>
          <p:cNvSpPr txBox="1"/>
          <p:nvPr/>
        </p:nvSpPr>
        <p:spPr>
          <a:xfrm>
            <a:off x="772634" y="366873"/>
            <a:ext cx="2865753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+mj-lt"/>
                <a:cs typeface="Arial" pitchFamily="34" charset="0"/>
              </a:rPr>
              <a:t>Column  Style</a:t>
            </a:r>
            <a:endParaRPr lang="ko-KR" altLang="en-US" sz="5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xmlns="" id="{098B0DC2-D9F4-437D-9763-F0201902E2BE}"/>
              </a:ext>
            </a:extLst>
          </p:cNvPr>
          <p:cNvSpPr/>
          <p:nvPr/>
        </p:nvSpPr>
        <p:spPr>
          <a:xfrm>
            <a:off x="5416826" y="571500"/>
            <a:ext cx="6092687" cy="5715000"/>
          </a:xfrm>
          <a:prstGeom prst="roundRect">
            <a:avLst>
              <a:gd name="adj" fmla="val 5272"/>
            </a:avLst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1725C8C-4B56-4B88-AF4B-13749A946552}"/>
              </a:ext>
            </a:extLst>
          </p:cNvPr>
          <p:cNvSpPr txBox="1"/>
          <p:nvPr/>
        </p:nvSpPr>
        <p:spPr>
          <a:xfrm>
            <a:off x="5871337" y="982228"/>
            <a:ext cx="51624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Example Text : Get a modern PowerPoint  Presentation that is beautifully designed. I hope and I believe that this Template will your Time, Money and Reputation. </a:t>
            </a:r>
          </a:p>
          <a:p>
            <a:endParaRPr lang="en-US" altLang="ko-KR" sz="1200" dirty="0">
              <a:solidFill>
                <a:schemeClr val="bg1"/>
              </a:solidFill>
              <a:ea typeface="FZShuTi" pitchFamily="2" charset="-122"/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I hope and I believe that this Template will your Time, Money and Reputation. Easy to change colors, photos and Text.</a:t>
            </a:r>
            <a:r>
              <a:rPr lang="en-US" altLang="ko-KR" sz="1200" dirty="0">
                <a:solidFill>
                  <a:schemeClr val="bg1"/>
                </a:solidFill>
              </a:rPr>
              <a:t> 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 Get a modern PowerPoint  Presentation that is beautifully designed. 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I hope and I believe that this Template will your Time, Money and Reputation.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51E974D-30AF-4683-975F-1481B7C5D083}"/>
              </a:ext>
            </a:extLst>
          </p:cNvPr>
          <p:cNvSpPr txBox="1"/>
          <p:nvPr/>
        </p:nvSpPr>
        <p:spPr>
          <a:xfrm>
            <a:off x="5871337" y="3133042"/>
            <a:ext cx="24333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 </a:t>
            </a:r>
            <a:r>
              <a:rPr lang="en-US" altLang="ko-KR" sz="1200" dirty="0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Get a modern PowerPoint  Presentation that is beautifully designed. 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I hope and I believe that this Template will your Time, Money and Reputation. Easy to change colors, photos and Text.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CD7E315-310F-4834-BFD6-57CB056BB699}"/>
              </a:ext>
            </a:extLst>
          </p:cNvPr>
          <p:cNvSpPr txBox="1"/>
          <p:nvPr/>
        </p:nvSpPr>
        <p:spPr>
          <a:xfrm>
            <a:off x="8600432" y="3133042"/>
            <a:ext cx="24333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 </a:t>
            </a:r>
            <a:r>
              <a:rPr lang="en-US" altLang="ko-KR" sz="1200" dirty="0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Get a modern PowerPoint  Presentation that is beautifully designed. 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I hope and I believe that this Template will your Time, Money and Reputation. Easy to change colors, photos and Text.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1534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FDDFE08-D1A3-4890-B395-3D514078D9E9}"/>
              </a:ext>
            </a:extLst>
          </p:cNvPr>
          <p:cNvSpPr txBox="1"/>
          <p:nvPr/>
        </p:nvSpPr>
        <p:spPr>
          <a:xfrm>
            <a:off x="0" y="155259"/>
            <a:ext cx="121920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400" dirty="0">
                <a:solidFill>
                  <a:schemeClr val="bg1"/>
                </a:solidFill>
                <a:latin typeface="+mj-lt"/>
                <a:cs typeface="Arial" pitchFamily="34" charset="0"/>
              </a:rPr>
              <a:t>Columns  Style</a:t>
            </a:r>
            <a:endParaRPr lang="ko-KR" altLang="en-US" sz="5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xmlns="" id="{ED91A87D-30BC-4CDB-85CB-3F1ED1067D62}"/>
              </a:ext>
            </a:extLst>
          </p:cNvPr>
          <p:cNvSpPr/>
          <p:nvPr/>
        </p:nvSpPr>
        <p:spPr>
          <a:xfrm>
            <a:off x="755373" y="1282148"/>
            <a:ext cx="4651513" cy="5059017"/>
          </a:xfrm>
          <a:prstGeom prst="roundRect">
            <a:avLst>
              <a:gd name="adj" fmla="val 5272"/>
            </a:avLst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xmlns="" id="{F5C710D1-9476-4B5C-88D8-65CC84DB4A14}"/>
              </a:ext>
            </a:extLst>
          </p:cNvPr>
          <p:cNvSpPr/>
          <p:nvPr/>
        </p:nvSpPr>
        <p:spPr>
          <a:xfrm>
            <a:off x="6785116" y="1282148"/>
            <a:ext cx="4651513" cy="5059017"/>
          </a:xfrm>
          <a:prstGeom prst="roundRect">
            <a:avLst>
              <a:gd name="adj" fmla="val 5272"/>
            </a:avLst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ACC593F-2372-41F0-8AF9-954F9903019E}"/>
              </a:ext>
            </a:extLst>
          </p:cNvPr>
          <p:cNvSpPr txBox="1"/>
          <p:nvPr/>
        </p:nvSpPr>
        <p:spPr>
          <a:xfrm>
            <a:off x="1037571" y="1670205"/>
            <a:ext cx="40871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Example Text : Get a modern PowerPoint  Presentation that is beautifully designed. I hope and I believe that this Template will your Time, Money and Reputation. </a:t>
            </a:r>
          </a:p>
          <a:p>
            <a:endParaRPr lang="en-US" altLang="ko-KR" sz="1200" dirty="0">
              <a:solidFill>
                <a:schemeClr val="bg1"/>
              </a:solidFill>
              <a:ea typeface="FZShuTi" pitchFamily="2" charset="-122"/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I hope and I believe that this Template will your Time, Money and Reputation. Easy to change colors, photos and Text.</a:t>
            </a:r>
            <a:r>
              <a:rPr lang="en-US" altLang="ko-KR" sz="1200" dirty="0">
                <a:solidFill>
                  <a:schemeClr val="bg1"/>
                </a:solidFill>
              </a:rPr>
              <a:t> 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 Get a modern PowerPoint  Presentation that is beautifully designed.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3F86740-48D4-4AD1-8790-DB813FBD0EBE}"/>
              </a:ext>
            </a:extLst>
          </p:cNvPr>
          <p:cNvSpPr txBox="1"/>
          <p:nvPr/>
        </p:nvSpPr>
        <p:spPr>
          <a:xfrm>
            <a:off x="1037571" y="3821019"/>
            <a:ext cx="1950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C5915DE7-A62F-4C84-AB7D-646640D9FD79}"/>
              </a:ext>
            </a:extLst>
          </p:cNvPr>
          <p:cNvSpPr txBox="1"/>
          <p:nvPr/>
        </p:nvSpPr>
        <p:spPr>
          <a:xfrm>
            <a:off x="3174483" y="3821019"/>
            <a:ext cx="1950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2739191-68CC-43C6-B6BC-98A860CF4730}"/>
              </a:ext>
            </a:extLst>
          </p:cNvPr>
          <p:cNvSpPr txBox="1"/>
          <p:nvPr/>
        </p:nvSpPr>
        <p:spPr>
          <a:xfrm>
            <a:off x="7067313" y="1670205"/>
            <a:ext cx="40871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Example Text : Get a modern PowerPoint  Presentation that is beautifully designed. I hope and I believe that this Template will your Time, Money and Reputation. </a:t>
            </a:r>
          </a:p>
          <a:p>
            <a:endParaRPr lang="en-US" altLang="ko-KR" sz="1200" dirty="0">
              <a:solidFill>
                <a:schemeClr val="bg1"/>
              </a:solidFill>
              <a:ea typeface="FZShuTi" pitchFamily="2" charset="-122"/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I hope and I believe that this Template will your Time, Money and Reputation. Easy to change colors, photos and Text.</a:t>
            </a:r>
            <a:r>
              <a:rPr lang="en-US" altLang="ko-KR" sz="1200" dirty="0">
                <a:solidFill>
                  <a:schemeClr val="bg1"/>
                </a:solidFill>
              </a:rPr>
              <a:t> 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 Get a modern PowerPoint  Presentation that is beautifully designed.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EDC8566-26E6-4D86-891F-B95F0C9D9617}"/>
              </a:ext>
            </a:extLst>
          </p:cNvPr>
          <p:cNvSpPr txBox="1"/>
          <p:nvPr/>
        </p:nvSpPr>
        <p:spPr>
          <a:xfrm>
            <a:off x="7067313" y="3821019"/>
            <a:ext cx="1950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127A2434-ACFB-4257-935F-4F0EE2409E52}"/>
              </a:ext>
            </a:extLst>
          </p:cNvPr>
          <p:cNvSpPr txBox="1"/>
          <p:nvPr/>
        </p:nvSpPr>
        <p:spPr>
          <a:xfrm>
            <a:off x="9204225" y="3821019"/>
            <a:ext cx="1950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8166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xmlns="" id="{B1EB5564-507D-4D10-8F7D-67FF69094A56}"/>
              </a:ext>
            </a:extLst>
          </p:cNvPr>
          <p:cNvGrpSpPr/>
          <p:nvPr/>
        </p:nvGrpSpPr>
        <p:grpSpPr>
          <a:xfrm>
            <a:off x="6692325" y="4886541"/>
            <a:ext cx="4936458" cy="1318987"/>
            <a:chOff x="6513420" y="5008385"/>
            <a:chExt cx="4936458" cy="131898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xmlns="" id="{1DF8EF26-7AD5-4E7F-95B3-9A57CF80C483}"/>
                </a:ext>
              </a:extLst>
            </p:cNvPr>
            <p:cNvSpPr txBox="1"/>
            <p:nvPr/>
          </p:nvSpPr>
          <p:spPr>
            <a:xfrm>
              <a:off x="6513443" y="5008385"/>
              <a:ext cx="4936435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en-US" altLang="ko-KR" sz="6000" dirty="0">
                  <a:solidFill>
                    <a:schemeClr val="bg1"/>
                  </a:solidFill>
                  <a:cs typeface="Arial" pitchFamily="34" charset="0"/>
                </a:rPr>
                <a:t>THANK YOU</a:t>
              </a:r>
              <a:endParaRPr lang="ko-KR" altLang="en-US" sz="60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BADEB2CA-D11F-4CA5-BC5A-6C38FF4BF392}"/>
                </a:ext>
              </a:extLst>
            </p:cNvPr>
            <p:cNvSpPr txBox="1"/>
            <p:nvPr/>
          </p:nvSpPr>
          <p:spPr>
            <a:xfrm>
              <a:off x="6513420" y="5947716"/>
              <a:ext cx="4936375" cy="379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en-US" altLang="ko-KR" sz="1867" dirty="0">
                  <a:solidFill>
                    <a:schemeClr val="bg1"/>
                  </a:solidFill>
                  <a:cs typeface="Arial" pitchFamily="34" charset="0"/>
                </a:rPr>
                <a:t>Insert the Subtitle of Your Presentation</a:t>
              </a:r>
              <a:endParaRPr lang="ko-KR" altLang="en-US" sz="1867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16565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4F009C79-8591-4A58-A9F5-FA2E249DFF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Shapes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xmlns="" id="{AC52A742-A750-4C47-A8E8-669942CF6FFD}"/>
              </a:ext>
            </a:extLst>
          </p:cNvPr>
          <p:cNvGrpSpPr/>
          <p:nvPr/>
        </p:nvGrpSpPr>
        <p:grpSpPr>
          <a:xfrm>
            <a:off x="303621" y="947643"/>
            <a:ext cx="2912841" cy="2171716"/>
            <a:chOff x="6483920" y="2714719"/>
            <a:chExt cx="4753551" cy="3544088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xmlns="" id="{E3639EDC-14CB-481A-820D-B0E3F645CC91}"/>
                </a:ext>
              </a:extLst>
            </p:cNvPr>
            <p:cNvGrpSpPr/>
            <p:nvPr/>
          </p:nvGrpSpPr>
          <p:grpSpPr>
            <a:xfrm>
              <a:off x="6483920" y="4043349"/>
              <a:ext cx="987806" cy="2215458"/>
              <a:chOff x="6518735" y="4013021"/>
              <a:chExt cx="987806" cy="2215458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xmlns="" id="{8CA7CCCD-574E-4C40-9EDB-EBBFF4113E07}"/>
                  </a:ext>
                </a:extLst>
              </p:cNvPr>
              <p:cNvGrpSpPr/>
              <p:nvPr/>
            </p:nvGrpSpPr>
            <p:grpSpPr>
              <a:xfrm rot="9167135" flipH="1">
                <a:off x="7179058" y="4013021"/>
                <a:ext cx="308906" cy="464587"/>
                <a:chOff x="9979267" y="4236569"/>
                <a:chExt cx="1414785" cy="2127797"/>
              </a:xfrm>
            </p:grpSpPr>
            <p:sp>
              <p:nvSpPr>
                <p:cNvPr id="17" name="자유형: 도형 16">
                  <a:extLst>
                    <a:ext uri="{FF2B5EF4-FFF2-40B4-BE49-F238E27FC236}">
                      <a16:creationId xmlns:a16="http://schemas.microsoft.com/office/drawing/2014/main" xmlns="" id="{E3987E1E-090D-4304-81F1-F28ED5F6162E}"/>
                    </a:ext>
                  </a:extLst>
                </p:cNvPr>
                <p:cNvSpPr/>
                <p:nvPr/>
              </p:nvSpPr>
              <p:spPr>
                <a:xfrm>
                  <a:off x="9979267" y="4236569"/>
                  <a:ext cx="1414785" cy="1520293"/>
                </a:xfrm>
                <a:custGeom>
                  <a:avLst/>
                  <a:gdLst>
                    <a:gd name="connsiteX0" fmla="*/ 675051 w 1414785"/>
                    <a:gd name="connsiteY0" fmla="*/ 454 h 1520293"/>
                    <a:gd name="connsiteX1" fmla="*/ 829004 w 1414785"/>
                    <a:gd name="connsiteY1" fmla="*/ 9145 h 1520293"/>
                    <a:gd name="connsiteX2" fmla="*/ 1174869 w 1414785"/>
                    <a:gd name="connsiteY2" fmla="*/ 167635 h 1520293"/>
                    <a:gd name="connsiteX3" fmla="*/ 1410815 w 1414785"/>
                    <a:gd name="connsiteY3" fmla="*/ 779099 h 1520293"/>
                    <a:gd name="connsiteX4" fmla="*/ 1270731 w 1414785"/>
                    <a:gd name="connsiteY4" fmla="*/ 1118830 h 1520293"/>
                    <a:gd name="connsiteX5" fmla="*/ 1164900 w 1414785"/>
                    <a:gd name="connsiteY5" fmla="*/ 1235908 h 1520293"/>
                    <a:gd name="connsiteX6" fmla="*/ 1026605 w 1414785"/>
                    <a:gd name="connsiteY6" fmla="*/ 1453448 h 1520293"/>
                    <a:gd name="connsiteX7" fmla="*/ 998997 w 1414785"/>
                    <a:gd name="connsiteY7" fmla="*/ 1512754 h 1520293"/>
                    <a:gd name="connsiteX8" fmla="*/ 999145 w 1414785"/>
                    <a:gd name="connsiteY8" fmla="*/ 1520293 h 1520293"/>
                    <a:gd name="connsiteX9" fmla="*/ 416778 w 1414785"/>
                    <a:gd name="connsiteY9" fmla="*/ 1520293 h 1520293"/>
                    <a:gd name="connsiteX10" fmla="*/ 416931 w 1414785"/>
                    <a:gd name="connsiteY10" fmla="*/ 1513265 h 1520293"/>
                    <a:gd name="connsiteX11" fmla="*/ 394435 w 1414785"/>
                    <a:gd name="connsiteY11" fmla="*/ 1468019 h 1520293"/>
                    <a:gd name="connsiteX12" fmla="*/ 362226 w 1414785"/>
                    <a:gd name="connsiteY12" fmla="*/ 1389796 h 1520293"/>
                    <a:gd name="connsiteX13" fmla="*/ 258441 w 1414785"/>
                    <a:gd name="connsiteY13" fmla="*/ 1244344 h 1520293"/>
                    <a:gd name="connsiteX14" fmla="*/ 149543 w 1414785"/>
                    <a:gd name="connsiteY14" fmla="*/ 1123431 h 1520293"/>
                    <a:gd name="connsiteX15" fmla="*/ 4601 w 1414785"/>
                    <a:gd name="connsiteY15" fmla="*/ 777054 h 1520293"/>
                    <a:gd name="connsiteX16" fmla="*/ 0 w 1414785"/>
                    <a:gd name="connsiteY16" fmla="*/ 731808 h 1520293"/>
                    <a:gd name="connsiteX17" fmla="*/ 0 w 1414785"/>
                    <a:gd name="connsiteY17" fmla="*/ 665345 h 1520293"/>
                    <a:gd name="connsiteX18" fmla="*/ 1278 w 1414785"/>
                    <a:gd name="connsiteY18" fmla="*/ 658187 h 1520293"/>
                    <a:gd name="connsiteX19" fmla="*/ 92793 w 1414785"/>
                    <a:gd name="connsiteY19" fmla="*/ 349132 h 1520293"/>
                    <a:gd name="connsiteX20" fmla="*/ 522249 w 1414785"/>
                    <a:gd name="connsiteY20" fmla="*/ 21671 h 1520293"/>
                    <a:gd name="connsiteX21" fmla="*/ 675051 w 1414785"/>
                    <a:gd name="connsiteY21" fmla="*/ 454 h 15202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414785" h="1520293">
                      <a:moveTo>
                        <a:pt x="675051" y="454"/>
                      </a:moveTo>
                      <a:cubicBezTo>
                        <a:pt x="726241" y="-1272"/>
                        <a:pt x="777622" y="1988"/>
                        <a:pt x="829004" y="9145"/>
                      </a:cubicBezTo>
                      <a:cubicBezTo>
                        <a:pt x="959886" y="27295"/>
                        <a:pt x="1076964" y="78932"/>
                        <a:pt x="1174869" y="167635"/>
                      </a:cubicBezTo>
                      <a:cubicBezTo>
                        <a:pt x="1355088" y="331494"/>
                        <a:pt x="1434077" y="536507"/>
                        <a:pt x="1410815" y="779099"/>
                      </a:cubicBezTo>
                      <a:cubicBezTo>
                        <a:pt x="1398545" y="905891"/>
                        <a:pt x="1350487" y="1019646"/>
                        <a:pt x="1270731" y="1118830"/>
                      </a:cubicBezTo>
                      <a:cubicBezTo>
                        <a:pt x="1237754" y="1159731"/>
                        <a:pt x="1201200" y="1197819"/>
                        <a:pt x="1164900" y="1235908"/>
                      </a:cubicBezTo>
                      <a:cubicBezTo>
                        <a:pt x="1104316" y="1299304"/>
                        <a:pt x="1055491" y="1369858"/>
                        <a:pt x="1026605" y="1453448"/>
                      </a:cubicBezTo>
                      <a:cubicBezTo>
                        <a:pt x="1019447" y="1473899"/>
                        <a:pt x="1008711" y="1493326"/>
                        <a:pt x="998997" y="1512754"/>
                      </a:cubicBezTo>
                      <a:lnTo>
                        <a:pt x="999145" y="1520293"/>
                      </a:lnTo>
                      <a:lnTo>
                        <a:pt x="416778" y="1520293"/>
                      </a:lnTo>
                      <a:lnTo>
                        <a:pt x="416931" y="1513265"/>
                      </a:lnTo>
                      <a:cubicBezTo>
                        <a:pt x="409006" y="1498438"/>
                        <a:pt x="401081" y="1483356"/>
                        <a:pt x="394435" y="1468019"/>
                      </a:cubicBezTo>
                      <a:cubicBezTo>
                        <a:pt x="383187" y="1442200"/>
                        <a:pt x="374240" y="1415359"/>
                        <a:pt x="362226" y="1389796"/>
                      </a:cubicBezTo>
                      <a:cubicBezTo>
                        <a:pt x="336408" y="1335092"/>
                        <a:pt x="298574" y="1288823"/>
                        <a:pt x="258441" y="1244344"/>
                      </a:cubicBezTo>
                      <a:cubicBezTo>
                        <a:pt x="222141" y="1203954"/>
                        <a:pt x="184053" y="1165354"/>
                        <a:pt x="149543" y="1123431"/>
                      </a:cubicBezTo>
                      <a:cubicBezTo>
                        <a:pt x="66208" y="1022969"/>
                        <a:pt x="18661" y="906914"/>
                        <a:pt x="4601" y="777054"/>
                      </a:cubicBezTo>
                      <a:cubicBezTo>
                        <a:pt x="3067" y="761972"/>
                        <a:pt x="1534" y="746890"/>
                        <a:pt x="0" y="731808"/>
                      </a:cubicBezTo>
                      <a:cubicBezTo>
                        <a:pt x="0" y="709568"/>
                        <a:pt x="0" y="687584"/>
                        <a:pt x="0" y="665345"/>
                      </a:cubicBezTo>
                      <a:cubicBezTo>
                        <a:pt x="511" y="663044"/>
                        <a:pt x="1023" y="660488"/>
                        <a:pt x="1278" y="658187"/>
                      </a:cubicBezTo>
                      <a:cubicBezTo>
                        <a:pt x="7924" y="548011"/>
                        <a:pt x="37577" y="444481"/>
                        <a:pt x="92793" y="349132"/>
                      </a:cubicBezTo>
                      <a:cubicBezTo>
                        <a:pt x="190444" y="180672"/>
                        <a:pt x="332573" y="69474"/>
                        <a:pt x="522249" y="21671"/>
                      </a:cubicBezTo>
                      <a:cubicBezTo>
                        <a:pt x="572864" y="8890"/>
                        <a:pt x="623862" y="2179"/>
                        <a:pt x="675051" y="45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4539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자유형: 도형 17">
                  <a:extLst>
                    <a:ext uri="{FF2B5EF4-FFF2-40B4-BE49-F238E27FC236}">
                      <a16:creationId xmlns:a16="http://schemas.microsoft.com/office/drawing/2014/main" xmlns="" id="{A8C49C10-F4B5-4726-8212-D86FB83A61A4}"/>
                    </a:ext>
                  </a:extLst>
                </p:cNvPr>
                <p:cNvSpPr/>
                <p:nvPr/>
              </p:nvSpPr>
              <p:spPr>
                <a:xfrm>
                  <a:off x="10376035" y="5756862"/>
                  <a:ext cx="621798" cy="607504"/>
                </a:xfrm>
                <a:custGeom>
                  <a:avLst/>
                  <a:gdLst>
                    <a:gd name="connsiteX0" fmla="*/ 20010 w 621798"/>
                    <a:gd name="connsiteY0" fmla="*/ 0 h 607504"/>
                    <a:gd name="connsiteX1" fmla="*/ 602377 w 621798"/>
                    <a:gd name="connsiteY1" fmla="*/ 0 h 607504"/>
                    <a:gd name="connsiteX2" fmla="*/ 602485 w 621798"/>
                    <a:gd name="connsiteY2" fmla="*/ 5498 h 607504"/>
                    <a:gd name="connsiteX3" fmla="*/ 604785 w 621798"/>
                    <a:gd name="connsiteY3" fmla="*/ 125388 h 607504"/>
                    <a:gd name="connsiteX4" fmla="*/ 604274 w 621798"/>
                    <a:gd name="connsiteY4" fmla="*/ 138680 h 607504"/>
                    <a:gd name="connsiteX5" fmla="*/ 604018 w 621798"/>
                    <a:gd name="connsiteY5" fmla="*/ 242722 h 607504"/>
                    <a:gd name="connsiteX6" fmla="*/ 602485 w 621798"/>
                    <a:gd name="connsiteY6" fmla="*/ 274164 h 607504"/>
                    <a:gd name="connsiteX7" fmla="*/ 585869 w 621798"/>
                    <a:gd name="connsiteY7" fmla="*/ 389452 h 607504"/>
                    <a:gd name="connsiteX8" fmla="*/ 583824 w 621798"/>
                    <a:gd name="connsiteY8" fmla="*/ 396865 h 607504"/>
                    <a:gd name="connsiteX9" fmla="*/ 469302 w 621798"/>
                    <a:gd name="connsiteY9" fmla="*/ 522891 h 607504"/>
                    <a:gd name="connsiteX10" fmla="*/ 452175 w 621798"/>
                    <a:gd name="connsiteY10" fmla="*/ 537973 h 607504"/>
                    <a:gd name="connsiteX11" fmla="*/ 388779 w 621798"/>
                    <a:gd name="connsiteY11" fmla="*/ 604947 h 607504"/>
                    <a:gd name="connsiteX12" fmla="*/ 379321 w 621798"/>
                    <a:gd name="connsiteY12" fmla="*/ 607504 h 607504"/>
                    <a:gd name="connsiteX13" fmla="*/ 244604 w 621798"/>
                    <a:gd name="connsiteY13" fmla="*/ 607504 h 607504"/>
                    <a:gd name="connsiteX14" fmla="*/ 241537 w 621798"/>
                    <a:gd name="connsiteY14" fmla="*/ 606226 h 607504"/>
                    <a:gd name="connsiteX15" fmla="*/ 169705 w 621798"/>
                    <a:gd name="connsiteY15" fmla="*/ 538740 h 607504"/>
                    <a:gd name="connsiteX16" fmla="*/ 151300 w 621798"/>
                    <a:gd name="connsiteY16" fmla="*/ 523146 h 607504"/>
                    <a:gd name="connsiteX17" fmla="*/ 38312 w 621798"/>
                    <a:gd name="connsiteY17" fmla="*/ 397121 h 607504"/>
                    <a:gd name="connsiteX18" fmla="*/ 36267 w 621798"/>
                    <a:gd name="connsiteY18" fmla="*/ 389708 h 607504"/>
                    <a:gd name="connsiteX19" fmla="*/ 19140 w 621798"/>
                    <a:gd name="connsiteY19" fmla="*/ 275953 h 607504"/>
                    <a:gd name="connsiteX20" fmla="*/ 17351 w 621798"/>
                    <a:gd name="connsiteY20" fmla="*/ 241443 h 607504"/>
                    <a:gd name="connsiteX21" fmla="*/ 17862 w 621798"/>
                    <a:gd name="connsiteY21" fmla="*/ 137914 h 607504"/>
                    <a:gd name="connsiteX22" fmla="*/ 18117 w 621798"/>
                    <a:gd name="connsiteY22" fmla="*/ 127689 h 607504"/>
                    <a:gd name="connsiteX23" fmla="*/ 19907 w 621798"/>
                    <a:gd name="connsiteY23" fmla="*/ 4731 h 607504"/>
                    <a:gd name="connsiteX24" fmla="*/ 20010 w 621798"/>
                    <a:gd name="connsiteY24" fmla="*/ 0 h 6075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621798" h="607504">
                      <a:moveTo>
                        <a:pt x="20010" y="0"/>
                      </a:moveTo>
                      <a:lnTo>
                        <a:pt x="602377" y="0"/>
                      </a:lnTo>
                      <a:lnTo>
                        <a:pt x="602485" y="5498"/>
                      </a:lnTo>
                      <a:cubicBezTo>
                        <a:pt x="626514" y="44865"/>
                        <a:pt x="629070" y="84998"/>
                        <a:pt x="604785" y="125388"/>
                      </a:cubicBezTo>
                      <a:cubicBezTo>
                        <a:pt x="601718" y="130500"/>
                        <a:pt x="601718" y="133568"/>
                        <a:pt x="604274" y="138680"/>
                      </a:cubicBezTo>
                      <a:cubicBezTo>
                        <a:pt x="621146" y="173446"/>
                        <a:pt x="623702" y="208978"/>
                        <a:pt x="604018" y="242722"/>
                      </a:cubicBezTo>
                      <a:cubicBezTo>
                        <a:pt x="597117" y="254481"/>
                        <a:pt x="597628" y="262149"/>
                        <a:pt x="602485" y="274164"/>
                      </a:cubicBezTo>
                      <a:cubicBezTo>
                        <a:pt x="619101" y="315320"/>
                        <a:pt x="617567" y="354687"/>
                        <a:pt x="585869" y="389452"/>
                      </a:cubicBezTo>
                      <a:cubicBezTo>
                        <a:pt x="584335" y="391242"/>
                        <a:pt x="583568" y="394565"/>
                        <a:pt x="583824" y="396865"/>
                      </a:cubicBezTo>
                      <a:cubicBezTo>
                        <a:pt x="589192" y="450803"/>
                        <a:pt x="547269" y="517778"/>
                        <a:pt x="469302" y="522891"/>
                      </a:cubicBezTo>
                      <a:cubicBezTo>
                        <a:pt x="454987" y="523913"/>
                        <a:pt x="454987" y="523913"/>
                        <a:pt x="452175" y="537973"/>
                      </a:cubicBezTo>
                      <a:cubicBezTo>
                        <a:pt x="444762" y="573250"/>
                        <a:pt x="424312" y="596000"/>
                        <a:pt x="388779" y="604947"/>
                      </a:cubicBezTo>
                      <a:cubicBezTo>
                        <a:pt x="385712" y="605970"/>
                        <a:pt x="382389" y="606737"/>
                        <a:pt x="379321" y="607504"/>
                      </a:cubicBezTo>
                      <a:cubicBezTo>
                        <a:pt x="334330" y="607504"/>
                        <a:pt x="289595" y="607504"/>
                        <a:pt x="244604" y="607504"/>
                      </a:cubicBezTo>
                      <a:cubicBezTo>
                        <a:pt x="243582" y="606992"/>
                        <a:pt x="242560" y="606481"/>
                        <a:pt x="241537" y="606226"/>
                      </a:cubicBezTo>
                      <a:cubicBezTo>
                        <a:pt x="202681" y="600857"/>
                        <a:pt x="177374" y="577084"/>
                        <a:pt x="169705" y="538740"/>
                      </a:cubicBezTo>
                      <a:cubicBezTo>
                        <a:pt x="166638" y="524169"/>
                        <a:pt x="166638" y="524169"/>
                        <a:pt x="151300" y="523146"/>
                      </a:cubicBezTo>
                      <a:cubicBezTo>
                        <a:pt x="83558" y="518800"/>
                        <a:pt x="35245" y="464607"/>
                        <a:pt x="38312" y="397121"/>
                      </a:cubicBezTo>
                      <a:cubicBezTo>
                        <a:pt x="38312" y="394565"/>
                        <a:pt x="37801" y="391498"/>
                        <a:pt x="36267" y="389708"/>
                      </a:cubicBezTo>
                      <a:cubicBezTo>
                        <a:pt x="5080" y="355710"/>
                        <a:pt x="2780" y="316598"/>
                        <a:pt x="19140" y="275953"/>
                      </a:cubicBezTo>
                      <a:cubicBezTo>
                        <a:pt x="24508" y="262660"/>
                        <a:pt x="24508" y="254225"/>
                        <a:pt x="17351" y="241443"/>
                      </a:cubicBezTo>
                      <a:cubicBezTo>
                        <a:pt x="-1566" y="207445"/>
                        <a:pt x="1501" y="172424"/>
                        <a:pt x="17862" y="137914"/>
                      </a:cubicBezTo>
                      <a:cubicBezTo>
                        <a:pt x="19140" y="135102"/>
                        <a:pt x="19651" y="130245"/>
                        <a:pt x="18117" y="127689"/>
                      </a:cubicBezTo>
                      <a:cubicBezTo>
                        <a:pt x="-7446" y="86277"/>
                        <a:pt x="-5145" y="45376"/>
                        <a:pt x="19907" y="4731"/>
                      </a:cubicBezTo>
                      <a:lnTo>
                        <a:pt x="200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4539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xmlns="" id="{B006DD4E-CB79-4154-95CC-E7A87DA86070}"/>
                  </a:ext>
                </a:extLst>
              </p:cNvPr>
              <p:cNvGrpSpPr/>
              <p:nvPr/>
            </p:nvGrpSpPr>
            <p:grpSpPr>
              <a:xfrm rot="11205143" flipH="1">
                <a:off x="7197635" y="4599651"/>
                <a:ext cx="308906" cy="464587"/>
                <a:chOff x="9979267" y="4236569"/>
                <a:chExt cx="1414785" cy="2127797"/>
              </a:xfrm>
            </p:grpSpPr>
            <p:sp>
              <p:nvSpPr>
                <p:cNvPr id="15" name="자유형: 도형 14">
                  <a:extLst>
                    <a:ext uri="{FF2B5EF4-FFF2-40B4-BE49-F238E27FC236}">
                      <a16:creationId xmlns:a16="http://schemas.microsoft.com/office/drawing/2014/main" xmlns="" id="{BD593720-85A8-4007-A1A6-BC209257503A}"/>
                    </a:ext>
                  </a:extLst>
                </p:cNvPr>
                <p:cNvSpPr/>
                <p:nvPr/>
              </p:nvSpPr>
              <p:spPr>
                <a:xfrm>
                  <a:off x="9979267" y="4236569"/>
                  <a:ext cx="1414785" cy="1520293"/>
                </a:xfrm>
                <a:custGeom>
                  <a:avLst/>
                  <a:gdLst>
                    <a:gd name="connsiteX0" fmla="*/ 675051 w 1414785"/>
                    <a:gd name="connsiteY0" fmla="*/ 454 h 1520293"/>
                    <a:gd name="connsiteX1" fmla="*/ 829004 w 1414785"/>
                    <a:gd name="connsiteY1" fmla="*/ 9145 h 1520293"/>
                    <a:gd name="connsiteX2" fmla="*/ 1174869 w 1414785"/>
                    <a:gd name="connsiteY2" fmla="*/ 167635 h 1520293"/>
                    <a:gd name="connsiteX3" fmla="*/ 1410815 w 1414785"/>
                    <a:gd name="connsiteY3" fmla="*/ 779099 h 1520293"/>
                    <a:gd name="connsiteX4" fmla="*/ 1270731 w 1414785"/>
                    <a:gd name="connsiteY4" fmla="*/ 1118830 h 1520293"/>
                    <a:gd name="connsiteX5" fmla="*/ 1164900 w 1414785"/>
                    <a:gd name="connsiteY5" fmla="*/ 1235908 h 1520293"/>
                    <a:gd name="connsiteX6" fmla="*/ 1026605 w 1414785"/>
                    <a:gd name="connsiteY6" fmla="*/ 1453448 h 1520293"/>
                    <a:gd name="connsiteX7" fmla="*/ 998997 w 1414785"/>
                    <a:gd name="connsiteY7" fmla="*/ 1512754 h 1520293"/>
                    <a:gd name="connsiteX8" fmla="*/ 999145 w 1414785"/>
                    <a:gd name="connsiteY8" fmla="*/ 1520293 h 1520293"/>
                    <a:gd name="connsiteX9" fmla="*/ 416778 w 1414785"/>
                    <a:gd name="connsiteY9" fmla="*/ 1520293 h 1520293"/>
                    <a:gd name="connsiteX10" fmla="*/ 416931 w 1414785"/>
                    <a:gd name="connsiteY10" fmla="*/ 1513265 h 1520293"/>
                    <a:gd name="connsiteX11" fmla="*/ 394435 w 1414785"/>
                    <a:gd name="connsiteY11" fmla="*/ 1468019 h 1520293"/>
                    <a:gd name="connsiteX12" fmla="*/ 362226 w 1414785"/>
                    <a:gd name="connsiteY12" fmla="*/ 1389796 h 1520293"/>
                    <a:gd name="connsiteX13" fmla="*/ 258441 w 1414785"/>
                    <a:gd name="connsiteY13" fmla="*/ 1244344 h 1520293"/>
                    <a:gd name="connsiteX14" fmla="*/ 149543 w 1414785"/>
                    <a:gd name="connsiteY14" fmla="*/ 1123431 h 1520293"/>
                    <a:gd name="connsiteX15" fmla="*/ 4601 w 1414785"/>
                    <a:gd name="connsiteY15" fmla="*/ 777054 h 1520293"/>
                    <a:gd name="connsiteX16" fmla="*/ 0 w 1414785"/>
                    <a:gd name="connsiteY16" fmla="*/ 731808 h 1520293"/>
                    <a:gd name="connsiteX17" fmla="*/ 0 w 1414785"/>
                    <a:gd name="connsiteY17" fmla="*/ 665345 h 1520293"/>
                    <a:gd name="connsiteX18" fmla="*/ 1278 w 1414785"/>
                    <a:gd name="connsiteY18" fmla="*/ 658187 h 1520293"/>
                    <a:gd name="connsiteX19" fmla="*/ 92793 w 1414785"/>
                    <a:gd name="connsiteY19" fmla="*/ 349132 h 1520293"/>
                    <a:gd name="connsiteX20" fmla="*/ 522249 w 1414785"/>
                    <a:gd name="connsiteY20" fmla="*/ 21671 h 1520293"/>
                    <a:gd name="connsiteX21" fmla="*/ 675051 w 1414785"/>
                    <a:gd name="connsiteY21" fmla="*/ 454 h 15202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414785" h="1520293">
                      <a:moveTo>
                        <a:pt x="675051" y="454"/>
                      </a:moveTo>
                      <a:cubicBezTo>
                        <a:pt x="726241" y="-1272"/>
                        <a:pt x="777622" y="1988"/>
                        <a:pt x="829004" y="9145"/>
                      </a:cubicBezTo>
                      <a:cubicBezTo>
                        <a:pt x="959886" y="27295"/>
                        <a:pt x="1076964" y="78932"/>
                        <a:pt x="1174869" y="167635"/>
                      </a:cubicBezTo>
                      <a:cubicBezTo>
                        <a:pt x="1355088" y="331494"/>
                        <a:pt x="1434077" y="536507"/>
                        <a:pt x="1410815" y="779099"/>
                      </a:cubicBezTo>
                      <a:cubicBezTo>
                        <a:pt x="1398545" y="905891"/>
                        <a:pt x="1350487" y="1019646"/>
                        <a:pt x="1270731" y="1118830"/>
                      </a:cubicBezTo>
                      <a:cubicBezTo>
                        <a:pt x="1237754" y="1159731"/>
                        <a:pt x="1201200" y="1197819"/>
                        <a:pt x="1164900" y="1235908"/>
                      </a:cubicBezTo>
                      <a:cubicBezTo>
                        <a:pt x="1104316" y="1299304"/>
                        <a:pt x="1055491" y="1369858"/>
                        <a:pt x="1026605" y="1453448"/>
                      </a:cubicBezTo>
                      <a:cubicBezTo>
                        <a:pt x="1019447" y="1473899"/>
                        <a:pt x="1008711" y="1493326"/>
                        <a:pt x="998997" y="1512754"/>
                      </a:cubicBezTo>
                      <a:lnTo>
                        <a:pt x="999145" y="1520293"/>
                      </a:lnTo>
                      <a:lnTo>
                        <a:pt x="416778" y="1520293"/>
                      </a:lnTo>
                      <a:lnTo>
                        <a:pt x="416931" y="1513265"/>
                      </a:lnTo>
                      <a:cubicBezTo>
                        <a:pt x="409006" y="1498438"/>
                        <a:pt x="401081" y="1483356"/>
                        <a:pt x="394435" y="1468019"/>
                      </a:cubicBezTo>
                      <a:cubicBezTo>
                        <a:pt x="383187" y="1442200"/>
                        <a:pt x="374240" y="1415359"/>
                        <a:pt x="362226" y="1389796"/>
                      </a:cubicBezTo>
                      <a:cubicBezTo>
                        <a:pt x="336408" y="1335092"/>
                        <a:pt x="298574" y="1288823"/>
                        <a:pt x="258441" y="1244344"/>
                      </a:cubicBezTo>
                      <a:cubicBezTo>
                        <a:pt x="222141" y="1203954"/>
                        <a:pt x="184053" y="1165354"/>
                        <a:pt x="149543" y="1123431"/>
                      </a:cubicBezTo>
                      <a:cubicBezTo>
                        <a:pt x="66208" y="1022969"/>
                        <a:pt x="18661" y="906914"/>
                        <a:pt x="4601" y="777054"/>
                      </a:cubicBezTo>
                      <a:cubicBezTo>
                        <a:pt x="3067" y="761972"/>
                        <a:pt x="1534" y="746890"/>
                        <a:pt x="0" y="731808"/>
                      </a:cubicBezTo>
                      <a:cubicBezTo>
                        <a:pt x="0" y="709568"/>
                        <a:pt x="0" y="687584"/>
                        <a:pt x="0" y="665345"/>
                      </a:cubicBezTo>
                      <a:cubicBezTo>
                        <a:pt x="511" y="663044"/>
                        <a:pt x="1023" y="660488"/>
                        <a:pt x="1278" y="658187"/>
                      </a:cubicBezTo>
                      <a:cubicBezTo>
                        <a:pt x="7924" y="548011"/>
                        <a:pt x="37577" y="444481"/>
                        <a:pt x="92793" y="349132"/>
                      </a:cubicBezTo>
                      <a:cubicBezTo>
                        <a:pt x="190444" y="180672"/>
                        <a:pt x="332573" y="69474"/>
                        <a:pt x="522249" y="21671"/>
                      </a:cubicBezTo>
                      <a:cubicBezTo>
                        <a:pt x="572864" y="8890"/>
                        <a:pt x="623862" y="2179"/>
                        <a:pt x="675051" y="45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4539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자유형: 도형 15">
                  <a:extLst>
                    <a:ext uri="{FF2B5EF4-FFF2-40B4-BE49-F238E27FC236}">
                      <a16:creationId xmlns:a16="http://schemas.microsoft.com/office/drawing/2014/main" xmlns="" id="{D7F9F805-CA7C-47DF-8776-394211C02F1C}"/>
                    </a:ext>
                  </a:extLst>
                </p:cNvPr>
                <p:cNvSpPr/>
                <p:nvPr/>
              </p:nvSpPr>
              <p:spPr>
                <a:xfrm>
                  <a:off x="10376035" y="5756862"/>
                  <a:ext cx="621798" cy="607504"/>
                </a:xfrm>
                <a:custGeom>
                  <a:avLst/>
                  <a:gdLst>
                    <a:gd name="connsiteX0" fmla="*/ 20010 w 621798"/>
                    <a:gd name="connsiteY0" fmla="*/ 0 h 607504"/>
                    <a:gd name="connsiteX1" fmla="*/ 602377 w 621798"/>
                    <a:gd name="connsiteY1" fmla="*/ 0 h 607504"/>
                    <a:gd name="connsiteX2" fmla="*/ 602485 w 621798"/>
                    <a:gd name="connsiteY2" fmla="*/ 5498 h 607504"/>
                    <a:gd name="connsiteX3" fmla="*/ 604785 w 621798"/>
                    <a:gd name="connsiteY3" fmla="*/ 125388 h 607504"/>
                    <a:gd name="connsiteX4" fmla="*/ 604274 w 621798"/>
                    <a:gd name="connsiteY4" fmla="*/ 138680 h 607504"/>
                    <a:gd name="connsiteX5" fmla="*/ 604018 w 621798"/>
                    <a:gd name="connsiteY5" fmla="*/ 242722 h 607504"/>
                    <a:gd name="connsiteX6" fmla="*/ 602485 w 621798"/>
                    <a:gd name="connsiteY6" fmla="*/ 274164 h 607504"/>
                    <a:gd name="connsiteX7" fmla="*/ 585869 w 621798"/>
                    <a:gd name="connsiteY7" fmla="*/ 389452 h 607504"/>
                    <a:gd name="connsiteX8" fmla="*/ 583824 w 621798"/>
                    <a:gd name="connsiteY8" fmla="*/ 396865 h 607504"/>
                    <a:gd name="connsiteX9" fmla="*/ 469302 w 621798"/>
                    <a:gd name="connsiteY9" fmla="*/ 522891 h 607504"/>
                    <a:gd name="connsiteX10" fmla="*/ 452175 w 621798"/>
                    <a:gd name="connsiteY10" fmla="*/ 537973 h 607504"/>
                    <a:gd name="connsiteX11" fmla="*/ 388779 w 621798"/>
                    <a:gd name="connsiteY11" fmla="*/ 604947 h 607504"/>
                    <a:gd name="connsiteX12" fmla="*/ 379321 w 621798"/>
                    <a:gd name="connsiteY12" fmla="*/ 607504 h 607504"/>
                    <a:gd name="connsiteX13" fmla="*/ 244604 w 621798"/>
                    <a:gd name="connsiteY13" fmla="*/ 607504 h 607504"/>
                    <a:gd name="connsiteX14" fmla="*/ 241537 w 621798"/>
                    <a:gd name="connsiteY14" fmla="*/ 606226 h 607504"/>
                    <a:gd name="connsiteX15" fmla="*/ 169705 w 621798"/>
                    <a:gd name="connsiteY15" fmla="*/ 538740 h 607504"/>
                    <a:gd name="connsiteX16" fmla="*/ 151300 w 621798"/>
                    <a:gd name="connsiteY16" fmla="*/ 523146 h 607504"/>
                    <a:gd name="connsiteX17" fmla="*/ 38312 w 621798"/>
                    <a:gd name="connsiteY17" fmla="*/ 397121 h 607504"/>
                    <a:gd name="connsiteX18" fmla="*/ 36267 w 621798"/>
                    <a:gd name="connsiteY18" fmla="*/ 389708 h 607504"/>
                    <a:gd name="connsiteX19" fmla="*/ 19140 w 621798"/>
                    <a:gd name="connsiteY19" fmla="*/ 275953 h 607504"/>
                    <a:gd name="connsiteX20" fmla="*/ 17351 w 621798"/>
                    <a:gd name="connsiteY20" fmla="*/ 241443 h 607504"/>
                    <a:gd name="connsiteX21" fmla="*/ 17862 w 621798"/>
                    <a:gd name="connsiteY21" fmla="*/ 137914 h 607504"/>
                    <a:gd name="connsiteX22" fmla="*/ 18117 w 621798"/>
                    <a:gd name="connsiteY22" fmla="*/ 127689 h 607504"/>
                    <a:gd name="connsiteX23" fmla="*/ 19907 w 621798"/>
                    <a:gd name="connsiteY23" fmla="*/ 4731 h 607504"/>
                    <a:gd name="connsiteX24" fmla="*/ 20010 w 621798"/>
                    <a:gd name="connsiteY24" fmla="*/ 0 h 6075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621798" h="607504">
                      <a:moveTo>
                        <a:pt x="20010" y="0"/>
                      </a:moveTo>
                      <a:lnTo>
                        <a:pt x="602377" y="0"/>
                      </a:lnTo>
                      <a:lnTo>
                        <a:pt x="602485" y="5498"/>
                      </a:lnTo>
                      <a:cubicBezTo>
                        <a:pt x="626514" y="44865"/>
                        <a:pt x="629070" y="84998"/>
                        <a:pt x="604785" y="125388"/>
                      </a:cubicBezTo>
                      <a:cubicBezTo>
                        <a:pt x="601718" y="130500"/>
                        <a:pt x="601718" y="133568"/>
                        <a:pt x="604274" y="138680"/>
                      </a:cubicBezTo>
                      <a:cubicBezTo>
                        <a:pt x="621146" y="173446"/>
                        <a:pt x="623702" y="208978"/>
                        <a:pt x="604018" y="242722"/>
                      </a:cubicBezTo>
                      <a:cubicBezTo>
                        <a:pt x="597117" y="254481"/>
                        <a:pt x="597628" y="262149"/>
                        <a:pt x="602485" y="274164"/>
                      </a:cubicBezTo>
                      <a:cubicBezTo>
                        <a:pt x="619101" y="315320"/>
                        <a:pt x="617567" y="354687"/>
                        <a:pt x="585869" y="389452"/>
                      </a:cubicBezTo>
                      <a:cubicBezTo>
                        <a:pt x="584335" y="391242"/>
                        <a:pt x="583568" y="394565"/>
                        <a:pt x="583824" y="396865"/>
                      </a:cubicBezTo>
                      <a:cubicBezTo>
                        <a:pt x="589192" y="450803"/>
                        <a:pt x="547269" y="517778"/>
                        <a:pt x="469302" y="522891"/>
                      </a:cubicBezTo>
                      <a:cubicBezTo>
                        <a:pt x="454987" y="523913"/>
                        <a:pt x="454987" y="523913"/>
                        <a:pt x="452175" y="537973"/>
                      </a:cubicBezTo>
                      <a:cubicBezTo>
                        <a:pt x="444762" y="573250"/>
                        <a:pt x="424312" y="596000"/>
                        <a:pt x="388779" y="604947"/>
                      </a:cubicBezTo>
                      <a:cubicBezTo>
                        <a:pt x="385712" y="605970"/>
                        <a:pt x="382389" y="606737"/>
                        <a:pt x="379321" y="607504"/>
                      </a:cubicBezTo>
                      <a:cubicBezTo>
                        <a:pt x="334330" y="607504"/>
                        <a:pt x="289595" y="607504"/>
                        <a:pt x="244604" y="607504"/>
                      </a:cubicBezTo>
                      <a:cubicBezTo>
                        <a:pt x="243582" y="606992"/>
                        <a:pt x="242560" y="606481"/>
                        <a:pt x="241537" y="606226"/>
                      </a:cubicBezTo>
                      <a:cubicBezTo>
                        <a:pt x="202681" y="600857"/>
                        <a:pt x="177374" y="577084"/>
                        <a:pt x="169705" y="538740"/>
                      </a:cubicBezTo>
                      <a:cubicBezTo>
                        <a:pt x="166638" y="524169"/>
                        <a:pt x="166638" y="524169"/>
                        <a:pt x="151300" y="523146"/>
                      </a:cubicBezTo>
                      <a:cubicBezTo>
                        <a:pt x="83558" y="518800"/>
                        <a:pt x="35245" y="464607"/>
                        <a:pt x="38312" y="397121"/>
                      </a:cubicBezTo>
                      <a:cubicBezTo>
                        <a:pt x="38312" y="394565"/>
                        <a:pt x="37801" y="391498"/>
                        <a:pt x="36267" y="389708"/>
                      </a:cubicBezTo>
                      <a:cubicBezTo>
                        <a:pt x="5080" y="355710"/>
                        <a:pt x="2780" y="316598"/>
                        <a:pt x="19140" y="275953"/>
                      </a:cubicBezTo>
                      <a:cubicBezTo>
                        <a:pt x="24508" y="262660"/>
                        <a:pt x="24508" y="254225"/>
                        <a:pt x="17351" y="241443"/>
                      </a:cubicBezTo>
                      <a:cubicBezTo>
                        <a:pt x="-1566" y="207445"/>
                        <a:pt x="1501" y="172424"/>
                        <a:pt x="17862" y="137914"/>
                      </a:cubicBezTo>
                      <a:cubicBezTo>
                        <a:pt x="19140" y="135102"/>
                        <a:pt x="19651" y="130245"/>
                        <a:pt x="18117" y="127689"/>
                      </a:cubicBezTo>
                      <a:cubicBezTo>
                        <a:pt x="-7446" y="86277"/>
                        <a:pt x="-5145" y="45376"/>
                        <a:pt x="19907" y="4731"/>
                      </a:cubicBezTo>
                      <a:lnTo>
                        <a:pt x="200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4539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xmlns="" id="{2DBE4D8C-EC9E-443D-A983-4CAB6D247567}"/>
                  </a:ext>
                </a:extLst>
              </p:cNvPr>
              <p:cNvGrpSpPr/>
              <p:nvPr/>
            </p:nvGrpSpPr>
            <p:grpSpPr>
              <a:xfrm rot="8979368" flipH="1">
                <a:off x="7197634" y="5243529"/>
                <a:ext cx="308906" cy="464587"/>
                <a:chOff x="9979267" y="4236569"/>
                <a:chExt cx="1414785" cy="2127797"/>
              </a:xfrm>
            </p:grpSpPr>
            <p:sp>
              <p:nvSpPr>
                <p:cNvPr id="13" name="자유형: 도형 12">
                  <a:extLst>
                    <a:ext uri="{FF2B5EF4-FFF2-40B4-BE49-F238E27FC236}">
                      <a16:creationId xmlns:a16="http://schemas.microsoft.com/office/drawing/2014/main" xmlns="" id="{05692202-FC05-42C7-AE48-C9F3EFBEA699}"/>
                    </a:ext>
                  </a:extLst>
                </p:cNvPr>
                <p:cNvSpPr/>
                <p:nvPr/>
              </p:nvSpPr>
              <p:spPr>
                <a:xfrm>
                  <a:off x="9979267" y="4236569"/>
                  <a:ext cx="1414785" cy="1520293"/>
                </a:xfrm>
                <a:custGeom>
                  <a:avLst/>
                  <a:gdLst>
                    <a:gd name="connsiteX0" fmla="*/ 675051 w 1414785"/>
                    <a:gd name="connsiteY0" fmla="*/ 454 h 1520293"/>
                    <a:gd name="connsiteX1" fmla="*/ 829004 w 1414785"/>
                    <a:gd name="connsiteY1" fmla="*/ 9145 h 1520293"/>
                    <a:gd name="connsiteX2" fmla="*/ 1174869 w 1414785"/>
                    <a:gd name="connsiteY2" fmla="*/ 167635 h 1520293"/>
                    <a:gd name="connsiteX3" fmla="*/ 1410815 w 1414785"/>
                    <a:gd name="connsiteY3" fmla="*/ 779099 h 1520293"/>
                    <a:gd name="connsiteX4" fmla="*/ 1270731 w 1414785"/>
                    <a:gd name="connsiteY4" fmla="*/ 1118830 h 1520293"/>
                    <a:gd name="connsiteX5" fmla="*/ 1164900 w 1414785"/>
                    <a:gd name="connsiteY5" fmla="*/ 1235908 h 1520293"/>
                    <a:gd name="connsiteX6" fmla="*/ 1026605 w 1414785"/>
                    <a:gd name="connsiteY6" fmla="*/ 1453448 h 1520293"/>
                    <a:gd name="connsiteX7" fmla="*/ 998997 w 1414785"/>
                    <a:gd name="connsiteY7" fmla="*/ 1512754 h 1520293"/>
                    <a:gd name="connsiteX8" fmla="*/ 999145 w 1414785"/>
                    <a:gd name="connsiteY8" fmla="*/ 1520293 h 1520293"/>
                    <a:gd name="connsiteX9" fmla="*/ 416778 w 1414785"/>
                    <a:gd name="connsiteY9" fmla="*/ 1520293 h 1520293"/>
                    <a:gd name="connsiteX10" fmla="*/ 416931 w 1414785"/>
                    <a:gd name="connsiteY10" fmla="*/ 1513265 h 1520293"/>
                    <a:gd name="connsiteX11" fmla="*/ 394435 w 1414785"/>
                    <a:gd name="connsiteY11" fmla="*/ 1468019 h 1520293"/>
                    <a:gd name="connsiteX12" fmla="*/ 362226 w 1414785"/>
                    <a:gd name="connsiteY12" fmla="*/ 1389796 h 1520293"/>
                    <a:gd name="connsiteX13" fmla="*/ 258441 w 1414785"/>
                    <a:gd name="connsiteY13" fmla="*/ 1244344 h 1520293"/>
                    <a:gd name="connsiteX14" fmla="*/ 149543 w 1414785"/>
                    <a:gd name="connsiteY14" fmla="*/ 1123431 h 1520293"/>
                    <a:gd name="connsiteX15" fmla="*/ 4601 w 1414785"/>
                    <a:gd name="connsiteY15" fmla="*/ 777054 h 1520293"/>
                    <a:gd name="connsiteX16" fmla="*/ 0 w 1414785"/>
                    <a:gd name="connsiteY16" fmla="*/ 731808 h 1520293"/>
                    <a:gd name="connsiteX17" fmla="*/ 0 w 1414785"/>
                    <a:gd name="connsiteY17" fmla="*/ 665345 h 1520293"/>
                    <a:gd name="connsiteX18" fmla="*/ 1278 w 1414785"/>
                    <a:gd name="connsiteY18" fmla="*/ 658187 h 1520293"/>
                    <a:gd name="connsiteX19" fmla="*/ 92793 w 1414785"/>
                    <a:gd name="connsiteY19" fmla="*/ 349132 h 1520293"/>
                    <a:gd name="connsiteX20" fmla="*/ 522249 w 1414785"/>
                    <a:gd name="connsiteY20" fmla="*/ 21671 h 1520293"/>
                    <a:gd name="connsiteX21" fmla="*/ 675051 w 1414785"/>
                    <a:gd name="connsiteY21" fmla="*/ 454 h 15202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414785" h="1520293">
                      <a:moveTo>
                        <a:pt x="675051" y="454"/>
                      </a:moveTo>
                      <a:cubicBezTo>
                        <a:pt x="726241" y="-1272"/>
                        <a:pt x="777622" y="1988"/>
                        <a:pt x="829004" y="9145"/>
                      </a:cubicBezTo>
                      <a:cubicBezTo>
                        <a:pt x="959886" y="27295"/>
                        <a:pt x="1076964" y="78932"/>
                        <a:pt x="1174869" y="167635"/>
                      </a:cubicBezTo>
                      <a:cubicBezTo>
                        <a:pt x="1355088" y="331494"/>
                        <a:pt x="1434077" y="536507"/>
                        <a:pt x="1410815" y="779099"/>
                      </a:cubicBezTo>
                      <a:cubicBezTo>
                        <a:pt x="1398545" y="905891"/>
                        <a:pt x="1350487" y="1019646"/>
                        <a:pt x="1270731" y="1118830"/>
                      </a:cubicBezTo>
                      <a:cubicBezTo>
                        <a:pt x="1237754" y="1159731"/>
                        <a:pt x="1201200" y="1197819"/>
                        <a:pt x="1164900" y="1235908"/>
                      </a:cubicBezTo>
                      <a:cubicBezTo>
                        <a:pt x="1104316" y="1299304"/>
                        <a:pt x="1055491" y="1369858"/>
                        <a:pt x="1026605" y="1453448"/>
                      </a:cubicBezTo>
                      <a:cubicBezTo>
                        <a:pt x="1019447" y="1473899"/>
                        <a:pt x="1008711" y="1493326"/>
                        <a:pt x="998997" y="1512754"/>
                      </a:cubicBezTo>
                      <a:lnTo>
                        <a:pt x="999145" y="1520293"/>
                      </a:lnTo>
                      <a:lnTo>
                        <a:pt x="416778" y="1520293"/>
                      </a:lnTo>
                      <a:lnTo>
                        <a:pt x="416931" y="1513265"/>
                      </a:lnTo>
                      <a:cubicBezTo>
                        <a:pt x="409006" y="1498438"/>
                        <a:pt x="401081" y="1483356"/>
                        <a:pt x="394435" y="1468019"/>
                      </a:cubicBezTo>
                      <a:cubicBezTo>
                        <a:pt x="383187" y="1442200"/>
                        <a:pt x="374240" y="1415359"/>
                        <a:pt x="362226" y="1389796"/>
                      </a:cubicBezTo>
                      <a:cubicBezTo>
                        <a:pt x="336408" y="1335092"/>
                        <a:pt x="298574" y="1288823"/>
                        <a:pt x="258441" y="1244344"/>
                      </a:cubicBezTo>
                      <a:cubicBezTo>
                        <a:pt x="222141" y="1203954"/>
                        <a:pt x="184053" y="1165354"/>
                        <a:pt x="149543" y="1123431"/>
                      </a:cubicBezTo>
                      <a:cubicBezTo>
                        <a:pt x="66208" y="1022969"/>
                        <a:pt x="18661" y="906914"/>
                        <a:pt x="4601" y="777054"/>
                      </a:cubicBezTo>
                      <a:cubicBezTo>
                        <a:pt x="3067" y="761972"/>
                        <a:pt x="1534" y="746890"/>
                        <a:pt x="0" y="731808"/>
                      </a:cubicBezTo>
                      <a:cubicBezTo>
                        <a:pt x="0" y="709568"/>
                        <a:pt x="0" y="687584"/>
                        <a:pt x="0" y="665345"/>
                      </a:cubicBezTo>
                      <a:cubicBezTo>
                        <a:pt x="511" y="663044"/>
                        <a:pt x="1023" y="660488"/>
                        <a:pt x="1278" y="658187"/>
                      </a:cubicBezTo>
                      <a:cubicBezTo>
                        <a:pt x="7924" y="548011"/>
                        <a:pt x="37577" y="444481"/>
                        <a:pt x="92793" y="349132"/>
                      </a:cubicBezTo>
                      <a:cubicBezTo>
                        <a:pt x="190444" y="180672"/>
                        <a:pt x="332573" y="69474"/>
                        <a:pt x="522249" y="21671"/>
                      </a:cubicBezTo>
                      <a:cubicBezTo>
                        <a:pt x="572864" y="8890"/>
                        <a:pt x="623862" y="2179"/>
                        <a:pt x="675051" y="45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4539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" name="자유형: 도형 13">
                  <a:extLst>
                    <a:ext uri="{FF2B5EF4-FFF2-40B4-BE49-F238E27FC236}">
                      <a16:creationId xmlns:a16="http://schemas.microsoft.com/office/drawing/2014/main" xmlns="" id="{348E68D5-5C8E-40D5-A49E-C5493753C791}"/>
                    </a:ext>
                  </a:extLst>
                </p:cNvPr>
                <p:cNvSpPr/>
                <p:nvPr/>
              </p:nvSpPr>
              <p:spPr>
                <a:xfrm>
                  <a:off x="10376035" y="5756862"/>
                  <a:ext cx="621798" cy="607504"/>
                </a:xfrm>
                <a:custGeom>
                  <a:avLst/>
                  <a:gdLst>
                    <a:gd name="connsiteX0" fmla="*/ 20010 w 621798"/>
                    <a:gd name="connsiteY0" fmla="*/ 0 h 607504"/>
                    <a:gd name="connsiteX1" fmla="*/ 602377 w 621798"/>
                    <a:gd name="connsiteY1" fmla="*/ 0 h 607504"/>
                    <a:gd name="connsiteX2" fmla="*/ 602485 w 621798"/>
                    <a:gd name="connsiteY2" fmla="*/ 5498 h 607504"/>
                    <a:gd name="connsiteX3" fmla="*/ 604785 w 621798"/>
                    <a:gd name="connsiteY3" fmla="*/ 125388 h 607504"/>
                    <a:gd name="connsiteX4" fmla="*/ 604274 w 621798"/>
                    <a:gd name="connsiteY4" fmla="*/ 138680 h 607504"/>
                    <a:gd name="connsiteX5" fmla="*/ 604018 w 621798"/>
                    <a:gd name="connsiteY5" fmla="*/ 242722 h 607504"/>
                    <a:gd name="connsiteX6" fmla="*/ 602485 w 621798"/>
                    <a:gd name="connsiteY6" fmla="*/ 274164 h 607504"/>
                    <a:gd name="connsiteX7" fmla="*/ 585869 w 621798"/>
                    <a:gd name="connsiteY7" fmla="*/ 389452 h 607504"/>
                    <a:gd name="connsiteX8" fmla="*/ 583824 w 621798"/>
                    <a:gd name="connsiteY8" fmla="*/ 396865 h 607504"/>
                    <a:gd name="connsiteX9" fmla="*/ 469302 w 621798"/>
                    <a:gd name="connsiteY9" fmla="*/ 522891 h 607504"/>
                    <a:gd name="connsiteX10" fmla="*/ 452175 w 621798"/>
                    <a:gd name="connsiteY10" fmla="*/ 537973 h 607504"/>
                    <a:gd name="connsiteX11" fmla="*/ 388779 w 621798"/>
                    <a:gd name="connsiteY11" fmla="*/ 604947 h 607504"/>
                    <a:gd name="connsiteX12" fmla="*/ 379321 w 621798"/>
                    <a:gd name="connsiteY12" fmla="*/ 607504 h 607504"/>
                    <a:gd name="connsiteX13" fmla="*/ 244604 w 621798"/>
                    <a:gd name="connsiteY13" fmla="*/ 607504 h 607504"/>
                    <a:gd name="connsiteX14" fmla="*/ 241537 w 621798"/>
                    <a:gd name="connsiteY14" fmla="*/ 606226 h 607504"/>
                    <a:gd name="connsiteX15" fmla="*/ 169705 w 621798"/>
                    <a:gd name="connsiteY15" fmla="*/ 538740 h 607504"/>
                    <a:gd name="connsiteX16" fmla="*/ 151300 w 621798"/>
                    <a:gd name="connsiteY16" fmla="*/ 523146 h 607504"/>
                    <a:gd name="connsiteX17" fmla="*/ 38312 w 621798"/>
                    <a:gd name="connsiteY17" fmla="*/ 397121 h 607504"/>
                    <a:gd name="connsiteX18" fmla="*/ 36267 w 621798"/>
                    <a:gd name="connsiteY18" fmla="*/ 389708 h 607504"/>
                    <a:gd name="connsiteX19" fmla="*/ 19140 w 621798"/>
                    <a:gd name="connsiteY19" fmla="*/ 275953 h 607504"/>
                    <a:gd name="connsiteX20" fmla="*/ 17351 w 621798"/>
                    <a:gd name="connsiteY20" fmla="*/ 241443 h 607504"/>
                    <a:gd name="connsiteX21" fmla="*/ 17862 w 621798"/>
                    <a:gd name="connsiteY21" fmla="*/ 137914 h 607504"/>
                    <a:gd name="connsiteX22" fmla="*/ 18117 w 621798"/>
                    <a:gd name="connsiteY22" fmla="*/ 127689 h 607504"/>
                    <a:gd name="connsiteX23" fmla="*/ 19907 w 621798"/>
                    <a:gd name="connsiteY23" fmla="*/ 4731 h 607504"/>
                    <a:gd name="connsiteX24" fmla="*/ 20010 w 621798"/>
                    <a:gd name="connsiteY24" fmla="*/ 0 h 6075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621798" h="607504">
                      <a:moveTo>
                        <a:pt x="20010" y="0"/>
                      </a:moveTo>
                      <a:lnTo>
                        <a:pt x="602377" y="0"/>
                      </a:lnTo>
                      <a:lnTo>
                        <a:pt x="602485" y="5498"/>
                      </a:lnTo>
                      <a:cubicBezTo>
                        <a:pt x="626514" y="44865"/>
                        <a:pt x="629070" y="84998"/>
                        <a:pt x="604785" y="125388"/>
                      </a:cubicBezTo>
                      <a:cubicBezTo>
                        <a:pt x="601718" y="130500"/>
                        <a:pt x="601718" y="133568"/>
                        <a:pt x="604274" y="138680"/>
                      </a:cubicBezTo>
                      <a:cubicBezTo>
                        <a:pt x="621146" y="173446"/>
                        <a:pt x="623702" y="208978"/>
                        <a:pt x="604018" y="242722"/>
                      </a:cubicBezTo>
                      <a:cubicBezTo>
                        <a:pt x="597117" y="254481"/>
                        <a:pt x="597628" y="262149"/>
                        <a:pt x="602485" y="274164"/>
                      </a:cubicBezTo>
                      <a:cubicBezTo>
                        <a:pt x="619101" y="315320"/>
                        <a:pt x="617567" y="354687"/>
                        <a:pt x="585869" y="389452"/>
                      </a:cubicBezTo>
                      <a:cubicBezTo>
                        <a:pt x="584335" y="391242"/>
                        <a:pt x="583568" y="394565"/>
                        <a:pt x="583824" y="396865"/>
                      </a:cubicBezTo>
                      <a:cubicBezTo>
                        <a:pt x="589192" y="450803"/>
                        <a:pt x="547269" y="517778"/>
                        <a:pt x="469302" y="522891"/>
                      </a:cubicBezTo>
                      <a:cubicBezTo>
                        <a:pt x="454987" y="523913"/>
                        <a:pt x="454987" y="523913"/>
                        <a:pt x="452175" y="537973"/>
                      </a:cubicBezTo>
                      <a:cubicBezTo>
                        <a:pt x="444762" y="573250"/>
                        <a:pt x="424312" y="596000"/>
                        <a:pt x="388779" y="604947"/>
                      </a:cubicBezTo>
                      <a:cubicBezTo>
                        <a:pt x="385712" y="605970"/>
                        <a:pt x="382389" y="606737"/>
                        <a:pt x="379321" y="607504"/>
                      </a:cubicBezTo>
                      <a:cubicBezTo>
                        <a:pt x="334330" y="607504"/>
                        <a:pt x="289595" y="607504"/>
                        <a:pt x="244604" y="607504"/>
                      </a:cubicBezTo>
                      <a:cubicBezTo>
                        <a:pt x="243582" y="606992"/>
                        <a:pt x="242560" y="606481"/>
                        <a:pt x="241537" y="606226"/>
                      </a:cubicBezTo>
                      <a:cubicBezTo>
                        <a:pt x="202681" y="600857"/>
                        <a:pt x="177374" y="577084"/>
                        <a:pt x="169705" y="538740"/>
                      </a:cubicBezTo>
                      <a:cubicBezTo>
                        <a:pt x="166638" y="524169"/>
                        <a:pt x="166638" y="524169"/>
                        <a:pt x="151300" y="523146"/>
                      </a:cubicBezTo>
                      <a:cubicBezTo>
                        <a:pt x="83558" y="518800"/>
                        <a:pt x="35245" y="464607"/>
                        <a:pt x="38312" y="397121"/>
                      </a:cubicBezTo>
                      <a:cubicBezTo>
                        <a:pt x="38312" y="394565"/>
                        <a:pt x="37801" y="391498"/>
                        <a:pt x="36267" y="389708"/>
                      </a:cubicBezTo>
                      <a:cubicBezTo>
                        <a:pt x="5080" y="355710"/>
                        <a:pt x="2780" y="316598"/>
                        <a:pt x="19140" y="275953"/>
                      </a:cubicBezTo>
                      <a:cubicBezTo>
                        <a:pt x="24508" y="262660"/>
                        <a:pt x="24508" y="254225"/>
                        <a:pt x="17351" y="241443"/>
                      </a:cubicBezTo>
                      <a:cubicBezTo>
                        <a:pt x="-1566" y="207445"/>
                        <a:pt x="1501" y="172424"/>
                        <a:pt x="17862" y="137914"/>
                      </a:cubicBezTo>
                      <a:cubicBezTo>
                        <a:pt x="19140" y="135102"/>
                        <a:pt x="19651" y="130245"/>
                        <a:pt x="18117" y="127689"/>
                      </a:cubicBezTo>
                      <a:cubicBezTo>
                        <a:pt x="-7446" y="86277"/>
                        <a:pt x="-5145" y="45376"/>
                        <a:pt x="19907" y="4731"/>
                      </a:cubicBezTo>
                      <a:lnTo>
                        <a:pt x="200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4539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xmlns="" id="{8B09FC24-8D72-48A1-B49A-111EED2E37D5}"/>
                  </a:ext>
                </a:extLst>
              </p:cNvPr>
              <p:cNvGrpSpPr/>
              <p:nvPr/>
            </p:nvGrpSpPr>
            <p:grpSpPr>
              <a:xfrm rot="12987211" flipH="1">
                <a:off x="7160392" y="5749617"/>
                <a:ext cx="308906" cy="464587"/>
                <a:chOff x="9979267" y="4236569"/>
                <a:chExt cx="1414785" cy="2127797"/>
              </a:xfrm>
            </p:grpSpPr>
            <p:sp>
              <p:nvSpPr>
                <p:cNvPr id="11" name="자유형: 도형 10">
                  <a:extLst>
                    <a:ext uri="{FF2B5EF4-FFF2-40B4-BE49-F238E27FC236}">
                      <a16:creationId xmlns:a16="http://schemas.microsoft.com/office/drawing/2014/main" xmlns="" id="{928A1D26-3B68-432B-BA0A-79D5D6018F2F}"/>
                    </a:ext>
                  </a:extLst>
                </p:cNvPr>
                <p:cNvSpPr/>
                <p:nvPr/>
              </p:nvSpPr>
              <p:spPr>
                <a:xfrm>
                  <a:off x="9979267" y="4236569"/>
                  <a:ext cx="1414785" cy="1520293"/>
                </a:xfrm>
                <a:custGeom>
                  <a:avLst/>
                  <a:gdLst>
                    <a:gd name="connsiteX0" fmla="*/ 675051 w 1414785"/>
                    <a:gd name="connsiteY0" fmla="*/ 454 h 1520293"/>
                    <a:gd name="connsiteX1" fmla="*/ 829004 w 1414785"/>
                    <a:gd name="connsiteY1" fmla="*/ 9145 h 1520293"/>
                    <a:gd name="connsiteX2" fmla="*/ 1174869 w 1414785"/>
                    <a:gd name="connsiteY2" fmla="*/ 167635 h 1520293"/>
                    <a:gd name="connsiteX3" fmla="*/ 1410815 w 1414785"/>
                    <a:gd name="connsiteY3" fmla="*/ 779099 h 1520293"/>
                    <a:gd name="connsiteX4" fmla="*/ 1270731 w 1414785"/>
                    <a:gd name="connsiteY4" fmla="*/ 1118830 h 1520293"/>
                    <a:gd name="connsiteX5" fmla="*/ 1164900 w 1414785"/>
                    <a:gd name="connsiteY5" fmla="*/ 1235908 h 1520293"/>
                    <a:gd name="connsiteX6" fmla="*/ 1026605 w 1414785"/>
                    <a:gd name="connsiteY6" fmla="*/ 1453448 h 1520293"/>
                    <a:gd name="connsiteX7" fmla="*/ 998997 w 1414785"/>
                    <a:gd name="connsiteY7" fmla="*/ 1512754 h 1520293"/>
                    <a:gd name="connsiteX8" fmla="*/ 999145 w 1414785"/>
                    <a:gd name="connsiteY8" fmla="*/ 1520293 h 1520293"/>
                    <a:gd name="connsiteX9" fmla="*/ 416778 w 1414785"/>
                    <a:gd name="connsiteY9" fmla="*/ 1520293 h 1520293"/>
                    <a:gd name="connsiteX10" fmla="*/ 416931 w 1414785"/>
                    <a:gd name="connsiteY10" fmla="*/ 1513265 h 1520293"/>
                    <a:gd name="connsiteX11" fmla="*/ 394435 w 1414785"/>
                    <a:gd name="connsiteY11" fmla="*/ 1468019 h 1520293"/>
                    <a:gd name="connsiteX12" fmla="*/ 362226 w 1414785"/>
                    <a:gd name="connsiteY12" fmla="*/ 1389796 h 1520293"/>
                    <a:gd name="connsiteX13" fmla="*/ 258441 w 1414785"/>
                    <a:gd name="connsiteY13" fmla="*/ 1244344 h 1520293"/>
                    <a:gd name="connsiteX14" fmla="*/ 149543 w 1414785"/>
                    <a:gd name="connsiteY14" fmla="*/ 1123431 h 1520293"/>
                    <a:gd name="connsiteX15" fmla="*/ 4601 w 1414785"/>
                    <a:gd name="connsiteY15" fmla="*/ 777054 h 1520293"/>
                    <a:gd name="connsiteX16" fmla="*/ 0 w 1414785"/>
                    <a:gd name="connsiteY16" fmla="*/ 731808 h 1520293"/>
                    <a:gd name="connsiteX17" fmla="*/ 0 w 1414785"/>
                    <a:gd name="connsiteY17" fmla="*/ 665345 h 1520293"/>
                    <a:gd name="connsiteX18" fmla="*/ 1278 w 1414785"/>
                    <a:gd name="connsiteY18" fmla="*/ 658187 h 1520293"/>
                    <a:gd name="connsiteX19" fmla="*/ 92793 w 1414785"/>
                    <a:gd name="connsiteY19" fmla="*/ 349132 h 1520293"/>
                    <a:gd name="connsiteX20" fmla="*/ 522249 w 1414785"/>
                    <a:gd name="connsiteY20" fmla="*/ 21671 h 1520293"/>
                    <a:gd name="connsiteX21" fmla="*/ 675051 w 1414785"/>
                    <a:gd name="connsiteY21" fmla="*/ 454 h 15202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414785" h="1520293">
                      <a:moveTo>
                        <a:pt x="675051" y="454"/>
                      </a:moveTo>
                      <a:cubicBezTo>
                        <a:pt x="726241" y="-1272"/>
                        <a:pt x="777622" y="1988"/>
                        <a:pt x="829004" y="9145"/>
                      </a:cubicBezTo>
                      <a:cubicBezTo>
                        <a:pt x="959886" y="27295"/>
                        <a:pt x="1076964" y="78932"/>
                        <a:pt x="1174869" y="167635"/>
                      </a:cubicBezTo>
                      <a:cubicBezTo>
                        <a:pt x="1355088" y="331494"/>
                        <a:pt x="1434077" y="536507"/>
                        <a:pt x="1410815" y="779099"/>
                      </a:cubicBezTo>
                      <a:cubicBezTo>
                        <a:pt x="1398545" y="905891"/>
                        <a:pt x="1350487" y="1019646"/>
                        <a:pt x="1270731" y="1118830"/>
                      </a:cubicBezTo>
                      <a:cubicBezTo>
                        <a:pt x="1237754" y="1159731"/>
                        <a:pt x="1201200" y="1197819"/>
                        <a:pt x="1164900" y="1235908"/>
                      </a:cubicBezTo>
                      <a:cubicBezTo>
                        <a:pt x="1104316" y="1299304"/>
                        <a:pt x="1055491" y="1369858"/>
                        <a:pt x="1026605" y="1453448"/>
                      </a:cubicBezTo>
                      <a:cubicBezTo>
                        <a:pt x="1019447" y="1473899"/>
                        <a:pt x="1008711" y="1493326"/>
                        <a:pt x="998997" y="1512754"/>
                      </a:cubicBezTo>
                      <a:lnTo>
                        <a:pt x="999145" y="1520293"/>
                      </a:lnTo>
                      <a:lnTo>
                        <a:pt x="416778" y="1520293"/>
                      </a:lnTo>
                      <a:lnTo>
                        <a:pt x="416931" y="1513265"/>
                      </a:lnTo>
                      <a:cubicBezTo>
                        <a:pt x="409006" y="1498438"/>
                        <a:pt x="401081" y="1483356"/>
                        <a:pt x="394435" y="1468019"/>
                      </a:cubicBezTo>
                      <a:cubicBezTo>
                        <a:pt x="383187" y="1442200"/>
                        <a:pt x="374240" y="1415359"/>
                        <a:pt x="362226" y="1389796"/>
                      </a:cubicBezTo>
                      <a:cubicBezTo>
                        <a:pt x="336408" y="1335092"/>
                        <a:pt x="298574" y="1288823"/>
                        <a:pt x="258441" y="1244344"/>
                      </a:cubicBezTo>
                      <a:cubicBezTo>
                        <a:pt x="222141" y="1203954"/>
                        <a:pt x="184053" y="1165354"/>
                        <a:pt x="149543" y="1123431"/>
                      </a:cubicBezTo>
                      <a:cubicBezTo>
                        <a:pt x="66208" y="1022969"/>
                        <a:pt x="18661" y="906914"/>
                        <a:pt x="4601" y="777054"/>
                      </a:cubicBezTo>
                      <a:cubicBezTo>
                        <a:pt x="3067" y="761972"/>
                        <a:pt x="1534" y="746890"/>
                        <a:pt x="0" y="731808"/>
                      </a:cubicBezTo>
                      <a:cubicBezTo>
                        <a:pt x="0" y="709568"/>
                        <a:pt x="0" y="687584"/>
                        <a:pt x="0" y="665345"/>
                      </a:cubicBezTo>
                      <a:cubicBezTo>
                        <a:pt x="511" y="663044"/>
                        <a:pt x="1023" y="660488"/>
                        <a:pt x="1278" y="658187"/>
                      </a:cubicBezTo>
                      <a:cubicBezTo>
                        <a:pt x="7924" y="548011"/>
                        <a:pt x="37577" y="444481"/>
                        <a:pt x="92793" y="349132"/>
                      </a:cubicBezTo>
                      <a:cubicBezTo>
                        <a:pt x="190444" y="180672"/>
                        <a:pt x="332573" y="69474"/>
                        <a:pt x="522249" y="21671"/>
                      </a:cubicBezTo>
                      <a:cubicBezTo>
                        <a:pt x="572864" y="8890"/>
                        <a:pt x="623862" y="2179"/>
                        <a:pt x="675051" y="45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4539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" name="자유형: 도형 11">
                  <a:extLst>
                    <a:ext uri="{FF2B5EF4-FFF2-40B4-BE49-F238E27FC236}">
                      <a16:creationId xmlns:a16="http://schemas.microsoft.com/office/drawing/2014/main" xmlns="" id="{EC9780FE-E042-4F76-85F3-8306D77C1EC5}"/>
                    </a:ext>
                  </a:extLst>
                </p:cNvPr>
                <p:cNvSpPr/>
                <p:nvPr/>
              </p:nvSpPr>
              <p:spPr>
                <a:xfrm>
                  <a:off x="10376035" y="5756862"/>
                  <a:ext cx="621798" cy="607504"/>
                </a:xfrm>
                <a:custGeom>
                  <a:avLst/>
                  <a:gdLst>
                    <a:gd name="connsiteX0" fmla="*/ 20010 w 621798"/>
                    <a:gd name="connsiteY0" fmla="*/ 0 h 607504"/>
                    <a:gd name="connsiteX1" fmla="*/ 602377 w 621798"/>
                    <a:gd name="connsiteY1" fmla="*/ 0 h 607504"/>
                    <a:gd name="connsiteX2" fmla="*/ 602485 w 621798"/>
                    <a:gd name="connsiteY2" fmla="*/ 5498 h 607504"/>
                    <a:gd name="connsiteX3" fmla="*/ 604785 w 621798"/>
                    <a:gd name="connsiteY3" fmla="*/ 125388 h 607504"/>
                    <a:gd name="connsiteX4" fmla="*/ 604274 w 621798"/>
                    <a:gd name="connsiteY4" fmla="*/ 138680 h 607504"/>
                    <a:gd name="connsiteX5" fmla="*/ 604018 w 621798"/>
                    <a:gd name="connsiteY5" fmla="*/ 242722 h 607504"/>
                    <a:gd name="connsiteX6" fmla="*/ 602485 w 621798"/>
                    <a:gd name="connsiteY6" fmla="*/ 274164 h 607504"/>
                    <a:gd name="connsiteX7" fmla="*/ 585869 w 621798"/>
                    <a:gd name="connsiteY7" fmla="*/ 389452 h 607504"/>
                    <a:gd name="connsiteX8" fmla="*/ 583824 w 621798"/>
                    <a:gd name="connsiteY8" fmla="*/ 396865 h 607504"/>
                    <a:gd name="connsiteX9" fmla="*/ 469302 w 621798"/>
                    <a:gd name="connsiteY9" fmla="*/ 522891 h 607504"/>
                    <a:gd name="connsiteX10" fmla="*/ 452175 w 621798"/>
                    <a:gd name="connsiteY10" fmla="*/ 537973 h 607504"/>
                    <a:gd name="connsiteX11" fmla="*/ 388779 w 621798"/>
                    <a:gd name="connsiteY11" fmla="*/ 604947 h 607504"/>
                    <a:gd name="connsiteX12" fmla="*/ 379321 w 621798"/>
                    <a:gd name="connsiteY12" fmla="*/ 607504 h 607504"/>
                    <a:gd name="connsiteX13" fmla="*/ 244604 w 621798"/>
                    <a:gd name="connsiteY13" fmla="*/ 607504 h 607504"/>
                    <a:gd name="connsiteX14" fmla="*/ 241537 w 621798"/>
                    <a:gd name="connsiteY14" fmla="*/ 606226 h 607504"/>
                    <a:gd name="connsiteX15" fmla="*/ 169705 w 621798"/>
                    <a:gd name="connsiteY15" fmla="*/ 538740 h 607504"/>
                    <a:gd name="connsiteX16" fmla="*/ 151300 w 621798"/>
                    <a:gd name="connsiteY16" fmla="*/ 523146 h 607504"/>
                    <a:gd name="connsiteX17" fmla="*/ 38312 w 621798"/>
                    <a:gd name="connsiteY17" fmla="*/ 397121 h 607504"/>
                    <a:gd name="connsiteX18" fmla="*/ 36267 w 621798"/>
                    <a:gd name="connsiteY18" fmla="*/ 389708 h 607504"/>
                    <a:gd name="connsiteX19" fmla="*/ 19140 w 621798"/>
                    <a:gd name="connsiteY19" fmla="*/ 275953 h 607504"/>
                    <a:gd name="connsiteX20" fmla="*/ 17351 w 621798"/>
                    <a:gd name="connsiteY20" fmla="*/ 241443 h 607504"/>
                    <a:gd name="connsiteX21" fmla="*/ 17862 w 621798"/>
                    <a:gd name="connsiteY21" fmla="*/ 137914 h 607504"/>
                    <a:gd name="connsiteX22" fmla="*/ 18117 w 621798"/>
                    <a:gd name="connsiteY22" fmla="*/ 127689 h 607504"/>
                    <a:gd name="connsiteX23" fmla="*/ 19907 w 621798"/>
                    <a:gd name="connsiteY23" fmla="*/ 4731 h 607504"/>
                    <a:gd name="connsiteX24" fmla="*/ 20010 w 621798"/>
                    <a:gd name="connsiteY24" fmla="*/ 0 h 6075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621798" h="607504">
                      <a:moveTo>
                        <a:pt x="20010" y="0"/>
                      </a:moveTo>
                      <a:lnTo>
                        <a:pt x="602377" y="0"/>
                      </a:lnTo>
                      <a:lnTo>
                        <a:pt x="602485" y="5498"/>
                      </a:lnTo>
                      <a:cubicBezTo>
                        <a:pt x="626514" y="44865"/>
                        <a:pt x="629070" y="84998"/>
                        <a:pt x="604785" y="125388"/>
                      </a:cubicBezTo>
                      <a:cubicBezTo>
                        <a:pt x="601718" y="130500"/>
                        <a:pt x="601718" y="133568"/>
                        <a:pt x="604274" y="138680"/>
                      </a:cubicBezTo>
                      <a:cubicBezTo>
                        <a:pt x="621146" y="173446"/>
                        <a:pt x="623702" y="208978"/>
                        <a:pt x="604018" y="242722"/>
                      </a:cubicBezTo>
                      <a:cubicBezTo>
                        <a:pt x="597117" y="254481"/>
                        <a:pt x="597628" y="262149"/>
                        <a:pt x="602485" y="274164"/>
                      </a:cubicBezTo>
                      <a:cubicBezTo>
                        <a:pt x="619101" y="315320"/>
                        <a:pt x="617567" y="354687"/>
                        <a:pt x="585869" y="389452"/>
                      </a:cubicBezTo>
                      <a:cubicBezTo>
                        <a:pt x="584335" y="391242"/>
                        <a:pt x="583568" y="394565"/>
                        <a:pt x="583824" y="396865"/>
                      </a:cubicBezTo>
                      <a:cubicBezTo>
                        <a:pt x="589192" y="450803"/>
                        <a:pt x="547269" y="517778"/>
                        <a:pt x="469302" y="522891"/>
                      </a:cubicBezTo>
                      <a:cubicBezTo>
                        <a:pt x="454987" y="523913"/>
                        <a:pt x="454987" y="523913"/>
                        <a:pt x="452175" y="537973"/>
                      </a:cubicBezTo>
                      <a:cubicBezTo>
                        <a:pt x="444762" y="573250"/>
                        <a:pt x="424312" y="596000"/>
                        <a:pt x="388779" y="604947"/>
                      </a:cubicBezTo>
                      <a:cubicBezTo>
                        <a:pt x="385712" y="605970"/>
                        <a:pt x="382389" y="606737"/>
                        <a:pt x="379321" y="607504"/>
                      </a:cubicBezTo>
                      <a:cubicBezTo>
                        <a:pt x="334330" y="607504"/>
                        <a:pt x="289595" y="607504"/>
                        <a:pt x="244604" y="607504"/>
                      </a:cubicBezTo>
                      <a:cubicBezTo>
                        <a:pt x="243582" y="606992"/>
                        <a:pt x="242560" y="606481"/>
                        <a:pt x="241537" y="606226"/>
                      </a:cubicBezTo>
                      <a:cubicBezTo>
                        <a:pt x="202681" y="600857"/>
                        <a:pt x="177374" y="577084"/>
                        <a:pt x="169705" y="538740"/>
                      </a:cubicBezTo>
                      <a:cubicBezTo>
                        <a:pt x="166638" y="524169"/>
                        <a:pt x="166638" y="524169"/>
                        <a:pt x="151300" y="523146"/>
                      </a:cubicBezTo>
                      <a:cubicBezTo>
                        <a:pt x="83558" y="518800"/>
                        <a:pt x="35245" y="464607"/>
                        <a:pt x="38312" y="397121"/>
                      </a:cubicBezTo>
                      <a:cubicBezTo>
                        <a:pt x="38312" y="394565"/>
                        <a:pt x="37801" y="391498"/>
                        <a:pt x="36267" y="389708"/>
                      </a:cubicBezTo>
                      <a:cubicBezTo>
                        <a:pt x="5080" y="355710"/>
                        <a:pt x="2780" y="316598"/>
                        <a:pt x="19140" y="275953"/>
                      </a:cubicBezTo>
                      <a:cubicBezTo>
                        <a:pt x="24508" y="262660"/>
                        <a:pt x="24508" y="254225"/>
                        <a:pt x="17351" y="241443"/>
                      </a:cubicBezTo>
                      <a:cubicBezTo>
                        <a:pt x="-1566" y="207445"/>
                        <a:pt x="1501" y="172424"/>
                        <a:pt x="17862" y="137914"/>
                      </a:cubicBezTo>
                      <a:cubicBezTo>
                        <a:pt x="19140" y="135102"/>
                        <a:pt x="19651" y="130245"/>
                        <a:pt x="18117" y="127689"/>
                      </a:cubicBezTo>
                      <a:cubicBezTo>
                        <a:pt x="-7446" y="86277"/>
                        <a:pt x="-5145" y="45376"/>
                        <a:pt x="19907" y="4731"/>
                      </a:cubicBezTo>
                      <a:lnTo>
                        <a:pt x="200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4539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xmlns="" id="{C7DD6418-A1A6-4B4A-B625-099DA7EAD883}"/>
                  </a:ext>
                </a:extLst>
              </p:cNvPr>
              <p:cNvGrpSpPr/>
              <p:nvPr/>
            </p:nvGrpSpPr>
            <p:grpSpPr>
              <a:xfrm rot="7389558" flipH="1">
                <a:off x="6596576" y="5841732"/>
                <a:ext cx="308906" cy="464587"/>
                <a:chOff x="9979267" y="4236569"/>
                <a:chExt cx="1414785" cy="2127797"/>
              </a:xfrm>
            </p:grpSpPr>
            <p:sp>
              <p:nvSpPr>
                <p:cNvPr id="9" name="자유형: 도형 8">
                  <a:extLst>
                    <a:ext uri="{FF2B5EF4-FFF2-40B4-BE49-F238E27FC236}">
                      <a16:creationId xmlns:a16="http://schemas.microsoft.com/office/drawing/2014/main" xmlns="" id="{A8E07CEF-4AC7-44BE-BBF5-4836485C8FF0}"/>
                    </a:ext>
                  </a:extLst>
                </p:cNvPr>
                <p:cNvSpPr/>
                <p:nvPr/>
              </p:nvSpPr>
              <p:spPr>
                <a:xfrm>
                  <a:off x="9979267" y="4236569"/>
                  <a:ext cx="1414785" cy="1520293"/>
                </a:xfrm>
                <a:custGeom>
                  <a:avLst/>
                  <a:gdLst>
                    <a:gd name="connsiteX0" fmla="*/ 675051 w 1414785"/>
                    <a:gd name="connsiteY0" fmla="*/ 454 h 1520293"/>
                    <a:gd name="connsiteX1" fmla="*/ 829004 w 1414785"/>
                    <a:gd name="connsiteY1" fmla="*/ 9145 h 1520293"/>
                    <a:gd name="connsiteX2" fmla="*/ 1174869 w 1414785"/>
                    <a:gd name="connsiteY2" fmla="*/ 167635 h 1520293"/>
                    <a:gd name="connsiteX3" fmla="*/ 1410815 w 1414785"/>
                    <a:gd name="connsiteY3" fmla="*/ 779099 h 1520293"/>
                    <a:gd name="connsiteX4" fmla="*/ 1270731 w 1414785"/>
                    <a:gd name="connsiteY4" fmla="*/ 1118830 h 1520293"/>
                    <a:gd name="connsiteX5" fmla="*/ 1164900 w 1414785"/>
                    <a:gd name="connsiteY5" fmla="*/ 1235908 h 1520293"/>
                    <a:gd name="connsiteX6" fmla="*/ 1026605 w 1414785"/>
                    <a:gd name="connsiteY6" fmla="*/ 1453448 h 1520293"/>
                    <a:gd name="connsiteX7" fmla="*/ 998997 w 1414785"/>
                    <a:gd name="connsiteY7" fmla="*/ 1512754 h 1520293"/>
                    <a:gd name="connsiteX8" fmla="*/ 999145 w 1414785"/>
                    <a:gd name="connsiteY8" fmla="*/ 1520293 h 1520293"/>
                    <a:gd name="connsiteX9" fmla="*/ 416778 w 1414785"/>
                    <a:gd name="connsiteY9" fmla="*/ 1520293 h 1520293"/>
                    <a:gd name="connsiteX10" fmla="*/ 416931 w 1414785"/>
                    <a:gd name="connsiteY10" fmla="*/ 1513265 h 1520293"/>
                    <a:gd name="connsiteX11" fmla="*/ 394435 w 1414785"/>
                    <a:gd name="connsiteY11" fmla="*/ 1468019 h 1520293"/>
                    <a:gd name="connsiteX12" fmla="*/ 362226 w 1414785"/>
                    <a:gd name="connsiteY12" fmla="*/ 1389796 h 1520293"/>
                    <a:gd name="connsiteX13" fmla="*/ 258441 w 1414785"/>
                    <a:gd name="connsiteY13" fmla="*/ 1244344 h 1520293"/>
                    <a:gd name="connsiteX14" fmla="*/ 149543 w 1414785"/>
                    <a:gd name="connsiteY14" fmla="*/ 1123431 h 1520293"/>
                    <a:gd name="connsiteX15" fmla="*/ 4601 w 1414785"/>
                    <a:gd name="connsiteY15" fmla="*/ 777054 h 1520293"/>
                    <a:gd name="connsiteX16" fmla="*/ 0 w 1414785"/>
                    <a:gd name="connsiteY16" fmla="*/ 731808 h 1520293"/>
                    <a:gd name="connsiteX17" fmla="*/ 0 w 1414785"/>
                    <a:gd name="connsiteY17" fmla="*/ 665345 h 1520293"/>
                    <a:gd name="connsiteX18" fmla="*/ 1278 w 1414785"/>
                    <a:gd name="connsiteY18" fmla="*/ 658187 h 1520293"/>
                    <a:gd name="connsiteX19" fmla="*/ 92793 w 1414785"/>
                    <a:gd name="connsiteY19" fmla="*/ 349132 h 1520293"/>
                    <a:gd name="connsiteX20" fmla="*/ 522249 w 1414785"/>
                    <a:gd name="connsiteY20" fmla="*/ 21671 h 1520293"/>
                    <a:gd name="connsiteX21" fmla="*/ 675051 w 1414785"/>
                    <a:gd name="connsiteY21" fmla="*/ 454 h 15202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414785" h="1520293">
                      <a:moveTo>
                        <a:pt x="675051" y="454"/>
                      </a:moveTo>
                      <a:cubicBezTo>
                        <a:pt x="726241" y="-1272"/>
                        <a:pt x="777622" y="1988"/>
                        <a:pt x="829004" y="9145"/>
                      </a:cubicBezTo>
                      <a:cubicBezTo>
                        <a:pt x="959886" y="27295"/>
                        <a:pt x="1076964" y="78932"/>
                        <a:pt x="1174869" y="167635"/>
                      </a:cubicBezTo>
                      <a:cubicBezTo>
                        <a:pt x="1355088" y="331494"/>
                        <a:pt x="1434077" y="536507"/>
                        <a:pt x="1410815" y="779099"/>
                      </a:cubicBezTo>
                      <a:cubicBezTo>
                        <a:pt x="1398545" y="905891"/>
                        <a:pt x="1350487" y="1019646"/>
                        <a:pt x="1270731" y="1118830"/>
                      </a:cubicBezTo>
                      <a:cubicBezTo>
                        <a:pt x="1237754" y="1159731"/>
                        <a:pt x="1201200" y="1197819"/>
                        <a:pt x="1164900" y="1235908"/>
                      </a:cubicBezTo>
                      <a:cubicBezTo>
                        <a:pt x="1104316" y="1299304"/>
                        <a:pt x="1055491" y="1369858"/>
                        <a:pt x="1026605" y="1453448"/>
                      </a:cubicBezTo>
                      <a:cubicBezTo>
                        <a:pt x="1019447" y="1473899"/>
                        <a:pt x="1008711" y="1493326"/>
                        <a:pt x="998997" y="1512754"/>
                      </a:cubicBezTo>
                      <a:lnTo>
                        <a:pt x="999145" y="1520293"/>
                      </a:lnTo>
                      <a:lnTo>
                        <a:pt x="416778" y="1520293"/>
                      </a:lnTo>
                      <a:lnTo>
                        <a:pt x="416931" y="1513265"/>
                      </a:lnTo>
                      <a:cubicBezTo>
                        <a:pt x="409006" y="1498438"/>
                        <a:pt x="401081" y="1483356"/>
                        <a:pt x="394435" y="1468019"/>
                      </a:cubicBezTo>
                      <a:cubicBezTo>
                        <a:pt x="383187" y="1442200"/>
                        <a:pt x="374240" y="1415359"/>
                        <a:pt x="362226" y="1389796"/>
                      </a:cubicBezTo>
                      <a:cubicBezTo>
                        <a:pt x="336408" y="1335092"/>
                        <a:pt x="298574" y="1288823"/>
                        <a:pt x="258441" y="1244344"/>
                      </a:cubicBezTo>
                      <a:cubicBezTo>
                        <a:pt x="222141" y="1203954"/>
                        <a:pt x="184053" y="1165354"/>
                        <a:pt x="149543" y="1123431"/>
                      </a:cubicBezTo>
                      <a:cubicBezTo>
                        <a:pt x="66208" y="1022969"/>
                        <a:pt x="18661" y="906914"/>
                        <a:pt x="4601" y="777054"/>
                      </a:cubicBezTo>
                      <a:cubicBezTo>
                        <a:pt x="3067" y="761972"/>
                        <a:pt x="1534" y="746890"/>
                        <a:pt x="0" y="731808"/>
                      </a:cubicBezTo>
                      <a:cubicBezTo>
                        <a:pt x="0" y="709568"/>
                        <a:pt x="0" y="687584"/>
                        <a:pt x="0" y="665345"/>
                      </a:cubicBezTo>
                      <a:cubicBezTo>
                        <a:pt x="511" y="663044"/>
                        <a:pt x="1023" y="660488"/>
                        <a:pt x="1278" y="658187"/>
                      </a:cubicBezTo>
                      <a:cubicBezTo>
                        <a:pt x="7924" y="548011"/>
                        <a:pt x="37577" y="444481"/>
                        <a:pt x="92793" y="349132"/>
                      </a:cubicBezTo>
                      <a:cubicBezTo>
                        <a:pt x="190444" y="180672"/>
                        <a:pt x="332573" y="69474"/>
                        <a:pt x="522249" y="21671"/>
                      </a:cubicBezTo>
                      <a:cubicBezTo>
                        <a:pt x="572864" y="8890"/>
                        <a:pt x="623862" y="2179"/>
                        <a:pt x="675051" y="45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4539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" name="자유형: 도형 9">
                  <a:extLst>
                    <a:ext uri="{FF2B5EF4-FFF2-40B4-BE49-F238E27FC236}">
                      <a16:creationId xmlns:a16="http://schemas.microsoft.com/office/drawing/2014/main" xmlns="" id="{9A8DE88F-3B55-4391-B8A5-EFC73F78ECC8}"/>
                    </a:ext>
                  </a:extLst>
                </p:cNvPr>
                <p:cNvSpPr/>
                <p:nvPr/>
              </p:nvSpPr>
              <p:spPr>
                <a:xfrm>
                  <a:off x="10376035" y="5756862"/>
                  <a:ext cx="621798" cy="607504"/>
                </a:xfrm>
                <a:custGeom>
                  <a:avLst/>
                  <a:gdLst>
                    <a:gd name="connsiteX0" fmla="*/ 20010 w 621798"/>
                    <a:gd name="connsiteY0" fmla="*/ 0 h 607504"/>
                    <a:gd name="connsiteX1" fmla="*/ 602377 w 621798"/>
                    <a:gd name="connsiteY1" fmla="*/ 0 h 607504"/>
                    <a:gd name="connsiteX2" fmla="*/ 602485 w 621798"/>
                    <a:gd name="connsiteY2" fmla="*/ 5498 h 607504"/>
                    <a:gd name="connsiteX3" fmla="*/ 604785 w 621798"/>
                    <a:gd name="connsiteY3" fmla="*/ 125388 h 607504"/>
                    <a:gd name="connsiteX4" fmla="*/ 604274 w 621798"/>
                    <a:gd name="connsiteY4" fmla="*/ 138680 h 607504"/>
                    <a:gd name="connsiteX5" fmla="*/ 604018 w 621798"/>
                    <a:gd name="connsiteY5" fmla="*/ 242722 h 607504"/>
                    <a:gd name="connsiteX6" fmla="*/ 602485 w 621798"/>
                    <a:gd name="connsiteY6" fmla="*/ 274164 h 607504"/>
                    <a:gd name="connsiteX7" fmla="*/ 585869 w 621798"/>
                    <a:gd name="connsiteY7" fmla="*/ 389452 h 607504"/>
                    <a:gd name="connsiteX8" fmla="*/ 583824 w 621798"/>
                    <a:gd name="connsiteY8" fmla="*/ 396865 h 607504"/>
                    <a:gd name="connsiteX9" fmla="*/ 469302 w 621798"/>
                    <a:gd name="connsiteY9" fmla="*/ 522891 h 607504"/>
                    <a:gd name="connsiteX10" fmla="*/ 452175 w 621798"/>
                    <a:gd name="connsiteY10" fmla="*/ 537973 h 607504"/>
                    <a:gd name="connsiteX11" fmla="*/ 388779 w 621798"/>
                    <a:gd name="connsiteY11" fmla="*/ 604947 h 607504"/>
                    <a:gd name="connsiteX12" fmla="*/ 379321 w 621798"/>
                    <a:gd name="connsiteY12" fmla="*/ 607504 h 607504"/>
                    <a:gd name="connsiteX13" fmla="*/ 244604 w 621798"/>
                    <a:gd name="connsiteY13" fmla="*/ 607504 h 607504"/>
                    <a:gd name="connsiteX14" fmla="*/ 241537 w 621798"/>
                    <a:gd name="connsiteY14" fmla="*/ 606226 h 607504"/>
                    <a:gd name="connsiteX15" fmla="*/ 169705 w 621798"/>
                    <a:gd name="connsiteY15" fmla="*/ 538740 h 607504"/>
                    <a:gd name="connsiteX16" fmla="*/ 151300 w 621798"/>
                    <a:gd name="connsiteY16" fmla="*/ 523146 h 607504"/>
                    <a:gd name="connsiteX17" fmla="*/ 38312 w 621798"/>
                    <a:gd name="connsiteY17" fmla="*/ 397121 h 607504"/>
                    <a:gd name="connsiteX18" fmla="*/ 36267 w 621798"/>
                    <a:gd name="connsiteY18" fmla="*/ 389708 h 607504"/>
                    <a:gd name="connsiteX19" fmla="*/ 19140 w 621798"/>
                    <a:gd name="connsiteY19" fmla="*/ 275953 h 607504"/>
                    <a:gd name="connsiteX20" fmla="*/ 17351 w 621798"/>
                    <a:gd name="connsiteY20" fmla="*/ 241443 h 607504"/>
                    <a:gd name="connsiteX21" fmla="*/ 17862 w 621798"/>
                    <a:gd name="connsiteY21" fmla="*/ 137914 h 607504"/>
                    <a:gd name="connsiteX22" fmla="*/ 18117 w 621798"/>
                    <a:gd name="connsiteY22" fmla="*/ 127689 h 607504"/>
                    <a:gd name="connsiteX23" fmla="*/ 19907 w 621798"/>
                    <a:gd name="connsiteY23" fmla="*/ 4731 h 607504"/>
                    <a:gd name="connsiteX24" fmla="*/ 20010 w 621798"/>
                    <a:gd name="connsiteY24" fmla="*/ 0 h 6075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621798" h="607504">
                      <a:moveTo>
                        <a:pt x="20010" y="0"/>
                      </a:moveTo>
                      <a:lnTo>
                        <a:pt x="602377" y="0"/>
                      </a:lnTo>
                      <a:lnTo>
                        <a:pt x="602485" y="5498"/>
                      </a:lnTo>
                      <a:cubicBezTo>
                        <a:pt x="626514" y="44865"/>
                        <a:pt x="629070" y="84998"/>
                        <a:pt x="604785" y="125388"/>
                      </a:cubicBezTo>
                      <a:cubicBezTo>
                        <a:pt x="601718" y="130500"/>
                        <a:pt x="601718" y="133568"/>
                        <a:pt x="604274" y="138680"/>
                      </a:cubicBezTo>
                      <a:cubicBezTo>
                        <a:pt x="621146" y="173446"/>
                        <a:pt x="623702" y="208978"/>
                        <a:pt x="604018" y="242722"/>
                      </a:cubicBezTo>
                      <a:cubicBezTo>
                        <a:pt x="597117" y="254481"/>
                        <a:pt x="597628" y="262149"/>
                        <a:pt x="602485" y="274164"/>
                      </a:cubicBezTo>
                      <a:cubicBezTo>
                        <a:pt x="619101" y="315320"/>
                        <a:pt x="617567" y="354687"/>
                        <a:pt x="585869" y="389452"/>
                      </a:cubicBezTo>
                      <a:cubicBezTo>
                        <a:pt x="584335" y="391242"/>
                        <a:pt x="583568" y="394565"/>
                        <a:pt x="583824" y="396865"/>
                      </a:cubicBezTo>
                      <a:cubicBezTo>
                        <a:pt x="589192" y="450803"/>
                        <a:pt x="547269" y="517778"/>
                        <a:pt x="469302" y="522891"/>
                      </a:cubicBezTo>
                      <a:cubicBezTo>
                        <a:pt x="454987" y="523913"/>
                        <a:pt x="454987" y="523913"/>
                        <a:pt x="452175" y="537973"/>
                      </a:cubicBezTo>
                      <a:cubicBezTo>
                        <a:pt x="444762" y="573250"/>
                        <a:pt x="424312" y="596000"/>
                        <a:pt x="388779" y="604947"/>
                      </a:cubicBezTo>
                      <a:cubicBezTo>
                        <a:pt x="385712" y="605970"/>
                        <a:pt x="382389" y="606737"/>
                        <a:pt x="379321" y="607504"/>
                      </a:cubicBezTo>
                      <a:cubicBezTo>
                        <a:pt x="334330" y="607504"/>
                        <a:pt x="289595" y="607504"/>
                        <a:pt x="244604" y="607504"/>
                      </a:cubicBezTo>
                      <a:cubicBezTo>
                        <a:pt x="243582" y="606992"/>
                        <a:pt x="242560" y="606481"/>
                        <a:pt x="241537" y="606226"/>
                      </a:cubicBezTo>
                      <a:cubicBezTo>
                        <a:pt x="202681" y="600857"/>
                        <a:pt x="177374" y="577084"/>
                        <a:pt x="169705" y="538740"/>
                      </a:cubicBezTo>
                      <a:cubicBezTo>
                        <a:pt x="166638" y="524169"/>
                        <a:pt x="166638" y="524169"/>
                        <a:pt x="151300" y="523146"/>
                      </a:cubicBezTo>
                      <a:cubicBezTo>
                        <a:pt x="83558" y="518800"/>
                        <a:pt x="35245" y="464607"/>
                        <a:pt x="38312" y="397121"/>
                      </a:cubicBezTo>
                      <a:cubicBezTo>
                        <a:pt x="38312" y="394565"/>
                        <a:pt x="37801" y="391498"/>
                        <a:pt x="36267" y="389708"/>
                      </a:cubicBezTo>
                      <a:cubicBezTo>
                        <a:pt x="5080" y="355710"/>
                        <a:pt x="2780" y="316598"/>
                        <a:pt x="19140" y="275953"/>
                      </a:cubicBezTo>
                      <a:cubicBezTo>
                        <a:pt x="24508" y="262660"/>
                        <a:pt x="24508" y="254225"/>
                        <a:pt x="17351" y="241443"/>
                      </a:cubicBezTo>
                      <a:cubicBezTo>
                        <a:pt x="-1566" y="207445"/>
                        <a:pt x="1501" y="172424"/>
                        <a:pt x="17862" y="137914"/>
                      </a:cubicBezTo>
                      <a:cubicBezTo>
                        <a:pt x="19140" y="135102"/>
                        <a:pt x="19651" y="130245"/>
                        <a:pt x="18117" y="127689"/>
                      </a:cubicBezTo>
                      <a:cubicBezTo>
                        <a:pt x="-7446" y="86277"/>
                        <a:pt x="-5145" y="45376"/>
                        <a:pt x="19907" y="4731"/>
                      </a:cubicBezTo>
                      <a:lnTo>
                        <a:pt x="200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4539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xmlns="" id="{A77F14CD-0AC3-49D6-887D-AF5F03AC7247}"/>
                </a:ext>
              </a:extLst>
            </p:cNvPr>
            <p:cNvSpPr/>
            <p:nvPr/>
          </p:nvSpPr>
          <p:spPr>
            <a:xfrm>
              <a:off x="7070823" y="2714719"/>
              <a:ext cx="2348390" cy="1408142"/>
            </a:xfrm>
            <a:custGeom>
              <a:avLst/>
              <a:gdLst>
                <a:gd name="connsiteX0" fmla="*/ 944309 w 1981049"/>
                <a:gd name="connsiteY0" fmla="*/ 0 h 1187877"/>
                <a:gd name="connsiteX1" fmla="*/ 784989 w 1981049"/>
                <a:gd name="connsiteY1" fmla="*/ 0 h 1187877"/>
                <a:gd name="connsiteX2" fmla="*/ 776348 w 1981049"/>
                <a:gd name="connsiteY2" fmla="*/ 8642 h 1187877"/>
                <a:gd name="connsiteX3" fmla="*/ 776348 w 1981049"/>
                <a:gd name="connsiteY3" fmla="*/ 46446 h 1187877"/>
                <a:gd name="connsiteX4" fmla="*/ 758256 w 1981049"/>
                <a:gd name="connsiteY4" fmla="*/ 58867 h 1187877"/>
                <a:gd name="connsiteX5" fmla="*/ 631070 w 1981049"/>
                <a:gd name="connsiteY5" fmla="*/ 33214 h 1187877"/>
                <a:gd name="connsiteX6" fmla="*/ 558162 w 1981049"/>
                <a:gd name="connsiteY6" fmla="*/ 27813 h 1187877"/>
                <a:gd name="connsiteX7" fmla="*/ 497674 w 1981049"/>
                <a:gd name="connsiteY7" fmla="*/ 24033 h 1187877"/>
                <a:gd name="connsiteX8" fmla="*/ 467160 w 1981049"/>
                <a:gd name="connsiteY8" fmla="*/ 46986 h 1187877"/>
                <a:gd name="connsiteX9" fmla="*/ 467700 w 1981049"/>
                <a:gd name="connsiteY9" fmla="*/ 114494 h 1187877"/>
                <a:gd name="connsiteX10" fmla="*/ 494974 w 1981049"/>
                <a:gd name="connsiteY10" fmla="*/ 135827 h 1187877"/>
                <a:gd name="connsiteX11" fmla="*/ 509555 w 1981049"/>
                <a:gd name="connsiteY11" fmla="*/ 135557 h 1187877"/>
                <a:gd name="connsiteX12" fmla="*/ 653483 w 1981049"/>
                <a:gd name="connsiteY12" fmla="*/ 125836 h 1187877"/>
                <a:gd name="connsiteX13" fmla="*/ 727202 w 1981049"/>
                <a:gd name="connsiteY13" fmla="*/ 112604 h 1187877"/>
                <a:gd name="connsiteX14" fmla="*/ 764737 w 1981049"/>
                <a:gd name="connsiteY14" fmla="*/ 99372 h 1187877"/>
                <a:gd name="connsiteX15" fmla="*/ 776888 w 1981049"/>
                <a:gd name="connsiteY15" fmla="*/ 107473 h 1187877"/>
                <a:gd name="connsiteX16" fmla="*/ 776888 w 1981049"/>
                <a:gd name="connsiteY16" fmla="*/ 139067 h 1187877"/>
                <a:gd name="connsiteX17" fmla="*/ 798221 w 1981049"/>
                <a:gd name="connsiteY17" fmla="*/ 161210 h 1187877"/>
                <a:gd name="connsiteX18" fmla="*/ 809022 w 1981049"/>
                <a:gd name="connsiteY18" fmla="*/ 171202 h 1187877"/>
                <a:gd name="connsiteX19" fmla="*/ 809022 w 1981049"/>
                <a:gd name="connsiteY19" fmla="*/ 223588 h 1187877"/>
                <a:gd name="connsiteX20" fmla="*/ 799301 w 1981049"/>
                <a:gd name="connsiteY20" fmla="*/ 233579 h 1187877"/>
                <a:gd name="connsiteX21" fmla="*/ 789850 w 1981049"/>
                <a:gd name="connsiteY21" fmla="*/ 233579 h 1187877"/>
                <a:gd name="connsiteX22" fmla="*/ 673735 w 1981049"/>
                <a:gd name="connsiteY22" fmla="*/ 351314 h 1187877"/>
                <a:gd name="connsiteX23" fmla="*/ 673735 w 1981049"/>
                <a:gd name="connsiteY23" fmla="*/ 434214 h 1187877"/>
                <a:gd name="connsiteX24" fmla="*/ 662934 w 1981049"/>
                <a:gd name="connsiteY24" fmla="*/ 445285 h 1187877"/>
                <a:gd name="connsiteX25" fmla="*/ 596776 w 1981049"/>
                <a:gd name="connsiteY25" fmla="*/ 445016 h 1187877"/>
                <a:gd name="connsiteX26" fmla="*/ 585975 w 1981049"/>
                <a:gd name="connsiteY26" fmla="*/ 456086 h 1187877"/>
                <a:gd name="connsiteX27" fmla="*/ 585975 w 1981049"/>
                <a:gd name="connsiteY27" fmla="*/ 515764 h 1187877"/>
                <a:gd name="connsiteX28" fmla="*/ 598396 w 1981049"/>
                <a:gd name="connsiteY28" fmla="*/ 527376 h 1187877"/>
                <a:gd name="connsiteX29" fmla="*/ 660234 w 1981049"/>
                <a:gd name="connsiteY29" fmla="*/ 527105 h 1187877"/>
                <a:gd name="connsiteX30" fmla="*/ 673735 w 1981049"/>
                <a:gd name="connsiteY30" fmla="*/ 541147 h 1187877"/>
                <a:gd name="connsiteX31" fmla="*/ 673465 w 1981049"/>
                <a:gd name="connsiteY31" fmla="*/ 568420 h 1187877"/>
                <a:gd name="connsiteX32" fmla="*/ 628370 w 1981049"/>
                <a:gd name="connsiteY32" fmla="*/ 613246 h 1187877"/>
                <a:gd name="connsiteX33" fmla="*/ 416394 w 1981049"/>
                <a:gd name="connsiteY33" fmla="*/ 612976 h 1187877"/>
                <a:gd name="connsiteX34" fmla="*/ 227640 w 1981049"/>
                <a:gd name="connsiteY34" fmla="*/ 657531 h 1187877"/>
                <a:gd name="connsiteX35" fmla="*/ 47259 w 1981049"/>
                <a:gd name="connsiteY35" fmla="*/ 809560 h 1187877"/>
                <a:gd name="connsiteX36" fmla="*/ 813 w 1981049"/>
                <a:gd name="connsiteY36" fmla="*/ 944577 h 1187877"/>
                <a:gd name="connsiteX37" fmla="*/ 273 w 1981049"/>
                <a:gd name="connsiteY37" fmla="*/ 1177346 h 1187877"/>
                <a:gd name="connsiteX38" fmla="*/ 10264 w 1981049"/>
                <a:gd name="connsiteY38" fmla="*/ 1187877 h 1187877"/>
                <a:gd name="connsiteX39" fmla="*/ 297579 w 1981049"/>
                <a:gd name="connsiteY39" fmla="*/ 1187877 h 1187877"/>
                <a:gd name="connsiteX40" fmla="*/ 307300 w 1981049"/>
                <a:gd name="connsiteY40" fmla="*/ 1177886 h 1187877"/>
                <a:gd name="connsiteX41" fmla="*/ 308651 w 1981049"/>
                <a:gd name="connsiteY41" fmla="*/ 1134951 h 1187877"/>
                <a:gd name="connsiteX42" fmla="*/ 341864 w 1981049"/>
                <a:gd name="connsiteY42" fmla="*/ 1033688 h 1187877"/>
                <a:gd name="connsiteX43" fmla="*/ 435296 w 1981049"/>
                <a:gd name="connsiteY43" fmla="*/ 969960 h 1187877"/>
                <a:gd name="connsiteX44" fmla="*/ 495784 w 1981049"/>
                <a:gd name="connsiteY44" fmla="*/ 969420 h 1187877"/>
                <a:gd name="connsiteX45" fmla="*/ 607307 w 1981049"/>
                <a:gd name="connsiteY45" fmla="*/ 986162 h 1187877"/>
                <a:gd name="connsiteX46" fmla="*/ 703439 w 1981049"/>
                <a:gd name="connsiteY46" fmla="*/ 1019376 h 1187877"/>
                <a:gd name="connsiteX47" fmla="*/ 897053 w 1981049"/>
                <a:gd name="connsiteY47" fmla="*/ 1039089 h 1187877"/>
                <a:gd name="connsiteX48" fmla="*/ 1033689 w 1981049"/>
                <a:gd name="connsiteY48" fmla="*/ 1010195 h 1187877"/>
                <a:gd name="connsiteX49" fmla="*/ 1258357 w 1981049"/>
                <a:gd name="connsiteY49" fmla="*/ 967530 h 1187877"/>
                <a:gd name="connsiteX50" fmla="*/ 1267539 w 1981049"/>
                <a:gd name="connsiteY50" fmla="*/ 956188 h 1187877"/>
                <a:gd name="connsiteX51" fmla="*/ 1267539 w 1981049"/>
                <a:gd name="connsiteY51" fmla="*/ 917203 h 1187877"/>
                <a:gd name="connsiteX52" fmla="*/ 1981049 w 1981049"/>
                <a:gd name="connsiteY52" fmla="*/ 917203 h 1187877"/>
                <a:gd name="connsiteX53" fmla="*/ 1981049 w 1981049"/>
                <a:gd name="connsiteY53" fmla="*/ 640311 h 1187877"/>
                <a:gd name="connsiteX54" fmla="*/ 1267287 w 1981049"/>
                <a:gd name="connsiteY54" fmla="*/ 640311 h 1187877"/>
                <a:gd name="connsiteX55" fmla="*/ 1267269 w 1981049"/>
                <a:gd name="connsiteY55" fmla="*/ 629178 h 1187877"/>
                <a:gd name="connsiteX56" fmla="*/ 1251066 w 1981049"/>
                <a:gd name="connsiteY56" fmla="*/ 612706 h 1187877"/>
                <a:gd name="connsiteX57" fmla="*/ 1097958 w 1981049"/>
                <a:gd name="connsiteY57" fmla="*/ 612706 h 1187877"/>
                <a:gd name="connsiteX58" fmla="*/ 1055833 w 1981049"/>
                <a:gd name="connsiteY58" fmla="*/ 570581 h 1187877"/>
                <a:gd name="connsiteX59" fmla="*/ 1055833 w 1981049"/>
                <a:gd name="connsiteY59" fmla="*/ 541147 h 1187877"/>
                <a:gd name="connsiteX60" fmla="*/ 1069604 w 1981049"/>
                <a:gd name="connsiteY60" fmla="*/ 526835 h 1187877"/>
                <a:gd name="connsiteX61" fmla="*/ 1131442 w 1981049"/>
                <a:gd name="connsiteY61" fmla="*/ 526835 h 1187877"/>
                <a:gd name="connsiteX62" fmla="*/ 1141703 w 1981049"/>
                <a:gd name="connsiteY62" fmla="*/ 516304 h 1187877"/>
                <a:gd name="connsiteX63" fmla="*/ 1141703 w 1981049"/>
                <a:gd name="connsiteY63" fmla="*/ 454466 h 1187877"/>
                <a:gd name="connsiteX64" fmla="*/ 1131172 w 1981049"/>
                <a:gd name="connsiteY64" fmla="*/ 444475 h 1187877"/>
                <a:gd name="connsiteX65" fmla="*/ 1069334 w 1981049"/>
                <a:gd name="connsiteY65" fmla="*/ 444745 h 1187877"/>
                <a:gd name="connsiteX66" fmla="*/ 1055563 w 1981049"/>
                <a:gd name="connsiteY66" fmla="*/ 431514 h 1187877"/>
                <a:gd name="connsiteX67" fmla="*/ 1055563 w 1981049"/>
                <a:gd name="connsiteY67" fmla="*/ 351854 h 1187877"/>
                <a:gd name="connsiteX68" fmla="*/ 1008037 w 1981049"/>
                <a:gd name="connsiteY68" fmla="*/ 258152 h 1187877"/>
                <a:gd name="connsiteX69" fmla="*/ 932967 w 1981049"/>
                <a:gd name="connsiteY69" fmla="*/ 233309 h 1187877"/>
                <a:gd name="connsiteX70" fmla="*/ 919195 w 1981049"/>
                <a:gd name="connsiteY70" fmla="*/ 219267 h 1187877"/>
                <a:gd name="connsiteX71" fmla="*/ 919195 w 1981049"/>
                <a:gd name="connsiteY71" fmla="*/ 187673 h 1187877"/>
                <a:gd name="connsiteX72" fmla="*/ 921086 w 1981049"/>
                <a:gd name="connsiteY72" fmla="*/ 163370 h 1187877"/>
                <a:gd name="connsiteX73" fmla="*/ 944309 w 1981049"/>
                <a:gd name="connsiteY73" fmla="*/ 160940 h 1187877"/>
                <a:gd name="connsiteX74" fmla="*/ 952950 w 1981049"/>
                <a:gd name="connsiteY74" fmla="*/ 152299 h 1187877"/>
                <a:gd name="connsiteX75" fmla="*/ 952950 w 1981049"/>
                <a:gd name="connsiteY75" fmla="*/ 107203 h 1187877"/>
                <a:gd name="connsiteX76" fmla="*/ 964021 w 1981049"/>
                <a:gd name="connsiteY76" fmla="*/ 98833 h 1187877"/>
                <a:gd name="connsiteX77" fmla="*/ 1002366 w 1981049"/>
                <a:gd name="connsiteY77" fmla="*/ 112604 h 1187877"/>
                <a:gd name="connsiteX78" fmla="*/ 1059343 w 1981049"/>
                <a:gd name="connsiteY78" fmla="*/ 124485 h 1187877"/>
                <a:gd name="connsiteX79" fmla="*/ 1127121 w 1981049"/>
                <a:gd name="connsiteY79" fmla="*/ 128536 h 1187877"/>
                <a:gd name="connsiteX80" fmla="*/ 1231354 w 1981049"/>
                <a:gd name="connsiteY80" fmla="*/ 135557 h 1187877"/>
                <a:gd name="connsiteX81" fmla="*/ 1262408 w 1981049"/>
                <a:gd name="connsiteY81" fmla="*/ 110984 h 1187877"/>
                <a:gd name="connsiteX82" fmla="*/ 1262138 w 1981049"/>
                <a:gd name="connsiteY82" fmla="*/ 47526 h 1187877"/>
                <a:gd name="connsiteX83" fmla="*/ 1231894 w 1981049"/>
                <a:gd name="connsiteY83" fmla="*/ 24303 h 1187877"/>
                <a:gd name="connsiteX84" fmla="*/ 1170327 w 1981049"/>
                <a:gd name="connsiteY84" fmla="*/ 28084 h 1187877"/>
                <a:gd name="connsiteX85" fmla="*/ 1053402 w 1981049"/>
                <a:gd name="connsiteY85" fmla="*/ 36185 h 1187877"/>
                <a:gd name="connsiteX86" fmla="*/ 1019648 w 1981049"/>
                <a:gd name="connsiteY86" fmla="*/ 41855 h 1187877"/>
                <a:gd name="connsiteX87" fmla="*/ 961321 w 1981049"/>
                <a:gd name="connsiteY87" fmla="*/ 62378 h 1187877"/>
                <a:gd name="connsiteX88" fmla="*/ 952680 w 1981049"/>
                <a:gd name="connsiteY88" fmla="*/ 56167 h 1187877"/>
                <a:gd name="connsiteX89" fmla="*/ 952680 w 1981049"/>
                <a:gd name="connsiteY89" fmla="*/ 8911 h 1187877"/>
                <a:gd name="connsiteX90" fmla="*/ 944309 w 1981049"/>
                <a:gd name="connsiteY90" fmla="*/ 0 h 1187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1981049" h="1187877">
                  <a:moveTo>
                    <a:pt x="944309" y="0"/>
                  </a:moveTo>
                  <a:cubicBezTo>
                    <a:pt x="891382" y="270"/>
                    <a:pt x="838186" y="270"/>
                    <a:pt x="784989" y="0"/>
                  </a:cubicBezTo>
                  <a:cubicBezTo>
                    <a:pt x="778508" y="0"/>
                    <a:pt x="776348" y="2430"/>
                    <a:pt x="776348" y="8642"/>
                  </a:cubicBezTo>
                  <a:cubicBezTo>
                    <a:pt x="776618" y="21333"/>
                    <a:pt x="776348" y="33754"/>
                    <a:pt x="776348" y="46446"/>
                  </a:cubicBezTo>
                  <a:cubicBezTo>
                    <a:pt x="776348" y="65348"/>
                    <a:pt x="776078" y="66428"/>
                    <a:pt x="758256" y="58867"/>
                  </a:cubicBezTo>
                  <a:cubicBezTo>
                    <a:pt x="717481" y="41315"/>
                    <a:pt x="675086" y="34024"/>
                    <a:pt x="631070" y="33214"/>
                  </a:cubicBezTo>
                  <a:cubicBezTo>
                    <a:pt x="606768" y="32674"/>
                    <a:pt x="582465" y="29434"/>
                    <a:pt x="558162" y="27813"/>
                  </a:cubicBezTo>
                  <a:cubicBezTo>
                    <a:pt x="538179" y="26463"/>
                    <a:pt x="517926" y="25113"/>
                    <a:pt x="497674" y="24033"/>
                  </a:cubicBezTo>
                  <a:cubicBezTo>
                    <a:pt x="482012" y="23223"/>
                    <a:pt x="470670" y="31324"/>
                    <a:pt x="467160" y="46986"/>
                  </a:cubicBezTo>
                  <a:cubicBezTo>
                    <a:pt x="462299" y="69399"/>
                    <a:pt x="462299" y="92082"/>
                    <a:pt x="467700" y="114494"/>
                  </a:cubicBezTo>
                  <a:cubicBezTo>
                    <a:pt x="470941" y="128806"/>
                    <a:pt x="480391" y="135557"/>
                    <a:pt x="494974" y="135827"/>
                  </a:cubicBezTo>
                  <a:cubicBezTo>
                    <a:pt x="499834" y="135827"/>
                    <a:pt x="504694" y="135827"/>
                    <a:pt x="509555" y="135557"/>
                  </a:cubicBezTo>
                  <a:cubicBezTo>
                    <a:pt x="557351" y="132317"/>
                    <a:pt x="605417" y="129346"/>
                    <a:pt x="653483" y="125836"/>
                  </a:cubicBezTo>
                  <a:cubicBezTo>
                    <a:pt x="678596" y="124215"/>
                    <a:pt x="703709" y="123675"/>
                    <a:pt x="727202" y="112604"/>
                  </a:cubicBezTo>
                  <a:cubicBezTo>
                    <a:pt x="739083" y="106933"/>
                    <a:pt x="752045" y="103693"/>
                    <a:pt x="764737" y="99372"/>
                  </a:cubicBezTo>
                  <a:cubicBezTo>
                    <a:pt x="776078" y="95322"/>
                    <a:pt x="776888" y="95862"/>
                    <a:pt x="776888" y="107473"/>
                  </a:cubicBezTo>
                  <a:cubicBezTo>
                    <a:pt x="776888" y="118005"/>
                    <a:pt x="776888" y="128536"/>
                    <a:pt x="776888" y="139067"/>
                  </a:cubicBezTo>
                  <a:cubicBezTo>
                    <a:pt x="776888" y="160670"/>
                    <a:pt x="776888" y="160940"/>
                    <a:pt x="798221" y="161210"/>
                  </a:cubicBezTo>
                  <a:cubicBezTo>
                    <a:pt x="805511" y="161210"/>
                    <a:pt x="809292" y="163100"/>
                    <a:pt x="809022" y="171202"/>
                  </a:cubicBezTo>
                  <a:cubicBezTo>
                    <a:pt x="808752" y="188754"/>
                    <a:pt x="808752" y="206036"/>
                    <a:pt x="809022" y="223588"/>
                  </a:cubicBezTo>
                  <a:cubicBezTo>
                    <a:pt x="809022" y="230609"/>
                    <a:pt x="806592" y="234119"/>
                    <a:pt x="799301" y="233579"/>
                  </a:cubicBezTo>
                  <a:cubicBezTo>
                    <a:pt x="796061" y="233309"/>
                    <a:pt x="793090" y="233579"/>
                    <a:pt x="789850" y="233579"/>
                  </a:cubicBezTo>
                  <a:cubicBezTo>
                    <a:pt x="727202" y="234659"/>
                    <a:pt x="674005" y="288936"/>
                    <a:pt x="673735" y="351314"/>
                  </a:cubicBezTo>
                  <a:cubicBezTo>
                    <a:pt x="673465" y="378857"/>
                    <a:pt x="673465" y="406671"/>
                    <a:pt x="673735" y="434214"/>
                  </a:cubicBezTo>
                  <a:cubicBezTo>
                    <a:pt x="673735" y="442315"/>
                    <a:pt x="671305" y="445555"/>
                    <a:pt x="662934" y="445285"/>
                  </a:cubicBezTo>
                  <a:cubicBezTo>
                    <a:pt x="640792" y="444745"/>
                    <a:pt x="618919" y="445555"/>
                    <a:pt x="596776" y="445016"/>
                  </a:cubicBezTo>
                  <a:cubicBezTo>
                    <a:pt x="588135" y="445016"/>
                    <a:pt x="585705" y="447986"/>
                    <a:pt x="585975" y="456086"/>
                  </a:cubicBezTo>
                  <a:cubicBezTo>
                    <a:pt x="586515" y="475799"/>
                    <a:pt x="586515" y="495781"/>
                    <a:pt x="585975" y="515764"/>
                  </a:cubicBezTo>
                  <a:cubicBezTo>
                    <a:pt x="585705" y="525215"/>
                    <a:pt x="589485" y="527646"/>
                    <a:pt x="598396" y="527376"/>
                  </a:cubicBezTo>
                  <a:cubicBezTo>
                    <a:pt x="618919" y="527105"/>
                    <a:pt x="639711" y="527916"/>
                    <a:pt x="660234" y="527105"/>
                  </a:cubicBezTo>
                  <a:cubicBezTo>
                    <a:pt x="671305" y="526835"/>
                    <a:pt x="674545" y="530886"/>
                    <a:pt x="673735" y="541147"/>
                  </a:cubicBezTo>
                  <a:cubicBezTo>
                    <a:pt x="672925" y="550328"/>
                    <a:pt x="673465" y="559240"/>
                    <a:pt x="673465" y="568420"/>
                  </a:cubicBezTo>
                  <a:cubicBezTo>
                    <a:pt x="673465" y="601095"/>
                    <a:pt x="661314" y="613246"/>
                    <a:pt x="628370" y="613246"/>
                  </a:cubicBezTo>
                  <a:cubicBezTo>
                    <a:pt x="557621" y="613246"/>
                    <a:pt x="486872" y="614056"/>
                    <a:pt x="416394" y="612976"/>
                  </a:cubicBezTo>
                  <a:cubicBezTo>
                    <a:pt x="349696" y="611896"/>
                    <a:pt x="287318" y="628908"/>
                    <a:pt x="227640" y="657531"/>
                  </a:cubicBezTo>
                  <a:cubicBezTo>
                    <a:pt x="154461" y="692636"/>
                    <a:pt x="92354" y="741242"/>
                    <a:pt x="47259" y="809560"/>
                  </a:cubicBezTo>
                  <a:cubicBezTo>
                    <a:pt x="20255" y="850606"/>
                    <a:pt x="1893" y="895161"/>
                    <a:pt x="813" y="944577"/>
                  </a:cubicBezTo>
                  <a:cubicBezTo>
                    <a:pt x="-808" y="1022077"/>
                    <a:pt x="543" y="1099847"/>
                    <a:pt x="273" y="1177346"/>
                  </a:cubicBezTo>
                  <a:cubicBezTo>
                    <a:pt x="273" y="1184907"/>
                    <a:pt x="2163" y="1187877"/>
                    <a:pt x="10264" y="1187877"/>
                  </a:cubicBezTo>
                  <a:cubicBezTo>
                    <a:pt x="105856" y="1187607"/>
                    <a:pt x="201718" y="1187607"/>
                    <a:pt x="297579" y="1187877"/>
                  </a:cubicBezTo>
                  <a:cubicBezTo>
                    <a:pt x="304870" y="1187877"/>
                    <a:pt x="307300" y="1184907"/>
                    <a:pt x="307300" y="1177886"/>
                  </a:cubicBezTo>
                  <a:cubicBezTo>
                    <a:pt x="307300" y="1163574"/>
                    <a:pt x="307840" y="1149262"/>
                    <a:pt x="308651" y="1134951"/>
                  </a:cubicBezTo>
                  <a:cubicBezTo>
                    <a:pt x="310811" y="1097956"/>
                    <a:pt x="321072" y="1064202"/>
                    <a:pt x="341864" y="1033688"/>
                  </a:cubicBezTo>
                  <a:cubicBezTo>
                    <a:pt x="364818" y="1000474"/>
                    <a:pt x="394521" y="977251"/>
                    <a:pt x="435296" y="969960"/>
                  </a:cubicBezTo>
                  <a:cubicBezTo>
                    <a:pt x="455548" y="966179"/>
                    <a:pt x="475531" y="969150"/>
                    <a:pt x="495784" y="969420"/>
                  </a:cubicBezTo>
                  <a:cubicBezTo>
                    <a:pt x="533588" y="970230"/>
                    <a:pt x="570853" y="975631"/>
                    <a:pt x="607307" y="986162"/>
                  </a:cubicBezTo>
                  <a:cubicBezTo>
                    <a:pt x="639981" y="995614"/>
                    <a:pt x="671035" y="1009385"/>
                    <a:pt x="703439" y="1019376"/>
                  </a:cubicBezTo>
                  <a:cubicBezTo>
                    <a:pt x="766627" y="1038818"/>
                    <a:pt x="831165" y="1043139"/>
                    <a:pt x="897053" y="1039089"/>
                  </a:cubicBezTo>
                  <a:cubicBezTo>
                    <a:pt x="944309" y="1036118"/>
                    <a:pt x="990215" y="1028287"/>
                    <a:pt x="1033689" y="1010195"/>
                  </a:cubicBezTo>
                  <a:cubicBezTo>
                    <a:pt x="1105788" y="980491"/>
                    <a:pt x="1180588" y="966990"/>
                    <a:pt x="1258357" y="967530"/>
                  </a:cubicBezTo>
                  <a:cubicBezTo>
                    <a:pt x="1266999" y="967530"/>
                    <a:pt x="1267539" y="962939"/>
                    <a:pt x="1267539" y="956188"/>
                  </a:cubicBezTo>
                  <a:lnTo>
                    <a:pt x="1267539" y="917203"/>
                  </a:lnTo>
                  <a:lnTo>
                    <a:pt x="1981049" y="917203"/>
                  </a:lnTo>
                  <a:lnTo>
                    <a:pt x="1981049" y="640311"/>
                  </a:lnTo>
                  <a:lnTo>
                    <a:pt x="1267287" y="640311"/>
                  </a:lnTo>
                  <a:lnTo>
                    <a:pt x="1267269" y="629178"/>
                  </a:lnTo>
                  <a:cubicBezTo>
                    <a:pt x="1267269" y="612706"/>
                    <a:pt x="1267269" y="612706"/>
                    <a:pt x="1251066" y="612706"/>
                  </a:cubicBezTo>
                  <a:cubicBezTo>
                    <a:pt x="1200030" y="612706"/>
                    <a:pt x="1148994" y="612706"/>
                    <a:pt x="1097958" y="612706"/>
                  </a:cubicBezTo>
                  <a:cubicBezTo>
                    <a:pt x="1068254" y="612706"/>
                    <a:pt x="1055833" y="600014"/>
                    <a:pt x="1055833" y="570581"/>
                  </a:cubicBezTo>
                  <a:cubicBezTo>
                    <a:pt x="1055833" y="560859"/>
                    <a:pt x="1055833" y="550868"/>
                    <a:pt x="1055833" y="541147"/>
                  </a:cubicBezTo>
                  <a:cubicBezTo>
                    <a:pt x="1055833" y="526835"/>
                    <a:pt x="1055833" y="526835"/>
                    <a:pt x="1069604" y="526835"/>
                  </a:cubicBezTo>
                  <a:cubicBezTo>
                    <a:pt x="1090127" y="526565"/>
                    <a:pt x="1110919" y="526565"/>
                    <a:pt x="1131442" y="526835"/>
                  </a:cubicBezTo>
                  <a:cubicBezTo>
                    <a:pt x="1139273" y="526835"/>
                    <a:pt x="1141973" y="523865"/>
                    <a:pt x="1141703" y="516304"/>
                  </a:cubicBezTo>
                  <a:cubicBezTo>
                    <a:pt x="1141433" y="495781"/>
                    <a:pt x="1141163" y="474989"/>
                    <a:pt x="1141703" y="454466"/>
                  </a:cubicBezTo>
                  <a:cubicBezTo>
                    <a:pt x="1141703" y="446365"/>
                    <a:pt x="1138733" y="444205"/>
                    <a:pt x="1131172" y="444475"/>
                  </a:cubicBezTo>
                  <a:cubicBezTo>
                    <a:pt x="1110649" y="444745"/>
                    <a:pt x="1089857" y="443935"/>
                    <a:pt x="1069334" y="444745"/>
                  </a:cubicBezTo>
                  <a:cubicBezTo>
                    <a:pt x="1059073" y="445285"/>
                    <a:pt x="1055292" y="442585"/>
                    <a:pt x="1055563" y="431514"/>
                  </a:cubicBezTo>
                  <a:cubicBezTo>
                    <a:pt x="1056103" y="405050"/>
                    <a:pt x="1056103" y="378317"/>
                    <a:pt x="1055563" y="351854"/>
                  </a:cubicBezTo>
                  <a:cubicBezTo>
                    <a:pt x="1054752" y="313239"/>
                    <a:pt x="1038821" y="281645"/>
                    <a:pt x="1008037" y="258152"/>
                  </a:cubicBezTo>
                  <a:cubicBezTo>
                    <a:pt x="986164" y="241140"/>
                    <a:pt x="960780" y="233309"/>
                    <a:pt x="932967" y="233309"/>
                  </a:cubicBezTo>
                  <a:cubicBezTo>
                    <a:pt x="919195" y="233309"/>
                    <a:pt x="919195" y="233309"/>
                    <a:pt x="919195" y="219267"/>
                  </a:cubicBezTo>
                  <a:cubicBezTo>
                    <a:pt x="919195" y="208736"/>
                    <a:pt x="918925" y="198205"/>
                    <a:pt x="919195" y="187673"/>
                  </a:cubicBezTo>
                  <a:cubicBezTo>
                    <a:pt x="919465" y="179572"/>
                    <a:pt x="915685" y="169581"/>
                    <a:pt x="921086" y="163370"/>
                  </a:cubicBezTo>
                  <a:cubicBezTo>
                    <a:pt x="926486" y="157160"/>
                    <a:pt x="936477" y="161210"/>
                    <a:pt x="944309" y="160940"/>
                  </a:cubicBezTo>
                  <a:cubicBezTo>
                    <a:pt x="950519" y="160670"/>
                    <a:pt x="952950" y="158779"/>
                    <a:pt x="952950" y="152299"/>
                  </a:cubicBezTo>
                  <a:cubicBezTo>
                    <a:pt x="952680" y="137177"/>
                    <a:pt x="952950" y="122325"/>
                    <a:pt x="952950" y="107203"/>
                  </a:cubicBezTo>
                  <a:cubicBezTo>
                    <a:pt x="952950" y="95862"/>
                    <a:pt x="953760" y="95322"/>
                    <a:pt x="964021" y="98833"/>
                  </a:cubicBezTo>
                  <a:cubicBezTo>
                    <a:pt x="976713" y="103423"/>
                    <a:pt x="989674" y="108014"/>
                    <a:pt x="1002366" y="112604"/>
                  </a:cubicBezTo>
                  <a:cubicBezTo>
                    <a:pt x="1020728" y="119355"/>
                    <a:pt x="1039360" y="123945"/>
                    <a:pt x="1059343" y="124485"/>
                  </a:cubicBezTo>
                  <a:cubicBezTo>
                    <a:pt x="1081755" y="125026"/>
                    <a:pt x="1104439" y="127186"/>
                    <a:pt x="1127121" y="128536"/>
                  </a:cubicBezTo>
                  <a:cubicBezTo>
                    <a:pt x="1161685" y="130696"/>
                    <a:pt x="1196520" y="133667"/>
                    <a:pt x="1231354" y="135557"/>
                  </a:cubicBezTo>
                  <a:cubicBezTo>
                    <a:pt x="1249176" y="136637"/>
                    <a:pt x="1258897" y="128536"/>
                    <a:pt x="1262408" y="110984"/>
                  </a:cubicBezTo>
                  <a:cubicBezTo>
                    <a:pt x="1266458" y="89921"/>
                    <a:pt x="1266458" y="68588"/>
                    <a:pt x="1262138" y="47526"/>
                  </a:cubicBezTo>
                  <a:cubicBezTo>
                    <a:pt x="1259167" y="32134"/>
                    <a:pt x="1247826" y="23763"/>
                    <a:pt x="1231894" y="24303"/>
                  </a:cubicBezTo>
                  <a:cubicBezTo>
                    <a:pt x="1211372" y="25383"/>
                    <a:pt x="1190849" y="26733"/>
                    <a:pt x="1170327" y="28084"/>
                  </a:cubicBezTo>
                  <a:cubicBezTo>
                    <a:pt x="1131172" y="30784"/>
                    <a:pt x="1092287" y="33754"/>
                    <a:pt x="1053402" y="36185"/>
                  </a:cubicBezTo>
                  <a:cubicBezTo>
                    <a:pt x="1042061" y="36725"/>
                    <a:pt x="1030719" y="38075"/>
                    <a:pt x="1019648" y="41855"/>
                  </a:cubicBezTo>
                  <a:cubicBezTo>
                    <a:pt x="1000206" y="48876"/>
                    <a:pt x="980763" y="55357"/>
                    <a:pt x="961321" y="62378"/>
                  </a:cubicBezTo>
                  <a:cubicBezTo>
                    <a:pt x="954570" y="64808"/>
                    <a:pt x="952680" y="62918"/>
                    <a:pt x="952680" y="56167"/>
                  </a:cubicBezTo>
                  <a:cubicBezTo>
                    <a:pt x="952680" y="40505"/>
                    <a:pt x="952410" y="24573"/>
                    <a:pt x="952680" y="8911"/>
                  </a:cubicBezTo>
                  <a:cubicBezTo>
                    <a:pt x="952680" y="2700"/>
                    <a:pt x="950789" y="0"/>
                    <a:pt x="944309" y="0"/>
                  </a:cubicBezTo>
                  <a:close/>
                </a:path>
              </a:pathLst>
            </a:custGeom>
            <a:solidFill>
              <a:schemeClr val="accent4"/>
            </a:solidFill>
            <a:ln w="3810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xmlns="" id="{2360EE5C-7981-41AF-8BBF-EE31D655A213}"/>
                </a:ext>
              </a:extLst>
            </p:cNvPr>
            <p:cNvSpPr/>
            <p:nvPr/>
          </p:nvSpPr>
          <p:spPr>
            <a:xfrm flipH="1">
              <a:off x="8547872" y="3319484"/>
              <a:ext cx="198301" cy="68576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xmlns="" id="{0A944C44-7C1A-48C4-AB04-41E10E163655}"/>
                </a:ext>
              </a:extLst>
            </p:cNvPr>
            <p:cNvGrpSpPr/>
            <p:nvPr/>
          </p:nvGrpSpPr>
          <p:grpSpPr>
            <a:xfrm>
              <a:off x="9238103" y="3424490"/>
              <a:ext cx="1999368" cy="2777053"/>
              <a:chOff x="9238103" y="3424490"/>
              <a:chExt cx="1999368" cy="2777053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xmlns="" id="{EFE7C8C6-9C45-441B-B5F5-C33BD0CB771C}"/>
                  </a:ext>
                </a:extLst>
              </p:cNvPr>
              <p:cNvGrpSpPr/>
              <p:nvPr/>
            </p:nvGrpSpPr>
            <p:grpSpPr>
              <a:xfrm flipH="1">
                <a:off x="9238103" y="5736960"/>
                <a:ext cx="1738952" cy="464583"/>
                <a:chOff x="972634" y="5913280"/>
                <a:chExt cx="1466941" cy="391912"/>
              </a:xfrm>
            </p:grpSpPr>
            <p:sp>
              <p:nvSpPr>
                <p:cNvPr id="28" name="자유형: 도형 27">
                  <a:extLst>
                    <a:ext uri="{FF2B5EF4-FFF2-40B4-BE49-F238E27FC236}">
                      <a16:creationId xmlns:a16="http://schemas.microsoft.com/office/drawing/2014/main" xmlns="" id="{1CAE949F-172A-4C76-8DF5-88AA626EB00D}"/>
                    </a:ext>
                  </a:extLst>
                </p:cNvPr>
                <p:cNvSpPr/>
                <p:nvPr/>
              </p:nvSpPr>
              <p:spPr>
                <a:xfrm flipH="1">
                  <a:off x="972634" y="5913280"/>
                  <a:ext cx="1466941" cy="391912"/>
                </a:xfrm>
                <a:custGeom>
                  <a:avLst/>
                  <a:gdLst>
                    <a:gd name="connsiteX0" fmla="*/ 1364856 w 1466941"/>
                    <a:gd name="connsiteY0" fmla="*/ 68150 h 391912"/>
                    <a:gd name="connsiteX1" fmla="*/ 1364856 w 1466941"/>
                    <a:gd name="connsiteY1" fmla="*/ 323896 h 391912"/>
                    <a:gd name="connsiteX2" fmla="*/ 174208 w 1466941"/>
                    <a:gd name="connsiteY2" fmla="*/ 323896 h 391912"/>
                    <a:gd name="connsiteX3" fmla="*/ 174208 w 1466941"/>
                    <a:gd name="connsiteY3" fmla="*/ 323750 h 391912"/>
                    <a:gd name="connsiteX4" fmla="*/ 103272 w 1466941"/>
                    <a:gd name="connsiteY4" fmla="*/ 323750 h 391912"/>
                    <a:gd name="connsiteX5" fmla="*/ 75759 w 1466941"/>
                    <a:gd name="connsiteY5" fmla="*/ 296237 h 391912"/>
                    <a:gd name="connsiteX6" fmla="*/ 75759 w 1466941"/>
                    <a:gd name="connsiteY6" fmla="*/ 95663 h 391912"/>
                    <a:gd name="connsiteX7" fmla="*/ 103272 w 1466941"/>
                    <a:gd name="connsiteY7" fmla="*/ 68150 h 391912"/>
                    <a:gd name="connsiteX8" fmla="*/ 174208 w 1466941"/>
                    <a:gd name="connsiteY8" fmla="*/ 68150 h 391912"/>
                    <a:gd name="connsiteX9" fmla="*/ 442035 w 1466941"/>
                    <a:gd name="connsiteY9" fmla="*/ 68150 h 391912"/>
                    <a:gd name="connsiteX10" fmla="*/ 1404882 w 1466941"/>
                    <a:gd name="connsiteY10" fmla="*/ 0 h 391912"/>
                    <a:gd name="connsiteX11" fmla="*/ 63813 w 1466941"/>
                    <a:gd name="connsiteY11" fmla="*/ 0 h 391912"/>
                    <a:gd name="connsiteX12" fmla="*/ 0 w 1466941"/>
                    <a:gd name="connsiteY12" fmla="*/ 77328 h 391912"/>
                    <a:gd name="connsiteX13" fmla="*/ 0 w 1466941"/>
                    <a:gd name="connsiteY13" fmla="*/ 314584 h 391912"/>
                    <a:gd name="connsiteX14" fmla="*/ 63813 w 1466941"/>
                    <a:gd name="connsiteY14" fmla="*/ 391912 h 391912"/>
                    <a:gd name="connsiteX15" fmla="*/ 1404882 w 1466941"/>
                    <a:gd name="connsiteY15" fmla="*/ 391912 h 391912"/>
                    <a:gd name="connsiteX16" fmla="*/ 1450005 w 1466941"/>
                    <a:gd name="connsiteY16" fmla="*/ 369263 h 391912"/>
                    <a:gd name="connsiteX17" fmla="*/ 1466940 w 1466941"/>
                    <a:gd name="connsiteY17" fmla="*/ 319718 h 391912"/>
                    <a:gd name="connsiteX18" fmla="*/ 1385452 w 1466941"/>
                    <a:gd name="connsiteY18" fmla="*/ 319718 h 391912"/>
                    <a:gd name="connsiteX19" fmla="*/ 1364140 w 1466941"/>
                    <a:gd name="connsiteY19" fmla="*/ 264245 h 391912"/>
                    <a:gd name="connsiteX20" fmla="*/ 1363441 w 1466941"/>
                    <a:gd name="connsiteY20" fmla="*/ 127726 h 391912"/>
                    <a:gd name="connsiteX21" fmla="*/ 1383686 w 1466941"/>
                    <a:gd name="connsiteY21" fmla="*/ 72196 h 391912"/>
                    <a:gd name="connsiteX22" fmla="*/ 1466941 w 1466941"/>
                    <a:gd name="connsiteY22" fmla="*/ 72196 h 391912"/>
                    <a:gd name="connsiteX23" fmla="*/ 1450005 w 1466941"/>
                    <a:gd name="connsiteY23" fmla="*/ 22649 h 391912"/>
                    <a:gd name="connsiteX24" fmla="*/ 1404882 w 1466941"/>
                    <a:gd name="connsiteY24" fmla="*/ 0 h 3919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466941" h="391912">
                      <a:moveTo>
                        <a:pt x="1364856" y="68150"/>
                      </a:moveTo>
                      <a:cubicBezTo>
                        <a:pt x="1319792" y="165616"/>
                        <a:pt x="1322044" y="235593"/>
                        <a:pt x="1364856" y="323896"/>
                      </a:cubicBezTo>
                      <a:lnTo>
                        <a:pt x="174208" y="323896"/>
                      </a:lnTo>
                      <a:lnTo>
                        <a:pt x="174208" y="323750"/>
                      </a:lnTo>
                      <a:lnTo>
                        <a:pt x="103272" y="323750"/>
                      </a:lnTo>
                      <a:cubicBezTo>
                        <a:pt x="88077" y="323750"/>
                        <a:pt x="75759" y="311432"/>
                        <a:pt x="75759" y="296237"/>
                      </a:cubicBezTo>
                      <a:lnTo>
                        <a:pt x="75759" y="95663"/>
                      </a:lnTo>
                      <a:cubicBezTo>
                        <a:pt x="75759" y="80468"/>
                        <a:pt x="88077" y="68150"/>
                        <a:pt x="103272" y="68150"/>
                      </a:cubicBezTo>
                      <a:lnTo>
                        <a:pt x="174208" y="68150"/>
                      </a:lnTo>
                      <a:lnTo>
                        <a:pt x="442035" y="68150"/>
                      </a:lnTo>
                      <a:close/>
                      <a:moveTo>
                        <a:pt x="1404882" y="0"/>
                      </a:moveTo>
                      <a:lnTo>
                        <a:pt x="63813" y="0"/>
                      </a:lnTo>
                      <a:cubicBezTo>
                        <a:pt x="28570" y="0"/>
                        <a:pt x="0" y="34621"/>
                        <a:pt x="0" y="77328"/>
                      </a:cubicBezTo>
                      <a:lnTo>
                        <a:pt x="0" y="314584"/>
                      </a:lnTo>
                      <a:cubicBezTo>
                        <a:pt x="0" y="357291"/>
                        <a:pt x="28570" y="391912"/>
                        <a:pt x="63813" y="391912"/>
                      </a:cubicBezTo>
                      <a:lnTo>
                        <a:pt x="1404882" y="391912"/>
                      </a:lnTo>
                      <a:cubicBezTo>
                        <a:pt x="1422504" y="391912"/>
                        <a:pt x="1438457" y="383257"/>
                        <a:pt x="1450005" y="369263"/>
                      </a:cubicBezTo>
                      <a:lnTo>
                        <a:pt x="1466940" y="319718"/>
                      </a:lnTo>
                      <a:lnTo>
                        <a:pt x="1385452" y="319718"/>
                      </a:lnTo>
                      <a:lnTo>
                        <a:pt x="1364140" y="264245"/>
                      </a:lnTo>
                      <a:cubicBezTo>
                        <a:pt x="1351928" y="218950"/>
                        <a:pt x="1351384" y="175552"/>
                        <a:pt x="1363441" y="127726"/>
                      </a:cubicBezTo>
                      <a:lnTo>
                        <a:pt x="1383686" y="72196"/>
                      </a:lnTo>
                      <a:lnTo>
                        <a:pt x="1466941" y="72196"/>
                      </a:lnTo>
                      <a:lnTo>
                        <a:pt x="1450005" y="22649"/>
                      </a:lnTo>
                      <a:cubicBezTo>
                        <a:pt x="1438457" y="8656"/>
                        <a:pt x="1422504" y="0"/>
                        <a:pt x="140488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29" name="자유형: 도형 28">
                  <a:extLst>
                    <a:ext uri="{FF2B5EF4-FFF2-40B4-BE49-F238E27FC236}">
                      <a16:creationId xmlns:a16="http://schemas.microsoft.com/office/drawing/2014/main" xmlns="" id="{3D1CCB41-96E1-4F90-A2BC-363B1A0E370A}"/>
                    </a:ext>
                  </a:extLst>
                </p:cNvPr>
                <p:cNvSpPr/>
                <p:nvPr/>
              </p:nvSpPr>
              <p:spPr>
                <a:xfrm flipH="1">
                  <a:off x="1077955" y="5981363"/>
                  <a:ext cx="1289097" cy="255746"/>
                </a:xfrm>
                <a:custGeom>
                  <a:avLst/>
                  <a:gdLst>
                    <a:gd name="connsiteX0" fmla="*/ 1289097 w 1289097"/>
                    <a:gd name="connsiteY0" fmla="*/ 0 h 255746"/>
                    <a:gd name="connsiteX1" fmla="*/ 366276 w 1289097"/>
                    <a:gd name="connsiteY1" fmla="*/ 0 h 255746"/>
                    <a:gd name="connsiteX2" fmla="*/ 98449 w 1289097"/>
                    <a:gd name="connsiteY2" fmla="*/ 0 h 255746"/>
                    <a:gd name="connsiteX3" fmla="*/ 27513 w 1289097"/>
                    <a:gd name="connsiteY3" fmla="*/ 0 h 255746"/>
                    <a:gd name="connsiteX4" fmla="*/ 0 w 1289097"/>
                    <a:gd name="connsiteY4" fmla="*/ 27513 h 255746"/>
                    <a:gd name="connsiteX5" fmla="*/ 0 w 1289097"/>
                    <a:gd name="connsiteY5" fmla="*/ 228087 h 255746"/>
                    <a:gd name="connsiteX6" fmla="*/ 27513 w 1289097"/>
                    <a:gd name="connsiteY6" fmla="*/ 255600 h 255746"/>
                    <a:gd name="connsiteX7" fmla="*/ 98449 w 1289097"/>
                    <a:gd name="connsiteY7" fmla="*/ 255600 h 255746"/>
                    <a:gd name="connsiteX8" fmla="*/ 98449 w 1289097"/>
                    <a:gd name="connsiteY8" fmla="*/ 255746 h 255746"/>
                    <a:gd name="connsiteX9" fmla="*/ 1289097 w 1289097"/>
                    <a:gd name="connsiteY9" fmla="*/ 255746 h 255746"/>
                    <a:gd name="connsiteX10" fmla="*/ 1289097 w 1289097"/>
                    <a:gd name="connsiteY10" fmla="*/ 0 h 2557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289097" h="255746">
                      <a:moveTo>
                        <a:pt x="1289097" y="0"/>
                      </a:moveTo>
                      <a:lnTo>
                        <a:pt x="366276" y="0"/>
                      </a:lnTo>
                      <a:lnTo>
                        <a:pt x="98449" y="0"/>
                      </a:lnTo>
                      <a:lnTo>
                        <a:pt x="27513" y="0"/>
                      </a:lnTo>
                      <a:cubicBezTo>
                        <a:pt x="12318" y="0"/>
                        <a:pt x="0" y="12318"/>
                        <a:pt x="0" y="27513"/>
                      </a:cubicBezTo>
                      <a:lnTo>
                        <a:pt x="0" y="228087"/>
                      </a:lnTo>
                      <a:cubicBezTo>
                        <a:pt x="0" y="243282"/>
                        <a:pt x="12318" y="255600"/>
                        <a:pt x="27513" y="255600"/>
                      </a:cubicBezTo>
                      <a:lnTo>
                        <a:pt x="98449" y="255600"/>
                      </a:lnTo>
                      <a:lnTo>
                        <a:pt x="98449" y="255746"/>
                      </a:lnTo>
                      <a:lnTo>
                        <a:pt x="1289097" y="255746"/>
                      </a:lnTo>
                      <a:cubicBezTo>
                        <a:pt x="1246285" y="167443"/>
                        <a:pt x="1244033" y="97466"/>
                        <a:pt x="128909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</p:grp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xmlns="" id="{2190158E-2EEB-4D56-BF7E-63C3048E25B3}"/>
                  </a:ext>
                </a:extLst>
              </p:cNvPr>
              <p:cNvSpPr/>
              <p:nvPr/>
            </p:nvSpPr>
            <p:spPr>
              <a:xfrm>
                <a:off x="9419213" y="5275085"/>
                <a:ext cx="1738952" cy="464583"/>
              </a:xfrm>
              <a:custGeom>
                <a:avLst/>
                <a:gdLst>
                  <a:gd name="connsiteX0" fmla="*/ 1364856 w 1466941"/>
                  <a:gd name="connsiteY0" fmla="*/ 68150 h 391912"/>
                  <a:gd name="connsiteX1" fmla="*/ 1364856 w 1466941"/>
                  <a:gd name="connsiteY1" fmla="*/ 323896 h 391912"/>
                  <a:gd name="connsiteX2" fmla="*/ 174208 w 1466941"/>
                  <a:gd name="connsiteY2" fmla="*/ 323896 h 391912"/>
                  <a:gd name="connsiteX3" fmla="*/ 174208 w 1466941"/>
                  <a:gd name="connsiteY3" fmla="*/ 323750 h 391912"/>
                  <a:gd name="connsiteX4" fmla="*/ 103272 w 1466941"/>
                  <a:gd name="connsiteY4" fmla="*/ 323750 h 391912"/>
                  <a:gd name="connsiteX5" fmla="*/ 75759 w 1466941"/>
                  <a:gd name="connsiteY5" fmla="*/ 296237 h 391912"/>
                  <a:gd name="connsiteX6" fmla="*/ 75759 w 1466941"/>
                  <a:gd name="connsiteY6" fmla="*/ 95663 h 391912"/>
                  <a:gd name="connsiteX7" fmla="*/ 103272 w 1466941"/>
                  <a:gd name="connsiteY7" fmla="*/ 68150 h 391912"/>
                  <a:gd name="connsiteX8" fmla="*/ 174208 w 1466941"/>
                  <a:gd name="connsiteY8" fmla="*/ 68150 h 391912"/>
                  <a:gd name="connsiteX9" fmla="*/ 442035 w 1466941"/>
                  <a:gd name="connsiteY9" fmla="*/ 68150 h 391912"/>
                  <a:gd name="connsiteX10" fmla="*/ 1404882 w 1466941"/>
                  <a:gd name="connsiteY10" fmla="*/ 0 h 391912"/>
                  <a:gd name="connsiteX11" fmla="*/ 63813 w 1466941"/>
                  <a:gd name="connsiteY11" fmla="*/ 0 h 391912"/>
                  <a:gd name="connsiteX12" fmla="*/ 0 w 1466941"/>
                  <a:gd name="connsiteY12" fmla="*/ 77328 h 391912"/>
                  <a:gd name="connsiteX13" fmla="*/ 0 w 1466941"/>
                  <a:gd name="connsiteY13" fmla="*/ 314584 h 391912"/>
                  <a:gd name="connsiteX14" fmla="*/ 63813 w 1466941"/>
                  <a:gd name="connsiteY14" fmla="*/ 391912 h 391912"/>
                  <a:gd name="connsiteX15" fmla="*/ 1404882 w 1466941"/>
                  <a:gd name="connsiteY15" fmla="*/ 391912 h 391912"/>
                  <a:gd name="connsiteX16" fmla="*/ 1450005 w 1466941"/>
                  <a:gd name="connsiteY16" fmla="*/ 369263 h 391912"/>
                  <a:gd name="connsiteX17" fmla="*/ 1466940 w 1466941"/>
                  <a:gd name="connsiteY17" fmla="*/ 319718 h 391912"/>
                  <a:gd name="connsiteX18" fmla="*/ 1385452 w 1466941"/>
                  <a:gd name="connsiteY18" fmla="*/ 319718 h 391912"/>
                  <a:gd name="connsiteX19" fmla="*/ 1364140 w 1466941"/>
                  <a:gd name="connsiteY19" fmla="*/ 264245 h 391912"/>
                  <a:gd name="connsiteX20" fmla="*/ 1363441 w 1466941"/>
                  <a:gd name="connsiteY20" fmla="*/ 127726 h 391912"/>
                  <a:gd name="connsiteX21" fmla="*/ 1383686 w 1466941"/>
                  <a:gd name="connsiteY21" fmla="*/ 72196 h 391912"/>
                  <a:gd name="connsiteX22" fmla="*/ 1466941 w 1466941"/>
                  <a:gd name="connsiteY22" fmla="*/ 72196 h 391912"/>
                  <a:gd name="connsiteX23" fmla="*/ 1450005 w 1466941"/>
                  <a:gd name="connsiteY23" fmla="*/ 22649 h 391912"/>
                  <a:gd name="connsiteX24" fmla="*/ 1404882 w 1466941"/>
                  <a:gd name="connsiteY24" fmla="*/ 0 h 391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66941" h="391912">
                    <a:moveTo>
                      <a:pt x="1364856" y="68150"/>
                    </a:moveTo>
                    <a:cubicBezTo>
                      <a:pt x="1319792" y="165616"/>
                      <a:pt x="1322044" y="235593"/>
                      <a:pt x="1364856" y="323896"/>
                    </a:cubicBezTo>
                    <a:lnTo>
                      <a:pt x="174208" y="323896"/>
                    </a:lnTo>
                    <a:lnTo>
                      <a:pt x="174208" y="323750"/>
                    </a:lnTo>
                    <a:lnTo>
                      <a:pt x="103272" y="323750"/>
                    </a:lnTo>
                    <a:cubicBezTo>
                      <a:pt x="88077" y="323750"/>
                      <a:pt x="75759" y="311432"/>
                      <a:pt x="75759" y="296237"/>
                    </a:cubicBezTo>
                    <a:lnTo>
                      <a:pt x="75759" y="95663"/>
                    </a:lnTo>
                    <a:cubicBezTo>
                      <a:pt x="75759" y="80468"/>
                      <a:pt x="88077" y="68150"/>
                      <a:pt x="103272" y="68150"/>
                    </a:cubicBezTo>
                    <a:lnTo>
                      <a:pt x="174208" y="68150"/>
                    </a:lnTo>
                    <a:lnTo>
                      <a:pt x="442035" y="68150"/>
                    </a:lnTo>
                    <a:close/>
                    <a:moveTo>
                      <a:pt x="1404882" y="0"/>
                    </a:moveTo>
                    <a:lnTo>
                      <a:pt x="63813" y="0"/>
                    </a:lnTo>
                    <a:cubicBezTo>
                      <a:pt x="28570" y="0"/>
                      <a:pt x="0" y="34621"/>
                      <a:pt x="0" y="77328"/>
                    </a:cubicBezTo>
                    <a:lnTo>
                      <a:pt x="0" y="314584"/>
                    </a:lnTo>
                    <a:cubicBezTo>
                      <a:pt x="0" y="357291"/>
                      <a:pt x="28570" y="391912"/>
                      <a:pt x="63813" y="391912"/>
                    </a:cubicBezTo>
                    <a:lnTo>
                      <a:pt x="1404882" y="391912"/>
                    </a:lnTo>
                    <a:cubicBezTo>
                      <a:pt x="1422504" y="391912"/>
                      <a:pt x="1438457" y="383257"/>
                      <a:pt x="1450005" y="369263"/>
                    </a:cubicBezTo>
                    <a:lnTo>
                      <a:pt x="1466940" y="319718"/>
                    </a:lnTo>
                    <a:lnTo>
                      <a:pt x="1385452" y="319718"/>
                    </a:lnTo>
                    <a:lnTo>
                      <a:pt x="1364140" y="264245"/>
                    </a:lnTo>
                    <a:cubicBezTo>
                      <a:pt x="1351928" y="218950"/>
                      <a:pt x="1351384" y="175552"/>
                      <a:pt x="1363441" y="127726"/>
                    </a:cubicBezTo>
                    <a:lnTo>
                      <a:pt x="1383686" y="72196"/>
                    </a:lnTo>
                    <a:lnTo>
                      <a:pt x="1466941" y="72196"/>
                    </a:lnTo>
                    <a:lnTo>
                      <a:pt x="1450005" y="22649"/>
                    </a:lnTo>
                    <a:cubicBezTo>
                      <a:pt x="1438457" y="8656"/>
                      <a:pt x="1422504" y="0"/>
                      <a:pt x="14048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xmlns="" id="{8EBCDA6B-63BD-4732-BD05-B80FED22D168}"/>
                  </a:ext>
                </a:extLst>
              </p:cNvPr>
              <p:cNvSpPr/>
              <p:nvPr/>
            </p:nvSpPr>
            <p:spPr>
              <a:xfrm>
                <a:off x="9289093" y="4816295"/>
                <a:ext cx="1738952" cy="464583"/>
              </a:xfrm>
              <a:custGeom>
                <a:avLst/>
                <a:gdLst>
                  <a:gd name="connsiteX0" fmla="*/ 1364856 w 1466941"/>
                  <a:gd name="connsiteY0" fmla="*/ 68150 h 391912"/>
                  <a:gd name="connsiteX1" fmla="*/ 1364856 w 1466941"/>
                  <a:gd name="connsiteY1" fmla="*/ 323896 h 391912"/>
                  <a:gd name="connsiteX2" fmla="*/ 174208 w 1466941"/>
                  <a:gd name="connsiteY2" fmla="*/ 323896 h 391912"/>
                  <a:gd name="connsiteX3" fmla="*/ 174208 w 1466941"/>
                  <a:gd name="connsiteY3" fmla="*/ 323750 h 391912"/>
                  <a:gd name="connsiteX4" fmla="*/ 103272 w 1466941"/>
                  <a:gd name="connsiteY4" fmla="*/ 323750 h 391912"/>
                  <a:gd name="connsiteX5" fmla="*/ 75759 w 1466941"/>
                  <a:gd name="connsiteY5" fmla="*/ 296237 h 391912"/>
                  <a:gd name="connsiteX6" fmla="*/ 75759 w 1466941"/>
                  <a:gd name="connsiteY6" fmla="*/ 95663 h 391912"/>
                  <a:gd name="connsiteX7" fmla="*/ 103272 w 1466941"/>
                  <a:gd name="connsiteY7" fmla="*/ 68150 h 391912"/>
                  <a:gd name="connsiteX8" fmla="*/ 174208 w 1466941"/>
                  <a:gd name="connsiteY8" fmla="*/ 68150 h 391912"/>
                  <a:gd name="connsiteX9" fmla="*/ 442035 w 1466941"/>
                  <a:gd name="connsiteY9" fmla="*/ 68150 h 391912"/>
                  <a:gd name="connsiteX10" fmla="*/ 1404882 w 1466941"/>
                  <a:gd name="connsiteY10" fmla="*/ 0 h 391912"/>
                  <a:gd name="connsiteX11" fmla="*/ 63813 w 1466941"/>
                  <a:gd name="connsiteY11" fmla="*/ 0 h 391912"/>
                  <a:gd name="connsiteX12" fmla="*/ 0 w 1466941"/>
                  <a:gd name="connsiteY12" fmla="*/ 77328 h 391912"/>
                  <a:gd name="connsiteX13" fmla="*/ 0 w 1466941"/>
                  <a:gd name="connsiteY13" fmla="*/ 314584 h 391912"/>
                  <a:gd name="connsiteX14" fmla="*/ 63813 w 1466941"/>
                  <a:gd name="connsiteY14" fmla="*/ 391912 h 391912"/>
                  <a:gd name="connsiteX15" fmla="*/ 1404882 w 1466941"/>
                  <a:gd name="connsiteY15" fmla="*/ 391912 h 391912"/>
                  <a:gd name="connsiteX16" fmla="*/ 1450005 w 1466941"/>
                  <a:gd name="connsiteY16" fmla="*/ 369263 h 391912"/>
                  <a:gd name="connsiteX17" fmla="*/ 1466940 w 1466941"/>
                  <a:gd name="connsiteY17" fmla="*/ 319718 h 391912"/>
                  <a:gd name="connsiteX18" fmla="*/ 1385452 w 1466941"/>
                  <a:gd name="connsiteY18" fmla="*/ 319718 h 391912"/>
                  <a:gd name="connsiteX19" fmla="*/ 1364140 w 1466941"/>
                  <a:gd name="connsiteY19" fmla="*/ 264245 h 391912"/>
                  <a:gd name="connsiteX20" fmla="*/ 1363441 w 1466941"/>
                  <a:gd name="connsiteY20" fmla="*/ 127726 h 391912"/>
                  <a:gd name="connsiteX21" fmla="*/ 1383686 w 1466941"/>
                  <a:gd name="connsiteY21" fmla="*/ 72196 h 391912"/>
                  <a:gd name="connsiteX22" fmla="*/ 1466941 w 1466941"/>
                  <a:gd name="connsiteY22" fmla="*/ 72196 h 391912"/>
                  <a:gd name="connsiteX23" fmla="*/ 1450005 w 1466941"/>
                  <a:gd name="connsiteY23" fmla="*/ 22649 h 391912"/>
                  <a:gd name="connsiteX24" fmla="*/ 1404882 w 1466941"/>
                  <a:gd name="connsiteY24" fmla="*/ 0 h 391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66941" h="391912">
                    <a:moveTo>
                      <a:pt x="1364856" y="68150"/>
                    </a:moveTo>
                    <a:cubicBezTo>
                      <a:pt x="1319792" y="165616"/>
                      <a:pt x="1322044" y="235593"/>
                      <a:pt x="1364856" y="323896"/>
                    </a:cubicBezTo>
                    <a:lnTo>
                      <a:pt x="174208" y="323896"/>
                    </a:lnTo>
                    <a:lnTo>
                      <a:pt x="174208" y="323750"/>
                    </a:lnTo>
                    <a:lnTo>
                      <a:pt x="103272" y="323750"/>
                    </a:lnTo>
                    <a:cubicBezTo>
                      <a:pt x="88077" y="323750"/>
                      <a:pt x="75759" y="311432"/>
                      <a:pt x="75759" y="296237"/>
                    </a:cubicBezTo>
                    <a:lnTo>
                      <a:pt x="75759" y="95663"/>
                    </a:lnTo>
                    <a:cubicBezTo>
                      <a:pt x="75759" y="80468"/>
                      <a:pt x="88077" y="68150"/>
                      <a:pt x="103272" y="68150"/>
                    </a:cubicBezTo>
                    <a:lnTo>
                      <a:pt x="174208" y="68150"/>
                    </a:lnTo>
                    <a:lnTo>
                      <a:pt x="442035" y="68150"/>
                    </a:lnTo>
                    <a:close/>
                    <a:moveTo>
                      <a:pt x="1404882" y="0"/>
                    </a:moveTo>
                    <a:lnTo>
                      <a:pt x="63813" y="0"/>
                    </a:lnTo>
                    <a:cubicBezTo>
                      <a:pt x="28570" y="0"/>
                      <a:pt x="0" y="34621"/>
                      <a:pt x="0" y="77328"/>
                    </a:cubicBezTo>
                    <a:lnTo>
                      <a:pt x="0" y="314584"/>
                    </a:lnTo>
                    <a:cubicBezTo>
                      <a:pt x="0" y="357291"/>
                      <a:pt x="28570" y="391912"/>
                      <a:pt x="63813" y="391912"/>
                    </a:cubicBezTo>
                    <a:lnTo>
                      <a:pt x="1404882" y="391912"/>
                    </a:lnTo>
                    <a:cubicBezTo>
                      <a:pt x="1422504" y="391912"/>
                      <a:pt x="1438457" y="383257"/>
                      <a:pt x="1450005" y="369263"/>
                    </a:cubicBezTo>
                    <a:lnTo>
                      <a:pt x="1466940" y="319718"/>
                    </a:lnTo>
                    <a:lnTo>
                      <a:pt x="1385452" y="319718"/>
                    </a:lnTo>
                    <a:lnTo>
                      <a:pt x="1364140" y="264245"/>
                    </a:lnTo>
                    <a:cubicBezTo>
                      <a:pt x="1351928" y="218950"/>
                      <a:pt x="1351384" y="175552"/>
                      <a:pt x="1363441" y="127726"/>
                    </a:cubicBezTo>
                    <a:lnTo>
                      <a:pt x="1383686" y="72196"/>
                    </a:lnTo>
                    <a:lnTo>
                      <a:pt x="1466941" y="72196"/>
                    </a:lnTo>
                    <a:lnTo>
                      <a:pt x="1450005" y="22649"/>
                    </a:lnTo>
                    <a:cubicBezTo>
                      <a:pt x="1438457" y="8656"/>
                      <a:pt x="1422504" y="0"/>
                      <a:pt x="140488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xmlns="" id="{DD232A73-6052-4CCF-AC5A-063A0B6D6196}"/>
                  </a:ext>
                </a:extLst>
              </p:cNvPr>
              <p:cNvSpPr/>
              <p:nvPr/>
            </p:nvSpPr>
            <p:spPr>
              <a:xfrm>
                <a:off x="9498519" y="4348815"/>
                <a:ext cx="1738952" cy="464583"/>
              </a:xfrm>
              <a:custGeom>
                <a:avLst/>
                <a:gdLst>
                  <a:gd name="connsiteX0" fmla="*/ 1364856 w 1466941"/>
                  <a:gd name="connsiteY0" fmla="*/ 68150 h 391912"/>
                  <a:gd name="connsiteX1" fmla="*/ 1364856 w 1466941"/>
                  <a:gd name="connsiteY1" fmla="*/ 323896 h 391912"/>
                  <a:gd name="connsiteX2" fmla="*/ 174208 w 1466941"/>
                  <a:gd name="connsiteY2" fmla="*/ 323896 h 391912"/>
                  <a:gd name="connsiteX3" fmla="*/ 174208 w 1466941"/>
                  <a:gd name="connsiteY3" fmla="*/ 323750 h 391912"/>
                  <a:gd name="connsiteX4" fmla="*/ 103272 w 1466941"/>
                  <a:gd name="connsiteY4" fmla="*/ 323750 h 391912"/>
                  <a:gd name="connsiteX5" fmla="*/ 75759 w 1466941"/>
                  <a:gd name="connsiteY5" fmla="*/ 296237 h 391912"/>
                  <a:gd name="connsiteX6" fmla="*/ 75759 w 1466941"/>
                  <a:gd name="connsiteY6" fmla="*/ 95663 h 391912"/>
                  <a:gd name="connsiteX7" fmla="*/ 103272 w 1466941"/>
                  <a:gd name="connsiteY7" fmla="*/ 68150 h 391912"/>
                  <a:gd name="connsiteX8" fmla="*/ 174208 w 1466941"/>
                  <a:gd name="connsiteY8" fmla="*/ 68150 h 391912"/>
                  <a:gd name="connsiteX9" fmla="*/ 442035 w 1466941"/>
                  <a:gd name="connsiteY9" fmla="*/ 68150 h 391912"/>
                  <a:gd name="connsiteX10" fmla="*/ 1404882 w 1466941"/>
                  <a:gd name="connsiteY10" fmla="*/ 0 h 391912"/>
                  <a:gd name="connsiteX11" fmla="*/ 63813 w 1466941"/>
                  <a:gd name="connsiteY11" fmla="*/ 0 h 391912"/>
                  <a:gd name="connsiteX12" fmla="*/ 0 w 1466941"/>
                  <a:gd name="connsiteY12" fmla="*/ 77328 h 391912"/>
                  <a:gd name="connsiteX13" fmla="*/ 0 w 1466941"/>
                  <a:gd name="connsiteY13" fmla="*/ 314584 h 391912"/>
                  <a:gd name="connsiteX14" fmla="*/ 63813 w 1466941"/>
                  <a:gd name="connsiteY14" fmla="*/ 391912 h 391912"/>
                  <a:gd name="connsiteX15" fmla="*/ 1404882 w 1466941"/>
                  <a:gd name="connsiteY15" fmla="*/ 391912 h 391912"/>
                  <a:gd name="connsiteX16" fmla="*/ 1450005 w 1466941"/>
                  <a:gd name="connsiteY16" fmla="*/ 369263 h 391912"/>
                  <a:gd name="connsiteX17" fmla="*/ 1466940 w 1466941"/>
                  <a:gd name="connsiteY17" fmla="*/ 319718 h 391912"/>
                  <a:gd name="connsiteX18" fmla="*/ 1385452 w 1466941"/>
                  <a:gd name="connsiteY18" fmla="*/ 319718 h 391912"/>
                  <a:gd name="connsiteX19" fmla="*/ 1364140 w 1466941"/>
                  <a:gd name="connsiteY19" fmla="*/ 264245 h 391912"/>
                  <a:gd name="connsiteX20" fmla="*/ 1363441 w 1466941"/>
                  <a:gd name="connsiteY20" fmla="*/ 127726 h 391912"/>
                  <a:gd name="connsiteX21" fmla="*/ 1383686 w 1466941"/>
                  <a:gd name="connsiteY21" fmla="*/ 72196 h 391912"/>
                  <a:gd name="connsiteX22" fmla="*/ 1466941 w 1466941"/>
                  <a:gd name="connsiteY22" fmla="*/ 72196 h 391912"/>
                  <a:gd name="connsiteX23" fmla="*/ 1450005 w 1466941"/>
                  <a:gd name="connsiteY23" fmla="*/ 22649 h 391912"/>
                  <a:gd name="connsiteX24" fmla="*/ 1404882 w 1466941"/>
                  <a:gd name="connsiteY24" fmla="*/ 0 h 391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66941" h="391912">
                    <a:moveTo>
                      <a:pt x="1364856" y="68150"/>
                    </a:moveTo>
                    <a:cubicBezTo>
                      <a:pt x="1319792" y="165616"/>
                      <a:pt x="1322044" y="235593"/>
                      <a:pt x="1364856" y="323896"/>
                    </a:cubicBezTo>
                    <a:lnTo>
                      <a:pt x="174208" y="323896"/>
                    </a:lnTo>
                    <a:lnTo>
                      <a:pt x="174208" y="323750"/>
                    </a:lnTo>
                    <a:lnTo>
                      <a:pt x="103272" y="323750"/>
                    </a:lnTo>
                    <a:cubicBezTo>
                      <a:pt x="88077" y="323750"/>
                      <a:pt x="75759" y="311432"/>
                      <a:pt x="75759" y="296237"/>
                    </a:cubicBezTo>
                    <a:lnTo>
                      <a:pt x="75759" y="95663"/>
                    </a:lnTo>
                    <a:cubicBezTo>
                      <a:pt x="75759" y="80468"/>
                      <a:pt x="88077" y="68150"/>
                      <a:pt x="103272" y="68150"/>
                    </a:cubicBezTo>
                    <a:lnTo>
                      <a:pt x="174208" y="68150"/>
                    </a:lnTo>
                    <a:lnTo>
                      <a:pt x="442035" y="68150"/>
                    </a:lnTo>
                    <a:close/>
                    <a:moveTo>
                      <a:pt x="1404882" y="0"/>
                    </a:moveTo>
                    <a:lnTo>
                      <a:pt x="63813" y="0"/>
                    </a:lnTo>
                    <a:cubicBezTo>
                      <a:pt x="28570" y="0"/>
                      <a:pt x="0" y="34621"/>
                      <a:pt x="0" y="77328"/>
                    </a:cubicBezTo>
                    <a:lnTo>
                      <a:pt x="0" y="314584"/>
                    </a:lnTo>
                    <a:cubicBezTo>
                      <a:pt x="0" y="357291"/>
                      <a:pt x="28570" y="391912"/>
                      <a:pt x="63813" y="391912"/>
                    </a:cubicBezTo>
                    <a:lnTo>
                      <a:pt x="1404882" y="391912"/>
                    </a:lnTo>
                    <a:cubicBezTo>
                      <a:pt x="1422504" y="391912"/>
                      <a:pt x="1438457" y="383257"/>
                      <a:pt x="1450005" y="369263"/>
                    </a:cubicBezTo>
                    <a:lnTo>
                      <a:pt x="1466940" y="319718"/>
                    </a:lnTo>
                    <a:lnTo>
                      <a:pt x="1385452" y="319718"/>
                    </a:lnTo>
                    <a:lnTo>
                      <a:pt x="1364140" y="264245"/>
                    </a:lnTo>
                    <a:cubicBezTo>
                      <a:pt x="1351928" y="218950"/>
                      <a:pt x="1351384" y="175552"/>
                      <a:pt x="1363441" y="127726"/>
                    </a:cubicBezTo>
                    <a:lnTo>
                      <a:pt x="1383686" y="72196"/>
                    </a:lnTo>
                    <a:lnTo>
                      <a:pt x="1466941" y="72196"/>
                    </a:lnTo>
                    <a:lnTo>
                      <a:pt x="1450005" y="22649"/>
                    </a:lnTo>
                    <a:cubicBezTo>
                      <a:pt x="1438457" y="8656"/>
                      <a:pt x="1422504" y="0"/>
                      <a:pt x="14048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xmlns="" id="{4B6052BB-F0CD-4069-8297-9892BB07E3D6}"/>
                  </a:ext>
                </a:extLst>
              </p:cNvPr>
              <p:cNvSpPr/>
              <p:nvPr/>
            </p:nvSpPr>
            <p:spPr>
              <a:xfrm>
                <a:off x="9324459" y="3885458"/>
                <a:ext cx="1738952" cy="464583"/>
              </a:xfrm>
              <a:custGeom>
                <a:avLst/>
                <a:gdLst>
                  <a:gd name="connsiteX0" fmla="*/ 1364856 w 1466941"/>
                  <a:gd name="connsiteY0" fmla="*/ 68150 h 391912"/>
                  <a:gd name="connsiteX1" fmla="*/ 1364856 w 1466941"/>
                  <a:gd name="connsiteY1" fmla="*/ 323896 h 391912"/>
                  <a:gd name="connsiteX2" fmla="*/ 174208 w 1466941"/>
                  <a:gd name="connsiteY2" fmla="*/ 323896 h 391912"/>
                  <a:gd name="connsiteX3" fmla="*/ 174208 w 1466941"/>
                  <a:gd name="connsiteY3" fmla="*/ 323750 h 391912"/>
                  <a:gd name="connsiteX4" fmla="*/ 103272 w 1466941"/>
                  <a:gd name="connsiteY4" fmla="*/ 323750 h 391912"/>
                  <a:gd name="connsiteX5" fmla="*/ 75759 w 1466941"/>
                  <a:gd name="connsiteY5" fmla="*/ 296237 h 391912"/>
                  <a:gd name="connsiteX6" fmla="*/ 75759 w 1466941"/>
                  <a:gd name="connsiteY6" fmla="*/ 95663 h 391912"/>
                  <a:gd name="connsiteX7" fmla="*/ 103272 w 1466941"/>
                  <a:gd name="connsiteY7" fmla="*/ 68150 h 391912"/>
                  <a:gd name="connsiteX8" fmla="*/ 174208 w 1466941"/>
                  <a:gd name="connsiteY8" fmla="*/ 68150 h 391912"/>
                  <a:gd name="connsiteX9" fmla="*/ 442035 w 1466941"/>
                  <a:gd name="connsiteY9" fmla="*/ 68150 h 391912"/>
                  <a:gd name="connsiteX10" fmla="*/ 1404882 w 1466941"/>
                  <a:gd name="connsiteY10" fmla="*/ 0 h 391912"/>
                  <a:gd name="connsiteX11" fmla="*/ 63813 w 1466941"/>
                  <a:gd name="connsiteY11" fmla="*/ 0 h 391912"/>
                  <a:gd name="connsiteX12" fmla="*/ 0 w 1466941"/>
                  <a:gd name="connsiteY12" fmla="*/ 77328 h 391912"/>
                  <a:gd name="connsiteX13" fmla="*/ 0 w 1466941"/>
                  <a:gd name="connsiteY13" fmla="*/ 314584 h 391912"/>
                  <a:gd name="connsiteX14" fmla="*/ 63813 w 1466941"/>
                  <a:gd name="connsiteY14" fmla="*/ 391912 h 391912"/>
                  <a:gd name="connsiteX15" fmla="*/ 1404882 w 1466941"/>
                  <a:gd name="connsiteY15" fmla="*/ 391912 h 391912"/>
                  <a:gd name="connsiteX16" fmla="*/ 1450005 w 1466941"/>
                  <a:gd name="connsiteY16" fmla="*/ 369263 h 391912"/>
                  <a:gd name="connsiteX17" fmla="*/ 1466940 w 1466941"/>
                  <a:gd name="connsiteY17" fmla="*/ 319718 h 391912"/>
                  <a:gd name="connsiteX18" fmla="*/ 1385452 w 1466941"/>
                  <a:gd name="connsiteY18" fmla="*/ 319718 h 391912"/>
                  <a:gd name="connsiteX19" fmla="*/ 1364140 w 1466941"/>
                  <a:gd name="connsiteY19" fmla="*/ 264245 h 391912"/>
                  <a:gd name="connsiteX20" fmla="*/ 1363441 w 1466941"/>
                  <a:gd name="connsiteY20" fmla="*/ 127726 h 391912"/>
                  <a:gd name="connsiteX21" fmla="*/ 1383686 w 1466941"/>
                  <a:gd name="connsiteY21" fmla="*/ 72196 h 391912"/>
                  <a:gd name="connsiteX22" fmla="*/ 1466941 w 1466941"/>
                  <a:gd name="connsiteY22" fmla="*/ 72196 h 391912"/>
                  <a:gd name="connsiteX23" fmla="*/ 1450005 w 1466941"/>
                  <a:gd name="connsiteY23" fmla="*/ 22649 h 391912"/>
                  <a:gd name="connsiteX24" fmla="*/ 1404882 w 1466941"/>
                  <a:gd name="connsiteY24" fmla="*/ 0 h 391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66941" h="391912">
                    <a:moveTo>
                      <a:pt x="1364856" y="68150"/>
                    </a:moveTo>
                    <a:cubicBezTo>
                      <a:pt x="1319792" y="165616"/>
                      <a:pt x="1322044" y="235593"/>
                      <a:pt x="1364856" y="323896"/>
                    </a:cubicBezTo>
                    <a:lnTo>
                      <a:pt x="174208" y="323896"/>
                    </a:lnTo>
                    <a:lnTo>
                      <a:pt x="174208" y="323750"/>
                    </a:lnTo>
                    <a:lnTo>
                      <a:pt x="103272" y="323750"/>
                    </a:lnTo>
                    <a:cubicBezTo>
                      <a:pt x="88077" y="323750"/>
                      <a:pt x="75759" y="311432"/>
                      <a:pt x="75759" y="296237"/>
                    </a:cubicBezTo>
                    <a:lnTo>
                      <a:pt x="75759" y="95663"/>
                    </a:lnTo>
                    <a:cubicBezTo>
                      <a:pt x="75759" y="80468"/>
                      <a:pt x="88077" y="68150"/>
                      <a:pt x="103272" y="68150"/>
                    </a:cubicBezTo>
                    <a:lnTo>
                      <a:pt x="174208" y="68150"/>
                    </a:lnTo>
                    <a:lnTo>
                      <a:pt x="442035" y="68150"/>
                    </a:lnTo>
                    <a:close/>
                    <a:moveTo>
                      <a:pt x="1404882" y="0"/>
                    </a:moveTo>
                    <a:lnTo>
                      <a:pt x="63813" y="0"/>
                    </a:lnTo>
                    <a:cubicBezTo>
                      <a:pt x="28570" y="0"/>
                      <a:pt x="0" y="34621"/>
                      <a:pt x="0" y="77328"/>
                    </a:cubicBezTo>
                    <a:lnTo>
                      <a:pt x="0" y="314584"/>
                    </a:lnTo>
                    <a:cubicBezTo>
                      <a:pt x="0" y="357291"/>
                      <a:pt x="28570" y="391912"/>
                      <a:pt x="63813" y="391912"/>
                    </a:cubicBezTo>
                    <a:lnTo>
                      <a:pt x="1404882" y="391912"/>
                    </a:lnTo>
                    <a:cubicBezTo>
                      <a:pt x="1422504" y="391912"/>
                      <a:pt x="1438457" y="383257"/>
                      <a:pt x="1450005" y="369263"/>
                    </a:cubicBezTo>
                    <a:lnTo>
                      <a:pt x="1466940" y="319718"/>
                    </a:lnTo>
                    <a:lnTo>
                      <a:pt x="1385452" y="319718"/>
                    </a:lnTo>
                    <a:lnTo>
                      <a:pt x="1364140" y="264245"/>
                    </a:lnTo>
                    <a:cubicBezTo>
                      <a:pt x="1351928" y="218950"/>
                      <a:pt x="1351384" y="175552"/>
                      <a:pt x="1363441" y="127726"/>
                    </a:cubicBezTo>
                    <a:lnTo>
                      <a:pt x="1383686" y="72196"/>
                    </a:lnTo>
                    <a:lnTo>
                      <a:pt x="1466941" y="72196"/>
                    </a:lnTo>
                    <a:lnTo>
                      <a:pt x="1450005" y="22649"/>
                    </a:lnTo>
                    <a:cubicBezTo>
                      <a:pt x="1438457" y="8656"/>
                      <a:pt x="1422504" y="0"/>
                      <a:pt x="14048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7" name="자유형: 도형 26">
                <a:extLst>
                  <a:ext uri="{FF2B5EF4-FFF2-40B4-BE49-F238E27FC236}">
                    <a16:creationId xmlns:a16="http://schemas.microsoft.com/office/drawing/2014/main" xmlns="" id="{E94DE25B-1879-40A8-9088-F720816C90A0}"/>
                  </a:ext>
                </a:extLst>
              </p:cNvPr>
              <p:cNvSpPr/>
              <p:nvPr/>
            </p:nvSpPr>
            <p:spPr>
              <a:xfrm>
                <a:off x="9417794" y="3424490"/>
                <a:ext cx="1738952" cy="464583"/>
              </a:xfrm>
              <a:custGeom>
                <a:avLst/>
                <a:gdLst>
                  <a:gd name="connsiteX0" fmla="*/ 1364856 w 1466941"/>
                  <a:gd name="connsiteY0" fmla="*/ 68150 h 391912"/>
                  <a:gd name="connsiteX1" fmla="*/ 1364856 w 1466941"/>
                  <a:gd name="connsiteY1" fmla="*/ 323896 h 391912"/>
                  <a:gd name="connsiteX2" fmla="*/ 174208 w 1466941"/>
                  <a:gd name="connsiteY2" fmla="*/ 323896 h 391912"/>
                  <a:gd name="connsiteX3" fmla="*/ 174208 w 1466941"/>
                  <a:gd name="connsiteY3" fmla="*/ 323750 h 391912"/>
                  <a:gd name="connsiteX4" fmla="*/ 103272 w 1466941"/>
                  <a:gd name="connsiteY4" fmla="*/ 323750 h 391912"/>
                  <a:gd name="connsiteX5" fmla="*/ 75759 w 1466941"/>
                  <a:gd name="connsiteY5" fmla="*/ 296237 h 391912"/>
                  <a:gd name="connsiteX6" fmla="*/ 75759 w 1466941"/>
                  <a:gd name="connsiteY6" fmla="*/ 95663 h 391912"/>
                  <a:gd name="connsiteX7" fmla="*/ 103272 w 1466941"/>
                  <a:gd name="connsiteY7" fmla="*/ 68150 h 391912"/>
                  <a:gd name="connsiteX8" fmla="*/ 174208 w 1466941"/>
                  <a:gd name="connsiteY8" fmla="*/ 68150 h 391912"/>
                  <a:gd name="connsiteX9" fmla="*/ 442035 w 1466941"/>
                  <a:gd name="connsiteY9" fmla="*/ 68150 h 391912"/>
                  <a:gd name="connsiteX10" fmla="*/ 1404882 w 1466941"/>
                  <a:gd name="connsiteY10" fmla="*/ 0 h 391912"/>
                  <a:gd name="connsiteX11" fmla="*/ 63813 w 1466941"/>
                  <a:gd name="connsiteY11" fmla="*/ 0 h 391912"/>
                  <a:gd name="connsiteX12" fmla="*/ 0 w 1466941"/>
                  <a:gd name="connsiteY12" fmla="*/ 77328 h 391912"/>
                  <a:gd name="connsiteX13" fmla="*/ 0 w 1466941"/>
                  <a:gd name="connsiteY13" fmla="*/ 314584 h 391912"/>
                  <a:gd name="connsiteX14" fmla="*/ 63813 w 1466941"/>
                  <a:gd name="connsiteY14" fmla="*/ 391912 h 391912"/>
                  <a:gd name="connsiteX15" fmla="*/ 1404882 w 1466941"/>
                  <a:gd name="connsiteY15" fmla="*/ 391912 h 391912"/>
                  <a:gd name="connsiteX16" fmla="*/ 1450005 w 1466941"/>
                  <a:gd name="connsiteY16" fmla="*/ 369263 h 391912"/>
                  <a:gd name="connsiteX17" fmla="*/ 1466940 w 1466941"/>
                  <a:gd name="connsiteY17" fmla="*/ 319718 h 391912"/>
                  <a:gd name="connsiteX18" fmla="*/ 1385452 w 1466941"/>
                  <a:gd name="connsiteY18" fmla="*/ 319718 h 391912"/>
                  <a:gd name="connsiteX19" fmla="*/ 1364140 w 1466941"/>
                  <a:gd name="connsiteY19" fmla="*/ 264245 h 391912"/>
                  <a:gd name="connsiteX20" fmla="*/ 1363441 w 1466941"/>
                  <a:gd name="connsiteY20" fmla="*/ 127726 h 391912"/>
                  <a:gd name="connsiteX21" fmla="*/ 1383686 w 1466941"/>
                  <a:gd name="connsiteY21" fmla="*/ 72196 h 391912"/>
                  <a:gd name="connsiteX22" fmla="*/ 1466941 w 1466941"/>
                  <a:gd name="connsiteY22" fmla="*/ 72196 h 391912"/>
                  <a:gd name="connsiteX23" fmla="*/ 1450005 w 1466941"/>
                  <a:gd name="connsiteY23" fmla="*/ 22649 h 391912"/>
                  <a:gd name="connsiteX24" fmla="*/ 1404882 w 1466941"/>
                  <a:gd name="connsiteY24" fmla="*/ 0 h 391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66941" h="391912">
                    <a:moveTo>
                      <a:pt x="1364856" y="68150"/>
                    </a:moveTo>
                    <a:cubicBezTo>
                      <a:pt x="1319792" y="165616"/>
                      <a:pt x="1322044" y="235593"/>
                      <a:pt x="1364856" y="323896"/>
                    </a:cubicBezTo>
                    <a:lnTo>
                      <a:pt x="174208" y="323896"/>
                    </a:lnTo>
                    <a:lnTo>
                      <a:pt x="174208" y="323750"/>
                    </a:lnTo>
                    <a:lnTo>
                      <a:pt x="103272" y="323750"/>
                    </a:lnTo>
                    <a:cubicBezTo>
                      <a:pt x="88077" y="323750"/>
                      <a:pt x="75759" y="311432"/>
                      <a:pt x="75759" y="296237"/>
                    </a:cubicBezTo>
                    <a:lnTo>
                      <a:pt x="75759" y="95663"/>
                    </a:lnTo>
                    <a:cubicBezTo>
                      <a:pt x="75759" y="80468"/>
                      <a:pt x="88077" y="68150"/>
                      <a:pt x="103272" y="68150"/>
                    </a:cubicBezTo>
                    <a:lnTo>
                      <a:pt x="174208" y="68150"/>
                    </a:lnTo>
                    <a:lnTo>
                      <a:pt x="442035" y="68150"/>
                    </a:lnTo>
                    <a:close/>
                    <a:moveTo>
                      <a:pt x="1404882" y="0"/>
                    </a:moveTo>
                    <a:lnTo>
                      <a:pt x="63813" y="0"/>
                    </a:lnTo>
                    <a:cubicBezTo>
                      <a:pt x="28570" y="0"/>
                      <a:pt x="0" y="34621"/>
                      <a:pt x="0" y="77328"/>
                    </a:cubicBezTo>
                    <a:lnTo>
                      <a:pt x="0" y="314584"/>
                    </a:lnTo>
                    <a:cubicBezTo>
                      <a:pt x="0" y="357291"/>
                      <a:pt x="28570" y="391912"/>
                      <a:pt x="63813" y="391912"/>
                    </a:cubicBezTo>
                    <a:lnTo>
                      <a:pt x="1404882" y="391912"/>
                    </a:lnTo>
                    <a:cubicBezTo>
                      <a:pt x="1422504" y="391912"/>
                      <a:pt x="1438457" y="383257"/>
                      <a:pt x="1450005" y="369263"/>
                    </a:cubicBezTo>
                    <a:lnTo>
                      <a:pt x="1466940" y="319718"/>
                    </a:lnTo>
                    <a:lnTo>
                      <a:pt x="1385452" y="319718"/>
                    </a:lnTo>
                    <a:lnTo>
                      <a:pt x="1364140" y="264245"/>
                    </a:lnTo>
                    <a:cubicBezTo>
                      <a:pt x="1351928" y="218950"/>
                      <a:pt x="1351384" y="175552"/>
                      <a:pt x="1363441" y="127726"/>
                    </a:cubicBezTo>
                    <a:lnTo>
                      <a:pt x="1383686" y="72196"/>
                    </a:lnTo>
                    <a:lnTo>
                      <a:pt x="1466941" y="72196"/>
                    </a:lnTo>
                    <a:lnTo>
                      <a:pt x="1450005" y="22649"/>
                    </a:lnTo>
                    <a:cubicBezTo>
                      <a:pt x="1438457" y="8656"/>
                      <a:pt x="1422504" y="0"/>
                      <a:pt x="14048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</p:grpSp>
      </p:grpSp>
      <p:sp>
        <p:nvSpPr>
          <p:cNvPr id="30" name="Freeform: Shape 393">
            <a:extLst>
              <a:ext uri="{FF2B5EF4-FFF2-40B4-BE49-F238E27FC236}">
                <a16:creationId xmlns:a16="http://schemas.microsoft.com/office/drawing/2014/main" xmlns="" id="{BC96D184-59CF-4A73-9F04-4A050F2C2F5F}"/>
              </a:ext>
            </a:extLst>
          </p:cNvPr>
          <p:cNvSpPr/>
          <p:nvPr/>
        </p:nvSpPr>
        <p:spPr>
          <a:xfrm>
            <a:off x="5057717" y="1276585"/>
            <a:ext cx="1060418" cy="1594833"/>
          </a:xfrm>
          <a:custGeom>
            <a:avLst/>
            <a:gdLst>
              <a:gd name="connsiteX0" fmla="*/ 1382768 w 2520742"/>
              <a:gd name="connsiteY0" fmla="*/ 3791123 h 3791122"/>
              <a:gd name="connsiteX1" fmla="*/ 1142742 w 2520742"/>
              <a:gd name="connsiteY1" fmla="*/ 3791123 h 3791122"/>
              <a:gd name="connsiteX2" fmla="*/ 1137277 w 2520742"/>
              <a:gd name="connsiteY2" fmla="*/ 3788846 h 3791122"/>
              <a:gd name="connsiteX3" fmla="*/ 1009293 w 2520742"/>
              <a:gd name="connsiteY3" fmla="*/ 3668605 h 3791122"/>
              <a:gd name="connsiteX4" fmla="*/ 976500 w 2520742"/>
              <a:gd name="connsiteY4" fmla="*/ 3640822 h 3791122"/>
              <a:gd name="connsiteX5" fmla="*/ 775188 w 2520742"/>
              <a:gd name="connsiteY5" fmla="*/ 3416282 h 3791122"/>
              <a:gd name="connsiteX6" fmla="*/ 771545 w 2520742"/>
              <a:gd name="connsiteY6" fmla="*/ 3403073 h 3791122"/>
              <a:gd name="connsiteX7" fmla="*/ 741029 w 2520742"/>
              <a:gd name="connsiteY7" fmla="*/ 3200395 h 3791122"/>
              <a:gd name="connsiteX8" fmla="*/ 737841 w 2520742"/>
              <a:gd name="connsiteY8" fmla="*/ 3138908 h 3791122"/>
              <a:gd name="connsiteX9" fmla="*/ 738752 w 2520742"/>
              <a:gd name="connsiteY9" fmla="*/ 2954448 h 3791122"/>
              <a:gd name="connsiteX10" fmla="*/ 739207 w 2520742"/>
              <a:gd name="connsiteY10" fmla="*/ 2936230 h 3791122"/>
              <a:gd name="connsiteX11" fmla="*/ 742395 w 2520742"/>
              <a:gd name="connsiteY11" fmla="*/ 2717155 h 3791122"/>
              <a:gd name="connsiteX12" fmla="*/ 742851 w 2520742"/>
              <a:gd name="connsiteY12" fmla="*/ 2696204 h 3791122"/>
              <a:gd name="connsiteX13" fmla="*/ 702771 w 2520742"/>
              <a:gd name="connsiteY13" fmla="*/ 2615588 h 3791122"/>
              <a:gd name="connsiteX14" fmla="*/ 645383 w 2520742"/>
              <a:gd name="connsiteY14" fmla="*/ 2476218 h 3791122"/>
              <a:gd name="connsiteX15" fmla="*/ 460467 w 2520742"/>
              <a:gd name="connsiteY15" fmla="*/ 2217063 h 3791122"/>
              <a:gd name="connsiteX16" fmla="*/ 266442 w 2520742"/>
              <a:gd name="connsiteY16" fmla="*/ 2001632 h 3791122"/>
              <a:gd name="connsiteX17" fmla="*/ 8198 w 2520742"/>
              <a:gd name="connsiteY17" fmla="*/ 1384487 h 3791122"/>
              <a:gd name="connsiteX18" fmla="*/ 0 w 2520742"/>
              <a:gd name="connsiteY18" fmla="*/ 1303871 h 3791122"/>
              <a:gd name="connsiteX19" fmla="*/ 0 w 2520742"/>
              <a:gd name="connsiteY19" fmla="*/ 1185453 h 3791122"/>
              <a:gd name="connsiteX20" fmla="*/ 2277 w 2520742"/>
              <a:gd name="connsiteY20" fmla="*/ 1172700 h 3791122"/>
              <a:gd name="connsiteX21" fmla="*/ 165331 w 2520742"/>
              <a:gd name="connsiteY21" fmla="*/ 622052 h 3791122"/>
              <a:gd name="connsiteX22" fmla="*/ 930499 w 2520742"/>
              <a:gd name="connsiteY22" fmla="*/ 38611 h 3791122"/>
              <a:gd name="connsiteX23" fmla="*/ 1477048 w 2520742"/>
              <a:gd name="connsiteY23" fmla="*/ 16294 h 3791122"/>
              <a:gd name="connsiteX24" fmla="*/ 2093281 w 2520742"/>
              <a:gd name="connsiteY24" fmla="*/ 298677 h 3791122"/>
              <a:gd name="connsiteX25" fmla="*/ 2513669 w 2520742"/>
              <a:gd name="connsiteY25" fmla="*/ 1388131 h 3791122"/>
              <a:gd name="connsiteX26" fmla="*/ 2264078 w 2520742"/>
              <a:gd name="connsiteY26" fmla="*/ 1993434 h 3791122"/>
              <a:gd name="connsiteX27" fmla="*/ 2075519 w 2520742"/>
              <a:gd name="connsiteY27" fmla="*/ 2202033 h 3791122"/>
              <a:gd name="connsiteX28" fmla="*/ 1829116 w 2520742"/>
              <a:gd name="connsiteY28" fmla="*/ 2589627 h 3791122"/>
              <a:gd name="connsiteX29" fmla="*/ 1779927 w 2520742"/>
              <a:gd name="connsiteY29" fmla="*/ 2695293 h 3791122"/>
              <a:gd name="connsiteX30" fmla="*/ 1780382 w 2520742"/>
              <a:gd name="connsiteY30" fmla="*/ 2718521 h 3791122"/>
              <a:gd name="connsiteX31" fmla="*/ 1784481 w 2520742"/>
              <a:gd name="connsiteY31" fmla="*/ 2932131 h 3791122"/>
              <a:gd name="connsiteX32" fmla="*/ 1783571 w 2520742"/>
              <a:gd name="connsiteY32" fmla="*/ 2955814 h 3791122"/>
              <a:gd name="connsiteX33" fmla="*/ 1783115 w 2520742"/>
              <a:gd name="connsiteY33" fmla="*/ 3141186 h 3791122"/>
              <a:gd name="connsiteX34" fmla="*/ 1780382 w 2520742"/>
              <a:gd name="connsiteY34" fmla="*/ 3197207 h 3791122"/>
              <a:gd name="connsiteX35" fmla="*/ 1750778 w 2520742"/>
              <a:gd name="connsiteY35" fmla="*/ 3402618 h 3791122"/>
              <a:gd name="connsiteX36" fmla="*/ 1747134 w 2520742"/>
              <a:gd name="connsiteY36" fmla="*/ 3415826 h 3791122"/>
              <a:gd name="connsiteX37" fmla="*/ 1543089 w 2520742"/>
              <a:gd name="connsiteY37" fmla="*/ 3640367 h 3791122"/>
              <a:gd name="connsiteX38" fmla="*/ 1512574 w 2520742"/>
              <a:gd name="connsiteY38" fmla="*/ 3667239 h 3791122"/>
              <a:gd name="connsiteX39" fmla="*/ 1399620 w 2520742"/>
              <a:gd name="connsiteY39" fmla="*/ 3786568 h 3791122"/>
              <a:gd name="connsiteX40" fmla="*/ 1382768 w 2520742"/>
              <a:gd name="connsiteY40" fmla="*/ 3791123 h 3791122"/>
              <a:gd name="connsiteX41" fmla="*/ 1561307 w 2520742"/>
              <a:gd name="connsiteY41" fmla="*/ 1757051 h 3791122"/>
              <a:gd name="connsiteX42" fmla="*/ 1573149 w 2520742"/>
              <a:gd name="connsiteY42" fmla="*/ 1704218 h 3791122"/>
              <a:gd name="connsiteX43" fmla="*/ 1716163 w 2520742"/>
              <a:gd name="connsiteY43" fmla="*/ 1844499 h 3791122"/>
              <a:gd name="connsiteX44" fmla="*/ 1791313 w 2520742"/>
              <a:gd name="connsiteY44" fmla="*/ 1818083 h 3791122"/>
              <a:gd name="connsiteX45" fmla="*/ 1839136 w 2520742"/>
              <a:gd name="connsiteY45" fmla="*/ 1725169 h 3791122"/>
              <a:gd name="connsiteX46" fmla="*/ 1785848 w 2520742"/>
              <a:gd name="connsiteY46" fmla="*/ 1624969 h 3791122"/>
              <a:gd name="connsiteX47" fmla="*/ 1744857 w 2520742"/>
              <a:gd name="connsiteY47" fmla="*/ 1595364 h 3791122"/>
              <a:gd name="connsiteX48" fmla="*/ 1748956 w 2520742"/>
              <a:gd name="connsiteY48" fmla="*/ 1542075 h 3791122"/>
              <a:gd name="connsiteX49" fmla="*/ 1650577 w 2520742"/>
              <a:gd name="connsiteY49" fmla="*/ 1467381 h 3791122"/>
              <a:gd name="connsiteX50" fmla="*/ 1572238 w 2520742"/>
              <a:gd name="connsiteY50" fmla="*/ 1504728 h 3791122"/>
              <a:gd name="connsiteX51" fmla="*/ 1540812 w 2520742"/>
              <a:gd name="connsiteY51" fmla="*/ 1486054 h 3791122"/>
              <a:gd name="connsiteX52" fmla="*/ 1470671 w 2520742"/>
              <a:gd name="connsiteY52" fmla="*/ 1474668 h 3791122"/>
              <a:gd name="connsiteX53" fmla="*/ 1369560 w 2520742"/>
              <a:gd name="connsiteY53" fmla="*/ 1547086 h 3791122"/>
              <a:gd name="connsiteX54" fmla="*/ 1383679 w 2520742"/>
              <a:gd name="connsiteY54" fmla="*/ 1800775 h 3791122"/>
              <a:gd name="connsiteX55" fmla="*/ 1411917 w 2520742"/>
              <a:gd name="connsiteY55" fmla="*/ 1838123 h 3791122"/>
              <a:gd name="connsiteX56" fmla="*/ 1352253 w 2520742"/>
              <a:gd name="connsiteY56" fmla="*/ 1940145 h 3791122"/>
              <a:gd name="connsiteX57" fmla="*/ 1368194 w 2520742"/>
              <a:gd name="connsiteY57" fmla="*/ 2159675 h 3791122"/>
              <a:gd name="connsiteX58" fmla="*/ 1528970 w 2520742"/>
              <a:gd name="connsiteY58" fmla="*/ 2227539 h 3791122"/>
              <a:gd name="connsiteX59" fmla="*/ 1645112 w 2520742"/>
              <a:gd name="connsiteY59" fmla="*/ 2163319 h 3791122"/>
              <a:gd name="connsiteX60" fmla="*/ 1666063 w 2520742"/>
              <a:gd name="connsiteY60" fmla="*/ 2159220 h 3791122"/>
              <a:gd name="connsiteX61" fmla="*/ 1721628 w 2520742"/>
              <a:gd name="connsiteY61" fmla="*/ 2173795 h 3791122"/>
              <a:gd name="connsiteX62" fmla="*/ 1866919 w 2520742"/>
              <a:gd name="connsiteY62" fmla="*/ 2113674 h 3791122"/>
              <a:gd name="connsiteX63" fmla="*/ 1891969 w 2520742"/>
              <a:gd name="connsiteY63" fmla="*/ 2032603 h 3791122"/>
              <a:gd name="connsiteX64" fmla="*/ 1891969 w 2520742"/>
              <a:gd name="connsiteY64" fmla="*/ 1965195 h 3791122"/>
              <a:gd name="connsiteX65" fmla="*/ 1931139 w 2520742"/>
              <a:gd name="connsiteY65" fmla="*/ 1971572 h 3791122"/>
              <a:gd name="connsiteX66" fmla="*/ 2122431 w 2520742"/>
              <a:gd name="connsiteY66" fmla="*/ 1813528 h 3791122"/>
              <a:gd name="connsiteX67" fmla="*/ 2116054 w 2520742"/>
              <a:gd name="connsiteY67" fmla="*/ 1712872 h 3791122"/>
              <a:gd name="connsiteX68" fmla="*/ 2116054 w 2520742"/>
              <a:gd name="connsiteY68" fmla="*/ 1712872 h 3791122"/>
              <a:gd name="connsiteX69" fmla="*/ 2124253 w 2520742"/>
              <a:gd name="connsiteY69" fmla="*/ 1709684 h 3791122"/>
              <a:gd name="connsiteX70" fmla="*/ 2252236 w 2520742"/>
              <a:gd name="connsiteY70" fmla="*/ 1617681 h 3791122"/>
              <a:gd name="connsiteX71" fmla="*/ 2280019 w 2520742"/>
              <a:gd name="connsiteY71" fmla="*/ 1238741 h 3791122"/>
              <a:gd name="connsiteX72" fmla="*/ 2123797 w 2520742"/>
              <a:gd name="connsiteY72" fmla="*/ 1150382 h 3791122"/>
              <a:gd name="connsiteX73" fmla="*/ 2015854 w 2520742"/>
              <a:gd name="connsiteY73" fmla="*/ 1284287 h 3791122"/>
              <a:gd name="connsiteX74" fmla="*/ 2029973 w 2520742"/>
              <a:gd name="connsiteY74" fmla="*/ 1335298 h 3791122"/>
              <a:gd name="connsiteX75" fmla="*/ 1925673 w 2520742"/>
              <a:gd name="connsiteY75" fmla="*/ 1309337 h 3791122"/>
              <a:gd name="connsiteX76" fmla="*/ 1784481 w 2520742"/>
              <a:gd name="connsiteY76" fmla="*/ 1359893 h 3791122"/>
              <a:gd name="connsiteX77" fmla="*/ 1753055 w 2520742"/>
              <a:gd name="connsiteY77" fmla="*/ 1423201 h 3791122"/>
              <a:gd name="connsiteX78" fmla="*/ 1758520 w 2520742"/>
              <a:gd name="connsiteY78" fmla="*/ 1441875 h 3791122"/>
              <a:gd name="connsiteX79" fmla="*/ 1807710 w 2520742"/>
              <a:gd name="connsiteY79" fmla="*/ 1548452 h 3791122"/>
              <a:gd name="connsiteX80" fmla="*/ 1823651 w 2520742"/>
              <a:gd name="connsiteY80" fmla="*/ 1580789 h 3791122"/>
              <a:gd name="connsiteX81" fmla="*/ 1888781 w 2520742"/>
              <a:gd name="connsiteY81" fmla="*/ 1767527 h 3791122"/>
              <a:gd name="connsiteX82" fmla="*/ 1743035 w 2520742"/>
              <a:gd name="connsiteY82" fmla="*/ 1895966 h 3791122"/>
              <a:gd name="connsiteX83" fmla="*/ 1710697 w 2520742"/>
              <a:gd name="connsiteY83" fmla="*/ 1926026 h 3791122"/>
              <a:gd name="connsiteX84" fmla="*/ 1588179 w 2520742"/>
              <a:gd name="connsiteY84" fmla="*/ 2056287 h 3791122"/>
              <a:gd name="connsiteX85" fmla="*/ 1568595 w 2520742"/>
              <a:gd name="connsiteY85" fmla="*/ 2005275 h 3791122"/>
              <a:gd name="connsiteX86" fmla="*/ 1662874 w 2520742"/>
              <a:gd name="connsiteY86" fmla="*/ 1871371 h 3791122"/>
              <a:gd name="connsiteX87" fmla="*/ 1561307 w 2520742"/>
              <a:gd name="connsiteY87" fmla="*/ 1757051 h 3791122"/>
              <a:gd name="connsiteX88" fmla="*/ 776555 w 2520742"/>
              <a:gd name="connsiteY88" fmla="*/ 1591265 h 3791122"/>
              <a:gd name="connsiteX89" fmla="*/ 709602 w 2520742"/>
              <a:gd name="connsiteY89" fmla="*/ 1654118 h 3791122"/>
              <a:gd name="connsiteX90" fmla="*/ 685919 w 2520742"/>
              <a:gd name="connsiteY90" fmla="*/ 1756596 h 3791122"/>
              <a:gd name="connsiteX91" fmla="*/ 805248 w 2520742"/>
              <a:gd name="connsiteY91" fmla="*/ 1843133 h 3791122"/>
              <a:gd name="connsiteX92" fmla="*/ 949173 w 2520742"/>
              <a:gd name="connsiteY92" fmla="*/ 1705585 h 3791122"/>
              <a:gd name="connsiteX93" fmla="*/ 960104 w 2520742"/>
              <a:gd name="connsiteY93" fmla="*/ 1756140 h 3791122"/>
              <a:gd name="connsiteX94" fmla="*/ 858992 w 2520742"/>
              <a:gd name="connsiteY94" fmla="*/ 1861806 h 3791122"/>
              <a:gd name="connsiteX95" fmla="*/ 953272 w 2520742"/>
              <a:gd name="connsiteY95" fmla="*/ 2004820 h 3791122"/>
              <a:gd name="connsiteX96" fmla="*/ 933232 w 2520742"/>
              <a:gd name="connsiteY96" fmla="*/ 2055376 h 3791122"/>
              <a:gd name="connsiteX97" fmla="*/ 804338 w 2520742"/>
              <a:gd name="connsiteY97" fmla="*/ 1901431 h 3791122"/>
              <a:gd name="connsiteX98" fmla="*/ 746494 w 2520742"/>
              <a:gd name="connsiteY98" fmla="*/ 1885946 h 3791122"/>
              <a:gd name="connsiteX99" fmla="*/ 627165 w 2520742"/>
              <a:gd name="connsiteY99" fmla="*/ 1711050 h 3791122"/>
              <a:gd name="connsiteX100" fmla="*/ 703681 w 2520742"/>
              <a:gd name="connsiteY100" fmla="*/ 1573502 h 3791122"/>
              <a:gd name="connsiteX101" fmla="*/ 712791 w 2520742"/>
              <a:gd name="connsiteY101" fmla="*/ 1557561 h 3791122"/>
              <a:gd name="connsiteX102" fmla="*/ 764257 w 2520742"/>
              <a:gd name="connsiteY102" fmla="*/ 1438231 h 3791122"/>
              <a:gd name="connsiteX103" fmla="*/ 768812 w 2520742"/>
              <a:gd name="connsiteY103" fmla="*/ 1426389 h 3791122"/>
              <a:gd name="connsiteX104" fmla="*/ 716890 w 2520742"/>
              <a:gd name="connsiteY104" fmla="*/ 1337120 h 3791122"/>
              <a:gd name="connsiteX105" fmla="*/ 578431 w 2520742"/>
              <a:gd name="connsiteY105" fmla="*/ 1310248 h 3791122"/>
              <a:gd name="connsiteX106" fmla="*/ 490527 w 2520742"/>
              <a:gd name="connsiteY106" fmla="*/ 1335298 h 3791122"/>
              <a:gd name="connsiteX107" fmla="*/ 503736 w 2520742"/>
              <a:gd name="connsiteY107" fmla="*/ 1290208 h 3791122"/>
              <a:gd name="connsiteX108" fmla="*/ 373930 w 2520742"/>
              <a:gd name="connsiteY108" fmla="*/ 1148561 h 3791122"/>
              <a:gd name="connsiteX109" fmla="*/ 227729 w 2520742"/>
              <a:gd name="connsiteY109" fmla="*/ 1266524 h 3791122"/>
              <a:gd name="connsiteX110" fmla="*/ 209966 w 2520742"/>
              <a:gd name="connsiteY110" fmla="*/ 1483777 h 3791122"/>
              <a:gd name="connsiteX111" fmla="*/ 379851 w 2520742"/>
              <a:gd name="connsiteY111" fmla="*/ 1701030 h 3791122"/>
              <a:gd name="connsiteX112" fmla="*/ 408090 w 2520742"/>
              <a:gd name="connsiteY112" fmla="*/ 1711961 h 3791122"/>
              <a:gd name="connsiteX113" fmla="*/ 398981 w 2520742"/>
              <a:gd name="connsiteY113" fmla="*/ 1763883 h 3791122"/>
              <a:gd name="connsiteX114" fmla="*/ 398525 w 2520742"/>
              <a:gd name="connsiteY114" fmla="*/ 1817172 h 3791122"/>
              <a:gd name="connsiteX115" fmla="*/ 564312 w 2520742"/>
              <a:gd name="connsiteY115" fmla="*/ 1971116 h 3791122"/>
              <a:gd name="connsiteX116" fmla="*/ 629442 w 2520742"/>
              <a:gd name="connsiteY116" fmla="*/ 1963829 h 3791122"/>
              <a:gd name="connsiteX117" fmla="*/ 628531 w 2520742"/>
              <a:gd name="connsiteY117" fmla="*/ 1979314 h 3791122"/>
              <a:gd name="connsiteX118" fmla="*/ 633086 w 2520742"/>
              <a:gd name="connsiteY118" fmla="*/ 2057198 h 3791122"/>
              <a:gd name="connsiteX119" fmla="*/ 745128 w 2520742"/>
              <a:gd name="connsiteY119" fmla="*/ 2171517 h 3791122"/>
              <a:gd name="connsiteX120" fmla="*/ 853982 w 2520742"/>
              <a:gd name="connsiteY120" fmla="*/ 2157398 h 3791122"/>
              <a:gd name="connsiteX121" fmla="*/ 877211 w 2520742"/>
              <a:gd name="connsiteY121" fmla="*/ 2162408 h 3791122"/>
              <a:gd name="connsiteX122" fmla="*/ 936876 w 2520742"/>
              <a:gd name="connsiteY122" fmla="*/ 2205677 h 3791122"/>
              <a:gd name="connsiteX123" fmla="*/ 1034799 w 2520742"/>
              <a:gd name="connsiteY123" fmla="*/ 2227539 h 3791122"/>
              <a:gd name="connsiteX124" fmla="*/ 1174169 w 2520742"/>
              <a:gd name="connsiteY124" fmla="*/ 2118684 h 3791122"/>
              <a:gd name="connsiteX125" fmla="*/ 1151851 w 2520742"/>
              <a:gd name="connsiteY125" fmla="*/ 1903253 h 3791122"/>
              <a:gd name="connsiteX126" fmla="*/ 1106761 w 2520742"/>
              <a:gd name="connsiteY126" fmla="*/ 1838123 h 3791122"/>
              <a:gd name="connsiteX127" fmla="*/ 1116326 w 2520742"/>
              <a:gd name="connsiteY127" fmla="*/ 1826736 h 3791122"/>
              <a:gd name="connsiteX128" fmla="*/ 1181912 w 2520742"/>
              <a:gd name="connsiteY128" fmla="*/ 1665504 h 3791122"/>
              <a:gd name="connsiteX129" fmla="*/ 1120880 w 2520742"/>
              <a:gd name="connsiteY129" fmla="*/ 1507916 h 3791122"/>
              <a:gd name="connsiteX130" fmla="*/ 966025 w 2520742"/>
              <a:gd name="connsiteY130" fmla="*/ 1491520 h 3791122"/>
              <a:gd name="connsiteX131" fmla="*/ 947807 w 2520742"/>
              <a:gd name="connsiteY131" fmla="*/ 1503817 h 3791122"/>
              <a:gd name="connsiteX132" fmla="*/ 878122 w 2520742"/>
              <a:gd name="connsiteY132" fmla="*/ 1466925 h 3791122"/>
              <a:gd name="connsiteX133" fmla="*/ 772456 w 2520742"/>
              <a:gd name="connsiteY133" fmla="*/ 1542531 h 3791122"/>
              <a:gd name="connsiteX134" fmla="*/ 776555 w 2520742"/>
              <a:gd name="connsiteY134" fmla="*/ 1591265 h 3791122"/>
              <a:gd name="connsiteX135" fmla="*/ 1617784 w 2520742"/>
              <a:gd name="connsiteY135" fmla="*/ 559199 h 3791122"/>
              <a:gd name="connsiteX136" fmla="*/ 1705687 w 2520742"/>
              <a:gd name="connsiteY136" fmla="*/ 673974 h 3791122"/>
              <a:gd name="connsiteX137" fmla="*/ 1827294 w 2520742"/>
              <a:gd name="connsiteY137" fmla="*/ 661677 h 3791122"/>
              <a:gd name="connsiteX138" fmla="*/ 1961199 w 2520742"/>
              <a:gd name="connsiteY138" fmla="*/ 534149 h 3791122"/>
              <a:gd name="connsiteX139" fmla="*/ 1931594 w 2520742"/>
              <a:gd name="connsiteY139" fmla="*/ 391591 h 3791122"/>
              <a:gd name="connsiteX140" fmla="*/ 1797690 w 2520742"/>
              <a:gd name="connsiteY140" fmla="*/ 358798 h 3791122"/>
              <a:gd name="connsiteX141" fmla="*/ 1781293 w 2520742"/>
              <a:gd name="connsiteY141" fmla="*/ 351966 h 3791122"/>
              <a:gd name="connsiteX142" fmla="*/ 1686103 w 2520742"/>
              <a:gd name="connsiteY142" fmla="*/ 245389 h 3791122"/>
              <a:gd name="connsiteX143" fmla="*/ 1579981 w 2520742"/>
              <a:gd name="connsiteY143" fmla="*/ 201210 h 3791122"/>
              <a:gd name="connsiteX144" fmla="*/ 1431958 w 2520742"/>
              <a:gd name="connsiteY144" fmla="*/ 279093 h 3791122"/>
              <a:gd name="connsiteX145" fmla="*/ 1404630 w 2520742"/>
              <a:gd name="connsiteY145" fmla="*/ 566031 h 3791122"/>
              <a:gd name="connsiteX146" fmla="*/ 1449265 w 2520742"/>
              <a:gd name="connsiteY146" fmla="*/ 651657 h 3791122"/>
              <a:gd name="connsiteX147" fmla="*/ 1373659 w 2520742"/>
              <a:gd name="connsiteY147" fmla="*/ 859345 h 3791122"/>
              <a:gd name="connsiteX148" fmla="*/ 1480236 w 2520742"/>
              <a:gd name="connsiteY148" fmla="*/ 1056103 h 3791122"/>
              <a:gd name="connsiteX149" fmla="*/ 1411462 w 2520742"/>
              <a:gd name="connsiteY149" fmla="*/ 1434588 h 3791122"/>
              <a:gd name="connsiteX150" fmla="*/ 1415561 w 2520742"/>
              <a:gd name="connsiteY150" fmla="*/ 1434132 h 3791122"/>
              <a:gd name="connsiteX151" fmla="*/ 1568139 w 2520742"/>
              <a:gd name="connsiteY151" fmla="*/ 1434588 h 3791122"/>
              <a:gd name="connsiteX152" fmla="*/ 1578615 w 2520742"/>
              <a:gd name="connsiteY152" fmla="*/ 1433221 h 3791122"/>
              <a:gd name="connsiteX153" fmla="*/ 1698400 w 2520742"/>
              <a:gd name="connsiteY153" fmla="*/ 1409537 h 3791122"/>
              <a:gd name="connsiteX154" fmla="*/ 1957555 w 2520742"/>
              <a:gd name="connsiteY154" fmla="*/ 1255593 h 3791122"/>
              <a:gd name="connsiteX155" fmla="*/ 1978506 w 2520742"/>
              <a:gd name="connsiteY155" fmla="*/ 1171333 h 3791122"/>
              <a:gd name="connsiteX156" fmla="*/ 1912009 w 2520742"/>
              <a:gd name="connsiteY156" fmla="*/ 1150382 h 3791122"/>
              <a:gd name="connsiteX157" fmla="*/ 1848701 w 2520742"/>
              <a:gd name="connsiteY157" fmla="*/ 1113035 h 3791122"/>
              <a:gd name="connsiteX158" fmla="*/ 1637824 w 2520742"/>
              <a:gd name="connsiteY158" fmla="*/ 1144006 h 3791122"/>
              <a:gd name="connsiteX159" fmla="*/ 1543089 w 2520742"/>
              <a:gd name="connsiteY159" fmla="*/ 1234642 h 3791122"/>
              <a:gd name="connsiteX160" fmla="*/ 1522593 w 2520742"/>
              <a:gd name="connsiteY160" fmla="*/ 1184542 h 3791122"/>
              <a:gd name="connsiteX161" fmla="*/ 1600021 w 2520742"/>
              <a:gd name="connsiteY161" fmla="*/ 1072044 h 3791122"/>
              <a:gd name="connsiteX162" fmla="*/ 1542634 w 2520742"/>
              <a:gd name="connsiteY162" fmla="*/ 948159 h 3791122"/>
              <a:gd name="connsiteX163" fmla="*/ 1573605 w 2520742"/>
              <a:gd name="connsiteY163" fmla="*/ 903069 h 3791122"/>
              <a:gd name="connsiteX164" fmla="*/ 1585447 w 2520742"/>
              <a:gd name="connsiteY164" fmla="*/ 911267 h 3791122"/>
              <a:gd name="connsiteX165" fmla="*/ 1655587 w 2520742"/>
              <a:gd name="connsiteY165" fmla="*/ 1071588 h 3791122"/>
              <a:gd name="connsiteX166" fmla="*/ 1661508 w 2520742"/>
              <a:gd name="connsiteY166" fmla="*/ 1090717 h 3791122"/>
              <a:gd name="connsiteX167" fmla="*/ 1809076 w 2520742"/>
              <a:gd name="connsiteY167" fmla="*/ 1074321 h 3791122"/>
              <a:gd name="connsiteX168" fmla="*/ 1811809 w 2520742"/>
              <a:gd name="connsiteY168" fmla="*/ 1054281 h 3791122"/>
              <a:gd name="connsiteX169" fmla="*/ 1800878 w 2520742"/>
              <a:gd name="connsiteY169" fmla="*/ 963189 h 3791122"/>
              <a:gd name="connsiteX170" fmla="*/ 1794502 w 2520742"/>
              <a:gd name="connsiteY170" fmla="*/ 948159 h 3791122"/>
              <a:gd name="connsiteX171" fmla="*/ 1733470 w 2520742"/>
              <a:gd name="connsiteY171" fmla="*/ 790116 h 3791122"/>
              <a:gd name="connsiteX172" fmla="*/ 1748045 w 2520742"/>
              <a:gd name="connsiteY172" fmla="*/ 733184 h 3791122"/>
              <a:gd name="connsiteX173" fmla="*/ 1645567 w 2520742"/>
              <a:gd name="connsiteY173" fmla="*/ 704945 h 3791122"/>
              <a:gd name="connsiteX174" fmla="*/ 1563129 w 2520742"/>
              <a:gd name="connsiteY174" fmla="*/ 573318 h 3791122"/>
              <a:gd name="connsiteX175" fmla="*/ 1543089 w 2520742"/>
              <a:gd name="connsiteY175" fmla="*/ 542803 h 3791122"/>
              <a:gd name="connsiteX176" fmla="*/ 1453820 w 2520742"/>
              <a:gd name="connsiteY176" fmla="*/ 433948 h 3791122"/>
              <a:gd name="connsiteX177" fmla="*/ 1506197 w 2520742"/>
              <a:gd name="connsiteY177" fmla="*/ 421651 h 3791122"/>
              <a:gd name="connsiteX178" fmla="*/ 1597289 w 2520742"/>
              <a:gd name="connsiteY178" fmla="*/ 501356 h 3791122"/>
              <a:gd name="connsiteX179" fmla="*/ 1711608 w 2520742"/>
              <a:gd name="connsiteY179" fmla="*/ 453077 h 3791122"/>
              <a:gd name="connsiteX180" fmla="*/ 1752599 w 2520742"/>
              <a:gd name="connsiteY180" fmla="*/ 489514 h 3791122"/>
              <a:gd name="connsiteX181" fmla="*/ 1617784 w 2520742"/>
              <a:gd name="connsiteY181" fmla="*/ 559199 h 3791122"/>
              <a:gd name="connsiteX182" fmla="*/ 1068047 w 2520742"/>
              <a:gd name="connsiteY182" fmla="*/ 433948 h 3791122"/>
              <a:gd name="connsiteX183" fmla="*/ 975134 w 2520742"/>
              <a:gd name="connsiteY183" fmla="*/ 544624 h 3791122"/>
              <a:gd name="connsiteX184" fmla="*/ 959193 w 2520742"/>
              <a:gd name="connsiteY184" fmla="*/ 566942 h 3791122"/>
              <a:gd name="connsiteX185" fmla="*/ 818457 w 2520742"/>
              <a:gd name="connsiteY185" fmla="*/ 726807 h 3791122"/>
              <a:gd name="connsiteX186" fmla="*/ 772000 w 2520742"/>
              <a:gd name="connsiteY186" fmla="*/ 734095 h 3791122"/>
              <a:gd name="connsiteX187" fmla="*/ 775644 w 2520742"/>
              <a:gd name="connsiteY187" fmla="*/ 744570 h 3791122"/>
              <a:gd name="connsiteX188" fmla="*/ 723722 w 2520742"/>
              <a:gd name="connsiteY188" fmla="*/ 949981 h 3791122"/>
              <a:gd name="connsiteX189" fmla="*/ 719622 w 2520742"/>
              <a:gd name="connsiteY189" fmla="*/ 962279 h 3791122"/>
              <a:gd name="connsiteX190" fmla="*/ 709147 w 2520742"/>
              <a:gd name="connsiteY190" fmla="*/ 1056103 h 3791122"/>
              <a:gd name="connsiteX191" fmla="*/ 710969 w 2520742"/>
              <a:gd name="connsiteY191" fmla="*/ 1071588 h 3791122"/>
              <a:gd name="connsiteX192" fmla="*/ 859903 w 2520742"/>
              <a:gd name="connsiteY192" fmla="*/ 1090262 h 3791122"/>
              <a:gd name="connsiteX193" fmla="*/ 865824 w 2520742"/>
              <a:gd name="connsiteY193" fmla="*/ 1077054 h 3791122"/>
              <a:gd name="connsiteX194" fmla="*/ 870834 w 2520742"/>
              <a:gd name="connsiteY194" fmla="*/ 1014201 h 3791122"/>
              <a:gd name="connsiteX195" fmla="*/ 947351 w 2520742"/>
              <a:gd name="connsiteY195" fmla="*/ 902614 h 3791122"/>
              <a:gd name="connsiteX196" fmla="*/ 978322 w 2520742"/>
              <a:gd name="connsiteY196" fmla="*/ 947704 h 3791122"/>
              <a:gd name="connsiteX197" fmla="*/ 920935 w 2520742"/>
              <a:gd name="connsiteY197" fmla="*/ 1070677 h 3791122"/>
              <a:gd name="connsiteX198" fmla="*/ 998362 w 2520742"/>
              <a:gd name="connsiteY198" fmla="*/ 1184086 h 3791122"/>
              <a:gd name="connsiteX199" fmla="*/ 977867 w 2520742"/>
              <a:gd name="connsiteY199" fmla="*/ 1234186 h 3791122"/>
              <a:gd name="connsiteX200" fmla="*/ 883132 w 2520742"/>
              <a:gd name="connsiteY200" fmla="*/ 1143550 h 3791122"/>
              <a:gd name="connsiteX201" fmla="*/ 669978 w 2520742"/>
              <a:gd name="connsiteY201" fmla="*/ 1110758 h 3791122"/>
              <a:gd name="connsiteX202" fmla="*/ 542450 w 2520742"/>
              <a:gd name="connsiteY202" fmla="*/ 1169512 h 3791122"/>
              <a:gd name="connsiteX203" fmla="*/ 564312 w 2520742"/>
              <a:gd name="connsiteY203" fmla="*/ 1256504 h 3791122"/>
              <a:gd name="connsiteX204" fmla="*/ 725088 w 2520742"/>
              <a:gd name="connsiteY204" fmla="*/ 1277000 h 3791122"/>
              <a:gd name="connsiteX205" fmla="*/ 822556 w 2520742"/>
              <a:gd name="connsiteY205" fmla="*/ 1408627 h 3791122"/>
              <a:gd name="connsiteX206" fmla="*/ 943707 w 2520742"/>
              <a:gd name="connsiteY206" fmla="*/ 1432766 h 3791122"/>
              <a:gd name="connsiteX207" fmla="*/ 958282 w 2520742"/>
              <a:gd name="connsiteY207" fmla="*/ 1432310 h 3791122"/>
              <a:gd name="connsiteX208" fmla="*/ 1024323 w 2520742"/>
              <a:gd name="connsiteY208" fmla="*/ 1420013 h 3791122"/>
              <a:gd name="connsiteX209" fmla="*/ 1113137 w 2520742"/>
              <a:gd name="connsiteY209" fmla="*/ 1430944 h 3791122"/>
              <a:gd name="connsiteX210" fmla="*/ 1151851 w 2520742"/>
              <a:gd name="connsiteY210" fmla="*/ 1273356 h 3791122"/>
              <a:gd name="connsiteX211" fmla="*/ 1042086 w 2520742"/>
              <a:gd name="connsiteY211" fmla="*/ 1055647 h 3791122"/>
              <a:gd name="connsiteX212" fmla="*/ 1072602 w 2520742"/>
              <a:gd name="connsiteY212" fmla="*/ 649379 h 3791122"/>
              <a:gd name="connsiteX213" fmla="*/ 1114048 w 2520742"/>
              <a:gd name="connsiteY213" fmla="*/ 569219 h 3791122"/>
              <a:gd name="connsiteX214" fmla="*/ 1095830 w 2520742"/>
              <a:gd name="connsiteY214" fmla="*/ 284103 h 3791122"/>
              <a:gd name="connsiteX215" fmla="*/ 995630 w 2520742"/>
              <a:gd name="connsiteY215" fmla="*/ 206220 h 3791122"/>
              <a:gd name="connsiteX216" fmla="*/ 860359 w 2520742"/>
              <a:gd name="connsiteY216" fmla="*/ 231725 h 3791122"/>
              <a:gd name="connsiteX217" fmla="*/ 741029 w 2520742"/>
              <a:gd name="connsiteY217" fmla="*/ 351510 h 3791122"/>
              <a:gd name="connsiteX218" fmla="*/ 721900 w 2520742"/>
              <a:gd name="connsiteY218" fmla="*/ 357887 h 3791122"/>
              <a:gd name="connsiteX219" fmla="*/ 631264 w 2520742"/>
              <a:gd name="connsiteY219" fmla="*/ 361986 h 3791122"/>
              <a:gd name="connsiteX220" fmla="*/ 579342 w 2520742"/>
              <a:gd name="connsiteY220" fmla="*/ 570585 h 3791122"/>
              <a:gd name="connsiteX221" fmla="*/ 772000 w 2520742"/>
              <a:gd name="connsiteY221" fmla="*/ 678984 h 3791122"/>
              <a:gd name="connsiteX222" fmla="*/ 904538 w 2520742"/>
              <a:gd name="connsiteY222" fmla="*/ 560565 h 3791122"/>
              <a:gd name="connsiteX223" fmla="*/ 769723 w 2520742"/>
              <a:gd name="connsiteY223" fmla="*/ 489059 h 3791122"/>
              <a:gd name="connsiteX224" fmla="*/ 809347 w 2520742"/>
              <a:gd name="connsiteY224" fmla="*/ 454444 h 3791122"/>
              <a:gd name="connsiteX225" fmla="*/ 1016581 w 2520742"/>
              <a:gd name="connsiteY225" fmla="*/ 422562 h 3791122"/>
              <a:gd name="connsiteX226" fmla="*/ 1068047 w 2520742"/>
              <a:gd name="connsiteY226" fmla="*/ 433948 h 3791122"/>
              <a:gd name="connsiteX227" fmla="*/ 637185 w 2520742"/>
              <a:gd name="connsiteY227" fmla="*/ 921743 h 3791122"/>
              <a:gd name="connsiteX228" fmla="*/ 676354 w 2520742"/>
              <a:gd name="connsiteY228" fmla="*/ 912178 h 3791122"/>
              <a:gd name="connsiteX229" fmla="*/ 736019 w 2520742"/>
              <a:gd name="connsiteY229" fmla="*/ 791938 h 3791122"/>
              <a:gd name="connsiteX230" fmla="*/ 671799 w 2520742"/>
              <a:gd name="connsiteY230" fmla="*/ 712688 h 3791122"/>
              <a:gd name="connsiteX231" fmla="*/ 514667 w 2520742"/>
              <a:gd name="connsiteY231" fmla="*/ 565120 h 3791122"/>
              <a:gd name="connsiteX232" fmla="*/ 506468 w 2520742"/>
              <a:gd name="connsiteY232" fmla="*/ 546902 h 3791122"/>
              <a:gd name="connsiteX233" fmla="*/ 383040 w 2520742"/>
              <a:gd name="connsiteY233" fmla="*/ 655756 h 3791122"/>
              <a:gd name="connsiteX234" fmla="*/ 423120 w 2520742"/>
              <a:gd name="connsiteY234" fmla="*/ 810156 h 3791122"/>
              <a:gd name="connsiteX235" fmla="*/ 431773 w 2520742"/>
              <a:gd name="connsiteY235" fmla="*/ 821998 h 3791122"/>
              <a:gd name="connsiteX236" fmla="*/ 242759 w 2520742"/>
              <a:gd name="connsiteY236" fmla="*/ 970932 h 3791122"/>
              <a:gd name="connsiteX237" fmla="*/ 275552 w 2520742"/>
              <a:gd name="connsiteY237" fmla="*/ 1126699 h 3791122"/>
              <a:gd name="connsiteX238" fmla="*/ 465933 w 2520742"/>
              <a:gd name="connsiteY238" fmla="*/ 1108025 h 3791122"/>
              <a:gd name="connsiteX239" fmla="*/ 640373 w 2520742"/>
              <a:gd name="connsiteY239" fmla="*/ 1064301 h 3791122"/>
              <a:gd name="connsiteX240" fmla="*/ 659502 w 2520742"/>
              <a:gd name="connsiteY240" fmla="*/ 955447 h 3791122"/>
              <a:gd name="connsiteX241" fmla="*/ 637185 w 2520742"/>
              <a:gd name="connsiteY241" fmla="*/ 921743 h 3791122"/>
              <a:gd name="connsiteX242" fmla="*/ 2016309 w 2520742"/>
              <a:gd name="connsiteY242" fmla="*/ 546902 h 3791122"/>
              <a:gd name="connsiteX243" fmla="*/ 2013121 w 2520742"/>
              <a:gd name="connsiteY243" fmla="*/ 552823 h 3791122"/>
              <a:gd name="connsiteX244" fmla="*/ 1842325 w 2520742"/>
              <a:gd name="connsiteY244" fmla="*/ 715876 h 3791122"/>
              <a:gd name="connsiteX245" fmla="*/ 1800878 w 2520742"/>
              <a:gd name="connsiteY245" fmla="*/ 751402 h 3791122"/>
              <a:gd name="connsiteX246" fmla="*/ 1785848 w 2520742"/>
              <a:gd name="connsiteY246" fmla="*/ 829741 h 3791122"/>
              <a:gd name="connsiteX247" fmla="*/ 1851434 w 2520742"/>
              <a:gd name="connsiteY247" fmla="*/ 913545 h 3791122"/>
              <a:gd name="connsiteX248" fmla="*/ 1886504 w 2520742"/>
              <a:gd name="connsiteY248" fmla="*/ 920376 h 3791122"/>
              <a:gd name="connsiteX249" fmla="*/ 1880127 w 2520742"/>
              <a:gd name="connsiteY249" fmla="*/ 929030 h 3791122"/>
              <a:gd name="connsiteX250" fmla="*/ 1853711 w 2520742"/>
              <a:gd name="connsiteY250" fmla="*/ 990517 h 3791122"/>
              <a:gd name="connsiteX251" fmla="*/ 1910643 w 2520742"/>
              <a:gd name="connsiteY251" fmla="*/ 1085252 h 3791122"/>
              <a:gd name="connsiteX252" fmla="*/ 2071419 w 2520742"/>
              <a:gd name="connsiteY252" fmla="*/ 1104381 h 3791122"/>
              <a:gd name="connsiteX253" fmla="*/ 2237206 w 2520742"/>
              <a:gd name="connsiteY253" fmla="*/ 1121689 h 3791122"/>
              <a:gd name="connsiteX254" fmla="*/ 2248137 w 2520742"/>
              <a:gd name="connsiteY254" fmla="*/ 1126243 h 3791122"/>
              <a:gd name="connsiteX255" fmla="*/ 2276831 w 2520742"/>
              <a:gd name="connsiteY255" fmla="*/ 958635 h 3791122"/>
              <a:gd name="connsiteX256" fmla="*/ 2092371 w 2520742"/>
              <a:gd name="connsiteY256" fmla="*/ 821998 h 3791122"/>
              <a:gd name="connsiteX257" fmla="*/ 2092371 w 2520742"/>
              <a:gd name="connsiteY257" fmla="*/ 820176 h 3791122"/>
              <a:gd name="connsiteX258" fmla="*/ 2096925 w 2520742"/>
              <a:gd name="connsiteY258" fmla="*/ 814255 h 3791122"/>
              <a:gd name="connsiteX259" fmla="*/ 2142471 w 2520742"/>
              <a:gd name="connsiteY259" fmla="*/ 691737 h 3791122"/>
              <a:gd name="connsiteX260" fmla="*/ 2016309 w 2520742"/>
              <a:gd name="connsiteY260" fmla="*/ 546902 h 3791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</a:cxnLst>
            <a:rect l="l" t="t" r="r" b="b"/>
            <a:pathLst>
              <a:path w="2520742" h="3791122">
                <a:moveTo>
                  <a:pt x="1382768" y="3791123"/>
                </a:moveTo>
                <a:cubicBezTo>
                  <a:pt x="1302608" y="3791123"/>
                  <a:pt x="1222903" y="3791123"/>
                  <a:pt x="1142742" y="3791123"/>
                </a:cubicBezTo>
                <a:cubicBezTo>
                  <a:pt x="1140920" y="3790212"/>
                  <a:pt x="1139099" y="3789301"/>
                  <a:pt x="1137277" y="3788846"/>
                </a:cubicBezTo>
                <a:cubicBezTo>
                  <a:pt x="1068047" y="3779281"/>
                  <a:pt x="1022957" y="3736923"/>
                  <a:pt x="1009293" y="3668605"/>
                </a:cubicBezTo>
                <a:cubicBezTo>
                  <a:pt x="1003828" y="3642644"/>
                  <a:pt x="1003828" y="3642644"/>
                  <a:pt x="976500" y="3640822"/>
                </a:cubicBezTo>
                <a:cubicBezTo>
                  <a:pt x="855804" y="3633079"/>
                  <a:pt x="769723" y="3536522"/>
                  <a:pt x="775188" y="3416282"/>
                </a:cubicBezTo>
                <a:cubicBezTo>
                  <a:pt x="775188" y="3411727"/>
                  <a:pt x="774277" y="3406262"/>
                  <a:pt x="771545" y="3403073"/>
                </a:cubicBezTo>
                <a:cubicBezTo>
                  <a:pt x="715979" y="3342498"/>
                  <a:pt x="711880" y="3272813"/>
                  <a:pt x="741029" y="3200395"/>
                </a:cubicBezTo>
                <a:cubicBezTo>
                  <a:pt x="750594" y="3176711"/>
                  <a:pt x="750594" y="3161681"/>
                  <a:pt x="737841" y="3138908"/>
                </a:cubicBezTo>
                <a:cubicBezTo>
                  <a:pt x="704137" y="3078333"/>
                  <a:pt x="709602" y="3015935"/>
                  <a:pt x="738752" y="2954448"/>
                </a:cubicBezTo>
                <a:cubicBezTo>
                  <a:pt x="741029" y="2949438"/>
                  <a:pt x="741940" y="2940784"/>
                  <a:pt x="739207" y="2936230"/>
                </a:cubicBezTo>
                <a:cubicBezTo>
                  <a:pt x="693661" y="2862446"/>
                  <a:pt x="697760" y="2789573"/>
                  <a:pt x="742395" y="2717155"/>
                </a:cubicBezTo>
                <a:cubicBezTo>
                  <a:pt x="747405" y="2709412"/>
                  <a:pt x="746950" y="2704402"/>
                  <a:pt x="742851" y="2696204"/>
                </a:cubicBezTo>
                <a:cubicBezTo>
                  <a:pt x="728732" y="2669787"/>
                  <a:pt x="714612" y="2642915"/>
                  <a:pt x="702771" y="2615588"/>
                </a:cubicBezTo>
                <a:cubicBezTo>
                  <a:pt x="682730" y="2569587"/>
                  <a:pt x="666789" y="2521764"/>
                  <a:pt x="645383" y="2476218"/>
                </a:cubicBezTo>
                <a:cubicBezTo>
                  <a:pt x="599382" y="2378750"/>
                  <a:pt x="531974" y="2296313"/>
                  <a:pt x="460467" y="2217063"/>
                </a:cubicBezTo>
                <a:cubicBezTo>
                  <a:pt x="395792" y="2145101"/>
                  <a:pt x="327929" y="2076327"/>
                  <a:pt x="266442" y="2001632"/>
                </a:cubicBezTo>
                <a:cubicBezTo>
                  <a:pt x="117963" y="1822637"/>
                  <a:pt x="33248" y="1615860"/>
                  <a:pt x="8198" y="1384487"/>
                </a:cubicBezTo>
                <a:cubicBezTo>
                  <a:pt x="5465" y="1357615"/>
                  <a:pt x="2733" y="1330743"/>
                  <a:pt x="0" y="1303871"/>
                </a:cubicBezTo>
                <a:cubicBezTo>
                  <a:pt x="0" y="1264247"/>
                  <a:pt x="0" y="1225077"/>
                  <a:pt x="0" y="1185453"/>
                </a:cubicBezTo>
                <a:cubicBezTo>
                  <a:pt x="911" y="1181354"/>
                  <a:pt x="1822" y="1176799"/>
                  <a:pt x="2277" y="1172700"/>
                </a:cubicBezTo>
                <a:cubicBezTo>
                  <a:pt x="14119" y="976398"/>
                  <a:pt x="66952" y="791938"/>
                  <a:pt x="165331" y="622052"/>
                </a:cubicBezTo>
                <a:cubicBezTo>
                  <a:pt x="339316" y="321906"/>
                  <a:pt x="592550" y="123782"/>
                  <a:pt x="930499" y="38611"/>
                </a:cubicBezTo>
                <a:cubicBezTo>
                  <a:pt x="1110860" y="-6934"/>
                  <a:pt x="1293954" y="-9212"/>
                  <a:pt x="1477048" y="16294"/>
                </a:cubicBezTo>
                <a:cubicBezTo>
                  <a:pt x="1710242" y="48631"/>
                  <a:pt x="1918841" y="140634"/>
                  <a:pt x="2093281" y="298677"/>
                </a:cubicBezTo>
                <a:cubicBezTo>
                  <a:pt x="2414379" y="590626"/>
                  <a:pt x="2555115" y="955902"/>
                  <a:pt x="2513669" y="1388131"/>
                </a:cubicBezTo>
                <a:cubicBezTo>
                  <a:pt x="2491806" y="1614038"/>
                  <a:pt x="2406181" y="1816716"/>
                  <a:pt x="2264078" y="1993434"/>
                </a:cubicBezTo>
                <a:cubicBezTo>
                  <a:pt x="2205324" y="2066307"/>
                  <a:pt x="2140194" y="2134170"/>
                  <a:pt x="2075519" y="2202033"/>
                </a:cubicBezTo>
                <a:cubicBezTo>
                  <a:pt x="1967575" y="2314986"/>
                  <a:pt x="1880583" y="2440693"/>
                  <a:pt x="1829116" y="2589627"/>
                </a:cubicBezTo>
                <a:cubicBezTo>
                  <a:pt x="1816363" y="2626064"/>
                  <a:pt x="1797234" y="2660678"/>
                  <a:pt x="1779927" y="2695293"/>
                </a:cubicBezTo>
                <a:cubicBezTo>
                  <a:pt x="1775372" y="2704402"/>
                  <a:pt x="1774917" y="2709868"/>
                  <a:pt x="1780382" y="2718521"/>
                </a:cubicBezTo>
                <a:cubicBezTo>
                  <a:pt x="1823195" y="2788662"/>
                  <a:pt x="1827750" y="2860168"/>
                  <a:pt x="1784481" y="2932131"/>
                </a:cubicBezTo>
                <a:cubicBezTo>
                  <a:pt x="1779016" y="2941240"/>
                  <a:pt x="1779016" y="2946705"/>
                  <a:pt x="1783571" y="2955814"/>
                </a:cubicBezTo>
                <a:cubicBezTo>
                  <a:pt x="1813631" y="3017757"/>
                  <a:pt x="1818185" y="3081065"/>
                  <a:pt x="1783115" y="3141186"/>
                </a:cubicBezTo>
                <a:cubicBezTo>
                  <a:pt x="1770818" y="3162137"/>
                  <a:pt x="1771729" y="3175800"/>
                  <a:pt x="1780382" y="3197207"/>
                </a:cubicBezTo>
                <a:cubicBezTo>
                  <a:pt x="1809987" y="3270536"/>
                  <a:pt x="1807254" y="3340676"/>
                  <a:pt x="1750778" y="3402618"/>
                </a:cubicBezTo>
                <a:cubicBezTo>
                  <a:pt x="1748045" y="3405806"/>
                  <a:pt x="1746679" y="3411727"/>
                  <a:pt x="1747134" y="3415826"/>
                </a:cubicBezTo>
                <a:cubicBezTo>
                  <a:pt x="1756699" y="3511928"/>
                  <a:pt x="1682004" y="3631257"/>
                  <a:pt x="1543089" y="3640367"/>
                </a:cubicBezTo>
                <a:cubicBezTo>
                  <a:pt x="1517584" y="3642188"/>
                  <a:pt x="1517584" y="3642188"/>
                  <a:pt x="1512574" y="3667239"/>
                </a:cubicBezTo>
                <a:cubicBezTo>
                  <a:pt x="1499365" y="3730092"/>
                  <a:pt x="1462929" y="3770627"/>
                  <a:pt x="1399620" y="3786568"/>
                </a:cubicBezTo>
                <a:cubicBezTo>
                  <a:pt x="1394155" y="3788390"/>
                  <a:pt x="1388234" y="3789757"/>
                  <a:pt x="1382768" y="3791123"/>
                </a:cubicBezTo>
                <a:close/>
                <a:moveTo>
                  <a:pt x="1561307" y="1757051"/>
                </a:moveTo>
                <a:cubicBezTo>
                  <a:pt x="1565407" y="1739289"/>
                  <a:pt x="1569050" y="1721981"/>
                  <a:pt x="1573149" y="1704218"/>
                </a:cubicBezTo>
                <a:cubicBezTo>
                  <a:pt x="1649666" y="1722892"/>
                  <a:pt x="1697034" y="1768893"/>
                  <a:pt x="1716163" y="1844499"/>
                </a:cubicBezTo>
                <a:cubicBezTo>
                  <a:pt x="1743946" y="1841311"/>
                  <a:pt x="1769451" y="1833568"/>
                  <a:pt x="1791313" y="1818083"/>
                </a:cubicBezTo>
                <a:cubicBezTo>
                  <a:pt x="1823195" y="1795765"/>
                  <a:pt x="1840503" y="1765249"/>
                  <a:pt x="1839136" y="1725169"/>
                </a:cubicBezTo>
                <a:cubicBezTo>
                  <a:pt x="1837314" y="1683267"/>
                  <a:pt x="1816363" y="1651385"/>
                  <a:pt x="1785848" y="1624969"/>
                </a:cubicBezTo>
                <a:cubicBezTo>
                  <a:pt x="1773095" y="1614038"/>
                  <a:pt x="1758065" y="1604929"/>
                  <a:pt x="1744857" y="1595364"/>
                </a:cubicBezTo>
                <a:cubicBezTo>
                  <a:pt x="1746223" y="1577146"/>
                  <a:pt x="1749411" y="1559838"/>
                  <a:pt x="1748956" y="1542075"/>
                </a:cubicBezTo>
                <a:cubicBezTo>
                  <a:pt x="1747134" y="1483322"/>
                  <a:pt x="1707054" y="1451440"/>
                  <a:pt x="1650577" y="1467381"/>
                </a:cubicBezTo>
                <a:cubicBezTo>
                  <a:pt x="1623705" y="1475123"/>
                  <a:pt x="1599566" y="1491520"/>
                  <a:pt x="1572238" y="1504728"/>
                </a:cubicBezTo>
                <a:cubicBezTo>
                  <a:pt x="1564496" y="1500174"/>
                  <a:pt x="1553109" y="1491975"/>
                  <a:pt x="1540812" y="1486054"/>
                </a:cubicBezTo>
                <a:cubicBezTo>
                  <a:pt x="1518950" y="1475123"/>
                  <a:pt x="1495266" y="1470569"/>
                  <a:pt x="1470671" y="1474668"/>
                </a:cubicBezTo>
                <a:cubicBezTo>
                  <a:pt x="1425126" y="1482411"/>
                  <a:pt x="1391877" y="1508372"/>
                  <a:pt x="1369560" y="1547086"/>
                </a:cubicBezTo>
                <a:cubicBezTo>
                  <a:pt x="1319915" y="1634078"/>
                  <a:pt x="1331301" y="1718793"/>
                  <a:pt x="1383679" y="1800775"/>
                </a:cubicBezTo>
                <a:cubicBezTo>
                  <a:pt x="1392788" y="1815350"/>
                  <a:pt x="1404175" y="1828103"/>
                  <a:pt x="1411917" y="1838123"/>
                </a:cubicBezTo>
                <a:cubicBezTo>
                  <a:pt x="1390966" y="1873193"/>
                  <a:pt x="1367283" y="1904619"/>
                  <a:pt x="1352253" y="1940145"/>
                </a:cubicBezTo>
                <a:cubicBezTo>
                  <a:pt x="1319915" y="2015295"/>
                  <a:pt x="1319915" y="2090446"/>
                  <a:pt x="1368194" y="2159675"/>
                </a:cubicBezTo>
                <a:cubicBezTo>
                  <a:pt x="1406907" y="2214786"/>
                  <a:pt x="1461107" y="2239380"/>
                  <a:pt x="1528970" y="2227539"/>
                </a:cubicBezTo>
                <a:cubicBezTo>
                  <a:pt x="1574516" y="2219796"/>
                  <a:pt x="1611863" y="2195201"/>
                  <a:pt x="1645112" y="2163319"/>
                </a:cubicBezTo>
                <a:cubicBezTo>
                  <a:pt x="1651943" y="2156943"/>
                  <a:pt x="1656953" y="2156032"/>
                  <a:pt x="1666063" y="2159220"/>
                </a:cubicBezTo>
                <a:cubicBezTo>
                  <a:pt x="1684281" y="2165141"/>
                  <a:pt x="1702955" y="2170151"/>
                  <a:pt x="1721628" y="2173795"/>
                </a:cubicBezTo>
                <a:cubicBezTo>
                  <a:pt x="1782204" y="2184270"/>
                  <a:pt x="1837770" y="2161497"/>
                  <a:pt x="1866919" y="2113674"/>
                </a:cubicBezTo>
                <a:cubicBezTo>
                  <a:pt x="1882405" y="2089080"/>
                  <a:pt x="1890603" y="2061752"/>
                  <a:pt x="1891969" y="2032603"/>
                </a:cubicBezTo>
                <a:cubicBezTo>
                  <a:pt x="1892880" y="2010286"/>
                  <a:pt x="1891969" y="1987513"/>
                  <a:pt x="1891969" y="1965195"/>
                </a:cubicBezTo>
                <a:cubicBezTo>
                  <a:pt x="1905633" y="1967472"/>
                  <a:pt x="1918386" y="1969750"/>
                  <a:pt x="1931139" y="1971572"/>
                </a:cubicBezTo>
                <a:cubicBezTo>
                  <a:pt x="2033617" y="1986602"/>
                  <a:pt x="2119243" y="1916917"/>
                  <a:pt x="2122431" y="1813528"/>
                </a:cubicBezTo>
                <a:cubicBezTo>
                  <a:pt x="2123342" y="1780735"/>
                  <a:pt x="2118332" y="1747487"/>
                  <a:pt x="2116054" y="1712872"/>
                </a:cubicBezTo>
                <a:cubicBezTo>
                  <a:pt x="2114233" y="1713783"/>
                  <a:pt x="2115143" y="1713327"/>
                  <a:pt x="2116054" y="1712872"/>
                </a:cubicBezTo>
                <a:cubicBezTo>
                  <a:pt x="2118787" y="1711961"/>
                  <a:pt x="2121520" y="1711050"/>
                  <a:pt x="2124253" y="1709684"/>
                </a:cubicBezTo>
                <a:cubicBezTo>
                  <a:pt x="2175264" y="1690555"/>
                  <a:pt x="2218532" y="1660494"/>
                  <a:pt x="2252236" y="1617681"/>
                </a:cubicBezTo>
                <a:cubicBezTo>
                  <a:pt x="2331030" y="1517481"/>
                  <a:pt x="2343783" y="1349417"/>
                  <a:pt x="2280019" y="1238741"/>
                </a:cubicBezTo>
                <a:cubicBezTo>
                  <a:pt x="2245404" y="1178621"/>
                  <a:pt x="2193027" y="1149016"/>
                  <a:pt x="2123797" y="1150382"/>
                </a:cubicBezTo>
                <a:cubicBezTo>
                  <a:pt x="2045003" y="1151749"/>
                  <a:pt x="2000368" y="1206859"/>
                  <a:pt x="2015854" y="1284287"/>
                </a:cubicBezTo>
                <a:cubicBezTo>
                  <a:pt x="2019497" y="1302960"/>
                  <a:pt x="2025874" y="1320723"/>
                  <a:pt x="2029973" y="1335298"/>
                </a:cubicBezTo>
                <a:cubicBezTo>
                  <a:pt x="1996269" y="1326644"/>
                  <a:pt x="1961199" y="1314802"/>
                  <a:pt x="1925673" y="1309337"/>
                </a:cubicBezTo>
                <a:cubicBezTo>
                  <a:pt x="1870563" y="1300683"/>
                  <a:pt x="1819552" y="1312070"/>
                  <a:pt x="1784481" y="1359893"/>
                </a:cubicBezTo>
                <a:cubicBezTo>
                  <a:pt x="1770818" y="1378566"/>
                  <a:pt x="1763075" y="1401795"/>
                  <a:pt x="1753055" y="1423201"/>
                </a:cubicBezTo>
                <a:cubicBezTo>
                  <a:pt x="1749411" y="1430488"/>
                  <a:pt x="1751233" y="1435954"/>
                  <a:pt x="1758520" y="1441875"/>
                </a:cubicBezTo>
                <a:cubicBezTo>
                  <a:pt x="1790858" y="1469658"/>
                  <a:pt x="1807710" y="1506094"/>
                  <a:pt x="1807710" y="1548452"/>
                </a:cubicBezTo>
                <a:cubicBezTo>
                  <a:pt x="1807710" y="1563938"/>
                  <a:pt x="1812720" y="1571680"/>
                  <a:pt x="1823651" y="1580789"/>
                </a:cubicBezTo>
                <a:cubicBezTo>
                  <a:pt x="1882405" y="1629979"/>
                  <a:pt x="1908821" y="1691921"/>
                  <a:pt x="1888781" y="1767527"/>
                </a:cubicBezTo>
                <a:cubicBezTo>
                  <a:pt x="1869196" y="1841311"/>
                  <a:pt x="1815453" y="1880936"/>
                  <a:pt x="1743035" y="1895966"/>
                </a:cubicBezTo>
                <a:cubicBezTo>
                  <a:pt x="1723450" y="1900065"/>
                  <a:pt x="1716163" y="1906441"/>
                  <a:pt x="1710697" y="1926026"/>
                </a:cubicBezTo>
                <a:cubicBezTo>
                  <a:pt x="1692935" y="1989334"/>
                  <a:pt x="1649211" y="2030326"/>
                  <a:pt x="1588179" y="2056287"/>
                </a:cubicBezTo>
                <a:cubicBezTo>
                  <a:pt x="1581348" y="2038524"/>
                  <a:pt x="1574971" y="2022127"/>
                  <a:pt x="1568595" y="2005275"/>
                </a:cubicBezTo>
                <a:cubicBezTo>
                  <a:pt x="1625982" y="1977948"/>
                  <a:pt x="1664241" y="1936501"/>
                  <a:pt x="1662874" y="1871371"/>
                </a:cubicBezTo>
                <a:cubicBezTo>
                  <a:pt x="1661508" y="1807607"/>
                  <a:pt x="1618695" y="1775270"/>
                  <a:pt x="1561307" y="1757051"/>
                </a:cubicBezTo>
                <a:close/>
                <a:moveTo>
                  <a:pt x="776555" y="1591265"/>
                </a:moveTo>
                <a:cubicBezTo>
                  <a:pt x="752871" y="1613127"/>
                  <a:pt x="728732" y="1631345"/>
                  <a:pt x="709602" y="1654118"/>
                </a:cubicBezTo>
                <a:cubicBezTo>
                  <a:pt x="685008" y="1683267"/>
                  <a:pt x="675899" y="1718793"/>
                  <a:pt x="685919" y="1756596"/>
                </a:cubicBezTo>
                <a:cubicBezTo>
                  <a:pt x="698671" y="1805330"/>
                  <a:pt x="750138" y="1842222"/>
                  <a:pt x="805248" y="1843133"/>
                </a:cubicBezTo>
                <a:cubicBezTo>
                  <a:pt x="838041" y="1757507"/>
                  <a:pt x="887686" y="1710139"/>
                  <a:pt x="949173" y="1705585"/>
                </a:cubicBezTo>
                <a:cubicBezTo>
                  <a:pt x="952817" y="1722437"/>
                  <a:pt x="956460" y="1739744"/>
                  <a:pt x="960104" y="1756140"/>
                </a:cubicBezTo>
                <a:cubicBezTo>
                  <a:pt x="891330" y="1784834"/>
                  <a:pt x="862181" y="1813528"/>
                  <a:pt x="858992" y="1861806"/>
                </a:cubicBezTo>
                <a:cubicBezTo>
                  <a:pt x="854438" y="1931947"/>
                  <a:pt x="893607" y="1975671"/>
                  <a:pt x="953272" y="2004820"/>
                </a:cubicBezTo>
                <a:cubicBezTo>
                  <a:pt x="946440" y="2021672"/>
                  <a:pt x="940064" y="2038068"/>
                  <a:pt x="933232" y="2055376"/>
                </a:cubicBezTo>
                <a:cubicBezTo>
                  <a:pt x="862636" y="2024860"/>
                  <a:pt x="818001" y="1974304"/>
                  <a:pt x="804338" y="1901431"/>
                </a:cubicBezTo>
                <a:cubicBezTo>
                  <a:pt x="783386" y="1895966"/>
                  <a:pt x="764713" y="1892322"/>
                  <a:pt x="746494" y="1885946"/>
                </a:cubicBezTo>
                <a:cubicBezTo>
                  <a:pt x="669522" y="1859074"/>
                  <a:pt x="623521" y="1792577"/>
                  <a:pt x="627165" y="1711050"/>
                </a:cubicBezTo>
                <a:cubicBezTo>
                  <a:pt x="629897" y="1653207"/>
                  <a:pt x="659047" y="1609028"/>
                  <a:pt x="703681" y="1573502"/>
                </a:cubicBezTo>
                <a:cubicBezTo>
                  <a:pt x="708236" y="1569858"/>
                  <a:pt x="712791" y="1563027"/>
                  <a:pt x="712791" y="1557561"/>
                </a:cubicBezTo>
                <a:cubicBezTo>
                  <a:pt x="711880" y="1509738"/>
                  <a:pt x="728276" y="1470113"/>
                  <a:pt x="764257" y="1438231"/>
                </a:cubicBezTo>
                <a:cubicBezTo>
                  <a:pt x="766990" y="1435499"/>
                  <a:pt x="769723" y="1429578"/>
                  <a:pt x="768812" y="1426389"/>
                </a:cubicBezTo>
                <a:cubicBezTo>
                  <a:pt x="759703" y="1391775"/>
                  <a:pt x="745128" y="1360348"/>
                  <a:pt x="716890" y="1337120"/>
                </a:cubicBezTo>
                <a:cubicBezTo>
                  <a:pt x="675899" y="1302960"/>
                  <a:pt x="627620" y="1300228"/>
                  <a:pt x="578431" y="1310248"/>
                </a:cubicBezTo>
                <a:cubicBezTo>
                  <a:pt x="548371" y="1316624"/>
                  <a:pt x="519221" y="1327100"/>
                  <a:pt x="490527" y="1335298"/>
                </a:cubicBezTo>
                <a:cubicBezTo>
                  <a:pt x="494627" y="1321179"/>
                  <a:pt x="500092" y="1305693"/>
                  <a:pt x="503736" y="1290208"/>
                </a:cubicBezTo>
                <a:cubicBezTo>
                  <a:pt x="524231" y="1201394"/>
                  <a:pt x="464111" y="1135352"/>
                  <a:pt x="373930" y="1148561"/>
                </a:cubicBezTo>
                <a:cubicBezTo>
                  <a:pt x="302424" y="1159036"/>
                  <a:pt x="256422" y="1203215"/>
                  <a:pt x="227729" y="1266524"/>
                </a:cubicBezTo>
                <a:cubicBezTo>
                  <a:pt x="195847" y="1336664"/>
                  <a:pt x="195391" y="1409993"/>
                  <a:pt x="209966" y="1483777"/>
                </a:cubicBezTo>
                <a:cubicBezTo>
                  <a:pt x="229550" y="1584433"/>
                  <a:pt x="283750" y="1659584"/>
                  <a:pt x="379851" y="1701030"/>
                </a:cubicBezTo>
                <a:cubicBezTo>
                  <a:pt x="389416" y="1705129"/>
                  <a:pt x="398981" y="1708317"/>
                  <a:pt x="408090" y="1711961"/>
                </a:cubicBezTo>
                <a:cubicBezTo>
                  <a:pt x="404901" y="1730179"/>
                  <a:pt x="400802" y="1747031"/>
                  <a:pt x="398981" y="1763883"/>
                </a:cubicBezTo>
                <a:cubicBezTo>
                  <a:pt x="397614" y="1781646"/>
                  <a:pt x="397159" y="1799409"/>
                  <a:pt x="398525" y="1817172"/>
                </a:cubicBezTo>
                <a:cubicBezTo>
                  <a:pt x="404901" y="1908718"/>
                  <a:pt x="473220" y="1972027"/>
                  <a:pt x="564312" y="1971116"/>
                </a:cubicBezTo>
                <a:cubicBezTo>
                  <a:pt x="585718" y="1971116"/>
                  <a:pt x="607125" y="1966562"/>
                  <a:pt x="629442" y="1963829"/>
                </a:cubicBezTo>
                <a:cubicBezTo>
                  <a:pt x="628986" y="1968839"/>
                  <a:pt x="628531" y="1973849"/>
                  <a:pt x="628531" y="1979314"/>
                </a:cubicBezTo>
                <a:cubicBezTo>
                  <a:pt x="629897" y="2005275"/>
                  <a:pt x="628076" y="2031692"/>
                  <a:pt x="633086" y="2057198"/>
                </a:cubicBezTo>
                <a:cubicBezTo>
                  <a:pt x="644472" y="2120506"/>
                  <a:pt x="685463" y="2161953"/>
                  <a:pt x="745128" y="2171517"/>
                </a:cubicBezTo>
                <a:cubicBezTo>
                  <a:pt x="782476" y="2177438"/>
                  <a:pt x="818912" y="2171062"/>
                  <a:pt x="853982" y="2157398"/>
                </a:cubicBezTo>
                <a:cubicBezTo>
                  <a:pt x="864002" y="2153755"/>
                  <a:pt x="869468" y="2156032"/>
                  <a:pt x="877211" y="2162408"/>
                </a:cubicBezTo>
                <a:cubicBezTo>
                  <a:pt x="896340" y="2177894"/>
                  <a:pt x="915925" y="2192924"/>
                  <a:pt x="936876" y="2205677"/>
                </a:cubicBezTo>
                <a:cubicBezTo>
                  <a:pt x="966936" y="2222984"/>
                  <a:pt x="999729" y="2231638"/>
                  <a:pt x="1034799" y="2227539"/>
                </a:cubicBezTo>
                <a:cubicBezTo>
                  <a:pt x="1103117" y="2219796"/>
                  <a:pt x="1148663" y="2180627"/>
                  <a:pt x="1174169" y="2118684"/>
                </a:cubicBezTo>
                <a:cubicBezTo>
                  <a:pt x="1204684" y="2043534"/>
                  <a:pt x="1191476" y="1971572"/>
                  <a:pt x="1151851" y="1903253"/>
                </a:cubicBezTo>
                <a:cubicBezTo>
                  <a:pt x="1138643" y="1880936"/>
                  <a:pt x="1122247" y="1860440"/>
                  <a:pt x="1106761" y="1838123"/>
                </a:cubicBezTo>
                <a:cubicBezTo>
                  <a:pt x="1109494" y="1834935"/>
                  <a:pt x="1113137" y="1830835"/>
                  <a:pt x="1116326" y="1826736"/>
                </a:cubicBezTo>
                <a:cubicBezTo>
                  <a:pt x="1155495" y="1780280"/>
                  <a:pt x="1180090" y="1727447"/>
                  <a:pt x="1181912" y="1665504"/>
                </a:cubicBezTo>
                <a:cubicBezTo>
                  <a:pt x="1183733" y="1604473"/>
                  <a:pt x="1165971" y="1550729"/>
                  <a:pt x="1120880" y="1507916"/>
                </a:cubicBezTo>
                <a:cubicBezTo>
                  <a:pt x="1076701" y="1465559"/>
                  <a:pt x="1017491" y="1459638"/>
                  <a:pt x="966025" y="1491520"/>
                </a:cubicBezTo>
                <a:cubicBezTo>
                  <a:pt x="958737" y="1496074"/>
                  <a:pt x="951450" y="1501084"/>
                  <a:pt x="947807" y="1503817"/>
                </a:cubicBezTo>
                <a:cubicBezTo>
                  <a:pt x="923212" y="1490609"/>
                  <a:pt x="901805" y="1475123"/>
                  <a:pt x="878122" y="1466925"/>
                </a:cubicBezTo>
                <a:cubicBezTo>
                  <a:pt x="818457" y="1445974"/>
                  <a:pt x="772911" y="1479678"/>
                  <a:pt x="772456" y="1542531"/>
                </a:cubicBezTo>
                <a:cubicBezTo>
                  <a:pt x="772911" y="1561205"/>
                  <a:pt x="775188" y="1578057"/>
                  <a:pt x="776555" y="1591265"/>
                </a:cubicBezTo>
                <a:close/>
                <a:moveTo>
                  <a:pt x="1617784" y="559199"/>
                </a:moveTo>
                <a:cubicBezTo>
                  <a:pt x="1614596" y="608388"/>
                  <a:pt x="1655132" y="661221"/>
                  <a:pt x="1705687" y="673974"/>
                </a:cubicBezTo>
                <a:cubicBezTo>
                  <a:pt x="1747589" y="684450"/>
                  <a:pt x="1788125" y="677618"/>
                  <a:pt x="1827294" y="661677"/>
                </a:cubicBezTo>
                <a:cubicBezTo>
                  <a:pt x="1888326" y="636627"/>
                  <a:pt x="1937971" y="597913"/>
                  <a:pt x="1961199" y="534149"/>
                </a:cubicBezTo>
                <a:cubicBezTo>
                  <a:pt x="1980328" y="481316"/>
                  <a:pt x="1969397" y="432582"/>
                  <a:pt x="1931594" y="391591"/>
                </a:cubicBezTo>
                <a:cubicBezTo>
                  <a:pt x="1895158" y="351966"/>
                  <a:pt x="1848701" y="342401"/>
                  <a:pt x="1797690" y="358798"/>
                </a:cubicBezTo>
                <a:cubicBezTo>
                  <a:pt x="1788581" y="361986"/>
                  <a:pt x="1785392" y="357887"/>
                  <a:pt x="1781293" y="351966"/>
                </a:cubicBezTo>
                <a:cubicBezTo>
                  <a:pt x="1753966" y="312341"/>
                  <a:pt x="1724361" y="274994"/>
                  <a:pt x="1686103" y="245389"/>
                </a:cubicBezTo>
                <a:cubicBezTo>
                  <a:pt x="1654676" y="221250"/>
                  <a:pt x="1620517" y="202576"/>
                  <a:pt x="1579981" y="201210"/>
                </a:cubicBezTo>
                <a:cubicBezTo>
                  <a:pt x="1516217" y="198932"/>
                  <a:pt x="1467483" y="228537"/>
                  <a:pt x="1431958" y="279093"/>
                </a:cubicBezTo>
                <a:cubicBezTo>
                  <a:pt x="1368649" y="368818"/>
                  <a:pt x="1365461" y="466286"/>
                  <a:pt x="1404630" y="566031"/>
                </a:cubicBezTo>
                <a:cubicBezTo>
                  <a:pt x="1416472" y="595636"/>
                  <a:pt x="1433779" y="622508"/>
                  <a:pt x="1449265" y="651657"/>
                </a:cubicBezTo>
                <a:cubicBezTo>
                  <a:pt x="1397798" y="709044"/>
                  <a:pt x="1367283" y="777363"/>
                  <a:pt x="1373659" y="859345"/>
                </a:cubicBezTo>
                <a:cubicBezTo>
                  <a:pt x="1380035" y="940417"/>
                  <a:pt x="1421482" y="1003270"/>
                  <a:pt x="1480236" y="1056103"/>
                </a:cubicBezTo>
                <a:cubicBezTo>
                  <a:pt x="1355896" y="1164046"/>
                  <a:pt x="1340866" y="1329832"/>
                  <a:pt x="1411462" y="1434588"/>
                </a:cubicBezTo>
                <a:cubicBezTo>
                  <a:pt x="1412828" y="1434588"/>
                  <a:pt x="1414195" y="1434588"/>
                  <a:pt x="1415561" y="1434132"/>
                </a:cubicBezTo>
                <a:cubicBezTo>
                  <a:pt x="1466572" y="1415458"/>
                  <a:pt x="1517584" y="1413181"/>
                  <a:pt x="1568139" y="1434588"/>
                </a:cubicBezTo>
                <a:cubicBezTo>
                  <a:pt x="1570872" y="1435954"/>
                  <a:pt x="1575882" y="1435043"/>
                  <a:pt x="1578615" y="1433221"/>
                </a:cubicBezTo>
                <a:cubicBezTo>
                  <a:pt x="1615507" y="1409537"/>
                  <a:pt x="1655587" y="1402250"/>
                  <a:pt x="1698400" y="1409537"/>
                </a:cubicBezTo>
                <a:cubicBezTo>
                  <a:pt x="1740758" y="1281099"/>
                  <a:pt x="1830483" y="1234186"/>
                  <a:pt x="1957555" y="1255593"/>
                </a:cubicBezTo>
                <a:cubicBezTo>
                  <a:pt x="1964842" y="1226444"/>
                  <a:pt x="1971674" y="1198205"/>
                  <a:pt x="1978506" y="1171333"/>
                </a:cubicBezTo>
                <a:cubicBezTo>
                  <a:pt x="1957555" y="1164957"/>
                  <a:pt x="1933871" y="1160402"/>
                  <a:pt x="1912009" y="1150382"/>
                </a:cubicBezTo>
                <a:cubicBezTo>
                  <a:pt x="1890148" y="1140362"/>
                  <a:pt x="1870107" y="1125788"/>
                  <a:pt x="1848701" y="1113035"/>
                </a:cubicBezTo>
                <a:cubicBezTo>
                  <a:pt x="1794046" y="1172700"/>
                  <a:pt x="1717529" y="1189552"/>
                  <a:pt x="1637824" y="1144006"/>
                </a:cubicBezTo>
                <a:cubicBezTo>
                  <a:pt x="1616873" y="1184542"/>
                  <a:pt x="1587268" y="1215968"/>
                  <a:pt x="1543089" y="1234642"/>
                </a:cubicBezTo>
                <a:cubicBezTo>
                  <a:pt x="1536257" y="1217790"/>
                  <a:pt x="1529425" y="1201394"/>
                  <a:pt x="1522593" y="1184542"/>
                </a:cubicBezTo>
                <a:cubicBezTo>
                  <a:pt x="1569506" y="1160858"/>
                  <a:pt x="1595011" y="1122599"/>
                  <a:pt x="1600021" y="1072044"/>
                </a:cubicBezTo>
                <a:cubicBezTo>
                  <a:pt x="1605487" y="1020122"/>
                  <a:pt x="1584536" y="979130"/>
                  <a:pt x="1542634" y="948159"/>
                </a:cubicBezTo>
                <a:cubicBezTo>
                  <a:pt x="1553109" y="932674"/>
                  <a:pt x="1563129" y="918099"/>
                  <a:pt x="1573605" y="903069"/>
                </a:cubicBezTo>
                <a:cubicBezTo>
                  <a:pt x="1578159" y="906257"/>
                  <a:pt x="1582258" y="908535"/>
                  <a:pt x="1585447" y="911267"/>
                </a:cubicBezTo>
                <a:cubicBezTo>
                  <a:pt x="1635091" y="953169"/>
                  <a:pt x="1657864" y="1006913"/>
                  <a:pt x="1655587" y="1071588"/>
                </a:cubicBezTo>
                <a:cubicBezTo>
                  <a:pt x="1655132" y="1077965"/>
                  <a:pt x="1656953" y="1087074"/>
                  <a:pt x="1661508" y="1090717"/>
                </a:cubicBezTo>
                <a:cubicBezTo>
                  <a:pt x="1708420" y="1128065"/>
                  <a:pt x="1771729" y="1120778"/>
                  <a:pt x="1809076" y="1074321"/>
                </a:cubicBezTo>
                <a:cubicBezTo>
                  <a:pt x="1814086" y="1067945"/>
                  <a:pt x="1815453" y="1062479"/>
                  <a:pt x="1811809" y="1054281"/>
                </a:cubicBezTo>
                <a:cubicBezTo>
                  <a:pt x="1798601" y="1025132"/>
                  <a:pt x="1795412" y="994616"/>
                  <a:pt x="1800878" y="963189"/>
                </a:cubicBezTo>
                <a:cubicBezTo>
                  <a:pt x="1801789" y="958635"/>
                  <a:pt x="1798145" y="950892"/>
                  <a:pt x="1794502" y="948159"/>
                </a:cubicBezTo>
                <a:cubicBezTo>
                  <a:pt x="1741213" y="908079"/>
                  <a:pt x="1724361" y="853880"/>
                  <a:pt x="1733470" y="790116"/>
                </a:cubicBezTo>
                <a:cubicBezTo>
                  <a:pt x="1736203" y="770987"/>
                  <a:pt x="1743035" y="752313"/>
                  <a:pt x="1748045" y="733184"/>
                </a:cubicBezTo>
                <a:cubicBezTo>
                  <a:pt x="1712064" y="731362"/>
                  <a:pt x="1676994" y="724074"/>
                  <a:pt x="1645567" y="704945"/>
                </a:cubicBezTo>
                <a:cubicBezTo>
                  <a:pt x="1596378" y="674885"/>
                  <a:pt x="1569506" y="630250"/>
                  <a:pt x="1563129" y="573318"/>
                </a:cubicBezTo>
                <a:cubicBezTo>
                  <a:pt x="1561307" y="558744"/>
                  <a:pt x="1558575" y="549634"/>
                  <a:pt x="1543089" y="542803"/>
                </a:cubicBezTo>
                <a:cubicBezTo>
                  <a:pt x="1496177" y="522307"/>
                  <a:pt x="1467483" y="484959"/>
                  <a:pt x="1453820" y="433948"/>
                </a:cubicBezTo>
                <a:cubicBezTo>
                  <a:pt x="1472038" y="429849"/>
                  <a:pt x="1488890" y="425750"/>
                  <a:pt x="1506197" y="421651"/>
                </a:cubicBezTo>
                <a:cubicBezTo>
                  <a:pt x="1519405" y="469018"/>
                  <a:pt x="1549010" y="497257"/>
                  <a:pt x="1597289" y="501356"/>
                </a:cubicBezTo>
                <a:cubicBezTo>
                  <a:pt x="1643290" y="505455"/>
                  <a:pt x="1680182" y="485415"/>
                  <a:pt x="1711608" y="453077"/>
                </a:cubicBezTo>
                <a:cubicBezTo>
                  <a:pt x="1725727" y="465375"/>
                  <a:pt x="1738936" y="477217"/>
                  <a:pt x="1752599" y="489514"/>
                </a:cubicBezTo>
                <a:cubicBezTo>
                  <a:pt x="1715707" y="530505"/>
                  <a:pt x="1671528" y="554189"/>
                  <a:pt x="1617784" y="559199"/>
                </a:cubicBezTo>
                <a:close/>
                <a:moveTo>
                  <a:pt x="1068047" y="433948"/>
                </a:moveTo>
                <a:cubicBezTo>
                  <a:pt x="1053928" y="486781"/>
                  <a:pt x="1023412" y="523673"/>
                  <a:pt x="975134" y="544624"/>
                </a:cubicBezTo>
                <a:cubicBezTo>
                  <a:pt x="963748" y="549634"/>
                  <a:pt x="960104" y="555555"/>
                  <a:pt x="959193" y="566942"/>
                </a:cubicBezTo>
                <a:cubicBezTo>
                  <a:pt x="952817" y="648013"/>
                  <a:pt x="898617" y="709500"/>
                  <a:pt x="818457" y="726807"/>
                </a:cubicBezTo>
                <a:cubicBezTo>
                  <a:pt x="803427" y="729995"/>
                  <a:pt x="787941" y="731817"/>
                  <a:pt x="772000" y="734095"/>
                </a:cubicBezTo>
                <a:cubicBezTo>
                  <a:pt x="773366" y="738194"/>
                  <a:pt x="774733" y="741382"/>
                  <a:pt x="775644" y="744570"/>
                </a:cubicBezTo>
                <a:cubicBezTo>
                  <a:pt x="806615" y="821998"/>
                  <a:pt x="787486" y="908535"/>
                  <a:pt x="723722" y="949981"/>
                </a:cubicBezTo>
                <a:cubicBezTo>
                  <a:pt x="720989" y="951803"/>
                  <a:pt x="719167" y="958635"/>
                  <a:pt x="719622" y="962279"/>
                </a:cubicBezTo>
                <a:cubicBezTo>
                  <a:pt x="725999" y="994616"/>
                  <a:pt x="721900" y="1026043"/>
                  <a:pt x="709147" y="1056103"/>
                </a:cubicBezTo>
                <a:cubicBezTo>
                  <a:pt x="707325" y="1060202"/>
                  <a:pt x="708236" y="1067945"/>
                  <a:pt x="710969" y="1071588"/>
                </a:cubicBezTo>
                <a:cubicBezTo>
                  <a:pt x="746039" y="1119867"/>
                  <a:pt x="813447" y="1128520"/>
                  <a:pt x="859903" y="1090262"/>
                </a:cubicBezTo>
                <a:cubicBezTo>
                  <a:pt x="863091" y="1087529"/>
                  <a:pt x="865369" y="1081608"/>
                  <a:pt x="865824" y="1077054"/>
                </a:cubicBezTo>
                <a:cubicBezTo>
                  <a:pt x="867646" y="1056103"/>
                  <a:pt x="866280" y="1034241"/>
                  <a:pt x="870834" y="1014201"/>
                </a:cubicBezTo>
                <a:cubicBezTo>
                  <a:pt x="881310" y="968199"/>
                  <a:pt x="906360" y="930852"/>
                  <a:pt x="947351" y="902614"/>
                </a:cubicBezTo>
                <a:cubicBezTo>
                  <a:pt x="957827" y="918099"/>
                  <a:pt x="967847" y="932674"/>
                  <a:pt x="978322" y="947704"/>
                </a:cubicBezTo>
                <a:cubicBezTo>
                  <a:pt x="936420" y="978675"/>
                  <a:pt x="915925" y="1019666"/>
                  <a:pt x="920935" y="1070677"/>
                </a:cubicBezTo>
                <a:cubicBezTo>
                  <a:pt x="925945" y="1121689"/>
                  <a:pt x="951906" y="1159947"/>
                  <a:pt x="998362" y="1184086"/>
                </a:cubicBezTo>
                <a:cubicBezTo>
                  <a:pt x="991530" y="1200938"/>
                  <a:pt x="984699" y="1217335"/>
                  <a:pt x="977867" y="1234186"/>
                </a:cubicBezTo>
                <a:cubicBezTo>
                  <a:pt x="933687" y="1215513"/>
                  <a:pt x="904083" y="1183631"/>
                  <a:pt x="883132" y="1143550"/>
                </a:cubicBezTo>
                <a:cubicBezTo>
                  <a:pt x="804338" y="1188641"/>
                  <a:pt x="728276" y="1173611"/>
                  <a:pt x="669978" y="1110758"/>
                </a:cubicBezTo>
                <a:cubicBezTo>
                  <a:pt x="633541" y="1145372"/>
                  <a:pt x="589362" y="1163591"/>
                  <a:pt x="542450" y="1169512"/>
                </a:cubicBezTo>
                <a:cubicBezTo>
                  <a:pt x="549737" y="1198661"/>
                  <a:pt x="557024" y="1226899"/>
                  <a:pt x="564312" y="1256504"/>
                </a:cubicBezTo>
                <a:cubicBezTo>
                  <a:pt x="618511" y="1245118"/>
                  <a:pt x="673621" y="1247850"/>
                  <a:pt x="725088" y="1277000"/>
                </a:cubicBezTo>
                <a:cubicBezTo>
                  <a:pt x="777010" y="1306604"/>
                  <a:pt x="806159" y="1353061"/>
                  <a:pt x="822556" y="1408627"/>
                </a:cubicBezTo>
                <a:cubicBezTo>
                  <a:pt x="869923" y="1403617"/>
                  <a:pt x="900439" y="1406805"/>
                  <a:pt x="943707" y="1432766"/>
                </a:cubicBezTo>
                <a:cubicBezTo>
                  <a:pt x="947351" y="1435043"/>
                  <a:pt x="953727" y="1433221"/>
                  <a:pt x="958282" y="1432310"/>
                </a:cubicBezTo>
                <a:cubicBezTo>
                  <a:pt x="980599" y="1428211"/>
                  <a:pt x="1002461" y="1419558"/>
                  <a:pt x="1024323" y="1420013"/>
                </a:cubicBezTo>
                <a:cubicBezTo>
                  <a:pt x="1053473" y="1420013"/>
                  <a:pt x="1082166" y="1426845"/>
                  <a:pt x="1113137" y="1430944"/>
                </a:cubicBezTo>
                <a:cubicBezTo>
                  <a:pt x="1142287" y="1384487"/>
                  <a:pt x="1155495" y="1330743"/>
                  <a:pt x="1151851" y="1273356"/>
                </a:cubicBezTo>
                <a:cubicBezTo>
                  <a:pt x="1146386" y="1184997"/>
                  <a:pt x="1106761" y="1113490"/>
                  <a:pt x="1042086" y="1055647"/>
                </a:cubicBezTo>
                <a:cubicBezTo>
                  <a:pt x="1165060" y="950437"/>
                  <a:pt x="1192387" y="782373"/>
                  <a:pt x="1072602" y="649379"/>
                </a:cubicBezTo>
                <a:cubicBezTo>
                  <a:pt x="1086721" y="622052"/>
                  <a:pt x="1103117" y="596546"/>
                  <a:pt x="1114048" y="569219"/>
                </a:cubicBezTo>
                <a:cubicBezTo>
                  <a:pt x="1152307" y="471751"/>
                  <a:pt x="1151396" y="375650"/>
                  <a:pt x="1095830" y="284103"/>
                </a:cubicBezTo>
                <a:cubicBezTo>
                  <a:pt x="1072602" y="245844"/>
                  <a:pt x="1039809" y="218062"/>
                  <a:pt x="995630" y="206220"/>
                </a:cubicBezTo>
                <a:cubicBezTo>
                  <a:pt x="946440" y="193011"/>
                  <a:pt x="901805" y="205764"/>
                  <a:pt x="860359" y="231725"/>
                </a:cubicBezTo>
                <a:cubicBezTo>
                  <a:pt x="811169" y="261785"/>
                  <a:pt x="773822" y="304598"/>
                  <a:pt x="741029" y="351510"/>
                </a:cubicBezTo>
                <a:cubicBezTo>
                  <a:pt x="735563" y="359253"/>
                  <a:pt x="731009" y="361075"/>
                  <a:pt x="721900" y="357887"/>
                </a:cubicBezTo>
                <a:cubicBezTo>
                  <a:pt x="691384" y="347411"/>
                  <a:pt x="660868" y="348322"/>
                  <a:pt x="631264" y="361986"/>
                </a:cubicBezTo>
                <a:cubicBezTo>
                  <a:pt x="553381" y="397512"/>
                  <a:pt x="527875" y="496346"/>
                  <a:pt x="579342" y="570585"/>
                </a:cubicBezTo>
                <a:cubicBezTo>
                  <a:pt x="625343" y="637538"/>
                  <a:pt x="691384" y="673519"/>
                  <a:pt x="772000" y="678984"/>
                </a:cubicBezTo>
                <a:cubicBezTo>
                  <a:pt x="845784" y="683994"/>
                  <a:pt x="901805" y="632072"/>
                  <a:pt x="904538" y="560565"/>
                </a:cubicBezTo>
                <a:cubicBezTo>
                  <a:pt x="835309" y="545535"/>
                  <a:pt x="793406" y="523673"/>
                  <a:pt x="769723" y="489059"/>
                </a:cubicBezTo>
                <a:cubicBezTo>
                  <a:pt x="782931" y="477672"/>
                  <a:pt x="796139" y="465830"/>
                  <a:pt x="809347" y="454444"/>
                </a:cubicBezTo>
                <a:cubicBezTo>
                  <a:pt x="878122" y="527772"/>
                  <a:pt x="990619" y="517752"/>
                  <a:pt x="1016581" y="422562"/>
                </a:cubicBezTo>
                <a:cubicBezTo>
                  <a:pt x="1032977" y="425750"/>
                  <a:pt x="1049829" y="429849"/>
                  <a:pt x="1068047" y="433948"/>
                </a:cubicBezTo>
                <a:close/>
                <a:moveTo>
                  <a:pt x="637185" y="921743"/>
                </a:moveTo>
                <a:cubicBezTo>
                  <a:pt x="650848" y="918555"/>
                  <a:pt x="664057" y="917188"/>
                  <a:pt x="676354" y="912178"/>
                </a:cubicBezTo>
                <a:cubicBezTo>
                  <a:pt x="720078" y="894871"/>
                  <a:pt x="746039" y="841582"/>
                  <a:pt x="736019" y="791938"/>
                </a:cubicBezTo>
                <a:cubicBezTo>
                  <a:pt x="728276" y="754590"/>
                  <a:pt x="710058" y="727263"/>
                  <a:pt x="671799" y="712688"/>
                </a:cubicBezTo>
                <a:cubicBezTo>
                  <a:pt x="599382" y="685361"/>
                  <a:pt x="546093" y="636627"/>
                  <a:pt x="514667" y="565120"/>
                </a:cubicBezTo>
                <a:cubicBezTo>
                  <a:pt x="511934" y="558744"/>
                  <a:pt x="509201" y="552823"/>
                  <a:pt x="506468" y="546902"/>
                </a:cubicBezTo>
                <a:cubicBezTo>
                  <a:pt x="437694" y="554644"/>
                  <a:pt x="392149" y="594725"/>
                  <a:pt x="383040" y="655756"/>
                </a:cubicBezTo>
                <a:cubicBezTo>
                  <a:pt x="374386" y="712688"/>
                  <a:pt x="388960" y="764155"/>
                  <a:pt x="423120" y="810156"/>
                </a:cubicBezTo>
                <a:cubicBezTo>
                  <a:pt x="425853" y="813800"/>
                  <a:pt x="428585" y="817899"/>
                  <a:pt x="431773" y="821998"/>
                </a:cubicBezTo>
                <a:cubicBezTo>
                  <a:pt x="334761" y="829741"/>
                  <a:pt x="270997" y="879385"/>
                  <a:pt x="242759" y="970932"/>
                </a:cubicBezTo>
                <a:cubicBezTo>
                  <a:pt x="224996" y="1027864"/>
                  <a:pt x="238204" y="1080242"/>
                  <a:pt x="275552" y="1126699"/>
                </a:cubicBezTo>
                <a:cubicBezTo>
                  <a:pt x="354346" y="1091173"/>
                  <a:pt x="382129" y="1087985"/>
                  <a:pt x="465933" y="1108025"/>
                </a:cubicBezTo>
                <a:cubicBezTo>
                  <a:pt x="531974" y="1123966"/>
                  <a:pt x="590273" y="1109391"/>
                  <a:pt x="640373" y="1064301"/>
                </a:cubicBezTo>
                <a:cubicBezTo>
                  <a:pt x="673621" y="1034696"/>
                  <a:pt x="679998" y="995071"/>
                  <a:pt x="659502" y="955447"/>
                </a:cubicBezTo>
                <a:cubicBezTo>
                  <a:pt x="652215" y="943605"/>
                  <a:pt x="644017" y="932674"/>
                  <a:pt x="637185" y="921743"/>
                </a:cubicBezTo>
                <a:close/>
                <a:moveTo>
                  <a:pt x="2016309" y="546902"/>
                </a:moveTo>
                <a:cubicBezTo>
                  <a:pt x="2015398" y="548723"/>
                  <a:pt x="2014032" y="551001"/>
                  <a:pt x="2013121" y="552823"/>
                </a:cubicBezTo>
                <a:cubicBezTo>
                  <a:pt x="1981239" y="633438"/>
                  <a:pt x="1922485" y="686272"/>
                  <a:pt x="1842325" y="715876"/>
                </a:cubicBezTo>
                <a:cubicBezTo>
                  <a:pt x="1823195" y="722708"/>
                  <a:pt x="1810898" y="735461"/>
                  <a:pt x="1800878" y="751402"/>
                </a:cubicBezTo>
                <a:cubicBezTo>
                  <a:pt x="1785848" y="775541"/>
                  <a:pt x="1781749" y="802413"/>
                  <a:pt x="1785848" y="829741"/>
                </a:cubicBezTo>
                <a:cubicBezTo>
                  <a:pt x="1791769" y="869365"/>
                  <a:pt x="1811809" y="899881"/>
                  <a:pt x="1851434" y="913545"/>
                </a:cubicBezTo>
                <a:cubicBezTo>
                  <a:pt x="1862365" y="917188"/>
                  <a:pt x="1873751" y="918099"/>
                  <a:pt x="1886504" y="920376"/>
                </a:cubicBezTo>
                <a:cubicBezTo>
                  <a:pt x="1884227" y="923565"/>
                  <a:pt x="1881949" y="926297"/>
                  <a:pt x="1880127" y="929030"/>
                </a:cubicBezTo>
                <a:cubicBezTo>
                  <a:pt x="1866464" y="947248"/>
                  <a:pt x="1855077" y="967289"/>
                  <a:pt x="1853711" y="990517"/>
                </a:cubicBezTo>
                <a:cubicBezTo>
                  <a:pt x="1850978" y="1035152"/>
                  <a:pt x="1875117" y="1064301"/>
                  <a:pt x="1910643" y="1085252"/>
                </a:cubicBezTo>
                <a:cubicBezTo>
                  <a:pt x="1961199" y="1114857"/>
                  <a:pt x="2014943" y="1120778"/>
                  <a:pt x="2071419" y="1104381"/>
                </a:cubicBezTo>
                <a:cubicBezTo>
                  <a:pt x="2128807" y="1087529"/>
                  <a:pt x="2184373" y="1092084"/>
                  <a:pt x="2237206" y="1121689"/>
                </a:cubicBezTo>
                <a:cubicBezTo>
                  <a:pt x="2240394" y="1123510"/>
                  <a:pt x="2244038" y="1124877"/>
                  <a:pt x="2248137" y="1126243"/>
                </a:cubicBezTo>
                <a:cubicBezTo>
                  <a:pt x="2288217" y="1074776"/>
                  <a:pt x="2298693" y="1018755"/>
                  <a:pt x="2276831" y="958635"/>
                </a:cubicBezTo>
                <a:cubicBezTo>
                  <a:pt x="2245404" y="873920"/>
                  <a:pt x="2183007" y="827919"/>
                  <a:pt x="2092371" y="821998"/>
                </a:cubicBezTo>
                <a:cubicBezTo>
                  <a:pt x="2092371" y="821087"/>
                  <a:pt x="2092371" y="820176"/>
                  <a:pt x="2092371" y="820176"/>
                </a:cubicBezTo>
                <a:cubicBezTo>
                  <a:pt x="2093737" y="818354"/>
                  <a:pt x="2095103" y="816077"/>
                  <a:pt x="2096925" y="814255"/>
                </a:cubicBezTo>
                <a:cubicBezTo>
                  <a:pt x="2125619" y="778274"/>
                  <a:pt x="2140649" y="737738"/>
                  <a:pt x="2142471" y="691737"/>
                </a:cubicBezTo>
                <a:cubicBezTo>
                  <a:pt x="2145204" y="611121"/>
                  <a:pt x="2096470" y="554644"/>
                  <a:pt x="2016309" y="546902"/>
                </a:cubicBezTo>
                <a:close/>
              </a:path>
            </a:pathLst>
          </a:custGeom>
          <a:solidFill>
            <a:schemeClr val="accent6"/>
          </a:solidFill>
          <a:ln w="45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Freeform: Shape 70">
            <a:extLst>
              <a:ext uri="{FF2B5EF4-FFF2-40B4-BE49-F238E27FC236}">
                <a16:creationId xmlns:a16="http://schemas.microsoft.com/office/drawing/2014/main" xmlns="" id="{27879CF5-8E23-4476-A7BF-03A143F919E0}"/>
              </a:ext>
            </a:extLst>
          </p:cNvPr>
          <p:cNvSpPr/>
          <p:nvPr/>
        </p:nvSpPr>
        <p:spPr>
          <a:xfrm>
            <a:off x="2618004" y="5833305"/>
            <a:ext cx="2197329" cy="1054814"/>
          </a:xfrm>
          <a:custGeom>
            <a:avLst/>
            <a:gdLst>
              <a:gd name="connsiteX0" fmla="*/ 641385 w 2293261"/>
              <a:gd name="connsiteY0" fmla="*/ 1381649 h 1382235"/>
              <a:gd name="connsiteX1" fmla="*/ 621434 w 2293261"/>
              <a:gd name="connsiteY1" fmla="*/ 1355829 h 1382235"/>
              <a:gd name="connsiteX2" fmla="*/ 563046 w 2293261"/>
              <a:gd name="connsiteY2" fmla="*/ 1309178 h 1382235"/>
              <a:gd name="connsiteX3" fmla="*/ 519329 w 2293261"/>
              <a:gd name="connsiteY3" fmla="*/ 1181840 h 1382235"/>
              <a:gd name="connsiteX4" fmla="*/ 527250 w 2293261"/>
              <a:gd name="connsiteY4" fmla="*/ 1119638 h 1382235"/>
              <a:gd name="connsiteX5" fmla="*/ 496736 w 2293261"/>
              <a:gd name="connsiteY5" fmla="*/ 1048046 h 1382235"/>
              <a:gd name="connsiteX6" fmla="*/ 419864 w 2293261"/>
              <a:gd name="connsiteY6" fmla="*/ 959438 h 1382235"/>
              <a:gd name="connsiteX7" fmla="*/ 416343 w 2293261"/>
              <a:gd name="connsiteY7" fmla="*/ 868775 h 1382235"/>
              <a:gd name="connsiteX8" fmla="*/ 417517 w 2293261"/>
              <a:gd name="connsiteY8" fmla="*/ 808334 h 1382235"/>
              <a:gd name="connsiteX9" fmla="*/ 227390 w 2293261"/>
              <a:gd name="connsiteY9" fmla="*/ 514047 h 1382235"/>
              <a:gd name="connsiteX10" fmla="*/ 50759 w 2293261"/>
              <a:gd name="connsiteY10" fmla="*/ 255557 h 1382235"/>
              <a:gd name="connsiteX11" fmla="*/ 2934 w 2293261"/>
              <a:gd name="connsiteY11" fmla="*/ 163134 h 1382235"/>
              <a:gd name="connsiteX12" fmla="*/ 4108 w 2293261"/>
              <a:gd name="connsiteY12" fmla="*/ 84501 h 1382235"/>
              <a:gd name="connsiteX13" fmla="*/ 63376 w 2293261"/>
              <a:gd name="connsiteY13" fmla="*/ 29047 h 1382235"/>
              <a:gd name="connsiteX14" fmla="*/ 190421 w 2293261"/>
              <a:gd name="connsiteY14" fmla="*/ 27287 h 1382235"/>
              <a:gd name="connsiteX15" fmla="*/ 373799 w 2293261"/>
              <a:gd name="connsiteY15" fmla="*/ 46945 h 1382235"/>
              <a:gd name="connsiteX16" fmla="*/ 573902 w 2293261"/>
              <a:gd name="connsiteY16" fmla="*/ 74819 h 1382235"/>
              <a:gd name="connsiteX17" fmla="*/ 783687 w 2293261"/>
              <a:gd name="connsiteY17" fmla="*/ 83327 h 1382235"/>
              <a:gd name="connsiteX18" fmla="*/ 902810 w 2293261"/>
              <a:gd name="connsiteY18" fmla="*/ 95063 h 1382235"/>
              <a:gd name="connsiteX19" fmla="*/ 1066824 w 2293261"/>
              <a:gd name="connsiteY19" fmla="*/ 124404 h 1382235"/>
              <a:gd name="connsiteX20" fmla="*/ 1123745 w 2293261"/>
              <a:gd name="connsiteY20" fmla="*/ 115895 h 1382235"/>
              <a:gd name="connsiteX21" fmla="*/ 1225851 w 2293261"/>
              <a:gd name="connsiteY21" fmla="*/ 97117 h 1382235"/>
              <a:gd name="connsiteX22" fmla="*/ 1469084 w 2293261"/>
              <a:gd name="connsiteY22" fmla="*/ 107973 h 1382235"/>
              <a:gd name="connsiteX23" fmla="*/ 1645715 w 2293261"/>
              <a:gd name="connsiteY23" fmla="*/ 66897 h 1382235"/>
              <a:gd name="connsiteX24" fmla="*/ 1806207 w 2293261"/>
              <a:gd name="connsiteY24" fmla="*/ 48118 h 1382235"/>
              <a:gd name="connsiteX25" fmla="*/ 1946162 w 2293261"/>
              <a:gd name="connsiteY25" fmla="*/ 71004 h 1382235"/>
              <a:gd name="connsiteX26" fmla="*/ 2016580 w 2293261"/>
              <a:gd name="connsiteY26" fmla="*/ 48705 h 1382235"/>
              <a:gd name="connsiteX27" fmla="*/ 2026555 w 2293261"/>
              <a:gd name="connsiteY27" fmla="*/ 40197 h 1382235"/>
              <a:gd name="connsiteX28" fmla="*/ 2156241 w 2293261"/>
              <a:gd name="connsiteY28" fmla="*/ 10269 h 1382235"/>
              <a:gd name="connsiteX29" fmla="*/ 2268909 w 2293261"/>
              <a:gd name="connsiteY29" fmla="*/ 6161 h 1382235"/>
              <a:gd name="connsiteX30" fmla="*/ 2292968 w 2293261"/>
              <a:gd name="connsiteY30" fmla="*/ 0 h 1382235"/>
              <a:gd name="connsiteX31" fmla="*/ 2293262 w 2293261"/>
              <a:gd name="connsiteY31" fmla="*/ 1368739 h 1382235"/>
              <a:gd name="connsiteX32" fmla="*/ 2279765 w 2293261"/>
              <a:gd name="connsiteY32" fmla="*/ 1382236 h 1382235"/>
              <a:gd name="connsiteX33" fmla="*/ 641385 w 2293261"/>
              <a:gd name="connsiteY33" fmla="*/ 1381649 h 1382235"/>
              <a:gd name="connsiteX0" fmla="*/ 641385 w 2969161"/>
              <a:gd name="connsiteY0" fmla="*/ 1406463 h 1407050"/>
              <a:gd name="connsiteX1" fmla="*/ 621434 w 2969161"/>
              <a:gd name="connsiteY1" fmla="*/ 1380643 h 1407050"/>
              <a:gd name="connsiteX2" fmla="*/ 563046 w 2969161"/>
              <a:gd name="connsiteY2" fmla="*/ 1333992 h 1407050"/>
              <a:gd name="connsiteX3" fmla="*/ 519329 w 2969161"/>
              <a:gd name="connsiteY3" fmla="*/ 1206654 h 1407050"/>
              <a:gd name="connsiteX4" fmla="*/ 527250 w 2969161"/>
              <a:gd name="connsiteY4" fmla="*/ 1144452 h 1407050"/>
              <a:gd name="connsiteX5" fmla="*/ 496736 w 2969161"/>
              <a:gd name="connsiteY5" fmla="*/ 1072860 h 1407050"/>
              <a:gd name="connsiteX6" fmla="*/ 419864 w 2969161"/>
              <a:gd name="connsiteY6" fmla="*/ 984252 h 1407050"/>
              <a:gd name="connsiteX7" fmla="*/ 416343 w 2969161"/>
              <a:gd name="connsiteY7" fmla="*/ 893589 h 1407050"/>
              <a:gd name="connsiteX8" fmla="*/ 417517 w 2969161"/>
              <a:gd name="connsiteY8" fmla="*/ 833148 h 1407050"/>
              <a:gd name="connsiteX9" fmla="*/ 227390 w 2969161"/>
              <a:gd name="connsiteY9" fmla="*/ 538861 h 1407050"/>
              <a:gd name="connsiteX10" fmla="*/ 50759 w 2969161"/>
              <a:gd name="connsiteY10" fmla="*/ 280371 h 1407050"/>
              <a:gd name="connsiteX11" fmla="*/ 2934 w 2969161"/>
              <a:gd name="connsiteY11" fmla="*/ 187948 h 1407050"/>
              <a:gd name="connsiteX12" fmla="*/ 4108 w 2969161"/>
              <a:gd name="connsiteY12" fmla="*/ 109315 h 1407050"/>
              <a:gd name="connsiteX13" fmla="*/ 63376 w 2969161"/>
              <a:gd name="connsiteY13" fmla="*/ 53861 h 1407050"/>
              <a:gd name="connsiteX14" fmla="*/ 190421 w 2969161"/>
              <a:gd name="connsiteY14" fmla="*/ 52101 h 1407050"/>
              <a:gd name="connsiteX15" fmla="*/ 373799 w 2969161"/>
              <a:gd name="connsiteY15" fmla="*/ 71759 h 1407050"/>
              <a:gd name="connsiteX16" fmla="*/ 573902 w 2969161"/>
              <a:gd name="connsiteY16" fmla="*/ 99633 h 1407050"/>
              <a:gd name="connsiteX17" fmla="*/ 783687 w 2969161"/>
              <a:gd name="connsiteY17" fmla="*/ 108141 h 1407050"/>
              <a:gd name="connsiteX18" fmla="*/ 902810 w 2969161"/>
              <a:gd name="connsiteY18" fmla="*/ 119877 h 1407050"/>
              <a:gd name="connsiteX19" fmla="*/ 1066824 w 2969161"/>
              <a:gd name="connsiteY19" fmla="*/ 149218 h 1407050"/>
              <a:gd name="connsiteX20" fmla="*/ 1123745 w 2969161"/>
              <a:gd name="connsiteY20" fmla="*/ 140709 h 1407050"/>
              <a:gd name="connsiteX21" fmla="*/ 1225851 w 2969161"/>
              <a:gd name="connsiteY21" fmla="*/ 121931 h 1407050"/>
              <a:gd name="connsiteX22" fmla="*/ 1469084 w 2969161"/>
              <a:gd name="connsiteY22" fmla="*/ 132787 h 1407050"/>
              <a:gd name="connsiteX23" fmla="*/ 1645715 w 2969161"/>
              <a:gd name="connsiteY23" fmla="*/ 91711 h 1407050"/>
              <a:gd name="connsiteX24" fmla="*/ 1806207 w 2969161"/>
              <a:gd name="connsiteY24" fmla="*/ 72932 h 1407050"/>
              <a:gd name="connsiteX25" fmla="*/ 1946162 w 2969161"/>
              <a:gd name="connsiteY25" fmla="*/ 95818 h 1407050"/>
              <a:gd name="connsiteX26" fmla="*/ 2016580 w 2969161"/>
              <a:gd name="connsiteY26" fmla="*/ 73519 h 1407050"/>
              <a:gd name="connsiteX27" fmla="*/ 2026555 w 2969161"/>
              <a:gd name="connsiteY27" fmla="*/ 65011 h 1407050"/>
              <a:gd name="connsiteX28" fmla="*/ 2156241 w 2969161"/>
              <a:gd name="connsiteY28" fmla="*/ 35083 h 1407050"/>
              <a:gd name="connsiteX29" fmla="*/ 2268909 w 2969161"/>
              <a:gd name="connsiteY29" fmla="*/ 30975 h 1407050"/>
              <a:gd name="connsiteX30" fmla="*/ 2969161 w 2969161"/>
              <a:gd name="connsiteY30" fmla="*/ 0 h 1407050"/>
              <a:gd name="connsiteX31" fmla="*/ 2293262 w 2969161"/>
              <a:gd name="connsiteY31" fmla="*/ 1393553 h 1407050"/>
              <a:gd name="connsiteX32" fmla="*/ 2279765 w 2969161"/>
              <a:gd name="connsiteY32" fmla="*/ 1407050 h 1407050"/>
              <a:gd name="connsiteX33" fmla="*/ 641385 w 2969161"/>
              <a:gd name="connsiteY33" fmla="*/ 1406463 h 1407050"/>
              <a:gd name="connsiteX0" fmla="*/ 641385 w 2969161"/>
              <a:gd name="connsiteY0" fmla="*/ 1406463 h 1425661"/>
              <a:gd name="connsiteX1" fmla="*/ 621434 w 2969161"/>
              <a:gd name="connsiteY1" fmla="*/ 1380643 h 1425661"/>
              <a:gd name="connsiteX2" fmla="*/ 563046 w 2969161"/>
              <a:gd name="connsiteY2" fmla="*/ 1333992 h 1425661"/>
              <a:gd name="connsiteX3" fmla="*/ 519329 w 2969161"/>
              <a:gd name="connsiteY3" fmla="*/ 1206654 h 1425661"/>
              <a:gd name="connsiteX4" fmla="*/ 527250 w 2969161"/>
              <a:gd name="connsiteY4" fmla="*/ 1144452 h 1425661"/>
              <a:gd name="connsiteX5" fmla="*/ 496736 w 2969161"/>
              <a:gd name="connsiteY5" fmla="*/ 1072860 h 1425661"/>
              <a:gd name="connsiteX6" fmla="*/ 419864 w 2969161"/>
              <a:gd name="connsiteY6" fmla="*/ 984252 h 1425661"/>
              <a:gd name="connsiteX7" fmla="*/ 416343 w 2969161"/>
              <a:gd name="connsiteY7" fmla="*/ 893589 h 1425661"/>
              <a:gd name="connsiteX8" fmla="*/ 417517 w 2969161"/>
              <a:gd name="connsiteY8" fmla="*/ 833148 h 1425661"/>
              <a:gd name="connsiteX9" fmla="*/ 227390 w 2969161"/>
              <a:gd name="connsiteY9" fmla="*/ 538861 h 1425661"/>
              <a:gd name="connsiteX10" fmla="*/ 50759 w 2969161"/>
              <a:gd name="connsiteY10" fmla="*/ 280371 h 1425661"/>
              <a:gd name="connsiteX11" fmla="*/ 2934 w 2969161"/>
              <a:gd name="connsiteY11" fmla="*/ 187948 h 1425661"/>
              <a:gd name="connsiteX12" fmla="*/ 4108 w 2969161"/>
              <a:gd name="connsiteY12" fmla="*/ 109315 h 1425661"/>
              <a:gd name="connsiteX13" fmla="*/ 63376 w 2969161"/>
              <a:gd name="connsiteY13" fmla="*/ 53861 h 1425661"/>
              <a:gd name="connsiteX14" fmla="*/ 190421 w 2969161"/>
              <a:gd name="connsiteY14" fmla="*/ 52101 h 1425661"/>
              <a:gd name="connsiteX15" fmla="*/ 373799 w 2969161"/>
              <a:gd name="connsiteY15" fmla="*/ 71759 h 1425661"/>
              <a:gd name="connsiteX16" fmla="*/ 573902 w 2969161"/>
              <a:gd name="connsiteY16" fmla="*/ 99633 h 1425661"/>
              <a:gd name="connsiteX17" fmla="*/ 783687 w 2969161"/>
              <a:gd name="connsiteY17" fmla="*/ 108141 h 1425661"/>
              <a:gd name="connsiteX18" fmla="*/ 902810 w 2969161"/>
              <a:gd name="connsiteY18" fmla="*/ 119877 h 1425661"/>
              <a:gd name="connsiteX19" fmla="*/ 1066824 w 2969161"/>
              <a:gd name="connsiteY19" fmla="*/ 149218 h 1425661"/>
              <a:gd name="connsiteX20" fmla="*/ 1123745 w 2969161"/>
              <a:gd name="connsiteY20" fmla="*/ 140709 h 1425661"/>
              <a:gd name="connsiteX21" fmla="*/ 1225851 w 2969161"/>
              <a:gd name="connsiteY21" fmla="*/ 121931 h 1425661"/>
              <a:gd name="connsiteX22" fmla="*/ 1469084 w 2969161"/>
              <a:gd name="connsiteY22" fmla="*/ 132787 h 1425661"/>
              <a:gd name="connsiteX23" fmla="*/ 1645715 w 2969161"/>
              <a:gd name="connsiteY23" fmla="*/ 91711 h 1425661"/>
              <a:gd name="connsiteX24" fmla="*/ 1806207 w 2969161"/>
              <a:gd name="connsiteY24" fmla="*/ 72932 h 1425661"/>
              <a:gd name="connsiteX25" fmla="*/ 1946162 w 2969161"/>
              <a:gd name="connsiteY25" fmla="*/ 95818 h 1425661"/>
              <a:gd name="connsiteX26" fmla="*/ 2016580 w 2969161"/>
              <a:gd name="connsiteY26" fmla="*/ 73519 h 1425661"/>
              <a:gd name="connsiteX27" fmla="*/ 2026555 w 2969161"/>
              <a:gd name="connsiteY27" fmla="*/ 65011 h 1425661"/>
              <a:gd name="connsiteX28" fmla="*/ 2156241 w 2969161"/>
              <a:gd name="connsiteY28" fmla="*/ 35083 h 1425661"/>
              <a:gd name="connsiteX29" fmla="*/ 2268909 w 2969161"/>
              <a:gd name="connsiteY29" fmla="*/ 30975 h 1425661"/>
              <a:gd name="connsiteX30" fmla="*/ 2969161 w 2969161"/>
              <a:gd name="connsiteY30" fmla="*/ 0 h 1425661"/>
              <a:gd name="connsiteX31" fmla="*/ 2293262 w 2969161"/>
              <a:gd name="connsiteY31" fmla="*/ 1393553 h 1425661"/>
              <a:gd name="connsiteX32" fmla="*/ 2962161 w 2969161"/>
              <a:gd name="connsiteY32" fmla="*/ 1425661 h 1425661"/>
              <a:gd name="connsiteX33" fmla="*/ 641385 w 2969161"/>
              <a:gd name="connsiteY33" fmla="*/ 1406463 h 1425661"/>
              <a:gd name="connsiteX0" fmla="*/ 641385 w 2969161"/>
              <a:gd name="connsiteY0" fmla="*/ 1406463 h 1425661"/>
              <a:gd name="connsiteX1" fmla="*/ 621434 w 2969161"/>
              <a:gd name="connsiteY1" fmla="*/ 1380643 h 1425661"/>
              <a:gd name="connsiteX2" fmla="*/ 563046 w 2969161"/>
              <a:gd name="connsiteY2" fmla="*/ 1333992 h 1425661"/>
              <a:gd name="connsiteX3" fmla="*/ 519329 w 2969161"/>
              <a:gd name="connsiteY3" fmla="*/ 1206654 h 1425661"/>
              <a:gd name="connsiteX4" fmla="*/ 527250 w 2969161"/>
              <a:gd name="connsiteY4" fmla="*/ 1144452 h 1425661"/>
              <a:gd name="connsiteX5" fmla="*/ 496736 w 2969161"/>
              <a:gd name="connsiteY5" fmla="*/ 1072860 h 1425661"/>
              <a:gd name="connsiteX6" fmla="*/ 419864 w 2969161"/>
              <a:gd name="connsiteY6" fmla="*/ 984252 h 1425661"/>
              <a:gd name="connsiteX7" fmla="*/ 416343 w 2969161"/>
              <a:gd name="connsiteY7" fmla="*/ 893589 h 1425661"/>
              <a:gd name="connsiteX8" fmla="*/ 417517 w 2969161"/>
              <a:gd name="connsiteY8" fmla="*/ 833148 h 1425661"/>
              <a:gd name="connsiteX9" fmla="*/ 227390 w 2969161"/>
              <a:gd name="connsiteY9" fmla="*/ 538861 h 1425661"/>
              <a:gd name="connsiteX10" fmla="*/ 50759 w 2969161"/>
              <a:gd name="connsiteY10" fmla="*/ 280371 h 1425661"/>
              <a:gd name="connsiteX11" fmla="*/ 2934 w 2969161"/>
              <a:gd name="connsiteY11" fmla="*/ 187948 h 1425661"/>
              <a:gd name="connsiteX12" fmla="*/ 4108 w 2969161"/>
              <a:gd name="connsiteY12" fmla="*/ 109315 h 1425661"/>
              <a:gd name="connsiteX13" fmla="*/ 63376 w 2969161"/>
              <a:gd name="connsiteY13" fmla="*/ 53861 h 1425661"/>
              <a:gd name="connsiteX14" fmla="*/ 190421 w 2969161"/>
              <a:gd name="connsiteY14" fmla="*/ 52101 h 1425661"/>
              <a:gd name="connsiteX15" fmla="*/ 373799 w 2969161"/>
              <a:gd name="connsiteY15" fmla="*/ 71759 h 1425661"/>
              <a:gd name="connsiteX16" fmla="*/ 573902 w 2969161"/>
              <a:gd name="connsiteY16" fmla="*/ 99633 h 1425661"/>
              <a:gd name="connsiteX17" fmla="*/ 783687 w 2969161"/>
              <a:gd name="connsiteY17" fmla="*/ 108141 h 1425661"/>
              <a:gd name="connsiteX18" fmla="*/ 902810 w 2969161"/>
              <a:gd name="connsiteY18" fmla="*/ 119877 h 1425661"/>
              <a:gd name="connsiteX19" fmla="*/ 1066824 w 2969161"/>
              <a:gd name="connsiteY19" fmla="*/ 149218 h 1425661"/>
              <a:gd name="connsiteX20" fmla="*/ 1123745 w 2969161"/>
              <a:gd name="connsiteY20" fmla="*/ 140709 h 1425661"/>
              <a:gd name="connsiteX21" fmla="*/ 1225851 w 2969161"/>
              <a:gd name="connsiteY21" fmla="*/ 121931 h 1425661"/>
              <a:gd name="connsiteX22" fmla="*/ 1469084 w 2969161"/>
              <a:gd name="connsiteY22" fmla="*/ 132787 h 1425661"/>
              <a:gd name="connsiteX23" fmla="*/ 1645715 w 2969161"/>
              <a:gd name="connsiteY23" fmla="*/ 91711 h 1425661"/>
              <a:gd name="connsiteX24" fmla="*/ 1806207 w 2969161"/>
              <a:gd name="connsiteY24" fmla="*/ 72932 h 1425661"/>
              <a:gd name="connsiteX25" fmla="*/ 1946162 w 2969161"/>
              <a:gd name="connsiteY25" fmla="*/ 95818 h 1425661"/>
              <a:gd name="connsiteX26" fmla="*/ 2016580 w 2969161"/>
              <a:gd name="connsiteY26" fmla="*/ 73519 h 1425661"/>
              <a:gd name="connsiteX27" fmla="*/ 2026555 w 2969161"/>
              <a:gd name="connsiteY27" fmla="*/ 65011 h 1425661"/>
              <a:gd name="connsiteX28" fmla="*/ 2156241 w 2969161"/>
              <a:gd name="connsiteY28" fmla="*/ 35083 h 1425661"/>
              <a:gd name="connsiteX29" fmla="*/ 2268909 w 2969161"/>
              <a:gd name="connsiteY29" fmla="*/ 30975 h 1425661"/>
              <a:gd name="connsiteX30" fmla="*/ 2969161 w 2969161"/>
              <a:gd name="connsiteY30" fmla="*/ 0 h 1425661"/>
              <a:gd name="connsiteX31" fmla="*/ 2950843 w 2969161"/>
              <a:gd name="connsiteY31" fmla="*/ 1232260 h 1425661"/>
              <a:gd name="connsiteX32" fmla="*/ 2962161 w 2969161"/>
              <a:gd name="connsiteY32" fmla="*/ 1425661 h 1425661"/>
              <a:gd name="connsiteX33" fmla="*/ 641385 w 2969161"/>
              <a:gd name="connsiteY33" fmla="*/ 1406463 h 1425661"/>
              <a:gd name="connsiteX0" fmla="*/ 641385 w 3165587"/>
              <a:gd name="connsiteY0" fmla="*/ 1406463 h 1425661"/>
              <a:gd name="connsiteX1" fmla="*/ 621434 w 3165587"/>
              <a:gd name="connsiteY1" fmla="*/ 1380643 h 1425661"/>
              <a:gd name="connsiteX2" fmla="*/ 563046 w 3165587"/>
              <a:gd name="connsiteY2" fmla="*/ 1333992 h 1425661"/>
              <a:gd name="connsiteX3" fmla="*/ 519329 w 3165587"/>
              <a:gd name="connsiteY3" fmla="*/ 1206654 h 1425661"/>
              <a:gd name="connsiteX4" fmla="*/ 527250 w 3165587"/>
              <a:gd name="connsiteY4" fmla="*/ 1144452 h 1425661"/>
              <a:gd name="connsiteX5" fmla="*/ 496736 w 3165587"/>
              <a:gd name="connsiteY5" fmla="*/ 1072860 h 1425661"/>
              <a:gd name="connsiteX6" fmla="*/ 419864 w 3165587"/>
              <a:gd name="connsiteY6" fmla="*/ 984252 h 1425661"/>
              <a:gd name="connsiteX7" fmla="*/ 416343 w 3165587"/>
              <a:gd name="connsiteY7" fmla="*/ 893589 h 1425661"/>
              <a:gd name="connsiteX8" fmla="*/ 417517 w 3165587"/>
              <a:gd name="connsiteY8" fmla="*/ 833148 h 1425661"/>
              <a:gd name="connsiteX9" fmla="*/ 227390 w 3165587"/>
              <a:gd name="connsiteY9" fmla="*/ 538861 h 1425661"/>
              <a:gd name="connsiteX10" fmla="*/ 50759 w 3165587"/>
              <a:gd name="connsiteY10" fmla="*/ 280371 h 1425661"/>
              <a:gd name="connsiteX11" fmla="*/ 2934 w 3165587"/>
              <a:gd name="connsiteY11" fmla="*/ 187948 h 1425661"/>
              <a:gd name="connsiteX12" fmla="*/ 4108 w 3165587"/>
              <a:gd name="connsiteY12" fmla="*/ 109315 h 1425661"/>
              <a:gd name="connsiteX13" fmla="*/ 63376 w 3165587"/>
              <a:gd name="connsiteY13" fmla="*/ 53861 h 1425661"/>
              <a:gd name="connsiteX14" fmla="*/ 190421 w 3165587"/>
              <a:gd name="connsiteY14" fmla="*/ 52101 h 1425661"/>
              <a:gd name="connsiteX15" fmla="*/ 373799 w 3165587"/>
              <a:gd name="connsiteY15" fmla="*/ 71759 h 1425661"/>
              <a:gd name="connsiteX16" fmla="*/ 573902 w 3165587"/>
              <a:gd name="connsiteY16" fmla="*/ 99633 h 1425661"/>
              <a:gd name="connsiteX17" fmla="*/ 783687 w 3165587"/>
              <a:gd name="connsiteY17" fmla="*/ 108141 h 1425661"/>
              <a:gd name="connsiteX18" fmla="*/ 902810 w 3165587"/>
              <a:gd name="connsiteY18" fmla="*/ 119877 h 1425661"/>
              <a:gd name="connsiteX19" fmla="*/ 1066824 w 3165587"/>
              <a:gd name="connsiteY19" fmla="*/ 149218 h 1425661"/>
              <a:gd name="connsiteX20" fmla="*/ 1123745 w 3165587"/>
              <a:gd name="connsiteY20" fmla="*/ 140709 h 1425661"/>
              <a:gd name="connsiteX21" fmla="*/ 1225851 w 3165587"/>
              <a:gd name="connsiteY21" fmla="*/ 121931 h 1425661"/>
              <a:gd name="connsiteX22" fmla="*/ 1469084 w 3165587"/>
              <a:gd name="connsiteY22" fmla="*/ 132787 h 1425661"/>
              <a:gd name="connsiteX23" fmla="*/ 1645715 w 3165587"/>
              <a:gd name="connsiteY23" fmla="*/ 91711 h 1425661"/>
              <a:gd name="connsiteX24" fmla="*/ 1806207 w 3165587"/>
              <a:gd name="connsiteY24" fmla="*/ 72932 h 1425661"/>
              <a:gd name="connsiteX25" fmla="*/ 1946162 w 3165587"/>
              <a:gd name="connsiteY25" fmla="*/ 95818 h 1425661"/>
              <a:gd name="connsiteX26" fmla="*/ 2016580 w 3165587"/>
              <a:gd name="connsiteY26" fmla="*/ 73519 h 1425661"/>
              <a:gd name="connsiteX27" fmla="*/ 2026555 w 3165587"/>
              <a:gd name="connsiteY27" fmla="*/ 65011 h 1425661"/>
              <a:gd name="connsiteX28" fmla="*/ 2156241 w 3165587"/>
              <a:gd name="connsiteY28" fmla="*/ 35083 h 1425661"/>
              <a:gd name="connsiteX29" fmla="*/ 2268909 w 3165587"/>
              <a:gd name="connsiteY29" fmla="*/ 30975 h 1425661"/>
              <a:gd name="connsiteX30" fmla="*/ 2969161 w 3165587"/>
              <a:gd name="connsiteY30" fmla="*/ 0 h 1425661"/>
              <a:gd name="connsiteX31" fmla="*/ 2962161 w 3165587"/>
              <a:gd name="connsiteY31" fmla="*/ 1425661 h 1425661"/>
              <a:gd name="connsiteX32" fmla="*/ 641385 w 3165587"/>
              <a:gd name="connsiteY32" fmla="*/ 1406463 h 1425661"/>
              <a:gd name="connsiteX0" fmla="*/ 641385 w 3137303"/>
              <a:gd name="connsiteY0" fmla="*/ 1406463 h 1425661"/>
              <a:gd name="connsiteX1" fmla="*/ 621434 w 3137303"/>
              <a:gd name="connsiteY1" fmla="*/ 1380643 h 1425661"/>
              <a:gd name="connsiteX2" fmla="*/ 563046 w 3137303"/>
              <a:gd name="connsiteY2" fmla="*/ 1333992 h 1425661"/>
              <a:gd name="connsiteX3" fmla="*/ 519329 w 3137303"/>
              <a:gd name="connsiteY3" fmla="*/ 1206654 h 1425661"/>
              <a:gd name="connsiteX4" fmla="*/ 527250 w 3137303"/>
              <a:gd name="connsiteY4" fmla="*/ 1144452 h 1425661"/>
              <a:gd name="connsiteX5" fmla="*/ 496736 w 3137303"/>
              <a:gd name="connsiteY5" fmla="*/ 1072860 h 1425661"/>
              <a:gd name="connsiteX6" fmla="*/ 419864 w 3137303"/>
              <a:gd name="connsiteY6" fmla="*/ 984252 h 1425661"/>
              <a:gd name="connsiteX7" fmla="*/ 416343 w 3137303"/>
              <a:gd name="connsiteY7" fmla="*/ 893589 h 1425661"/>
              <a:gd name="connsiteX8" fmla="*/ 417517 w 3137303"/>
              <a:gd name="connsiteY8" fmla="*/ 833148 h 1425661"/>
              <a:gd name="connsiteX9" fmla="*/ 227390 w 3137303"/>
              <a:gd name="connsiteY9" fmla="*/ 538861 h 1425661"/>
              <a:gd name="connsiteX10" fmla="*/ 50759 w 3137303"/>
              <a:gd name="connsiteY10" fmla="*/ 280371 h 1425661"/>
              <a:gd name="connsiteX11" fmla="*/ 2934 w 3137303"/>
              <a:gd name="connsiteY11" fmla="*/ 187948 h 1425661"/>
              <a:gd name="connsiteX12" fmla="*/ 4108 w 3137303"/>
              <a:gd name="connsiteY12" fmla="*/ 109315 h 1425661"/>
              <a:gd name="connsiteX13" fmla="*/ 63376 w 3137303"/>
              <a:gd name="connsiteY13" fmla="*/ 53861 h 1425661"/>
              <a:gd name="connsiteX14" fmla="*/ 190421 w 3137303"/>
              <a:gd name="connsiteY14" fmla="*/ 52101 h 1425661"/>
              <a:gd name="connsiteX15" fmla="*/ 373799 w 3137303"/>
              <a:gd name="connsiteY15" fmla="*/ 71759 h 1425661"/>
              <a:gd name="connsiteX16" fmla="*/ 573902 w 3137303"/>
              <a:gd name="connsiteY16" fmla="*/ 99633 h 1425661"/>
              <a:gd name="connsiteX17" fmla="*/ 783687 w 3137303"/>
              <a:gd name="connsiteY17" fmla="*/ 108141 h 1425661"/>
              <a:gd name="connsiteX18" fmla="*/ 902810 w 3137303"/>
              <a:gd name="connsiteY18" fmla="*/ 119877 h 1425661"/>
              <a:gd name="connsiteX19" fmla="*/ 1066824 w 3137303"/>
              <a:gd name="connsiteY19" fmla="*/ 149218 h 1425661"/>
              <a:gd name="connsiteX20" fmla="*/ 1123745 w 3137303"/>
              <a:gd name="connsiteY20" fmla="*/ 140709 h 1425661"/>
              <a:gd name="connsiteX21" fmla="*/ 1225851 w 3137303"/>
              <a:gd name="connsiteY21" fmla="*/ 121931 h 1425661"/>
              <a:gd name="connsiteX22" fmla="*/ 1469084 w 3137303"/>
              <a:gd name="connsiteY22" fmla="*/ 132787 h 1425661"/>
              <a:gd name="connsiteX23" fmla="*/ 1645715 w 3137303"/>
              <a:gd name="connsiteY23" fmla="*/ 91711 h 1425661"/>
              <a:gd name="connsiteX24" fmla="*/ 1806207 w 3137303"/>
              <a:gd name="connsiteY24" fmla="*/ 72932 h 1425661"/>
              <a:gd name="connsiteX25" fmla="*/ 1946162 w 3137303"/>
              <a:gd name="connsiteY25" fmla="*/ 95818 h 1425661"/>
              <a:gd name="connsiteX26" fmla="*/ 2016580 w 3137303"/>
              <a:gd name="connsiteY26" fmla="*/ 73519 h 1425661"/>
              <a:gd name="connsiteX27" fmla="*/ 2026555 w 3137303"/>
              <a:gd name="connsiteY27" fmla="*/ 65011 h 1425661"/>
              <a:gd name="connsiteX28" fmla="*/ 2156241 w 3137303"/>
              <a:gd name="connsiteY28" fmla="*/ 35083 h 1425661"/>
              <a:gd name="connsiteX29" fmla="*/ 2268909 w 3137303"/>
              <a:gd name="connsiteY29" fmla="*/ 30975 h 1425661"/>
              <a:gd name="connsiteX30" fmla="*/ 2969161 w 3137303"/>
              <a:gd name="connsiteY30" fmla="*/ 0 h 1425661"/>
              <a:gd name="connsiteX31" fmla="*/ 2962161 w 3137303"/>
              <a:gd name="connsiteY31" fmla="*/ 1425661 h 1425661"/>
              <a:gd name="connsiteX32" fmla="*/ 641385 w 3137303"/>
              <a:gd name="connsiteY32" fmla="*/ 1406463 h 1425661"/>
              <a:gd name="connsiteX0" fmla="*/ 641385 w 2969855"/>
              <a:gd name="connsiteY0" fmla="*/ 1406463 h 1425661"/>
              <a:gd name="connsiteX1" fmla="*/ 621434 w 2969855"/>
              <a:gd name="connsiteY1" fmla="*/ 1380643 h 1425661"/>
              <a:gd name="connsiteX2" fmla="*/ 563046 w 2969855"/>
              <a:gd name="connsiteY2" fmla="*/ 1333992 h 1425661"/>
              <a:gd name="connsiteX3" fmla="*/ 519329 w 2969855"/>
              <a:gd name="connsiteY3" fmla="*/ 1206654 h 1425661"/>
              <a:gd name="connsiteX4" fmla="*/ 527250 w 2969855"/>
              <a:gd name="connsiteY4" fmla="*/ 1144452 h 1425661"/>
              <a:gd name="connsiteX5" fmla="*/ 496736 w 2969855"/>
              <a:gd name="connsiteY5" fmla="*/ 1072860 h 1425661"/>
              <a:gd name="connsiteX6" fmla="*/ 419864 w 2969855"/>
              <a:gd name="connsiteY6" fmla="*/ 984252 h 1425661"/>
              <a:gd name="connsiteX7" fmla="*/ 416343 w 2969855"/>
              <a:gd name="connsiteY7" fmla="*/ 893589 h 1425661"/>
              <a:gd name="connsiteX8" fmla="*/ 417517 w 2969855"/>
              <a:gd name="connsiteY8" fmla="*/ 833148 h 1425661"/>
              <a:gd name="connsiteX9" fmla="*/ 227390 w 2969855"/>
              <a:gd name="connsiteY9" fmla="*/ 538861 h 1425661"/>
              <a:gd name="connsiteX10" fmla="*/ 50759 w 2969855"/>
              <a:gd name="connsiteY10" fmla="*/ 280371 h 1425661"/>
              <a:gd name="connsiteX11" fmla="*/ 2934 w 2969855"/>
              <a:gd name="connsiteY11" fmla="*/ 187948 h 1425661"/>
              <a:gd name="connsiteX12" fmla="*/ 4108 w 2969855"/>
              <a:gd name="connsiteY12" fmla="*/ 109315 h 1425661"/>
              <a:gd name="connsiteX13" fmla="*/ 63376 w 2969855"/>
              <a:gd name="connsiteY13" fmla="*/ 53861 h 1425661"/>
              <a:gd name="connsiteX14" fmla="*/ 190421 w 2969855"/>
              <a:gd name="connsiteY14" fmla="*/ 52101 h 1425661"/>
              <a:gd name="connsiteX15" fmla="*/ 373799 w 2969855"/>
              <a:gd name="connsiteY15" fmla="*/ 71759 h 1425661"/>
              <a:gd name="connsiteX16" fmla="*/ 573902 w 2969855"/>
              <a:gd name="connsiteY16" fmla="*/ 99633 h 1425661"/>
              <a:gd name="connsiteX17" fmla="*/ 783687 w 2969855"/>
              <a:gd name="connsiteY17" fmla="*/ 108141 h 1425661"/>
              <a:gd name="connsiteX18" fmla="*/ 902810 w 2969855"/>
              <a:gd name="connsiteY18" fmla="*/ 119877 h 1425661"/>
              <a:gd name="connsiteX19" fmla="*/ 1066824 w 2969855"/>
              <a:gd name="connsiteY19" fmla="*/ 149218 h 1425661"/>
              <a:gd name="connsiteX20" fmla="*/ 1123745 w 2969855"/>
              <a:gd name="connsiteY20" fmla="*/ 140709 h 1425661"/>
              <a:gd name="connsiteX21" fmla="*/ 1225851 w 2969855"/>
              <a:gd name="connsiteY21" fmla="*/ 121931 h 1425661"/>
              <a:gd name="connsiteX22" fmla="*/ 1469084 w 2969855"/>
              <a:gd name="connsiteY22" fmla="*/ 132787 h 1425661"/>
              <a:gd name="connsiteX23" fmla="*/ 1645715 w 2969855"/>
              <a:gd name="connsiteY23" fmla="*/ 91711 h 1425661"/>
              <a:gd name="connsiteX24" fmla="*/ 1806207 w 2969855"/>
              <a:gd name="connsiteY24" fmla="*/ 72932 h 1425661"/>
              <a:gd name="connsiteX25" fmla="*/ 1946162 w 2969855"/>
              <a:gd name="connsiteY25" fmla="*/ 95818 h 1425661"/>
              <a:gd name="connsiteX26" fmla="*/ 2016580 w 2969855"/>
              <a:gd name="connsiteY26" fmla="*/ 73519 h 1425661"/>
              <a:gd name="connsiteX27" fmla="*/ 2026555 w 2969855"/>
              <a:gd name="connsiteY27" fmla="*/ 65011 h 1425661"/>
              <a:gd name="connsiteX28" fmla="*/ 2156241 w 2969855"/>
              <a:gd name="connsiteY28" fmla="*/ 35083 h 1425661"/>
              <a:gd name="connsiteX29" fmla="*/ 2268909 w 2969855"/>
              <a:gd name="connsiteY29" fmla="*/ 30975 h 1425661"/>
              <a:gd name="connsiteX30" fmla="*/ 2969161 w 2969855"/>
              <a:gd name="connsiteY30" fmla="*/ 0 h 1425661"/>
              <a:gd name="connsiteX31" fmla="*/ 2962161 w 2969855"/>
              <a:gd name="connsiteY31" fmla="*/ 1425661 h 1425661"/>
              <a:gd name="connsiteX32" fmla="*/ 641385 w 2969855"/>
              <a:gd name="connsiteY32" fmla="*/ 1406463 h 1425661"/>
              <a:gd name="connsiteX0" fmla="*/ 641385 w 2969855"/>
              <a:gd name="connsiteY0" fmla="*/ 1406463 h 1425661"/>
              <a:gd name="connsiteX1" fmla="*/ 621434 w 2969855"/>
              <a:gd name="connsiteY1" fmla="*/ 1380643 h 1425661"/>
              <a:gd name="connsiteX2" fmla="*/ 563046 w 2969855"/>
              <a:gd name="connsiteY2" fmla="*/ 1333992 h 1425661"/>
              <a:gd name="connsiteX3" fmla="*/ 519329 w 2969855"/>
              <a:gd name="connsiteY3" fmla="*/ 1206654 h 1425661"/>
              <a:gd name="connsiteX4" fmla="*/ 527250 w 2969855"/>
              <a:gd name="connsiteY4" fmla="*/ 1144452 h 1425661"/>
              <a:gd name="connsiteX5" fmla="*/ 496736 w 2969855"/>
              <a:gd name="connsiteY5" fmla="*/ 1072860 h 1425661"/>
              <a:gd name="connsiteX6" fmla="*/ 419864 w 2969855"/>
              <a:gd name="connsiteY6" fmla="*/ 984252 h 1425661"/>
              <a:gd name="connsiteX7" fmla="*/ 416343 w 2969855"/>
              <a:gd name="connsiteY7" fmla="*/ 893589 h 1425661"/>
              <a:gd name="connsiteX8" fmla="*/ 417517 w 2969855"/>
              <a:gd name="connsiteY8" fmla="*/ 833148 h 1425661"/>
              <a:gd name="connsiteX9" fmla="*/ 227390 w 2969855"/>
              <a:gd name="connsiteY9" fmla="*/ 538861 h 1425661"/>
              <a:gd name="connsiteX10" fmla="*/ 50759 w 2969855"/>
              <a:gd name="connsiteY10" fmla="*/ 280371 h 1425661"/>
              <a:gd name="connsiteX11" fmla="*/ 2934 w 2969855"/>
              <a:gd name="connsiteY11" fmla="*/ 187948 h 1425661"/>
              <a:gd name="connsiteX12" fmla="*/ 4108 w 2969855"/>
              <a:gd name="connsiteY12" fmla="*/ 109315 h 1425661"/>
              <a:gd name="connsiteX13" fmla="*/ 63376 w 2969855"/>
              <a:gd name="connsiteY13" fmla="*/ 53861 h 1425661"/>
              <a:gd name="connsiteX14" fmla="*/ 190421 w 2969855"/>
              <a:gd name="connsiteY14" fmla="*/ 52101 h 1425661"/>
              <a:gd name="connsiteX15" fmla="*/ 373799 w 2969855"/>
              <a:gd name="connsiteY15" fmla="*/ 71759 h 1425661"/>
              <a:gd name="connsiteX16" fmla="*/ 573902 w 2969855"/>
              <a:gd name="connsiteY16" fmla="*/ 99633 h 1425661"/>
              <a:gd name="connsiteX17" fmla="*/ 783687 w 2969855"/>
              <a:gd name="connsiteY17" fmla="*/ 108141 h 1425661"/>
              <a:gd name="connsiteX18" fmla="*/ 902810 w 2969855"/>
              <a:gd name="connsiteY18" fmla="*/ 119877 h 1425661"/>
              <a:gd name="connsiteX19" fmla="*/ 1066824 w 2969855"/>
              <a:gd name="connsiteY19" fmla="*/ 149218 h 1425661"/>
              <a:gd name="connsiteX20" fmla="*/ 1123745 w 2969855"/>
              <a:gd name="connsiteY20" fmla="*/ 140709 h 1425661"/>
              <a:gd name="connsiteX21" fmla="*/ 1225851 w 2969855"/>
              <a:gd name="connsiteY21" fmla="*/ 121931 h 1425661"/>
              <a:gd name="connsiteX22" fmla="*/ 1469084 w 2969855"/>
              <a:gd name="connsiteY22" fmla="*/ 132787 h 1425661"/>
              <a:gd name="connsiteX23" fmla="*/ 1645715 w 2969855"/>
              <a:gd name="connsiteY23" fmla="*/ 91711 h 1425661"/>
              <a:gd name="connsiteX24" fmla="*/ 1806207 w 2969855"/>
              <a:gd name="connsiteY24" fmla="*/ 72932 h 1425661"/>
              <a:gd name="connsiteX25" fmla="*/ 1946162 w 2969855"/>
              <a:gd name="connsiteY25" fmla="*/ 95818 h 1425661"/>
              <a:gd name="connsiteX26" fmla="*/ 2016580 w 2969855"/>
              <a:gd name="connsiteY26" fmla="*/ 73519 h 1425661"/>
              <a:gd name="connsiteX27" fmla="*/ 2026555 w 2969855"/>
              <a:gd name="connsiteY27" fmla="*/ 65011 h 1425661"/>
              <a:gd name="connsiteX28" fmla="*/ 2156241 w 2969855"/>
              <a:gd name="connsiteY28" fmla="*/ 35083 h 1425661"/>
              <a:gd name="connsiteX29" fmla="*/ 2461220 w 2969855"/>
              <a:gd name="connsiteY29" fmla="*/ 74400 h 1425661"/>
              <a:gd name="connsiteX30" fmla="*/ 2969161 w 2969855"/>
              <a:gd name="connsiteY30" fmla="*/ 0 h 1425661"/>
              <a:gd name="connsiteX31" fmla="*/ 2962161 w 2969855"/>
              <a:gd name="connsiteY31" fmla="*/ 1425661 h 1425661"/>
              <a:gd name="connsiteX32" fmla="*/ 641385 w 2969855"/>
              <a:gd name="connsiteY32" fmla="*/ 1406463 h 1425661"/>
              <a:gd name="connsiteX0" fmla="*/ 641385 w 2969855"/>
              <a:gd name="connsiteY0" fmla="*/ 1406463 h 1425661"/>
              <a:gd name="connsiteX1" fmla="*/ 621434 w 2969855"/>
              <a:gd name="connsiteY1" fmla="*/ 1380643 h 1425661"/>
              <a:gd name="connsiteX2" fmla="*/ 563046 w 2969855"/>
              <a:gd name="connsiteY2" fmla="*/ 1333992 h 1425661"/>
              <a:gd name="connsiteX3" fmla="*/ 519329 w 2969855"/>
              <a:gd name="connsiteY3" fmla="*/ 1206654 h 1425661"/>
              <a:gd name="connsiteX4" fmla="*/ 527250 w 2969855"/>
              <a:gd name="connsiteY4" fmla="*/ 1144452 h 1425661"/>
              <a:gd name="connsiteX5" fmla="*/ 496736 w 2969855"/>
              <a:gd name="connsiteY5" fmla="*/ 1072860 h 1425661"/>
              <a:gd name="connsiteX6" fmla="*/ 419864 w 2969855"/>
              <a:gd name="connsiteY6" fmla="*/ 984252 h 1425661"/>
              <a:gd name="connsiteX7" fmla="*/ 416343 w 2969855"/>
              <a:gd name="connsiteY7" fmla="*/ 893589 h 1425661"/>
              <a:gd name="connsiteX8" fmla="*/ 417517 w 2969855"/>
              <a:gd name="connsiteY8" fmla="*/ 833148 h 1425661"/>
              <a:gd name="connsiteX9" fmla="*/ 227390 w 2969855"/>
              <a:gd name="connsiteY9" fmla="*/ 538861 h 1425661"/>
              <a:gd name="connsiteX10" fmla="*/ 50759 w 2969855"/>
              <a:gd name="connsiteY10" fmla="*/ 280371 h 1425661"/>
              <a:gd name="connsiteX11" fmla="*/ 2934 w 2969855"/>
              <a:gd name="connsiteY11" fmla="*/ 187948 h 1425661"/>
              <a:gd name="connsiteX12" fmla="*/ 4108 w 2969855"/>
              <a:gd name="connsiteY12" fmla="*/ 109315 h 1425661"/>
              <a:gd name="connsiteX13" fmla="*/ 63376 w 2969855"/>
              <a:gd name="connsiteY13" fmla="*/ 53861 h 1425661"/>
              <a:gd name="connsiteX14" fmla="*/ 190421 w 2969855"/>
              <a:gd name="connsiteY14" fmla="*/ 52101 h 1425661"/>
              <a:gd name="connsiteX15" fmla="*/ 373799 w 2969855"/>
              <a:gd name="connsiteY15" fmla="*/ 71759 h 1425661"/>
              <a:gd name="connsiteX16" fmla="*/ 573902 w 2969855"/>
              <a:gd name="connsiteY16" fmla="*/ 99633 h 1425661"/>
              <a:gd name="connsiteX17" fmla="*/ 783687 w 2969855"/>
              <a:gd name="connsiteY17" fmla="*/ 108141 h 1425661"/>
              <a:gd name="connsiteX18" fmla="*/ 902810 w 2969855"/>
              <a:gd name="connsiteY18" fmla="*/ 119877 h 1425661"/>
              <a:gd name="connsiteX19" fmla="*/ 1066824 w 2969855"/>
              <a:gd name="connsiteY19" fmla="*/ 149218 h 1425661"/>
              <a:gd name="connsiteX20" fmla="*/ 1123745 w 2969855"/>
              <a:gd name="connsiteY20" fmla="*/ 140709 h 1425661"/>
              <a:gd name="connsiteX21" fmla="*/ 1225851 w 2969855"/>
              <a:gd name="connsiteY21" fmla="*/ 121931 h 1425661"/>
              <a:gd name="connsiteX22" fmla="*/ 1469084 w 2969855"/>
              <a:gd name="connsiteY22" fmla="*/ 132787 h 1425661"/>
              <a:gd name="connsiteX23" fmla="*/ 1645715 w 2969855"/>
              <a:gd name="connsiteY23" fmla="*/ 91711 h 1425661"/>
              <a:gd name="connsiteX24" fmla="*/ 1806207 w 2969855"/>
              <a:gd name="connsiteY24" fmla="*/ 72932 h 1425661"/>
              <a:gd name="connsiteX25" fmla="*/ 1946162 w 2969855"/>
              <a:gd name="connsiteY25" fmla="*/ 95818 h 1425661"/>
              <a:gd name="connsiteX26" fmla="*/ 2016580 w 2969855"/>
              <a:gd name="connsiteY26" fmla="*/ 73519 h 1425661"/>
              <a:gd name="connsiteX27" fmla="*/ 2026555 w 2969855"/>
              <a:gd name="connsiteY27" fmla="*/ 65011 h 1425661"/>
              <a:gd name="connsiteX28" fmla="*/ 2156241 w 2969855"/>
              <a:gd name="connsiteY28" fmla="*/ 35083 h 1425661"/>
              <a:gd name="connsiteX29" fmla="*/ 2740382 w 2969855"/>
              <a:gd name="connsiteY29" fmla="*/ 18568 h 1425661"/>
              <a:gd name="connsiteX30" fmla="*/ 2969161 w 2969855"/>
              <a:gd name="connsiteY30" fmla="*/ 0 h 1425661"/>
              <a:gd name="connsiteX31" fmla="*/ 2962161 w 2969855"/>
              <a:gd name="connsiteY31" fmla="*/ 1425661 h 1425661"/>
              <a:gd name="connsiteX32" fmla="*/ 641385 w 2969855"/>
              <a:gd name="connsiteY32" fmla="*/ 1406463 h 1425661"/>
              <a:gd name="connsiteX0" fmla="*/ 641385 w 2969855"/>
              <a:gd name="connsiteY0" fmla="*/ 1406463 h 1425661"/>
              <a:gd name="connsiteX1" fmla="*/ 621434 w 2969855"/>
              <a:gd name="connsiteY1" fmla="*/ 1380643 h 1425661"/>
              <a:gd name="connsiteX2" fmla="*/ 563046 w 2969855"/>
              <a:gd name="connsiteY2" fmla="*/ 1333992 h 1425661"/>
              <a:gd name="connsiteX3" fmla="*/ 519329 w 2969855"/>
              <a:gd name="connsiteY3" fmla="*/ 1206654 h 1425661"/>
              <a:gd name="connsiteX4" fmla="*/ 527250 w 2969855"/>
              <a:gd name="connsiteY4" fmla="*/ 1144452 h 1425661"/>
              <a:gd name="connsiteX5" fmla="*/ 496736 w 2969855"/>
              <a:gd name="connsiteY5" fmla="*/ 1072860 h 1425661"/>
              <a:gd name="connsiteX6" fmla="*/ 419864 w 2969855"/>
              <a:gd name="connsiteY6" fmla="*/ 984252 h 1425661"/>
              <a:gd name="connsiteX7" fmla="*/ 416343 w 2969855"/>
              <a:gd name="connsiteY7" fmla="*/ 893589 h 1425661"/>
              <a:gd name="connsiteX8" fmla="*/ 417517 w 2969855"/>
              <a:gd name="connsiteY8" fmla="*/ 833148 h 1425661"/>
              <a:gd name="connsiteX9" fmla="*/ 227390 w 2969855"/>
              <a:gd name="connsiteY9" fmla="*/ 538861 h 1425661"/>
              <a:gd name="connsiteX10" fmla="*/ 50759 w 2969855"/>
              <a:gd name="connsiteY10" fmla="*/ 280371 h 1425661"/>
              <a:gd name="connsiteX11" fmla="*/ 2934 w 2969855"/>
              <a:gd name="connsiteY11" fmla="*/ 187948 h 1425661"/>
              <a:gd name="connsiteX12" fmla="*/ 4108 w 2969855"/>
              <a:gd name="connsiteY12" fmla="*/ 109315 h 1425661"/>
              <a:gd name="connsiteX13" fmla="*/ 63376 w 2969855"/>
              <a:gd name="connsiteY13" fmla="*/ 53861 h 1425661"/>
              <a:gd name="connsiteX14" fmla="*/ 190421 w 2969855"/>
              <a:gd name="connsiteY14" fmla="*/ 52101 h 1425661"/>
              <a:gd name="connsiteX15" fmla="*/ 373799 w 2969855"/>
              <a:gd name="connsiteY15" fmla="*/ 71759 h 1425661"/>
              <a:gd name="connsiteX16" fmla="*/ 573902 w 2969855"/>
              <a:gd name="connsiteY16" fmla="*/ 99633 h 1425661"/>
              <a:gd name="connsiteX17" fmla="*/ 783687 w 2969855"/>
              <a:gd name="connsiteY17" fmla="*/ 108141 h 1425661"/>
              <a:gd name="connsiteX18" fmla="*/ 902810 w 2969855"/>
              <a:gd name="connsiteY18" fmla="*/ 119877 h 1425661"/>
              <a:gd name="connsiteX19" fmla="*/ 1066824 w 2969855"/>
              <a:gd name="connsiteY19" fmla="*/ 149218 h 1425661"/>
              <a:gd name="connsiteX20" fmla="*/ 1123745 w 2969855"/>
              <a:gd name="connsiteY20" fmla="*/ 140709 h 1425661"/>
              <a:gd name="connsiteX21" fmla="*/ 1225851 w 2969855"/>
              <a:gd name="connsiteY21" fmla="*/ 121931 h 1425661"/>
              <a:gd name="connsiteX22" fmla="*/ 1469084 w 2969855"/>
              <a:gd name="connsiteY22" fmla="*/ 132787 h 1425661"/>
              <a:gd name="connsiteX23" fmla="*/ 1645715 w 2969855"/>
              <a:gd name="connsiteY23" fmla="*/ 91711 h 1425661"/>
              <a:gd name="connsiteX24" fmla="*/ 1806207 w 2969855"/>
              <a:gd name="connsiteY24" fmla="*/ 72932 h 1425661"/>
              <a:gd name="connsiteX25" fmla="*/ 1946162 w 2969855"/>
              <a:gd name="connsiteY25" fmla="*/ 95818 h 1425661"/>
              <a:gd name="connsiteX26" fmla="*/ 2016580 w 2969855"/>
              <a:gd name="connsiteY26" fmla="*/ 73519 h 1425661"/>
              <a:gd name="connsiteX27" fmla="*/ 2026555 w 2969855"/>
              <a:gd name="connsiteY27" fmla="*/ 65011 h 1425661"/>
              <a:gd name="connsiteX28" fmla="*/ 2367163 w 2969855"/>
              <a:gd name="connsiteY28" fmla="*/ 84712 h 1425661"/>
              <a:gd name="connsiteX29" fmla="*/ 2740382 w 2969855"/>
              <a:gd name="connsiteY29" fmla="*/ 18568 h 1425661"/>
              <a:gd name="connsiteX30" fmla="*/ 2969161 w 2969855"/>
              <a:gd name="connsiteY30" fmla="*/ 0 h 1425661"/>
              <a:gd name="connsiteX31" fmla="*/ 2962161 w 2969855"/>
              <a:gd name="connsiteY31" fmla="*/ 1425661 h 1425661"/>
              <a:gd name="connsiteX32" fmla="*/ 641385 w 2969855"/>
              <a:gd name="connsiteY32" fmla="*/ 1406463 h 1425661"/>
              <a:gd name="connsiteX0" fmla="*/ 641385 w 2969855"/>
              <a:gd name="connsiteY0" fmla="*/ 1406463 h 1425661"/>
              <a:gd name="connsiteX1" fmla="*/ 621434 w 2969855"/>
              <a:gd name="connsiteY1" fmla="*/ 1380643 h 1425661"/>
              <a:gd name="connsiteX2" fmla="*/ 563046 w 2969855"/>
              <a:gd name="connsiteY2" fmla="*/ 1333992 h 1425661"/>
              <a:gd name="connsiteX3" fmla="*/ 519329 w 2969855"/>
              <a:gd name="connsiteY3" fmla="*/ 1206654 h 1425661"/>
              <a:gd name="connsiteX4" fmla="*/ 527250 w 2969855"/>
              <a:gd name="connsiteY4" fmla="*/ 1144452 h 1425661"/>
              <a:gd name="connsiteX5" fmla="*/ 496736 w 2969855"/>
              <a:gd name="connsiteY5" fmla="*/ 1072860 h 1425661"/>
              <a:gd name="connsiteX6" fmla="*/ 419864 w 2969855"/>
              <a:gd name="connsiteY6" fmla="*/ 984252 h 1425661"/>
              <a:gd name="connsiteX7" fmla="*/ 416343 w 2969855"/>
              <a:gd name="connsiteY7" fmla="*/ 893589 h 1425661"/>
              <a:gd name="connsiteX8" fmla="*/ 417517 w 2969855"/>
              <a:gd name="connsiteY8" fmla="*/ 833148 h 1425661"/>
              <a:gd name="connsiteX9" fmla="*/ 227390 w 2969855"/>
              <a:gd name="connsiteY9" fmla="*/ 538861 h 1425661"/>
              <a:gd name="connsiteX10" fmla="*/ 50759 w 2969855"/>
              <a:gd name="connsiteY10" fmla="*/ 280371 h 1425661"/>
              <a:gd name="connsiteX11" fmla="*/ 2934 w 2969855"/>
              <a:gd name="connsiteY11" fmla="*/ 187948 h 1425661"/>
              <a:gd name="connsiteX12" fmla="*/ 4108 w 2969855"/>
              <a:gd name="connsiteY12" fmla="*/ 109315 h 1425661"/>
              <a:gd name="connsiteX13" fmla="*/ 63376 w 2969855"/>
              <a:gd name="connsiteY13" fmla="*/ 53861 h 1425661"/>
              <a:gd name="connsiteX14" fmla="*/ 190421 w 2969855"/>
              <a:gd name="connsiteY14" fmla="*/ 52101 h 1425661"/>
              <a:gd name="connsiteX15" fmla="*/ 373799 w 2969855"/>
              <a:gd name="connsiteY15" fmla="*/ 71759 h 1425661"/>
              <a:gd name="connsiteX16" fmla="*/ 573902 w 2969855"/>
              <a:gd name="connsiteY16" fmla="*/ 99633 h 1425661"/>
              <a:gd name="connsiteX17" fmla="*/ 783687 w 2969855"/>
              <a:gd name="connsiteY17" fmla="*/ 108141 h 1425661"/>
              <a:gd name="connsiteX18" fmla="*/ 902810 w 2969855"/>
              <a:gd name="connsiteY18" fmla="*/ 119877 h 1425661"/>
              <a:gd name="connsiteX19" fmla="*/ 1066824 w 2969855"/>
              <a:gd name="connsiteY19" fmla="*/ 149218 h 1425661"/>
              <a:gd name="connsiteX20" fmla="*/ 1123745 w 2969855"/>
              <a:gd name="connsiteY20" fmla="*/ 140709 h 1425661"/>
              <a:gd name="connsiteX21" fmla="*/ 1225851 w 2969855"/>
              <a:gd name="connsiteY21" fmla="*/ 121931 h 1425661"/>
              <a:gd name="connsiteX22" fmla="*/ 1469084 w 2969855"/>
              <a:gd name="connsiteY22" fmla="*/ 132787 h 1425661"/>
              <a:gd name="connsiteX23" fmla="*/ 1645715 w 2969855"/>
              <a:gd name="connsiteY23" fmla="*/ 91711 h 1425661"/>
              <a:gd name="connsiteX24" fmla="*/ 1806207 w 2969855"/>
              <a:gd name="connsiteY24" fmla="*/ 72932 h 1425661"/>
              <a:gd name="connsiteX25" fmla="*/ 1946162 w 2969855"/>
              <a:gd name="connsiteY25" fmla="*/ 95818 h 1425661"/>
              <a:gd name="connsiteX26" fmla="*/ 2016580 w 2969855"/>
              <a:gd name="connsiteY26" fmla="*/ 73519 h 1425661"/>
              <a:gd name="connsiteX27" fmla="*/ 2107202 w 2969855"/>
              <a:gd name="connsiteY27" fmla="*/ 46400 h 1425661"/>
              <a:gd name="connsiteX28" fmla="*/ 2367163 w 2969855"/>
              <a:gd name="connsiteY28" fmla="*/ 84712 h 1425661"/>
              <a:gd name="connsiteX29" fmla="*/ 2740382 w 2969855"/>
              <a:gd name="connsiteY29" fmla="*/ 18568 h 1425661"/>
              <a:gd name="connsiteX30" fmla="*/ 2969161 w 2969855"/>
              <a:gd name="connsiteY30" fmla="*/ 0 h 1425661"/>
              <a:gd name="connsiteX31" fmla="*/ 2962161 w 2969855"/>
              <a:gd name="connsiteY31" fmla="*/ 1425661 h 1425661"/>
              <a:gd name="connsiteX32" fmla="*/ 641385 w 2969855"/>
              <a:gd name="connsiteY32" fmla="*/ 1406463 h 1425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969855" h="1425661">
                <a:moveTo>
                  <a:pt x="641385" y="1406463"/>
                </a:moveTo>
                <a:cubicBezTo>
                  <a:pt x="639918" y="1393847"/>
                  <a:pt x="629943" y="1387685"/>
                  <a:pt x="621434" y="1380643"/>
                </a:cubicBezTo>
                <a:cubicBezTo>
                  <a:pt x="602363" y="1364799"/>
                  <a:pt x="582704" y="1349542"/>
                  <a:pt x="563046" y="1333992"/>
                </a:cubicBezTo>
                <a:cubicBezTo>
                  <a:pt x="520796" y="1300837"/>
                  <a:pt x="506712" y="1258586"/>
                  <a:pt x="519329" y="1206654"/>
                </a:cubicBezTo>
                <a:cubicBezTo>
                  <a:pt x="524316" y="1186115"/>
                  <a:pt x="528131" y="1165577"/>
                  <a:pt x="527250" y="1144452"/>
                </a:cubicBezTo>
                <a:cubicBezTo>
                  <a:pt x="526077" y="1116578"/>
                  <a:pt x="512580" y="1094279"/>
                  <a:pt x="496736" y="1072860"/>
                </a:cubicBezTo>
                <a:cubicBezTo>
                  <a:pt x="473264" y="1041466"/>
                  <a:pt x="445390" y="1013886"/>
                  <a:pt x="419864" y="984252"/>
                </a:cubicBezTo>
                <a:cubicBezTo>
                  <a:pt x="384949" y="944055"/>
                  <a:pt x="384655" y="935840"/>
                  <a:pt x="416343" y="893589"/>
                </a:cubicBezTo>
                <a:cubicBezTo>
                  <a:pt x="434241" y="869823"/>
                  <a:pt x="437175" y="853686"/>
                  <a:pt x="417517" y="833148"/>
                </a:cubicBezTo>
                <a:cubicBezTo>
                  <a:pt x="335657" y="746886"/>
                  <a:pt x="287245" y="638913"/>
                  <a:pt x="227390" y="538861"/>
                </a:cubicBezTo>
                <a:cubicBezTo>
                  <a:pt x="173696" y="449079"/>
                  <a:pt x="116776" y="361644"/>
                  <a:pt x="50759" y="280371"/>
                </a:cubicBezTo>
                <a:cubicBezTo>
                  <a:pt x="28754" y="253084"/>
                  <a:pt x="7922" y="224623"/>
                  <a:pt x="2934" y="187948"/>
                </a:cubicBezTo>
                <a:cubicBezTo>
                  <a:pt x="-587" y="161541"/>
                  <a:pt x="-1760" y="135428"/>
                  <a:pt x="4108" y="109315"/>
                </a:cubicBezTo>
                <a:cubicBezTo>
                  <a:pt x="12029" y="74693"/>
                  <a:pt x="28167" y="60316"/>
                  <a:pt x="63376" y="53861"/>
                </a:cubicBezTo>
                <a:cubicBezTo>
                  <a:pt x="105626" y="45939"/>
                  <a:pt x="148170" y="47993"/>
                  <a:pt x="190421" y="52101"/>
                </a:cubicBezTo>
                <a:cubicBezTo>
                  <a:pt x="251742" y="57969"/>
                  <a:pt x="312771" y="64130"/>
                  <a:pt x="373799" y="71759"/>
                </a:cubicBezTo>
                <a:cubicBezTo>
                  <a:pt x="440696" y="79974"/>
                  <a:pt x="507299" y="89657"/>
                  <a:pt x="573902" y="99633"/>
                </a:cubicBezTo>
                <a:cubicBezTo>
                  <a:pt x="643733" y="110195"/>
                  <a:pt x="712977" y="118117"/>
                  <a:pt x="783687" y="108141"/>
                </a:cubicBezTo>
                <a:cubicBezTo>
                  <a:pt x="823884" y="102567"/>
                  <a:pt x="863200" y="112836"/>
                  <a:pt x="902810" y="119877"/>
                </a:cubicBezTo>
                <a:cubicBezTo>
                  <a:pt x="957677" y="129560"/>
                  <a:pt x="1011957" y="141590"/>
                  <a:pt x="1066824" y="149218"/>
                </a:cubicBezTo>
                <a:cubicBezTo>
                  <a:pt x="1087069" y="152152"/>
                  <a:pt x="1106141" y="150098"/>
                  <a:pt x="1123745" y="140709"/>
                </a:cubicBezTo>
                <a:cubicBezTo>
                  <a:pt x="1156020" y="123398"/>
                  <a:pt x="1190055" y="120171"/>
                  <a:pt x="1225851" y="121931"/>
                </a:cubicBezTo>
                <a:lnTo>
                  <a:pt x="1469084" y="132787"/>
                </a:lnTo>
                <a:cubicBezTo>
                  <a:pt x="1532166" y="136015"/>
                  <a:pt x="1591141" y="125159"/>
                  <a:pt x="1645715" y="91711"/>
                </a:cubicBezTo>
                <a:cubicBezTo>
                  <a:pt x="1695887" y="60903"/>
                  <a:pt x="1750460" y="63250"/>
                  <a:pt x="1806207" y="72932"/>
                </a:cubicBezTo>
                <a:cubicBezTo>
                  <a:pt x="1852859" y="81148"/>
                  <a:pt x="1898924" y="91711"/>
                  <a:pt x="1946162" y="95818"/>
                </a:cubicBezTo>
                <a:cubicBezTo>
                  <a:pt x="1973156" y="98166"/>
                  <a:pt x="1996335" y="90537"/>
                  <a:pt x="2016580" y="73519"/>
                </a:cubicBezTo>
                <a:cubicBezTo>
                  <a:pt x="2019807" y="70585"/>
                  <a:pt x="2048772" y="44535"/>
                  <a:pt x="2107202" y="46400"/>
                </a:cubicBezTo>
                <a:cubicBezTo>
                  <a:pt x="2165632" y="48265"/>
                  <a:pt x="2261633" y="89351"/>
                  <a:pt x="2367163" y="84712"/>
                </a:cubicBezTo>
                <a:cubicBezTo>
                  <a:pt x="2472693" y="80073"/>
                  <a:pt x="2640049" y="32687"/>
                  <a:pt x="2740382" y="18568"/>
                </a:cubicBezTo>
                <a:cubicBezTo>
                  <a:pt x="2840715" y="4449"/>
                  <a:pt x="2892901" y="6189"/>
                  <a:pt x="2969161" y="0"/>
                </a:cubicBezTo>
                <a:cubicBezTo>
                  <a:pt x="2973038" y="275873"/>
                  <a:pt x="2959298" y="1005144"/>
                  <a:pt x="2962161" y="1425661"/>
                </a:cubicBezTo>
                <a:lnTo>
                  <a:pt x="641385" y="1406463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 w="293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71">
            <a:extLst>
              <a:ext uri="{FF2B5EF4-FFF2-40B4-BE49-F238E27FC236}">
                <a16:creationId xmlns:a16="http://schemas.microsoft.com/office/drawing/2014/main" xmlns="" id="{4C5FA2BA-70FB-4B14-985B-81FD3F22EAEC}"/>
              </a:ext>
            </a:extLst>
          </p:cNvPr>
          <p:cNvSpPr/>
          <p:nvPr/>
        </p:nvSpPr>
        <p:spPr>
          <a:xfrm>
            <a:off x="-29670" y="5899502"/>
            <a:ext cx="1971708" cy="973706"/>
          </a:xfrm>
          <a:custGeom>
            <a:avLst/>
            <a:gdLst>
              <a:gd name="connsiteX0" fmla="*/ 0 w 1424192"/>
              <a:gd name="connsiteY0" fmla="*/ 10309 h 1269608"/>
              <a:gd name="connsiteX1" fmla="*/ 25233 w 1424192"/>
              <a:gd name="connsiteY1" fmla="*/ 627 h 1269608"/>
              <a:gd name="connsiteX2" fmla="*/ 76286 w 1424192"/>
              <a:gd name="connsiteY2" fmla="*/ 17644 h 1269608"/>
              <a:gd name="connsiteX3" fmla="*/ 135260 w 1424192"/>
              <a:gd name="connsiteY3" fmla="*/ 33782 h 1269608"/>
              <a:gd name="connsiteX4" fmla="*/ 292819 w 1424192"/>
              <a:gd name="connsiteY4" fmla="*/ 35542 h 1269608"/>
              <a:gd name="connsiteX5" fmla="*/ 612925 w 1424192"/>
              <a:gd name="connsiteY5" fmla="*/ 22632 h 1269608"/>
              <a:gd name="connsiteX6" fmla="*/ 712097 w 1424192"/>
              <a:gd name="connsiteY6" fmla="*/ 31141 h 1269608"/>
              <a:gd name="connsiteX7" fmla="*/ 891661 w 1424192"/>
              <a:gd name="connsiteY7" fmla="*/ 22339 h 1269608"/>
              <a:gd name="connsiteX8" fmla="*/ 1135775 w 1424192"/>
              <a:gd name="connsiteY8" fmla="*/ 9723 h 1269608"/>
              <a:gd name="connsiteX9" fmla="*/ 1226731 w 1424192"/>
              <a:gd name="connsiteY9" fmla="*/ 10603 h 1269608"/>
              <a:gd name="connsiteX10" fmla="*/ 1270155 w 1424192"/>
              <a:gd name="connsiteY10" fmla="*/ 25273 h 1269608"/>
              <a:gd name="connsiteX11" fmla="*/ 1312112 w 1424192"/>
              <a:gd name="connsiteY11" fmla="*/ 39943 h 1269608"/>
              <a:gd name="connsiteX12" fmla="*/ 1369326 w 1424192"/>
              <a:gd name="connsiteY12" fmla="*/ 40237 h 1269608"/>
              <a:gd name="connsiteX13" fmla="*/ 1424193 w 1424192"/>
              <a:gd name="connsiteY13" fmla="*/ 95690 h 1269608"/>
              <a:gd name="connsiteX14" fmla="*/ 1422726 w 1424192"/>
              <a:gd name="connsiteY14" fmla="*/ 110361 h 1269608"/>
              <a:gd name="connsiteX15" fmla="*/ 1375194 w 1424192"/>
              <a:gd name="connsiteY15" fmla="*/ 251489 h 1269608"/>
              <a:gd name="connsiteX16" fmla="*/ 1319447 w 1424192"/>
              <a:gd name="connsiteY16" fmla="*/ 313984 h 1269608"/>
              <a:gd name="connsiteX17" fmla="*/ 1245509 w 1424192"/>
              <a:gd name="connsiteY17" fmla="*/ 399953 h 1269608"/>
              <a:gd name="connsiteX18" fmla="*/ 1187414 w 1424192"/>
              <a:gd name="connsiteY18" fmla="*/ 516435 h 1269608"/>
              <a:gd name="connsiteX19" fmla="*/ 1169223 w 1424192"/>
              <a:gd name="connsiteY19" fmla="*/ 638198 h 1269608"/>
              <a:gd name="connsiteX20" fmla="*/ 1180373 w 1424192"/>
              <a:gd name="connsiteY20" fmla="*/ 876444 h 1269608"/>
              <a:gd name="connsiteX21" fmla="*/ 1167756 w 1424192"/>
              <a:gd name="connsiteY21" fmla="*/ 917814 h 1269608"/>
              <a:gd name="connsiteX22" fmla="*/ 1091471 w 1424192"/>
              <a:gd name="connsiteY22" fmla="*/ 1085056 h 1269608"/>
              <a:gd name="connsiteX23" fmla="*/ 1018999 w 1424192"/>
              <a:gd name="connsiteY23" fmla="*/ 1237920 h 1269608"/>
              <a:gd name="connsiteX24" fmla="*/ 1009904 w 1424192"/>
              <a:gd name="connsiteY24" fmla="*/ 1269314 h 1269608"/>
              <a:gd name="connsiteX25" fmla="*/ 12910 w 1424192"/>
              <a:gd name="connsiteY25" fmla="*/ 1269608 h 1269608"/>
              <a:gd name="connsiteX26" fmla="*/ 293 w 1424192"/>
              <a:gd name="connsiteY26" fmla="*/ 1256698 h 1269608"/>
              <a:gd name="connsiteX27" fmla="*/ 0 w 1424192"/>
              <a:gd name="connsiteY27" fmla="*/ 10309 h 1269608"/>
              <a:gd name="connsiteX0" fmla="*/ 0 w 2664912"/>
              <a:gd name="connsiteY0" fmla="*/ 1146 h 1316277"/>
              <a:gd name="connsiteX1" fmla="*/ 1265952 w 2664912"/>
              <a:gd name="connsiteY1" fmla="*/ 47296 h 1316277"/>
              <a:gd name="connsiteX2" fmla="*/ 1317005 w 2664912"/>
              <a:gd name="connsiteY2" fmla="*/ 64313 h 1316277"/>
              <a:gd name="connsiteX3" fmla="*/ 1375979 w 2664912"/>
              <a:gd name="connsiteY3" fmla="*/ 80451 h 1316277"/>
              <a:gd name="connsiteX4" fmla="*/ 1533538 w 2664912"/>
              <a:gd name="connsiteY4" fmla="*/ 82211 h 1316277"/>
              <a:gd name="connsiteX5" fmla="*/ 1853644 w 2664912"/>
              <a:gd name="connsiteY5" fmla="*/ 69301 h 1316277"/>
              <a:gd name="connsiteX6" fmla="*/ 1952816 w 2664912"/>
              <a:gd name="connsiteY6" fmla="*/ 77810 h 1316277"/>
              <a:gd name="connsiteX7" fmla="*/ 2132380 w 2664912"/>
              <a:gd name="connsiteY7" fmla="*/ 69008 h 1316277"/>
              <a:gd name="connsiteX8" fmla="*/ 2376494 w 2664912"/>
              <a:gd name="connsiteY8" fmla="*/ 56392 h 1316277"/>
              <a:gd name="connsiteX9" fmla="*/ 2467450 w 2664912"/>
              <a:gd name="connsiteY9" fmla="*/ 57272 h 1316277"/>
              <a:gd name="connsiteX10" fmla="*/ 2510874 w 2664912"/>
              <a:gd name="connsiteY10" fmla="*/ 71942 h 1316277"/>
              <a:gd name="connsiteX11" fmla="*/ 2552831 w 2664912"/>
              <a:gd name="connsiteY11" fmla="*/ 86612 h 1316277"/>
              <a:gd name="connsiteX12" fmla="*/ 2610045 w 2664912"/>
              <a:gd name="connsiteY12" fmla="*/ 86906 h 1316277"/>
              <a:gd name="connsiteX13" fmla="*/ 2664912 w 2664912"/>
              <a:gd name="connsiteY13" fmla="*/ 142359 h 1316277"/>
              <a:gd name="connsiteX14" fmla="*/ 2663445 w 2664912"/>
              <a:gd name="connsiteY14" fmla="*/ 157030 h 1316277"/>
              <a:gd name="connsiteX15" fmla="*/ 2615913 w 2664912"/>
              <a:gd name="connsiteY15" fmla="*/ 298158 h 1316277"/>
              <a:gd name="connsiteX16" fmla="*/ 2560166 w 2664912"/>
              <a:gd name="connsiteY16" fmla="*/ 360653 h 1316277"/>
              <a:gd name="connsiteX17" fmla="*/ 2486228 w 2664912"/>
              <a:gd name="connsiteY17" fmla="*/ 446622 h 1316277"/>
              <a:gd name="connsiteX18" fmla="*/ 2428133 w 2664912"/>
              <a:gd name="connsiteY18" fmla="*/ 563104 h 1316277"/>
              <a:gd name="connsiteX19" fmla="*/ 2409942 w 2664912"/>
              <a:gd name="connsiteY19" fmla="*/ 684867 h 1316277"/>
              <a:gd name="connsiteX20" fmla="*/ 2421092 w 2664912"/>
              <a:gd name="connsiteY20" fmla="*/ 923113 h 1316277"/>
              <a:gd name="connsiteX21" fmla="*/ 2408475 w 2664912"/>
              <a:gd name="connsiteY21" fmla="*/ 964483 h 1316277"/>
              <a:gd name="connsiteX22" fmla="*/ 2332190 w 2664912"/>
              <a:gd name="connsiteY22" fmla="*/ 1131725 h 1316277"/>
              <a:gd name="connsiteX23" fmla="*/ 2259718 w 2664912"/>
              <a:gd name="connsiteY23" fmla="*/ 1284589 h 1316277"/>
              <a:gd name="connsiteX24" fmla="*/ 2250623 w 2664912"/>
              <a:gd name="connsiteY24" fmla="*/ 1315983 h 1316277"/>
              <a:gd name="connsiteX25" fmla="*/ 1253629 w 2664912"/>
              <a:gd name="connsiteY25" fmla="*/ 1316277 h 1316277"/>
              <a:gd name="connsiteX26" fmla="*/ 1241012 w 2664912"/>
              <a:gd name="connsiteY26" fmla="*/ 1303367 h 1316277"/>
              <a:gd name="connsiteX27" fmla="*/ 0 w 2664912"/>
              <a:gd name="connsiteY27" fmla="*/ 1146 h 1316277"/>
              <a:gd name="connsiteX0" fmla="*/ 0 w 2664912"/>
              <a:gd name="connsiteY0" fmla="*/ 1146 h 1316277"/>
              <a:gd name="connsiteX1" fmla="*/ 1265952 w 2664912"/>
              <a:gd name="connsiteY1" fmla="*/ 47296 h 1316277"/>
              <a:gd name="connsiteX2" fmla="*/ 1317005 w 2664912"/>
              <a:gd name="connsiteY2" fmla="*/ 64313 h 1316277"/>
              <a:gd name="connsiteX3" fmla="*/ 1375979 w 2664912"/>
              <a:gd name="connsiteY3" fmla="*/ 80451 h 1316277"/>
              <a:gd name="connsiteX4" fmla="*/ 1533538 w 2664912"/>
              <a:gd name="connsiteY4" fmla="*/ 82211 h 1316277"/>
              <a:gd name="connsiteX5" fmla="*/ 1853644 w 2664912"/>
              <a:gd name="connsiteY5" fmla="*/ 69301 h 1316277"/>
              <a:gd name="connsiteX6" fmla="*/ 1952816 w 2664912"/>
              <a:gd name="connsiteY6" fmla="*/ 77810 h 1316277"/>
              <a:gd name="connsiteX7" fmla="*/ 2132380 w 2664912"/>
              <a:gd name="connsiteY7" fmla="*/ 69008 h 1316277"/>
              <a:gd name="connsiteX8" fmla="*/ 2376494 w 2664912"/>
              <a:gd name="connsiteY8" fmla="*/ 56392 h 1316277"/>
              <a:gd name="connsiteX9" fmla="*/ 2467450 w 2664912"/>
              <a:gd name="connsiteY9" fmla="*/ 57272 h 1316277"/>
              <a:gd name="connsiteX10" fmla="*/ 2510874 w 2664912"/>
              <a:gd name="connsiteY10" fmla="*/ 71942 h 1316277"/>
              <a:gd name="connsiteX11" fmla="*/ 2552831 w 2664912"/>
              <a:gd name="connsiteY11" fmla="*/ 86612 h 1316277"/>
              <a:gd name="connsiteX12" fmla="*/ 2610045 w 2664912"/>
              <a:gd name="connsiteY12" fmla="*/ 86906 h 1316277"/>
              <a:gd name="connsiteX13" fmla="*/ 2664912 w 2664912"/>
              <a:gd name="connsiteY13" fmla="*/ 142359 h 1316277"/>
              <a:gd name="connsiteX14" fmla="*/ 2663445 w 2664912"/>
              <a:gd name="connsiteY14" fmla="*/ 157030 h 1316277"/>
              <a:gd name="connsiteX15" fmla="*/ 2615913 w 2664912"/>
              <a:gd name="connsiteY15" fmla="*/ 298158 h 1316277"/>
              <a:gd name="connsiteX16" fmla="*/ 2560166 w 2664912"/>
              <a:gd name="connsiteY16" fmla="*/ 360653 h 1316277"/>
              <a:gd name="connsiteX17" fmla="*/ 2486228 w 2664912"/>
              <a:gd name="connsiteY17" fmla="*/ 446622 h 1316277"/>
              <a:gd name="connsiteX18" fmla="*/ 2428133 w 2664912"/>
              <a:gd name="connsiteY18" fmla="*/ 563104 h 1316277"/>
              <a:gd name="connsiteX19" fmla="*/ 2409942 w 2664912"/>
              <a:gd name="connsiteY19" fmla="*/ 684867 h 1316277"/>
              <a:gd name="connsiteX20" fmla="*/ 2421092 w 2664912"/>
              <a:gd name="connsiteY20" fmla="*/ 923113 h 1316277"/>
              <a:gd name="connsiteX21" fmla="*/ 2408475 w 2664912"/>
              <a:gd name="connsiteY21" fmla="*/ 964483 h 1316277"/>
              <a:gd name="connsiteX22" fmla="*/ 2332190 w 2664912"/>
              <a:gd name="connsiteY22" fmla="*/ 1131725 h 1316277"/>
              <a:gd name="connsiteX23" fmla="*/ 2259718 w 2664912"/>
              <a:gd name="connsiteY23" fmla="*/ 1284589 h 1316277"/>
              <a:gd name="connsiteX24" fmla="*/ 2250623 w 2664912"/>
              <a:gd name="connsiteY24" fmla="*/ 1315983 h 1316277"/>
              <a:gd name="connsiteX25" fmla="*/ 1253629 w 2664912"/>
              <a:gd name="connsiteY25" fmla="*/ 1316277 h 1316277"/>
              <a:gd name="connsiteX26" fmla="*/ 25107 w 2664912"/>
              <a:gd name="connsiteY26" fmla="*/ 1309570 h 1316277"/>
              <a:gd name="connsiteX27" fmla="*/ 0 w 2664912"/>
              <a:gd name="connsiteY27" fmla="*/ 1146 h 1316277"/>
              <a:gd name="connsiteX0" fmla="*/ 0 w 2664912"/>
              <a:gd name="connsiteY0" fmla="*/ 1146 h 1315983"/>
              <a:gd name="connsiteX1" fmla="*/ 1265952 w 2664912"/>
              <a:gd name="connsiteY1" fmla="*/ 47296 h 1315983"/>
              <a:gd name="connsiteX2" fmla="*/ 1317005 w 2664912"/>
              <a:gd name="connsiteY2" fmla="*/ 64313 h 1315983"/>
              <a:gd name="connsiteX3" fmla="*/ 1375979 w 2664912"/>
              <a:gd name="connsiteY3" fmla="*/ 80451 h 1315983"/>
              <a:gd name="connsiteX4" fmla="*/ 1533538 w 2664912"/>
              <a:gd name="connsiteY4" fmla="*/ 82211 h 1315983"/>
              <a:gd name="connsiteX5" fmla="*/ 1853644 w 2664912"/>
              <a:gd name="connsiteY5" fmla="*/ 69301 h 1315983"/>
              <a:gd name="connsiteX6" fmla="*/ 1952816 w 2664912"/>
              <a:gd name="connsiteY6" fmla="*/ 77810 h 1315983"/>
              <a:gd name="connsiteX7" fmla="*/ 2132380 w 2664912"/>
              <a:gd name="connsiteY7" fmla="*/ 69008 h 1315983"/>
              <a:gd name="connsiteX8" fmla="*/ 2376494 w 2664912"/>
              <a:gd name="connsiteY8" fmla="*/ 56392 h 1315983"/>
              <a:gd name="connsiteX9" fmla="*/ 2467450 w 2664912"/>
              <a:gd name="connsiteY9" fmla="*/ 57272 h 1315983"/>
              <a:gd name="connsiteX10" fmla="*/ 2510874 w 2664912"/>
              <a:gd name="connsiteY10" fmla="*/ 71942 h 1315983"/>
              <a:gd name="connsiteX11" fmla="*/ 2552831 w 2664912"/>
              <a:gd name="connsiteY11" fmla="*/ 86612 h 1315983"/>
              <a:gd name="connsiteX12" fmla="*/ 2610045 w 2664912"/>
              <a:gd name="connsiteY12" fmla="*/ 86906 h 1315983"/>
              <a:gd name="connsiteX13" fmla="*/ 2664912 w 2664912"/>
              <a:gd name="connsiteY13" fmla="*/ 142359 h 1315983"/>
              <a:gd name="connsiteX14" fmla="*/ 2663445 w 2664912"/>
              <a:gd name="connsiteY14" fmla="*/ 157030 h 1315983"/>
              <a:gd name="connsiteX15" fmla="*/ 2615913 w 2664912"/>
              <a:gd name="connsiteY15" fmla="*/ 298158 h 1315983"/>
              <a:gd name="connsiteX16" fmla="*/ 2560166 w 2664912"/>
              <a:gd name="connsiteY16" fmla="*/ 360653 h 1315983"/>
              <a:gd name="connsiteX17" fmla="*/ 2486228 w 2664912"/>
              <a:gd name="connsiteY17" fmla="*/ 446622 h 1315983"/>
              <a:gd name="connsiteX18" fmla="*/ 2428133 w 2664912"/>
              <a:gd name="connsiteY18" fmla="*/ 563104 h 1315983"/>
              <a:gd name="connsiteX19" fmla="*/ 2409942 w 2664912"/>
              <a:gd name="connsiteY19" fmla="*/ 684867 h 1315983"/>
              <a:gd name="connsiteX20" fmla="*/ 2421092 w 2664912"/>
              <a:gd name="connsiteY20" fmla="*/ 923113 h 1315983"/>
              <a:gd name="connsiteX21" fmla="*/ 2408475 w 2664912"/>
              <a:gd name="connsiteY21" fmla="*/ 964483 h 1315983"/>
              <a:gd name="connsiteX22" fmla="*/ 2332190 w 2664912"/>
              <a:gd name="connsiteY22" fmla="*/ 1131725 h 1315983"/>
              <a:gd name="connsiteX23" fmla="*/ 2259718 w 2664912"/>
              <a:gd name="connsiteY23" fmla="*/ 1284589 h 1315983"/>
              <a:gd name="connsiteX24" fmla="*/ 2250623 w 2664912"/>
              <a:gd name="connsiteY24" fmla="*/ 1315983 h 1315983"/>
              <a:gd name="connsiteX25" fmla="*/ 25107 w 2664912"/>
              <a:gd name="connsiteY25" fmla="*/ 1309570 h 1315983"/>
              <a:gd name="connsiteX26" fmla="*/ 0 w 2664912"/>
              <a:gd name="connsiteY26" fmla="*/ 1146 h 1315983"/>
              <a:gd name="connsiteX0" fmla="*/ 0 w 2664912"/>
              <a:gd name="connsiteY0" fmla="*/ 1146 h 1315983"/>
              <a:gd name="connsiteX1" fmla="*/ 1265952 w 2664912"/>
              <a:gd name="connsiteY1" fmla="*/ 47296 h 1315983"/>
              <a:gd name="connsiteX2" fmla="*/ 1317005 w 2664912"/>
              <a:gd name="connsiteY2" fmla="*/ 64313 h 1315983"/>
              <a:gd name="connsiteX3" fmla="*/ 1375979 w 2664912"/>
              <a:gd name="connsiteY3" fmla="*/ 80451 h 1315983"/>
              <a:gd name="connsiteX4" fmla="*/ 1533538 w 2664912"/>
              <a:gd name="connsiteY4" fmla="*/ 82211 h 1315983"/>
              <a:gd name="connsiteX5" fmla="*/ 1853644 w 2664912"/>
              <a:gd name="connsiteY5" fmla="*/ 69301 h 1315983"/>
              <a:gd name="connsiteX6" fmla="*/ 1952816 w 2664912"/>
              <a:gd name="connsiteY6" fmla="*/ 77810 h 1315983"/>
              <a:gd name="connsiteX7" fmla="*/ 2132380 w 2664912"/>
              <a:gd name="connsiteY7" fmla="*/ 69008 h 1315983"/>
              <a:gd name="connsiteX8" fmla="*/ 2376494 w 2664912"/>
              <a:gd name="connsiteY8" fmla="*/ 56392 h 1315983"/>
              <a:gd name="connsiteX9" fmla="*/ 2467450 w 2664912"/>
              <a:gd name="connsiteY9" fmla="*/ 57272 h 1315983"/>
              <a:gd name="connsiteX10" fmla="*/ 2510874 w 2664912"/>
              <a:gd name="connsiteY10" fmla="*/ 71942 h 1315983"/>
              <a:gd name="connsiteX11" fmla="*/ 2552831 w 2664912"/>
              <a:gd name="connsiteY11" fmla="*/ 86612 h 1315983"/>
              <a:gd name="connsiteX12" fmla="*/ 2610045 w 2664912"/>
              <a:gd name="connsiteY12" fmla="*/ 86906 h 1315983"/>
              <a:gd name="connsiteX13" fmla="*/ 2664912 w 2664912"/>
              <a:gd name="connsiteY13" fmla="*/ 142359 h 1315983"/>
              <a:gd name="connsiteX14" fmla="*/ 2663445 w 2664912"/>
              <a:gd name="connsiteY14" fmla="*/ 157030 h 1315983"/>
              <a:gd name="connsiteX15" fmla="*/ 2615913 w 2664912"/>
              <a:gd name="connsiteY15" fmla="*/ 298158 h 1315983"/>
              <a:gd name="connsiteX16" fmla="*/ 2560166 w 2664912"/>
              <a:gd name="connsiteY16" fmla="*/ 360653 h 1315983"/>
              <a:gd name="connsiteX17" fmla="*/ 2486228 w 2664912"/>
              <a:gd name="connsiteY17" fmla="*/ 446622 h 1315983"/>
              <a:gd name="connsiteX18" fmla="*/ 2428133 w 2664912"/>
              <a:gd name="connsiteY18" fmla="*/ 563104 h 1315983"/>
              <a:gd name="connsiteX19" fmla="*/ 2409942 w 2664912"/>
              <a:gd name="connsiteY19" fmla="*/ 684867 h 1315983"/>
              <a:gd name="connsiteX20" fmla="*/ 2421092 w 2664912"/>
              <a:gd name="connsiteY20" fmla="*/ 923113 h 1315983"/>
              <a:gd name="connsiteX21" fmla="*/ 2408475 w 2664912"/>
              <a:gd name="connsiteY21" fmla="*/ 964483 h 1315983"/>
              <a:gd name="connsiteX22" fmla="*/ 2332190 w 2664912"/>
              <a:gd name="connsiteY22" fmla="*/ 1131725 h 1315983"/>
              <a:gd name="connsiteX23" fmla="*/ 2259718 w 2664912"/>
              <a:gd name="connsiteY23" fmla="*/ 1284589 h 1315983"/>
              <a:gd name="connsiteX24" fmla="*/ 2250623 w 2664912"/>
              <a:gd name="connsiteY24" fmla="*/ 1315983 h 1315983"/>
              <a:gd name="connsiteX25" fmla="*/ 25107 w 2664912"/>
              <a:gd name="connsiteY25" fmla="*/ 1309570 h 1315983"/>
              <a:gd name="connsiteX26" fmla="*/ 0 w 2664912"/>
              <a:gd name="connsiteY26" fmla="*/ 1146 h 1315983"/>
              <a:gd name="connsiteX0" fmla="*/ 0 w 2664912"/>
              <a:gd name="connsiteY0" fmla="*/ 1146 h 1315983"/>
              <a:gd name="connsiteX1" fmla="*/ 1265952 w 2664912"/>
              <a:gd name="connsiteY1" fmla="*/ 47296 h 1315983"/>
              <a:gd name="connsiteX2" fmla="*/ 1317005 w 2664912"/>
              <a:gd name="connsiteY2" fmla="*/ 64313 h 1315983"/>
              <a:gd name="connsiteX3" fmla="*/ 1375979 w 2664912"/>
              <a:gd name="connsiteY3" fmla="*/ 80451 h 1315983"/>
              <a:gd name="connsiteX4" fmla="*/ 1533538 w 2664912"/>
              <a:gd name="connsiteY4" fmla="*/ 82211 h 1315983"/>
              <a:gd name="connsiteX5" fmla="*/ 1853644 w 2664912"/>
              <a:gd name="connsiteY5" fmla="*/ 69301 h 1315983"/>
              <a:gd name="connsiteX6" fmla="*/ 1952816 w 2664912"/>
              <a:gd name="connsiteY6" fmla="*/ 77810 h 1315983"/>
              <a:gd name="connsiteX7" fmla="*/ 2132380 w 2664912"/>
              <a:gd name="connsiteY7" fmla="*/ 69008 h 1315983"/>
              <a:gd name="connsiteX8" fmla="*/ 2376494 w 2664912"/>
              <a:gd name="connsiteY8" fmla="*/ 56392 h 1315983"/>
              <a:gd name="connsiteX9" fmla="*/ 2467450 w 2664912"/>
              <a:gd name="connsiteY9" fmla="*/ 57272 h 1315983"/>
              <a:gd name="connsiteX10" fmla="*/ 2510874 w 2664912"/>
              <a:gd name="connsiteY10" fmla="*/ 71942 h 1315983"/>
              <a:gd name="connsiteX11" fmla="*/ 2552831 w 2664912"/>
              <a:gd name="connsiteY11" fmla="*/ 86612 h 1315983"/>
              <a:gd name="connsiteX12" fmla="*/ 2610045 w 2664912"/>
              <a:gd name="connsiteY12" fmla="*/ 86906 h 1315983"/>
              <a:gd name="connsiteX13" fmla="*/ 2664912 w 2664912"/>
              <a:gd name="connsiteY13" fmla="*/ 142359 h 1315983"/>
              <a:gd name="connsiteX14" fmla="*/ 2663445 w 2664912"/>
              <a:gd name="connsiteY14" fmla="*/ 157030 h 1315983"/>
              <a:gd name="connsiteX15" fmla="*/ 2615913 w 2664912"/>
              <a:gd name="connsiteY15" fmla="*/ 298158 h 1315983"/>
              <a:gd name="connsiteX16" fmla="*/ 2560166 w 2664912"/>
              <a:gd name="connsiteY16" fmla="*/ 360653 h 1315983"/>
              <a:gd name="connsiteX17" fmla="*/ 2486228 w 2664912"/>
              <a:gd name="connsiteY17" fmla="*/ 446622 h 1315983"/>
              <a:gd name="connsiteX18" fmla="*/ 2428133 w 2664912"/>
              <a:gd name="connsiteY18" fmla="*/ 563104 h 1315983"/>
              <a:gd name="connsiteX19" fmla="*/ 2409942 w 2664912"/>
              <a:gd name="connsiteY19" fmla="*/ 684867 h 1315983"/>
              <a:gd name="connsiteX20" fmla="*/ 2421092 w 2664912"/>
              <a:gd name="connsiteY20" fmla="*/ 923113 h 1315983"/>
              <a:gd name="connsiteX21" fmla="*/ 2408475 w 2664912"/>
              <a:gd name="connsiteY21" fmla="*/ 964483 h 1315983"/>
              <a:gd name="connsiteX22" fmla="*/ 2332190 w 2664912"/>
              <a:gd name="connsiteY22" fmla="*/ 1131725 h 1315983"/>
              <a:gd name="connsiteX23" fmla="*/ 2259718 w 2664912"/>
              <a:gd name="connsiteY23" fmla="*/ 1284589 h 1315983"/>
              <a:gd name="connsiteX24" fmla="*/ 2250623 w 2664912"/>
              <a:gd name="connsiteY24" fmla="*/ 1315983 h 1315983"/>
              <a:gd name="connsiteX25" fmla="*/ 12700 w 2664912"/>
              <a:gd name="connsiteY25" fmla="*/ 1315774 h 1315983"/>
              <a:gd name="connsiteX26" fmla="*/ 0 w 2664912"/>
              <a:gd name="connsiteY26" fmla="*/ 1146 h 1315983"/>
              <a:gd name="connsiteX0" fmla="*/ 0 w 2664912"/>
              <a:gd name="connsiteY0" fmla="*/ 1305 h 1316142"/>
              <a:gd name="connsiteX1" fmla="*/ 447077 w 2664912"/>
              <a:gd name="connsiteY1" fmla="*/ 41251 h 1316142"/>
              <a:gd name="connsiteX2" fmla="*/ 1317005 w 2664912"/>
              <a:gd name="connsiteY2" fmla="*/ 64472 h 1316142"/>
              <a:gd name="connsiteX3" fmla="*/ 1375979 w 2664912"/>
              <a:gd name="connsiteY3" fmla="*/ 80610 h 1316142"/>
              <a:gd name="connsiteX4" fmla="*/ 1533538 w 2664912"/>
              <a:gd name="connsiteY4" fmla="*/ 82370 h 1316142"/>
              <a:gd name="connsiteX5" fmla="*/ 1853644 w 2664912"/>
              <a:gd name="connsiteY5" fmla="*/ 69460 h 1316142"/>
              <a:gd name="connsiteX6" fmla="*/ 1952816 w 2664912"/>
              <a:gd name="connsiteY6" fmla="*/ 77969 h 1316142"/>
              <a:gd name="connsiteX7" fmla="*/ 2132380 w 2664912"/>
              <a:gd name="connsiteY7" fmla="*/ 69167 h 1316142"/>
              <a:gd name="connsiteX8" fmla="*/ 2376494 w 2664912"/>
              <a:gd name="connsiteY8" fmla="*/ 56551 h 1316142"/>
              <a:gd name="connsiteX9" fmla="*/ 2467450 w 2664912"/>
              <a:gd name="connsiteY9" fmla="*/ 57431 h 1316142"/>
              <a:gd name="connsiteX10" fmla="*/ 2510874 w 2664912"/>
              <a:gd name="connsiteY10" fmla="*/ 72101 h 1316142"/>
              <a:gd name="connsiteX11" fmla="*/ 2552831 w 2664912"/>
              <a:gd name="connsiteY11" fmla="*/ 86771 h 1316142"/>
              <a:gd name="connsiteX12" fmla="*/ 2610045 w 2664912"/>
              <a:gd name="connsiteY12" fmla="*/ 87065 h 1316142"/>
              <a:gd name="connsiteX13" fmla="*/ 2664912 w 2664912"/>
              <a:gd name="connsiteY13" fmla="*/ 142518 h 1316142"/>
              <a:gd name="connsiteX14" fmla="*/ 2663445 w 2664912"/>
              <a:gd name="connsiteY14" fmla="*/ 157189 h 1316142"/>
              <a:gd name="connsiteX15" fmla="*/ 2615913 w 2664912"/>
              <a:gd name="connsiteY15" fmla="*/ 298317 h 1316142"/>
              <a:gd name="connsiteX16" fmla="*/ 2560166 w 2664912"/>
              <a:gd name="connsiteY16" fmla="*/ 360812 h 1316142"/>
              <a:gd name="connsiteX17" fmla="*/ 2486228 w 2664912"/>
              <a:gd name="connsiteY17" fmla="*/ 446781 h 1316142"/>
              <a:gd name="connsiteX18" fmla="*/ 2428133 w 2664912"/>
              <a:gd name="connsiteY18" fmla="*/ 563263 h 1316142"/>
              <a:gd name="connsiteX19" fmla="*/ 2409942 w 2664912"/>
              <a:gd name="connsiteY19" fmla="*/ 685026 h 1316142"/>
              <a:gd name="connsiteX20" fmla="*/ 2421092 w 2664912"/>
              <a:gd name="connsiteY20" fmla="*/ 923272 h 1316142"/>
              <a:gd name="connsiteX21" fmla="*/ 2408475 w 2664912"/>
              <a:gd name="connsiteY21" fmla="*/ 964642 h 1316142"/>
              <a:gd name="connsiteX22" fmla="*/ 2332190 w 2664912"/>
              <a:gd name="connsiteY22" fmla="*/ 1131884 h 1316142"/>
              <a:gd name="connsiteX23" fmla="*/ 2259718 w 2664912"/>
              <a:gd name="connsiteY23" fmla="*/ 1284748 h 1316142"/>
              <a:gd name="connsiteX24" fmla="*/ 2250623 w 2664912"/>
              <a:gd name="connsiteY24" fmla="*/ 1316142 h 1316142"/>
              <a:gd name="connsiteX25" fmla="*/ 12700 w 2664912"/>
              <a:gd name="connsiteY25" fmla="*/ 1315933 h 1316142"/>
              <a:gd name="connsiteX26" fmla="*/ 0 w 2664912"/>
              <a:gd name="connsiteY26" fmla="*/ 1305 h 1316142"/>
              <a:gd name="connsiteX0" fmla="*/ 0 w 2664912"/>
              <a:gd name="connsiteY0" fmla="*/ 1305 h 1316142"/>
              <a:gd name="connsiteX1" fmla="*/ 447077 w 2664912"/>
              <a:gd name="connsiteY1" fmla="*/ 41251 h 1316142"/>
              <a:gd name="connsiteX2" fmla="*/ 1317005 w 2664912"/>
              <a:gd name="connsiteY2" fmla="*/ 64472 h 1316142"/>
              <a:gd name="connsiteX3" fmla="*/ 1034781 w 2664912"/>
              <a:gd name="connsiteY3" fmla="*/ 43388 h 1316142"/>
              <a:gd name="connsiteX4" fmla="*/ 1533538 w 2664912"/>
              <a:gd name="connsiteY4" fmla="*/ 82370 h 1316142"/>
              <a:gd name="connsiteX5" fmla="*/ 1853644 w 2664912"/>
              <a:gd name="connsiteY5" fmla="*/ 69460 h 1316142"/>
              <a:gd name="connsiteX6" fmla="*/ 1952816 w 2664912"/>
              <a:gd name="connsiteY6" fmla="*/ 77969 h 1316142"/>
              <a:gd name="connsiteX7" fmla="*/ 2132380 w 2664912"/>
              <a:gd name="connsiteY7" fmla="*/ 69167 h 1316142"/>
              <a:gd name="connsiteX8" fmla="*/ 2376494 w 2664912"/>
              <a:gd name="connsiteY8" fmla="*/ 56551 h 1316142"/>
              <a:gd name="connsiteX9" fmla="*/ 2467450 w 2664912"/>
              <a:gd name="connsiteY9" fmla="*/ 57431 h 1316142"/>
              <a:gd name="connsiteX10" fmla="*/ 2510874 w 2664912"/>
              <a:gd name="connsiteY10" fmla="*/ 72101 h 1316142"/>
              <a:gd name="connsiteX11" fmla="*/ 2552831 w 2664912"/>
              <a:gd name="connsiteY11" fmla="*/ 86771 h 1316142"/>
              <a:gd name="connsiteX12" fmla="*/ 2610045 w 2664912"/>
              <a:gd name="connsiteY12" fmla="*/ 87065 h 1316142"/>
              <a:gd name="connsiteX13" fmla="*/ 2664912 w 2664912"/>
              <a:gd name="connsiteY13" fmla="*/ 142518 h 1316142"/>
              <a:gd name="connsiteX14" fmla="*/ 2663445 w 2664912"/>
              <a:gd name="connsiteY14" fmla="*/ 157189 h 1316142"/>
              <a:gd name="connsiteX15" fmla="*/ 2615913 w 2664912"/>
              <a:gd name="connsiteY15" fmla="*/ 298317 h 1316142"/>
              <a:gd name="connsiteX16" fmla="*/ 2560166 w 2664912"/>
              <a:gd name="connsiteY16" fmla="*/ 360812 h 1316142"/>
              <a:gd name="connsiteX17" fmla="*/ 2486228 w 2664912"/>
              <a:gd name="connsiteY17" fmla="*/ 446781 h 1316142"/>
              <a:gd name="connsiteX18" fmla="*/ 2428133 w 2664912"/>
              <a:gd name="connsiteY18" fmla="*/ 563263 h 1316142"/>
              <a:gd name="connsiteX19" fmla="*/ 2409942 w 2664912"/>
              <a:gd name="connsiteY19" fmla="*/ 685026 h 1316142"/>
              <a:gd name="connsiteX20" fmla="*/ 2421092 w 2664912"/>
              <a:gd name="connsiteY20" fmla="*/ 923272 h 1316142"/>
              <a:gd name="connsiteX21" fmla="*/ 2408475 w 2664912"/>
              <a:gd name="connsiteY21" fmla="*/ 964642 h 1316142"/>
              <a:gd name="connsiteX22" fmla="*/ 2332190 w 2664912"/>
              <a:gd name="connsiteY22" fmla="*/ 1131884 h 1316142"/>
              <a:gd name="connsiteX23" fmla="*/ 2259718 w 2664912"/>
              <a:gd name="connsiteY23" fmla="*/ 1284748 h 1316142"/>
              <a:gd name="connsiteX24" fmla="*/ 2250623 w 2664912"/>
              <a:gd name="connsiteY24" fmla="*/ 1316142 h 1316142"/>
              <a:gd name="connsiteX25" fmla="*/ 12700 w 2664912"/>
              <a:gd name="connsiteY25" fmla="*/ 1315933 h 1316142"/>
              <a:gd name="connsiteX26" fmla="*/ 0 w 2664912"/>
              <a:gd name="connsiteY26" fmla="*/ 1305 h 1316142"/>
              <a:gd name="connsiteX0" fmla="*/ 0 w 2664912"/>
              <a:gd name="connsiteY0" fmla="*/ 1199 h 1316036"/>
              <a:gd name="connsiteX1" fmla="*/ 447077 w 2664912"/>
              <a:gd name="connsiteY1" fmla="*/ 41145 h 1316036"/>
              <a:gd name="connsiteX2" fmla="*/ 839328 w 2664912"/>
              <a:gd name="connsiteY2" fmla="*/ 39552 h 1316036"/>
              <a:gd name="connsiteX3" fmla="*/ 1034781 w 2664912"/>
              <a:gd name="connsiteY3" fmla="*/ 43282 h 1316036"/>
              <a:gd name="connsiteX4" fmla="*/ 1533538 w 2664912"/>
              <a:gd name="connsiteY4" fmla="*/ 82264 h 1316036"/>
              <a:gd name="connsiteX5" fmla="*/ 1853644 w 2664912"/>
              <a:gd name="connsiteY5" fmla="*/ 69354 h 1316036"/>
              <a:gd name="connsiteX6" fmla="*/ 1952816 w 2664912"/>
              <a:gd name="connsiteY6" fmla="*/ 77863 h 1316036"/>
              <a:gd name="connsiteX7" fmla="*/ 2132380 w 2664912"/>
              <a:gd name="connsiteY7" fmla="*/ 69061 h 1316036"/>
              <a:gd name="connsiteX8" fmla="*/ 2376494 w 2664912"/>
              <a:gd name="connsiteY8" fmla="*/ 56445 h 1316036"/>
              <a:gd name="connsiteX9" fmla="*/ 2467450 w 2664912"/>
              <a:gd name="connsiteY9" fmla="*/ 57325 h 1316036"/>
              <a:gd name="connsiteX10" fmla="*/ 2510874 w 2664912"/>
              <a:gd name="connsiteY10" fmla="*/ 71995 h 1316036"/>
              <a:gd name="connsiteX11" fmla="*/ 2552831 w 2664912"/>
              <a:gd name="connsiteY11" fmla="*/ 86665 h 1316036"/>
              <a:gd name="connsiteX12" fmla="*/ 2610045 w 2664912"/>
              <a:gd name="connsiteY12" fmla="*/ 86959 h 1316036"/>
              <a:gd name="connsiteX13" fmla="*/ 2664912 w 2664912"/>
              <a:gd name="connsiteY13" fmla="*/ 142412 h 1316036"/>
              <a:gd name="connsiteX14" fmla="*/ 2663445 w 2664912"/>
              <a:gd name="connsiteY14" fmla="*/ 157083 h 1316036"/>
              <a:gd name="connsiteX15" fmla="*/ 2615913 w 2664912"/>
              <a:gd name="connsiteY15" fmla="*/ 298211 h 1316036"/>
              <a:gd name="connsiteX16" fmla="*/ 2560166 w 2664912"/>
              <a:gd name="connsiteY16" fmla="*/ 360706 h 1316036"/>
              <a:gd name="connsiteX17" fmla="*/ 2486228 w 2664912"/>
              <a:gd name="connsiteY17" fmla="*/ 446675 h 1316036"/>
              <a:gd name="connsiteX18" fmla="*/ 2428133 w 2664912"/>
              <a:gd name="connsiteY18" fmla="*/ 563157 h 1316036"/>
              <a:gd name="connsiteX19" fmla="*/ 2409942 w 2664912"/>
              <a:gd name="connsiteY19" fmla="*/ 684920 h 1316036"/>
              <a:gd name="connsiteX20" fmla="*/ 2421092 w 2664912"/>
              <a:gd name="connsiteY20" fmla="*/ 923166 h 1316036"/>
              <a:gd name="connsiteX21" fmla="*/ 2408475 w 2664912"/>
              <a:gd name="connsiteY21" fmla="*/ 964536 h 1316036"/>
              <a:gd name="connsiteX22" fmla="*/ 2332190 w 2664912"/>
              <a:gd name="connsiteY22" fmla="*/ 1131778 h 1316036"/>
              <a:gd name="connsiteX23" fmla="*/ 2259718 w 2664912"/>
              <a:gd name="connsiteY23" fmla="*/ 1284642 h 1316036"/>
              <a:gd name="connsiteX24" fmla="*/ 2250623 w 2664912"/>
              <a:gd name="connsiteY24" fmla="*/ 1316036 h 1316036"/>
              <a:gd name="connsiteX25" fmla="*/ 12700 w 2664912"/>
              <a:gd name="connsiteY25" fmla="*/ 1315827 h 1316036"/>
              <a:gd name="connsiteX26" fmla="*/ 0 w 2664912"/>
              <a:gd name="connsiteY26" fmla="*/ 1199 h 1316036"/>
              <a:gd name="connsiteX0" fmla="*/ 0 w 2664912"/>
              <a:gd name="connsiteY0" fmla="*/ 1199 h 1316036"/>
              <a:gd name="connsiteX1" fmla="*/ 447077 w 2664912"/>
              <a:gd name="connsiteY1" fmla="*/ 41145 h 1316036"/>
              <a:gd name="connsiteX2" fmla="*/ 839328 w 2664912"/>
              <a:gd name="connsiteY2" fmla="*/ 39552 h 1316036"/>
              <a:gd name="connsiteX3" fmla="*/ 1177464 w 2664912"/>
              <a:gd name="connsiteY3" fmla="*/ 43282 h 1316036"/>
              <a:gd name="connsiteX4" fmla="*/ 1533538 w 2664912"/>
              <a:gd name="connsiteY4" fmla="*/ 82264 h 1316036"/>
              <a:gd name="connsiteX5" fmla="*/ 1853644 w 2664912"/>
              <a:gd name="connsiteY5" fmla="*/ 69354 h 1316036"/>
              <a:gd name="connsiteX6" fmla="*/ 1952816 w 2664912"/>
              <a:gd name="connsiteY6" fmla="*/ 77863 h 1316036"/>
              <a:gd name="connsiteX7" fmla="*/ 2132380 w 2664912"/>
              <a:gd name="connsiteY7" fmla="*/ 69061 h 1316036"/>
              <a:gd name="connsiteX8" fmla="*/ 2376494 w 2664912"/>
              <a:gd name="connsiteY8" fmla="*/ 56445 h 1316036"/>
              <a:gd name="connsiteX9" fmla="*/ 2467450 w 2664912"/>
              <a:gd name="connsiteY9" fmla="*/ 57325 h 1316036"/>
              <a:gd name="connsiteX10" fmla="*/ 2510874 w 2664912"/>
              <a:gd name="connsiteY10" fmla="*/ 71995 h 1316036"/>
              <a:gd name="connsiteX11" fmla="*/ 2552831 w 2664912"/>
              <a:gd name="connsiteY11" fmla="*/ 86665 h 1316036"/>
              <a:gd name="connsiteX12" fmla="*/ 2610045 w 2664912"/>
              <a:gd name="connsiteY12" fmla="*/ 86959 h 1316036"/>
              <a:gd name="connsiteX13" fmla="*/ 2664912 w 2664912"/>
              <a:gd name="connsiteY13" fmla="*/ 142412 h 1316036"/>
              <a:gd name="connsiteX14" fmla="*/ 2663445 w 2664912"/>
              <a:gd name="connsiteY14" fmla="*/ 157083 h 1316036"/>
              <a:gd name="connsiteX15" fmla="*/ 2615913 w 2664912"/>
              <a:gd name="connsiteY15" fmla="*/ 298211 h 1316036"/>
              <a:gd name="connsiteX16" fmla="*/ 2560166 w 2664912"/>
              <a:gd name="connsiteY16" fmla="*/ 360706 h 1316036"/>
              <a:gd name="connsiteX17" fmla="*/ 2486228 w 2664912"/>
              <a:gd name="connsiteY17" fmla="*/ 446675 h 1316036"/>
              <a:gd name="connsiteX18" fmla="*/ 2428133 w 2664912"/>
              <a:gd name="connsiteY18" fmla="*/ 563157 h 1316036"/>
              <a:gd name="connsiteX19" fmla="*/ 2409942 w 2664912"/>
              <a:gd name="connsiteY19" fmla="*/ 684920 h 1316036"/>
              <a:gd name="connsiteX20" fmla="*/ 2421092 w 2664912"/>
              <a:gd name="connsiteY20" fmla="*/ 923166 h 1316036"/>
              <a:gd name="connsiteX21" fmla="*/ 2408475 w 2664912"/>
              <a:gd name="connsiteY21" fmla="*/ 964536 h 1316036"/>
              <a:gd name="connsiteX22" fmla="*/ 2332190 w 2664912"/>
              <a:gd name="connsiteY22" fmla="*/ 1131778 h 1316036"/>
              <a:gd name="connsiteX23" fmla="*/ 2259718 w 2664912"/>
              <a:gd name="connsiteY23" fmla="*/ 1284642 h 1316036"/>
              <a:gd name="connsiteX24" fmla="*/ 2250623 w 2664912"/>
              <a:gd name="connsiteY24" fmla="*/ 1316036 h 1316036"/>
              <a:gd name="connsiteX25" fmla="*/ 12700 w 2664912"/>
              <a:gd name="connsiteY25" fmla="*/ 1315827 h 1316036"/>
              <a:gd name="connsiteX26" fmla="*/ 0 w 2664912"/>
              <a:gd name="connsiteY26" fmla="*/ 1199 h 1316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664912" h="1316036">
                <a:moveTo>
                  <a:pt x="0" y="1199"/>
                </a:moveTo>
                <a:cubicBezTo>
                  <a:pt x="6162" y="-7603"/>
                  <a:pt x="307189" y="34753"/>
                  <a:pt x="447077" y="41145"/>
                </a:cubicBezTo>
                <a:cubicBezTo>
                  <a:pt x="586965" y="47537"/>
                  <a:pt x="717597" y="39196"/>
                  <a:pt x="839328" y="39552"/>
                </a:cubicBezTo>
                <a:lnTo>
                  <a:pt x="1177464" y="43282"/>
                </a:lnTo>
                <a:cubicBezTo>
                  <a:pt x="1293166" y="50401"/>
                  <a:pt x="1420841" y="77919"/>
                  <a:pt x="1533538" y="82264"/>
                </a:cubicBezTo>
                <a:cubicBezTo>
                  <a:pt x="1646235" y="86609"/>
                  <a:pt x="1746551" y="59379"/>
                  <a:pt x="1853644" y="69354"/>
                </a:cubicBezTo>
                <a:lnTo>
                  <a:pt x="1952816" y="77863"/>
                </a:lnTo>
                <a:cubicBezTo>
                  <a:pt x="2012964" y="82851"/>
                  <a:pt x="2072819" y="78156"/>
                  <a:pt x="2132380" y="69061"/>
                </a:cubicBezTo>
                <a:cubicBezTo>
                  <a:pt x="2213360" y="56738"/>
                  <a:pt x="2294927" y="56738"/>
                  <a:pt x="2376494" y="56445"/>
                </a:cubicBezTo>
                <a:lnTo>
                  <a:pt x="2467450" y="57325"/>
                </a:lnTo>
                <a:cubicBezTo>
                  <a:pt x="2483587" y="57325"/>
                  <a:pt x="2498257" y="61139"/>
                  <a:pt x="2510874" y="71995"/>
                </a:cubicBezTo>
                <a:cubicBezTo>
                  <a:pt x="2522903" y="82558"/>
                  <a:pt x="2537280" y="86372"/>
                  <a:pt x="2552831" y="86665"/>
                </a:cubicBezTo>
                <a:lnTo>
                  <a:pt x="2610045" y="86959"/>
                </a:lnTo>
                <a:cubicBezTo>
                  <a:pt x="2638212" y="87252"/>
                  <a:pt x="2664619" y="113952"/>
                  <a:pt x="2664912" y="142412"/>
                </a:cubicBezTo>
                <a:cubicBezTo>
                  <a:pt x="2664912" y="147400"/>
                  <a:pt x="2664912" y="152388"/>
                  <a:pt x="2663445" y="157083"/>
                </a:cubicBezTo>
                <a:cubicBezTo>
                  <a:pt x="2646721" y="204028"/>
                  <a:pt x="2636745" y="253027"/>
                  <a:pt x="2615913" y="298211"/>
                </a:cubicBezTo>
                <a:cubicBezTo>
                  <a:pt x="2603884" y="324618"/>
                  <a:pt x="2584812" y="346036"/>
                  <a:pt x="2560166" y="360706"/>
                </a:cubicBezTo>
                <a:cubicBezTo>
                  <a:pt x="2525544" y="381245"/>
                  <a:pt x="2502952" y="410585"/>
                  <a:pt x="2486228" y="446675"/>
                </a:cubicBezTo>
                <a:cubicBezTo>
                  <a:pt x="2468037" y="485991"/>
                  <a:pt x="2448672" y="525014"/>
                  <a:pt x="2428133" y="563157"/>
                </a:cubicBezTo>
                <a:cubicBezTo>
                  <a:pt x="2406715" y="602473"/>
                  <a:pt x="2404954" y="642083"/>
                  <a:pt x="2409942" y="684920"/>
                </a:cubicBezTo>
                <a:cubicBezTo>
                  <a:pt x="2419038" y="764140"/>
                  <a:pt x="2424319" y="843359"/>
                  <a:pt x="2421092" y="923166"/>
                </a:cubicBezTo>
                <a:cubicBezTo>
                  <a:pt x="2420505" y="938130"/>
                  <a:pt x="2416690" y="952800"/>
                  <a:pt x="2408475" y="964536"/>
                </a:cubicBezTo>
                <a:cubicBezTo>
                  <a:pt x="2372093" y="1015295"/>
                  <a:pt x="2354488" y="1074563"/>
                  <a:pt x="2332190" y="1131778"/>
                </a:cubicBezTo>
                <a:cubicBezTo>
                  <a:pt x="2311651" y="1184297"/>
                  <a:pt x="2293753" y="1238284"/>
                  <a:pt x="2259718" y="1284642"/>
                </a:cubicBezTo>
                <a:cubicBezTo>
                  <a:pt x="2252970" y="1293738"/>
                  <a:pt x="2247982" y="1304007"/>
                  <a:pt x="2250623" y="1316036"/>
                </a:cubicBezTo>
                <a:lnTo>
                  <a:pt x="12700" y="1315827"/>
                </a:lnTo>
                <a:cubicBezTo>
                  <a:pt x="12407" y="900364"/>
                  <a:pt x="0" y="416662"/>
                  <a:pt x="0" y="1199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 w="293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72">
            <a:extLst>
              <a:ext uri="{FF2B5EF4-FFF2-40B4-BE49-F238E27FC236}">
                <a16:creationId xmlns:a16="http://schemas.microsoft.com/office/drawing/2014/main" xmlns="" id="{F258501B-8FAE-489E-8CB6-729174A9260F}"/>
              </a:ext>
            </a:extLst>
          </p:cNvPr>
          <p:cNvSpPr/>
          <p:nvPr/>
        </p:nvSpPr>
        <p:spPr>
          <a:xfrm>
            <a:off x="495248" y="3249023"/>
            <a:ext cx="2197328" cy="2622914"/>
          </a:xfrm>
          <a:custGeom>
            <a:avLst/>
            <a:gdLst>
              <a:gd name="connsiteX0" fmla="*/ 199887 w 1480944"/>
              <a:gd name="connsiteY0" fmla="*/ 264103 h 1767778"/>
              <a:gd name="connsiteX1" fmla="*/ 181403 w 1480944"/>
              <a:gd name="connsiteY1" fmla="*/ 236523 h 1767778"/>
              <a:gd name="connsiteX2" fmla="*/ 184923 w 1480944"/>
              <a:gd name="connsiteY2" fmla="*/ 220972 h 1767778"/>
              <a:gd name="connsiteX3" fmla="*/ 241844 w 1480944"/>
              <a:gd name="connsiteY3" fmla="*/ 238870 h 1767778"/>
              <a:gd name="connsiteX4" fmla="*/ 233922 w 1480944"/>
              <a:gd name="connsiteY4" fmla="*/ 217451 h 1767778"/>
              <a:gd name="connsiteX5" fmla="*/ 232749 w 1480944"/>
              <a:gd name="connsiteY5" fmla="*/ 204248 h 1767778"/>
              <a:gd name="connsiteX6" fmla="*/ 247125 w 1480944"/>
              <a:gd name="connsiteY6" fmla="*/ 206595 h 1767778"/>
              <a:gd name="connsiteX7" fmla="*/ 282041 w 1480944"/>
              <a:gd name="connsiteY7" fmla="*/ 241804 h 1767778"/>
              <a:gd name="connsiteX8" fmla="*/ 319890 w 1480944"/>
              <a:gd name="connsiteY8" fmla="*/ 289923 h 1767778"/>
              <a:gd name="connsiteX9" fmla="*/ 325465 w 1480944"/>
              <a:gd name="connsiteY9" fmla="*/ 264396 h 1767778"/>
              <a:gd name="connsiteX10" fmla="*/ 341015 w 1480944"/>
              <a:gd name="connsiteY10" fmla="*/ 252367 h 1767778"/>
              <a:gd name="connsiteX11" fmla="*/ 348644 w 1480944"/>
              <a:gd name="connsiteY11" fmla="*/ 267330 h 1767778"/>
              <a:gd name="connsiteX12" fmla="*/ 347177 w 1480944"/>
              <a:gd name="connsiteY12" fmla="*/ 320144 h 1767778"/>
              <a:gd name="connsiteX13" fmla="*/ 370063 w 1480944"/>
              <a:gd name="connsiteY13" fmla="*/ 345670 h 1767778"/>
              <a:gd name="connsiteX14" fmla="*/ 520580 w 1480944"/>
              <a:gd name="connsiteY14" fmla="*/ 356819 h 1767778"/>
              <a:gd name="connsiteX15" fmla="*/ 547280 w 1480944"/>
              <a:gd name="connsiteY15" fmla="*/ 363861 h 1767778"/>
              <a:gd name="connsiteX16" fmla="*/ 644104 w 1480944"/>
              <a:gd name="connsiteY16" fmla="*/ 388507 h 1767778"/>
              <a:gd name="connsiteX17" fmla="*/ 650852 w 1480944"/>
              <a:gd name="connsiteY17" fmla="*/ 386747 h 1767778"/>
              <a:gd name="connsiteX18" fmla="*/ 682540 w 1480944"/>
              <a:gd name="connsiteY18" fmla="*/ 375010 h 1767778"/>
              <a:gd name="connsiteX19" fmla="*/ 797849 w 1480944"/>
              <a:gd name="connsiteY19" fmla="*/ 379118 h 1767778"/>
              <a:gd name="connsiteX20" fmla="*/ 813693 w 1480944"/>
              <a:gd name="connsiteY20" fmla="*/ 375304 h 1767778"/>
              <a:gd name="connsiteX21" fmla="*/ 813399 w 1480944"/>
              <a:gd name="connsiteY21" fmla="*/ 350071 h 1767778"/>
              <a:gd name="connsiteX22" fmla="*/ 803130 w 1480944"/>
              <a:gd name="connsiteY22" fmla="*/ 318090 h 1767778"/>
              <a:gd name="connsiteX23" fmla="*/ 796675 w 1480944"/>
              <a:gd name="connsiteY23" fmla="*/ 312222 h 1767778"/>
              <a:gd name="connsiteX24" fmla="*/ 791100 w 1480944"/>
              <a:gd name="connsiteY24" fmla="*/ 306647 h 1767778"/>
              <a:gd name="connsiteX25" fmla="*/ 816920 w 1480944"/>
              <a:gd name="connsiteY25" fmla="*/ 178722 h 1767778"/>
              <a:gd name="connsiteX26" fmla="*/ 910810 w 1480944"/>
              <a:gd name="connsiteY26" fmla="*/ 154076 h 1767778"/>
              <a:gd name="connsiteX27" fmla="*/ 1001766 w 1480944"/>
              <a:gd name="connsiteY27" fmla="*/ 176375 h 1767778"/>
              <a:gd name="connsiteX28" fmla="*/ 1011155 w 1480944"/>
              <a:gd name="connsiteY28" fmla="*/ 181656 h 1767778"/>
              <a:gd name="connsiteX29" fmla="*/ 1000886 w 1480944"/>
              <a:gd name="connsiteY29" fmla="*/ 187817 h 1767778"/>
              <a:gd name="connsiteX30" fmla="*/ 997952 w 1480944"/>
              <a:gd name="connsiteY30" fmla="*/ 188404 h 1767778"/>
              <a:gd name="connsiteX31" fmla="*/ 980641 w 1480944"/>
              <a:gd name="connsiteY31" fmla="*/ 192219 h 1767778"/>
              <a:gd name="connsiteX32" fmla="*/ 994724 w 1480944"/>
              <a:gd name="connsiteY32" fmla="*/ 206595 h 1767778"/>
              <a:gd name="connsiteX33" fmla="*/ 1017903 w 1480944"/>
              <a:gd name="connsiteY33" fmla="*/ 242391 h 1767778"/>
              <a:gd name="connsiteX34" fmla="*/ 1016730 w 1480944"/>
              <a:gd name="connsiteY34" fmla="*/ 252073 h 1767778"/>
              <a:gd name="connsiteX35" fmla="*/ 1006754 w 1480944"/>
              <a:gd name="connsiteY35" fmla="*/ 248552 h 1767778"/>
              <a:gd name="connsiteX36" fmla="*/ 997658 w 1480944"/>
              <a:gd name="connsiteY36" fmla="*/ 243271 h 1767778"/>
              <a:gd name="connsiteX37" fmla="*/ 993844 w 1480944"/>
              <a:gd name="connsiteY37" fmla="*/ 269971 h 1767778"/>
              <a:gd name="connsiteX38" fmla="*/ 984748 w 1480944"/>
              <a:gd name="connsiteY38" fmla="*/ 311635 h 1767778"/>
              <a:gd name="connsiteX39" fmla="*/ 985628 w 1480944"/>
              <a:gd name="connsiteY39" fmla="*/ 332467 h 1767778"/>
              <a:gd name="connsiteX40" fmla="*/ 980641 w 1480944"/>
              <a:gd name="connsiteY40" fmla="*/ 353005 h 1767778"/>
              <a:gd name="connsiteX41" fmla="*/ 966264 w 1480944"/>
              <a:gd name="connsiteY41" fmla="*/ 372076 h 1767778"/>
              <a:gd name="connsiteX42" fmla="*/ 946605 w 1480944"/>
              <a:gd name="connsiteY42" fmla="*/ 389681 h 1767778"/>
              <a:gd name="connsiteX43" fmla="*/ 972425 w 1480944"/>
              <a:gd name="connsiteY43" fmla="*/ 391148 h 1767778"/>
              <a:gd name="connsiteX44" fmla="*/ 1037268 w 1480944"/>
              <a:gd name="connsiteY44" fmla="*/ 373543 h 1767778"/>
              <a:gd name="connsiteX45" fmla="*/ 1052819 w 1480944"/>
              <a:gd name="connsiteY45" fmla="*/ 370316 h 1767778"/>
              <a:gd name="connsiteX46" fmla="*/ 1119128 w 1480944"/>
              <a:gd name="connsiteY46" fmla="*/ 357113 h 1767778"/>
              <a:gd name="connsiteX47" fmla="*/ 1241479 w 1480944"/>
              <a:gd name="connsiteY47" fmla="*/ 244151 h 1767778"/>
              <a:gd name="connsiteX48" fmla="*/ 1290184 w 1480944"/>
              <a:gd name="connsiteY48" fmla="*/ 134418 h 1767778"/>
              <a:gd name="connsiteX49" fmla="*/ 1281088 w 1480944"/>
              <a:gd name="connsiteY49" fmla="*/ 97448 h 1767778"/>
              <a:gd name="connsiteX50" fmla="*/ 1289891 w 1480944"/>
              <a:gd name="connsiteY50" fmla="*/ 21750 h 1767778"/>
              <a:gd name="connsiteX51" fmla="*/ 1335369 w 1480944"/>
              <a:gd name="connsiteY51" fmla="*/ 2091 h 1767778"/>
              <a:gd name="connsiteX52" fmla="*/ 1352386 w 1480944"/>
              <a:gd name="connsiteY52" fmla="*/ 4732 h 1767778"/>
              <a:gd name="connsiteX53" fmla="*/ 1351506 w 1480944"/>
              <a:gd name="connsiteY53" fmla="*/ 25564 h 1767778"/>
              <a:gd name="connsiteX54" fmla="*/ 1347985 w 1480944"/>
              <a:gd name="connsiteY54" fmla="*/ 37007 h 1767778"/>
              <a:gd name="connsiteX55" fmla="*/ 1349158 w 1480944"/>
              <a:gd name="connsiteY55" fmla="*/ 134124 h 1767778"/>
              <a:gd name="connsiteX56" fmla="*/ 1316004 w 1480944"/>
              <a:gd name="connsiteY56" fmla="*/ 270558 h 1767778"/>
              <a:gd name="connsiteX57" fmla="*/ 1214192 w 1480944"/>
              <a:gd name="connsiteY57" fmla="*/ 394669 h 1767778"/>
              <a:gd name="connsiteX58" fmla="*/ 1156978 w 1480944"/>
              <a:gd name="connsiteY58" fmla="*/ 424303 h 1767778"/>
              <a:gd name="connsiteX59" fmla="*/ 1130864 w 1480944"/>
              <a:gd name="connsiteY59" fmla="*/ 457458 h 1767778"/>
              <a:gd name="connsiteX60" fmla="*/ 1100644 w 1480944"/>
              <a:gd name="connsiteY60" fmla="*/ 502349 h 1767778"/>
              <a:gd name="connsiteX61" fmla="*/ 1001472 w 1480944"/>
              <a:gd name="connsiteY61" fmla="*/ 575113 h 1767778"/>
              <a:gd name="connsiteX62" fmla="*/ 975653 w 1480944"/>
              <a:gd name="connsiteY62" fmla="*/ 615017 h 1767778"/>
              <a:gd name="connsiteX63" fmla="*/ 931935 w 1480944"/>
              <a:gd name="connsiteY63" fmla="*/ 754385 h 1767778"/>
              <a:gd name="connsiteX64" fmla="*/ 884110 w 1480944"/>
              <a:gd name="connsiteY64" fmla="*/ 841526 h 1767778"/>
              <a:gd name="connsiteX65" fmla="*/ 870613 w 1480944"/>
              <a:gd name="connsiteY65" fmla="*/ 867346 h 1767778"/>
              <a:gd name="connsiteX66" fmla="*/ 877362 w 1480944"/>
              <a:gd name="connsiteY66" fmla="*/ 879962 h 1767778"/>
              <a:gd name="connsiteX67" fmla="*/ 1054872 w 1480944"/>
              <a:gd name="connsiteY67" fmla="*/ 924560 h 1767778"/>
              <a:gd name="connsiteX68" fmla="*/ 1103871 w 1480944"/>
              <a:gd name="connsiteY68" fmla="*/ 928961 h 1767778"/>
              <a:gd name="connsiteX69" fmla="*/ 1207444 w 1480944"/>
              <a:gd name="connsiteY69" fmla="*/ 1017276 h 1767778"/>
              <a:gd name="connsiteX70" fmla="*/ 1281382 w 1480944"/>
              <a:gd name="connsiteY70" fmla="*/ 1234984 h 1767778"/>
              <a:gd name="connsiteX71" fmla="*/ 1329207 w 1480944"/>
              <a:gd name="connsiteY71" fmla="*/ 1286036 h 1767778"/>
              <a:gd name="connsiteX72" fmla="*/ 1342117 w 1480944"/>
              <a:gd name="connsiteY72" fmla="*/ 1301880 h 1767778"/>
              <a:gd name="connsiteX73" fmla="*/ 1335369 w 1480944"/>
              <a:gd name="connsiteY73" fmla="*/ 1325059 h 1767778"/>
              <a:gd name="connsiteX74" fmla="*/ 1324512 w 1480944"/>
              <a:gd name="connsiteY74" fmla="*/ 1329460 h 1767778"/>
              <a:gd name="connsiteX75" fmla="*/ 1313950 w 1480944"/>
              <a:gd name="connsiteY75" fmla="*/ 1338556 h 1767778"/>
              <a:gd name="connsiteX76" fmla="*/ 1328620 w 1480944"/>
              <a:gd name="connsiteY76" fmla="*/ 1351172 h 1767778"/>
              <a:gd name="connsiteX77" fmla="*/ 1339770 w 1480944"/>
              <a:gd name="connsiteY77" fmla="*/ 1343837 h 1767778"/>
              <a:gd name="connsiteX78" fmla="*/ 1354147 w 1480944"/>
              <a:gd name="connsiteY78" fmla="*/ 1334448 h 1767778"/>
              <a:gd name="connsiteX79" fmla="*/ 1413708 w 1480944"/>
              <a:gd name="connsiteY79" fmla="*/ 1299826 h 1767778"/>
              <a:gd name="connsiteX80" fmla="*/ 1424271 w 1480944"/>
              <a:gd name="connsiteY80" fmla="*/ 1251414 h 1767778"/>
              <a:gd name="connsiteX81" fmla="*/ 1457425 w 1480944"/>
              <a:gd name="connsiteY81" fmla="*/ 1225008 h 1767778"/>
              <a:gd name="connsiteX82" fmla="*/ 1473856 w 1480944"/>
              <a:gd name="connsiteY82" fmla="*/ 1240558 h 1767778"/>
              <a:gd name="connsiteX83" fmla="*/ 1479431 w 1480944"/>
              <a:gd name="connsiteY83" fmla="*/ 1283396 h 1767778"/>
              <a:gd name="connsiteX84" fmla="*/ 1428378 w 1480944"/>
              <a:gd name="connsiteY84" fmla="*/ 1394890 h 1767778"/>
              <a:gd name="connsiteX85" fmla="*/ 1401385 w 1480944"/>
              <a:gd name="connsiteY85" fmla="*/ 1450930 h 1767778"/>
              <a:gd name="connsiteX86" fmla="*/ 1385834 w 1480944"/>
              <a:gd name="connsiteY86" fmla="*/ 1490247 h 1767778"/>
              <a:gd name="connsiteX87" fmla="*/ 1353853 w 1480944"/>
              <a:gd name="connsiteY87" fmla="*/ 1504037 h 1767778"/>
              <a:gd name="connsiteX88" fmla="*/ 1289304 w 1480944"/>
              <a:gd name="connsiteY88" fmla="*/ 1432152 h 1767778"/>
              <a:gd name="connsiteX89" fmla="*/ 1247934 w 1480944"/>
              <a:gd name="connsiteY89" fmla="*/ 1363202 h 1767778"/>
              <a:gd name="connsiteX90" fmla="*/ 1225928 w 1480944"/>
              <a:gd name="connsiteY90" fmla="*/ 1362615 h 1767778"/>
              <a:gd name="connsiteX91" fmla="*/ 1196001 w 1480944"/>
              <a:gd name="connsiteY91" fmla="*/ 1345304 h 1767778"/>
              <a:gd name="connsiteX92" fmla="*/ 1187198 w 1480944"/>
              <a:gd name="connsiteY92" fmla="*/ 1306868 h 1767778"/>
              <a:gd name="connsiteX93" fmla="*/ 1148175 w 1480944"/>
              <a:gd name="connsiteY93" fmla="*/ 1222661 h 1767778"/>
              <a:gd name="connsiteX94" fmla="*/ 1099177 w 1480944"/>
              <a:gd name="connsiteY94" fmla="*/ 1125837 h 1767778"/>
              <a:gd name="connsiteX95" fmla="*/ 1057220 w 1480944"/>
              <a:gd name="connsiteY95" fmla="*/ 1094736 h 1767778"/>
              <a:gd name="connsiteX96" fmla="*/ 1031106 w 1480944"/>
              <a:gd name="connsiteY96" fmla="*/ 1091508 h 1767778"/>
              <a:gd name="connsiteX97" fmla="*/ 1005874 w 1480944"/>
              <a:gd name="connsiteY97" fmla="*/ 1092388 h 1767778"/>
              <a:gd name="connsiteX98" fmla="*/ 991497 w 1480944"/>
              <a:gd name="connsiteY98" fmla="*/ 1090041 h 1767778"/>
              <a:gd name="connsiteX99" fmla="*/ 969785 w 1480944"/>
              <a:gd name="connsiteY99" fmla="*/ 1081826 h 1767778"/>
              <a:gd name="connsiteX100" fmla="*/ 808705 w 1480944"/>
              <a:gd name="connsiteY100" fmla="*/ 1090334 h 1767778"/>
              <a:gd name="connsiteX101" fmla="*/ 793154 w 1480944"/>
              <a:gd name="connsiteY101" fmla="*/ 1099430 h 1767778"/>
              <a:gd name="connsiteX102" fmla="*/ 642930 w 1480944"/>
              <a:gd name="connsiteY102" fmla="*/ 1271953 h 1767778"/>
              <a:gd name="connsiteX103" fmla="*/ 529676 w 1480944"/>
              <a:gd name="connsiteY103" fmla="*/ 1365843 h 1767778"/>
              <a:gd name="connsiteX104" fmla="*/ 226000 w 1480944"/>
              <a:gd name="connsiteY104" fmla="*/ 1536898 h 1767778"/>
              <a:gd name="connsiteX105" fmla="*/ 200767 w 1480944"/>
              <a:gd name="connsiteY105" fmla="*/ 1539833 h 1767778"/>
              <a:gd name="connsiteX106" fmla="*/ 190205 w 1480944"/>
              <a:gd name="connsiteY106" fmla="*/ 1543060 h 1767778"/>
              <a:gd name="connsiteX107" fmla="*/ 128589 w 1480944"/>
              <a:gd name="connsiteY107" fmla="*/ 1587658 h 1767778"/>
              <a:gd name="connsiteX108" fmla="*/ 122721 w 1480944"/>
              <a:gd name="connsiteY108" fmla="*/ 1593526 h 1767778"/>
              <a:gd name="connsiteX109" fmla="*/ 118027 w 1480944"/>
              <a:gd name="connsiteY109" fmla="*/ 1626974 h 1767778"/>
              <a:gd name="connsiteX110" fmla="*/ 93381 w 1480944"/>
              <a:gd name="connsiteY110" fmla="*/ 1653381 h 1767778"/>
              <a:gd name="connsiteX111" fmla="*/ 85165 w 1480944"/>
              <a:gd name="connsiteY111" fmla="*/ 1662476 h 1767778"/>
              <a:gd name="connsiteX112" fmla="*/ 72842 w 1480944"/>
              <a:gd name="connsiteY112" fmla="*/ 1745510 h 1767778"/>
              <a:gd name="connsiteX113" fmla="*/ 65507 w 1480944"/>
              <a:gd name="connsiteY113" fmla="*/ 1766635 h 1767778"/>
              <a:gd name="connsiteX114" fmla="*/ 40861 w 1480944"/>
              <a:gd name="connsiteY114" fmla="*/ 1757833 h 1767778"/>
              <a:gd name="connsiteX115" fmla="*/ 12401 w 1480944"/>
              <a:gd name="connsiteY115" fmla="*/ 1713529 h 1767778"/>
              <a:gd name="connsiteX116" fmla="*/ 6826 w 1480944"/>
              <a:gd name="connsiteY116" fmla="*/ 1646926 h 1767778"/>
              <a:gd name="connsiteX117" fmla="*/ 9173 w 1480944"/>
              <a:gd name="connsiteY117" fmla="*/ 1581790 h 1767778"/>
              <a:gd name="connsiteX118" fmla="*/ 3892 w 1480944"/>
              <a:gd name="connsiteY118" fmla="*/ 1536605 h 1767778"/>
              <a:gd name="connsiteX119" fmla="*/ 22376 w 1480944"/>
              <a:gd name="connsiteY119" fmla="*/ 1511079 h 1767778"/>
              <a:gd name="connsiteX120" fmla="*/ 63160 w 1480944"/>
              <a:gd name="connsiteY120" fmla="*/ 1508438 h 1767778"/>
              <a:gd name="connsiteX121" fmla="*/ 142966 w 1480944"/>
              <a:gd name="connsiteY121" fmla="*/ 1477337 h 1767778"/>
              <a:gd name="connsiteX122" fmla="*/ 143260 w 1480944"/>
              <a:gd name="connsiteY122" fmla="*/ 1457679 h 1767778"/>
              <a:gd name="connsiteX123" fmla="*/ 132110 w 1480944"/>
              <a:gd name="connsiteY123" fmla="*/ 1424817 h 1767778"/>
              <a:gd name="connsiteX124" fmla="*/ 145900 w 1480944"/>
              <a:gd name="connsiteY124" fmla="*/ 1403692 h 1767778"/>
              <a:gd name="connsiteX125" fmla="*/ 203114 w 1480944"/>
              <a:gd name="connsiteY125" fmla="*/ 1394596 h 1767778"/>
              <a:gd name="connsiteX126" fmla="*/ 288202 w 1480944"/>
              <a:gd name="connsiteY126" fmla="*/ 1372298 h 1767778"/>
              <a:gd name="connsiteX127" fmla="*/ 428744 w 1480944"/>
              <a:gd name="connsiteY127" fmla="*/ 1262270 h 1767778"/>
              <a:gd name="connsiteX128" fmla="*/ 436079 w 1480944"/>
              <a:gd name="connsiteY128" fmla="*/ 1242025 h 1767778"/>
              <a:gd name="connsiteX129" fmla="*/ 440187 w 1480944"/>
              <a:gd name="connsiteY129" fmla="*/ 1231756 h 1767778"/>
              <a:gd name="connsiteX130" fmla="*/ 513245 w 1480944"/>
              <a:gd name="connsiteY130" fmla="*/ 1138160 h 1767778"/>
              <a:gd name="connsiteX131" fmla="*/ 559603 w 1480944"/>
              <a:gd name="connsiteY131" fmla="*/ 1108526 h 1767778"/>
              <a:gd name="connsiteX132" fmla="*/ 595692 w 1480944"/>
              <a:gd name="connsiteY132" fmla="*/ 1063634 h 1767778"/>
              <a:gd name="connsiteX133" fmla="*/ 627967 w 1480944"/>
              <a:gd name="connsiteY133" fmla="*/ 892285 h 1767778"/>
              <a:gd name="connsiteX134" fmla="*/ 622979 w 1480944"/>
              <a:gd name="connsiteY134" fmla="*/ 882896 h 1767778"/>
              <a:gd name="connsiteX135" fmla="*/ 619164 w 1480944"/>
              <a:gd name="connsiteY135" fmla="*/ 867933 h 1767778"/>
              <a:gd name="connsiteX136" fmla="*/ 637649 w 1480944"/>
              <a:gd name="connsiteY136" fmla="*/ 845047 h 1767778"/>
              <a:gd name="connsiteX137" fmla="*/ 696330 w 1480944"/>
              <a:gd name="connsiteY137" fmla="*/ 677219 h 1767778"/>
              <a:gd name="connsiteX138" fmla="*/ 685474 w 1480944"/>
              <a:gd name="connsiteY138" fmla="*/ 579808 h 1767778"/>
              <a:gd name="connsiteX139" fmla="*/ 649972 w 1480944"/>
              <a:gd name="connsiteY139" fmla="*/ 538731 h 1767778"/>
              <a:gd name="connsiteX140" fmla="*/ 605668 w 1480944"/>
              <a:gd name="connsiteY140" fmla="*/ 523767 h 1767778"/>
              <a:gd name="connsiteX141" fmla="*/ 593051 w 1480944"/>
              <a:gd name="connsiteY141" fmla="*/ 495894 h 1767778"/>
              <a:gd name="connsiteX142" fmla="*/ 595398 w 1480944"/>
              <a:gd name="connsiteY142" fmla="*/ 490612 h 1767778"/>
              <a:gd name="connsiteX143" fmla="*/ 582195 w 1480944"/>
              <a:gd name="connsiteY143" fmla="*/ 456284 h 1767778"/>
              <a:gd name="connsiteX144" fmla="*/ 500335 w 1480944"/>
              <a:gd name="connsiteY144" fmla="*/ 443374 h 1767778"/>
              <a:gd name="connsiteX145" fmla="*/ 350111 w 1480944"/>
              <a:gd name="connsiteY145" fmla="*/ 405818 h 1767778"/>
              <a:gd name="connsiteX146" fmla="*/ 188738 w 1480944"/>
              <a:gd name="connsiteY146" fmla="*/ 284348 h 1767778"/>
              <a:gd name="connsiteX147" fmla="*/ 186390 w 1480944"/>
              <a:gd name="connsiteY147" fmla="*/ 280534 h 1767778"/>
              <a:gd name="connsiteX148" fmla="*/ 181696 w 1480944"/>
              <a:gd name="connsiteY148" fmla="*/ 264983 h 1767778"/>
              <a:gd name="connsiteX149" fmla="*/ 199887 w 1480944"/>
              <a:gd name="connsiteY149" fmla="*/ 264103 h 1767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1480944" h="1767778">
                <a:moveTo>
                  <a:pt x="199887" y="264103"/>
                </a:moveTo>
                <a:cubicBezTo>
                  <a:pt x="193139" y="254127"/>
                  <a:pt x="187564" y="245325"/>
                  <a:pt x="181403" y="236523"/>
                </a:cubicBezTo>
                <a:cubicBezTo>
                  <a:pt x="176708" y="229774"/>
                  <a:pt x="178468" y="225667"/>
                  <a:pt x="184923" y="220972"/>
                </a:cubicBezTo>
                <a:cubicBezTo>
                  <a:pt x="211330" y="201901"/>
                  <a:pt x="225120" y="213637"/>
                  <a:pt x="241844" y="238870"/>
                </a:cubicBezTo>
                <a:cubicBezTo>
                  <a:pt x="243311" y="229481"/>
                  <a:pt x="235976" y="224200"/>
                  <a:pt x="233922" y="217451"/>
                </a:cubicBezTo>
                <a:cubicBezTo>
                  <a:pt x="232455" y="213050"/>
                  <a:pt x="227761" y="208943"/>
                  <a:pt x="232749" y="204248"/>
                </a:cubicBezTo>
                <a:cubicBezTo>
                  <a:pt x="238323" y="199260"/>
                  <a:pt x="242724" y="203955"/>
                  <a:pt x="247125" y="206595"/>
                </a:cubicBezTo>
                <a:cubicBezTo>
                  <a:pt x="261502" y="215691"/>
                  <a:pt x="271772" y="228601"/>
                  <a:pt x="282041" y="241804"/>
                </a:cubicBezTo>
                <a:cubicBezTo>
                  <a:pt x="294070" y="257061"/>
                  <a:pt x="306100" y="272318"/>
                  <a:pt x="319890" y="289923"/>
                </a:cubicBezTo>
                <a:cubicBezTo>
                  <a:pt x="322237" y="279654"/>
                  <a:pt x="323704" y="272025"/>
                  <a:pt x="325465" y="264396"/>
                </a:cubicBezTo>
                <a:cubicBezTo>
                  <a:pt x="327519" y="256181"/>
                  <a:pt x="332213" y="251193"/>
                  <a:pt x="341015" y="252367"/>
                </a:cubicBezTo>
                <a:cubicBezTo>
                  <a:pt x="350111" y="253540"/>
                  <a:pt x="348644" y="261169"/>
                  <a:pt x="348644" y="267330"/>
                </a:cubicBezTo>
                <a:cubicBezTo>
                  <a:pt x="348350" y="284935"/>
                  <a:pt x="347177" y="302539"/>
                  <a:pt x="347177" y="320144"/>
                </a:cubicBezTo>
                <a:cubicBezTo>
                  <a:pt x="346883" y="339215"/>
                  <a:pt x="351285" y="344203"/>
                  <a:pt x="370063" y="345670"/>
                </a:cubicBezTo>
                <a:cubicBezTo>
                  <a:pt x="420235" y="349778"/>
                  <a:pt x="470407" y="353298"/>
                  <a:pt x="520580" y="356819"/>
                </a:cubicBezTo>
                <a:cubicBezTo>
                  <a:pt x="529969" y="357406"/>
                  <a:pt x="539064" y="358580"/>
                  <a:pt x="547280" y="363861"/>
                </a:cubicBezTo>
                <a:cubicBezTo>
                  <a:pt x="576914" y="383226"/>
                  <a:pt x="611242" y="382346"/>
                  <a:pt x="644104" y="388507"/>
                </a:cubicBezTo>
                <a:cubicBezTo>
                  <a:pt x="646451" y="388801"/>
                  <a:pt x="649679" y="389387"/>
                  <a:pt x="650852" y="386747"/>
                </a:cubicBezTo>
                <a:cubicBezTo>
                  <a:pt x="657601" y="372076"/>
                  <a:pt x="671391" y="374717"/>
                  <a:pt x="682540" y="375010"/>
                </a:cubicBezTo>
                <a:cubicBezTo>
                  <a:pt x="720976" y="375891"/>
                  <a:pt x="759706" y="369142"/>
                  <a:pt x="797849" y="379118"/>
                </a:cubicBezTo>
                <a:cubicBezTo>
                  <a:pt x="803130" y="380585"/>
                  <a:pt x="811345" y="381465"/>
                  <a:pt x="813693" y="375304"/>
                </a:cubicBezTo>
                <a:cubicBezTo>
                  <a:pt x="816920" y="367382"/>
                  <a:pt x="818681" y="355059"/>
                  <a:pt x="813399" y="350071"/>
                </a:cubicBezTo>
                <a:cubicBezTo>
                  <a:pt x="803130" y="340389"/>
                  <a:pt x="807238" y="328359"/>
                  <a:pt x="803130" y="318090"/>
                </a:cubicBezTo>
                <a:cubicBezTo>
                  <a:pt x="801956" y="314862"/>
                  <a:pt x="804597" y="308407"/>
                  <a:pt x="796675" y="312222"/>
                </a:cubicBezTo>
                <a:cubicBezTo>
                  <a:pt x="793741" y="313689"/>
                  <a:pt x="792274" y="309581"/>
                  <a:pt x="791100" y="306647"/>
                </a:cubicBezTo>
                <a:cubicBezTo>
                  <a:pt x="772322" y="261462"/>
                  <a:pt x="779951" y="208943"/>
                  <a:pt x="816920" y="178722"/>
                </a:cubicBezTo>
                <a:cubicBezTo>
                  <a:pt x="842446" y="157597"/>
                  <a:pt x="875014" y="145274"/>
                  <a:pt x="910810" y="154076"/>
                </a:cubicBezTo>
                <a:cubicBezTo>
                  <a:pt x="941031" y="161704"/>
                  <a:pt x="971545" y="168746"/>
                  <a:pt x="1001766" y="176375"/>
                </a:cubicBezTo>
                <a:cubicBezTo>
                  <a:pt x="1005287" y="177255"/>
                  <a:pt x="1011155" y="176668"/>
                  <a:pt x="1011155" y="181656"/>
                </a:cubicBezTo>
                <a:cubicBezTo>
                  <a:pt x="1011155" y="187231"/>
                  <a:pt x="1004993" y="186644"/>
                  <a:pt x="1000886" y="187817"/>
                </a:cubicBezTo>
                <a:cubicBezTo>
                  <a:pt x="1000005" y="188111"/>
                  <a:pt x="998832" y="188111"/>
                  <a:pt x="997952" y="188404"/>
                </a:cubicBezTo>
                <a:cubicBezTo>
                  <a:pt x="992083" y="190165"/>
                  <a:pt x="981814" y="186937"/>
                  <a:pt x="980641" y="192219"/>
                </a:cubicBezTo>
                <a:cubicBezTo>
                  <a:pt x="978880" y="200140"/>
                  <a:pt x="989149" y="202781"/>
                  <a:pt x="994724" y="206595"/>
                </a:cubicBezTo>
                <a:cubicBezTo>
                  <a:pt x="1007341" y="215691"/>
                  <a:pt x="1015849" y="226547"/>
                  <a:pt x="1017903" y="242391"/>
                </a:cubicBezTo>
                <a:cubicBezTo>
                  <a:pt x="1018197" y="245912"/>
                  <a:pt x="1019957" y="249726"/>
                  <a:pt x="1016730" y="252073"/>
                </a:cubicBezTo>
                <a:cubicBezTo>
                  <a:pt x="1012329" y="255301"/>
                  <a:pt x="1009981" y="250313"/>
                  <a:pt x="1006754" y="248552"/>
                </a:cubicBezTo>
                <a:cubicBezTo>
                  <a:pt x="1004113" y="246792"/>
                  <a:pt x="1002646" y="242978"/>
                  <a:pt x="997658" y="243271"/>
                </a:cubicBezTo>
                <a:cubicBezTo>
                  <a:pt x="995017" y="251780"/>
                  <a:pt x="993257" y="260876"/>
                  <a:pt x="993844" y="269971"/>
                </a:cubicBezTo>
                <a:cubicBezTo>
                  <a:pt x="994431" y="284935"/>
                  <a:pt x="993844" y="299018"/>
                  <a:pt x="984748" y="311635"/>
                </a:cubicBezTo>
                <a:cubicBezTo>
                  <a:pt x="979760" y="318383"/>
                  <a:pt x="981814" y="325718"/>
                  <a:pt x="985628" y="332467"/>
                </a:cubicBezTo>
                <a:cubicBezTo>
                  <a:pt x="990616" y="341269"/>
                  <a:pt x="990323" y="348017"/>
                  <a:pt x="980641" y="353005"/>
                </a:cubicBezTo>
                <a:cubicBezTo>
                  <a:pt x="973012" y="357113"/>
                  <a:pt x="968024" y="362981"/>
                  <a:pt x="966264" y="372076"/>
                </a:cubicBezTo>
                <a:cubicBezTo>
                  <a:pt x="964797" y="381172"/>
                  <a:pt x="955995" y="384399"/>
                  <a:pt x="946605" y="389681"/>
                </a:cubicBezTo>
                <a:cubicBezTo>
                  <a:pt x="956875" y="393202"/>
                  <a:pt x="964797" y="392615"/>
                  <a:pt x="972425" y="391148"/>
                </a:cubicBezTo>
                <a:cubicBezTo>
                  <a:pt x="994431" y="386747"/>
                  <a:pt x="1016436" y="382932"/>
                  <a:pt x="1037268" y="373543"/>
                </a:cubicBezTo>
                <a:cubicBezTo>
                  <a:pt x="1041962" y="371490"/>
                  <a:pt x="1048124" y="369436"/>
                  <a:pt x="1052819" y="370316"/>
                </a:cubicBezTo>
                <a:cubicBezTo>
                  <a:pt x="1076878" y="375304"/>
                  <a:pt x="1097710" y="365328"/>
                  <a:pt x="1119128" y="357113"/>
                </a:cubicBezTo>
                <a:cubicBezTo>
                  <a:pt x="1174875" y="335401"/>
                  <a:pt x="1216539" y="299605"/>
                  <a:pt x="1241479" y="244151"/>
                </a:cubicBezTo>
                <a:cubicBezTo>
                  <a:pt x="1257909" y="207769"/>
                  <a:pt x="1275514" y="171680"/>
                  <a:pt x="1290184" y="134418"/>
                </a:cubicBezTo>
                <a:cubicBezTo>
                  <a:pt x="1295759" y="120041"/>
                  <a:pt x="1296052" y="108598"/>
                  <a:pt x="1281088" y="97448"/>
                </a:cubicBezTo>
                <a:cubicBezTo>
                  <a:pt x="1260550" y="82485"/>
                  <a:pt x="1266711" y="36713"/>
                  <a:pt x="1289891" y="21750"/>
                </a:cubicBezTo>
                <a:cubicBezTo>
                  <a:pt x="1303974" y="12654"/>
                  <a:pt x="1319525" y="7079"/>
                  <a:pt x="1335369" y="2091"/>
                </a:cubicBezTo>
                <a:cubicBezTo>
                  <a:pt x="1340943" y="331"/>
                  <a:pt x="1348278" y="-2603"/>
                  <a:pt x="1352386" y="4732"/>
                </a:cubicBezTo>
                <a:cubicBezTo>
                  <a:pt x="1356200" y="11480"/>
                  <a:pt x="1356200" y="18816"/>
                  <a:pt x="1351506" y="25564"/>
                </a:cubicBezTo>
                <a:cubicBezTo>
                  <a:pt x="1349158" y="29085"/>
                  <a:pt x="1345638" y="31432"/>
                  <a:pt x="1347985" y="37007"/>
                </a:cubicBezTo>
                <a:cubicBezTo>
                  <a:pt x="1362949" y="69281"/>
                  <a:pt x="1356494" y="101263"/>
                  <a:pt x="1349158" y="134124"/>
                </a:cubicBezTo>
                <a:cubicBezTo>
                  <a:pt x="1339183" y="179895"/>
                  <a:pt x="1328620" y="225373"/>
                  <a:pt x="1316004" y="270558"/>
                </a:cubicBezTo>
                <a:cubicBezTo>
                  <a:pt x="1299866" y="326892"/>
                  <a:pt x="1266125" y="367969"/>
                  <a:pt x="1214192" y="394669"/>
                </a:cubicBezTo>
                <a:cubicBezTo>
                  <a:pt x="1195120" y="404351"/>
                  <a:pt x="1176342" y="414914"/>
                  <a:pt x="1156978" y="424303"/>
                </a:cubicBezTo>
                <a:cubicBezTo>
                  <a:pt x="1142894" y="431344"/>
                  <a:pt x="1133799" y="441614"/>
                  <a:pt x="1130864" y="457458"/>
                </a:cubicBezTo>
                <a:cubicBezTo>
                  <a:pt x="1127637" y="476822"/>
                  <a:pt x="1116194" y="490612"/>
                  <a:pt x="1100644" y="502349"/>
                </a:cubicBezTo>
                <a:cubicBezTo>
                  <a:pt x="1068076" y="527288"/>
                  <a:pt x="1032867" y="548707"/>
                  <a:pt x="1001472" y="575113"/>
                </a:cubicBezTo>
                <a:cubicBezTo>
                  <a:pt x="988563" y="585969"/>
                  <a:pt x="980054" y="598879"/>
                  <a:pt x="975653" y="615017"/>
                </a:cubicBezTo>
                <a:cubicBezTo>
                  <a:pt x="962449" y="661962"/>
                  <a:pt x="952767" y="709787"/>
                  <a:pt x="931935" y="754385"/>
                </a:cubicBezTo>
                <a:cubicBezTo>
                  <a:pt x="917852" y="784605"/>
                  <a:pt x="900247" y="812772"/>
                  <a:pt x="884110" y="841526"/>
                </a:cubicBezTo>
                <a:cubicBezTo>
                  <a:pt x="879415" y="850035"/>
                  <a:pt x="875014" y="858837"/>
                  <a:pt x="870613" y="867346"/>
                </a:cubicBezTo>
                <a:cubicBezTo>
                  <a:pt x="866799" y="874974"/>
                  <a:pt x="868560" y="880549"/>
                  <a:pt x="877362" y="879962"/>
                </a:cubicBezTo>
                <a:cubicBezTo>
                  <a:pt x="941031" y="876441"/>
                  <a:pt x="995604" y="910183"/>
                  <a:pt x="1054872" y="924560"/>
                </a:cubicBezTo>
                <a:cubicBezTo>
                  <a:pt x="1071010" y="928374"/>
                  <a:pt x="1087147" y="933656"/>
                  <a:pt x="1103871" y="928961"/>
                </a:cubicBezTo>
                <a:cubicBezTo>
                  <a:pt x="1144655" y="917812"/>
                  <a:pt x="1203042" y="965343"/>
                  <a:pt x="1207444" y="1017276"/>
                </a:cubicBezTo>
                <a:cubicBezTo>
                  <a:pt x="1214192" y="1095909"/>
                  <a:pt x="1249107" y="1165153"/>
                  <a:pt x="1281382" y="1234984"/>
                </a:cubicBezTo>
                <a:cubicBezTo>
                  <a:pt x="1291651" y="1256989"/>
                  <a:pt x="1315417" y="1266965"/>
                  <a:pt x="1329207" y="1286036"/>
                </a:cubicBezTo>
                <a:cubicBezTo>
                  <a:pt x="1333021" y="1291611"/>
                  <a:pt x="1338303" y="1296305"/>
                  <a:pt x="1342117" y="1301880"/>
                </a:cubicBezTo>
                <a:cubicBezTo>
                  <a:pt x="1349158" y="1313030"/>
                  <a:pt x="1347105" y="1319484"/>
                  <a:pt x="1335369" y="1325059"/>
                </a:cubicBezTo>
                <a:cubicBezTo>
                  <a:pt x="1331848" y="1326820"/>
                  <a:pt x="1327740" y="1327406"/>
                  <a:pt x="1324512" y="1329460"/>
                </a:cubicBezTo>
                <a:cubicBezTo>
                  <a:pt x="1320405" y="1331808"/>
                  <a:pt x="1311896" y="1330341"/>
                  <a:pt x="1313950" y="1338556"/>
                </a:cubicBezTo>
                <a:cubicBezTo>
                  <a:pt x="1315710" y="1345304"/>
                  <a:pt x="1321285" y="1349999"/>
                  <a:pt x="1328620" y="1351172"/>
                </a:cubicBezTo>
                <a:cubicBezTo>
                  <a:pt x="1334195" y="1352053"/>
                  <a:pt x="1339183" y="1351759"/>
                  <a:pt x="1339770" y="1343837"/>
                </a:cubicBezTo>
                <a:cubicBezTo>
                  <a:pt x="1340356" y="1335328"/>
                  <a:pt x="1348278" y="1335035"/>
                  <a:pt x="1354147" y="1334448"/>
                </a:cubicBezTo>
                <a:cubicBezTo>
                  <a:pt x="1378793" y="1331221"/>
                  <a:pt x="1396984" y="1317137"/>
                  <a:pt x="1413708" y="1299826"/>
                </a:cubicBezTo>
                <a:cubicBezTo>
                  <a:pt x="1427205" y="1285743"/>
                  <a:pt x="1424857" y="1268432"/>
                  <a:pt x="1424271" y="1251414"/>
                </a:cubicBezTo>
                <a:cubicBezTo>
                  <a:pt x="1423684" y="1229115"/>
                  <a:pt x="1436300" y="1219433"/>
                  <a:pt x="1457425" y="1225008"/>
                </a:cubicBezTo>
                <a:cubicBezTo>
                  <a:pt x="1465934" y="1227355"/>
                  <a:pt x="1470629" y="1233223"/>
                  <a:pt x="1473856" y="1240558"/>
                </a:cubicBezTo>
                <a:cubicBezTo>
                  <a:pt x="1480018" y="1254348"/>
                  <a:pt x="1482952" y="1269019"/>
                  <a:pt x="1479431" y="1283396"/>
                </a:cubicBezTo>
                <a:cubicBezTo>
                  <a:pt x="1469749" y="1323886"/>
                  <a:pt x="1459186" y="1364082"/>
                  <a:pt x="1428378" y="1394890"/>
                </a:cubicBezTo>
                <a:cubicBezTo>
                  <a:pt x="1412828" y="1410440"/>
                  <a:pt x="1407840" y="1431272"/>
                  <a:pt x="1401385" y="1450930"/>
                </a:cubicBezTo>
                <a:cubicBezTo>
                  <a:pt x="1396984" y="1464427"/>
                  <a:pt x="1392583" y="1477924"/>
                  <a:pt x="1385834" y="1490247"/>
                </a:cubicBezTo>
                <a:cubicBezTo>
                  <a:pt x="1378793" y="1503157"/>
                  <a:pt x="1368230" y="1507264"/>
                  <a:pt x="1353853" y="1504037"/>
                </a:cubicBezTo>
                <a:cubicBezTo>
                  <a:pt x="1318938" y="1495822"/>
                  <a:pt x="1294585" y="1467068"/>
                  <a:pt x="1289304" y="1432152"/>
                </a:cubicBezTo>
                <a:cubicBezTo>
                  <a:pt x="1285196" y="1404279"/>
                  <a:pt x="1267592" y="1382567"/>
                  <a:pt x="1247934" y="1363202"/>
                </a:cubicBezTo>
                <a:cubicBezTo>
                  <a:pt x="1241479" y="1356747"/>
                  <a:pt x="1233557" y="1360268"/>
                  <a:pt x="1225928" y="1362615"/>
                </a:cubicBezTo>
                <a:cubicBezTo>
                  <a:pt x="1206270" y="1368777"/>
                  <a:pt x="1200989" y="1365549"/>
                  <a:pt x="1196001" y="1345304"/>
                </a:cubicBezTo>
                <a:cubicBezTo>
                  <a:pt x="1192773" y="1332688"/>
                  <a:pt x="1189839" y="1319778"/>
                  <a:pt x="1187198" y="1306868"/>
                </a:cubicBezTo>
                <a:cubicBezTo>
                  <a:pt x="1181037" y="1275767"/>
                  <a:pt x="1169007" y="1247013"/>
                  <a:pt x="1148175" y="1222661"/>
                </a:cubicBezTo>
                <a:cubicBezTo>
                  <a:pt x="1123823" y="1194200"/>
                  <a:pt x="1108272" y="1161926"/>
                  <a:pt x="1099177" y="1125837"/>
                </a:cubicBezTo>
                <a:cubicBezTo>
                  <a:pt x="1091842" y="1096789"/>
                  <a:pt x="1086560" y="1093855"/>
                  <a:pt x="1057220" y="1094736"/>
                </a:cubicBezTo>
                <a:cubicBezTo>
                  <a:pt x="1048417" y="1095029"/>
                  <a:pt x="1039615" y="1094149"/>
                  <a:pt x="1031106" y="1091508"/>
                </a:cubicBezTo>
                <a:cubicBezTo>
                  <a:pt x="1022598" y="1088867"/>
                  <a:pt x="1014382" y="1086814"/>
                  <a:pt x="1005874" y="1092388"/>
                </a:cubicBezTo>
                <a:cubicBezTo>
                  <a:pt x="1001179" y="1095322"/>
                  <a:pt x="994724" y="1095616"/>
                  <a:pt x="991497" y="1090041"/>
                </a:cubicBezTo>
                <a:cubicBezTo>
                  <a:pt x="986215" y="1080945"/>
                  <a:pt x="978293" y="1081532"/>
                  <a:pt x="969785" y="1081826"/>
                </a:cubicBezTo>
                <a:cubicBezTo>
                  <a:pt x="916091" y="1084760"/>
                  <a:pt x="862398" y="1087694"/>
                  <a:pt x="808705" y="1090334"/>
                </a:cubicBezTo>
                <a:cubicBezTo>
                  <a:pt x="801369" y="1090628"/>
                  <a:pt x="797262" y="1094736"/>
                  <a:pt x="793154" y="1099430"/>
                </a:cubicBezTo>
                <a:cubicBezTo>
                  <a:pt x="742982" y="1156938"/>
                  <a:pt x="692516" y="1213858"/>
                  <a:pt x="642930" y="1271953"/>
                </a:cubicBezTo>
                <a:cubicBezTo>
                  <a:pt x="610656" y="1310096"/>
                  <a:pt x="572806" y="1340610"/>
                  <a:pt x="529676" y="1365843"/>
                </a:cubicBezTo>
                <a:cubicBezTo>
                  <a:pt x="429331" y="1424230"/>
                  <a:pt x="328399" y="1481738"/>
                  <a:pt x="226000" y="1536898"/>
                </a:cubicBezTo>
                <a:cubicBezTo>
                  <a:pt x="218078" y="1541300"/>
                  <a:pt x="210450" y="1547461"/>
                  <a:pt x="200767" y="1539833"/>
                </a:cubicBezTo>
                <a:cubicBezTo>
                  <a:pt x="197246" y="1537192"/>
                  <a:pt x="193139" y="1541006"/>
                  <a:pt x="190205" y="1543060"/>
                </a:cubicBezTo>
                <a:cubicBezTo>
                  <a:pt x="169666" y="1557730"/>
                  <a:pt x="149128" y="1572694"/>
                  <a:pt x="128589" y="1587658"/>
                </a:cubicBezTo>
                <a:cubicBezTo>
                  <a:pt x="126242" y="1589418"/>
                  <a:pt x="122428" y="1592939"/>
                  <a:pt x="122721" y="1593526"/>
                </a:cubicBezTo>
                <a:cubicBezTo>
                  <a:pt x="129176" y="1606142"/>
                  <a:pt x="120374" y="1615825"/>
                  <a:pt x="118027" y="1626974"/>
                </a:cubicBezTo>
                <a:cubicBezTo>
                  <a:pt x="114799" y="1642525"/>
                  <a:pt x="110398" y="1651033"/>
                  <a:pt x="93381" y="1653381"/>
                </a:cubicBezTo>
                <a:cubicBezTo>
                  <a:pt x="87513" y="1654261"/>
                  <a:pt x="86926" y="1658662"/>
                  <a:pt x="85165" y="1662476"/>
                </a:cubicBezTo>
                <a:cubicBezTo>
                  <a:pt x="73722" y="1688883"/>
                  <a:pt x="69028" y="1716463"/>
                  <a:pt x="72842" y="1745510"/>
                </a:cubicBezTo>
                <a:cubicBezTo>
                  <a:pt x="74016" y="1753432"/>
                  <a:pt x="76657" y="1763114"/>
                  <a:pt x="65507" y="1766635"/>
                </a:cubicBezTo>
                <a:cubicBezTo>
                  <a:pt x="55531" y="1769863"/>
                  <a:pt x="47316" y="1766049"/>
                  <a:pt x="40861" y="1757833"/>
                </a:cubicBezTo>
                <a:cubicBezTo>
                  <a:pt x="30005" y="1743750"/>
                  <a:pt x="21496" y="1728493"/>
                  <a:pt x="12401" y="1713529"/>
                </a:cubicBezTo>
                <a:cubicBezTo>
                  <a:pt x="-509" y="1692110"/>
                  <a:pt x="-4910" y="1670692"/>
                  <a:pt x="6826" y="1646926"/>
                </a:cubicBezTo>
                <a:cubicBezTo>
                  <a:pt x="17095" y="1626094"/>
                  <a:pt x="10934" y="1603795"/>
                  <a:pt x="9173" y="1581790"/>
                </a:cubicBezTo>
                <a:cubicBezTo>
                  <a:pt x="7999" y="1566826"/>
                  <a:pt x="5359" y="1551862"/>
                  <a:pt x="3892" y="1536605"/>
                </a:cubicBezTo>
                <a:cubicBezTo>
                  <a:pt x="2131" y="1519587"/>
                  <a:pt x="5359" y="1514893"/>
                  <a:pt x="22376" y="1511079"/>
                </a:cubicBezTo>
                <a:cubicBezTo>
                  <a:pt x="35873" y="1508145"/>
                  <a:pt x="49663" y="1507264"/>
                  <a:pt x="63160" y="1508438"/>
                </a:cubicBezTo>
                <a:cubicBezTo>
                  <a:pt x="95141" y="1511372"/>
                  <a:pt x="118907" y="1493474"/>
                  <a:pt x="142966" y="1477337"/>
                </a:cubicBezTo>
                <a:cubicBezTo>
                  <a:pt x="150888" y="1472056"/>
                  <a:pt x="147074" y="1464134"/>
                  <a:pt x="143260" y="1457679"/>
                </a:cubicBezTo>
                <a:cubicBezTo>
                  <a:pt x="137685" y="1447410"/>
                  <a:pt x="132110" y="1437140"/>
                  <a:pt x="132110" y="1424817"/>
                </a:cubicBezTo>
                <a:cubicBezTo>
                  <a:pt x="132110" y="1414255"/>
                  <a:pt x="135338" y="1406920"/>
                  <a:pt x="145900" y="1403692"/>
                </a:cubicBezTo>
                <a:cubicBezTo>
                  <a:pt x="164678" y="1397824"/>
                  <a:pt x="183163" y="1391956"/>
                  <a:pt x="203114" y="1394596"/>
                </a:cubicBezTo>
                <a:cubicBezTo>
                  <a:pt x="234509" y="1398411"/>
                  <a:pt x="262089" y="1391956"/>
                  <a:pt x="288202" y="1372298"/>
                </a:cubicBezTo>
                <a:cubicBezTo>
                  <a:pt x="336028" y="1336502"/>
                  <a:pt x="385907" y="1303934"/>
                  <a:pt x="428744" y="1262270"/>
                </a:cubicBezTo>
                <a:cubicBezTo>
                  <a:pt x="434319" y="1256989"/>
                  <a:pt x="442827" y="1252588"/>
                  <a:pt x="436079" y="1242025"/>
                </a:cubicBezTo>
                <a:cubicBezTo>
                  <a:pt x="433732" y="1238505"/>
                  <a:pt x="438133" y="1234690"/>
                  <a:pt x="440187" y="1231756"/>
                </a:cubicBezTo>
                <a:cubicBezTo>
                  <a:pt x="462485" y="1199188"/>
                  <a:pt x="486545" y="1167500"/>
                  <a:pt x="513245" y="1138160"/>
                </a:cubicBezTo>
                <a:cubicBezTo>
                  <a:pt x="525861" y="1124076"/>
                  <a:pt x="541705" y="1114100"/>
                  <a:pt x="559603" y="1108526"/>
                </a:cubicBezTo>
                <a:cubicBezTo>
                  <a:pt x="581902" y="1101484"/>
                  <a:pt x="595692" y="1085640"/>
                  <a:pt x="595692" y="1063634"/>
                </a:cubicBezTo>
                <a:cubicBezTo>
                  <a:pt x="595398" y="1004073"/>
                  <a:pt x="611829" y="948326"/>
                  <a:pt x="627967" y="892285"/>
                </a:cubicBezTo>
                <a:cubicBezTo>
                  <a:pt x="629727" y="886711"/>
                  <a:pt x="628260" y="884070"/>
                  <a:pt x="622979" y="882896"/>
                </a:cubicBezTo>
                <a:cubicBezTo>
                  <a:pt x="612709" y="880256"/>
                  <a:pt x="614176" y="874094"/>
                  <a:pt x="619164" y="867933"/>
                </a:cubicBezTo>
                <a:cubicBezTo>
                  <a:pt x="625033" y="860304"/>
                  <a:pt x="631194" y="852382"/>
                  <a:pt x="637649" y="845047"/>
                </a:cubicBezTo>
                <a:cubicBezTo>
                  <a:pt x="680486" y="797222"/>
                  <a:pt x="701025" y="741768"/>
                  <a:pt x="696330" y="677219"/>
                </a:cubicBezTo>
                <a:cubicBezTo>
                  <a:pt x="693983" y="644651"/>
                  <a:pt x="693103" y="612083"/>
                  <a:pt x="685474" y="579808"/>
                </a:cubicBezTo>
                <a:cubicBezTo>
                  <a:pt x="680780" y="559269"/>
                  <a:pt x="669337" y="545773"/>
                  <a:pt x="649972" y="538731"/>
                </a:cubicBezTo>
                <a:cubicBezTo>
                  <a:pt x="635302" y="533450"/>
                  <a:pt x="620338" y="528755"/>
                  <a:pt x="605668" y="523767"/>
                </a:cubicBezTo>
                <a:cubicBezTo>
                  <a:pt x="589530" y="518193"/>
                  <a:pt x="586890" y="512031"/>
                  <a:pt x="593051" y="495894"/>
                </a:cubicBezTo>
                <a:cubicBezTo>
                  <a:pt x="593638" y="494133"/>
                  <a:pt x="594518" y="492373"/>
                  <a:pt x="595398" y="490612"/>
                </a:cubicBezTo>
                <a:cubicBezTo>
                  <a:pt x="606841" y="466553"/>
                  <a:pt x="606254" y="466847"/>
                  <a:pt x="582195" y="456284"/>
                </a:cubicBezTo>
                <a:cubicBezTo>
                  <a:pt x="555789" y="444841"/>
                  <a:pt x="527915" y="445721"/>
                  <a:pt x="500335" y="443374"/>
                </a:cubicBezTo>
                <a:cubicBezTo>
                  <a:pt x="448402" y="438973"/>
                  <a:pt x="399990" y="419315"/>
                  <a:pt x="350111" y="405818"/>
                </a:cubicBezTo>
                <a:cubicBezTo>
                  <a:pt x="280280" y="386747"/>
                  <a:pt x="228641" y="343323"/>
                  <a:pt x="188738" y="284348"/>
                </a:cubicBezTo>
                <a:cubicBezTo>
                  <a:pt x="187858" y="283174"/>
                  <a:pt x="186977" y="282001"/>
                  <a:pt x="186390" y="280534"/>
                </a:cubicBezTo>
                <a:cubicBezTo>
                  <a:pt x="184043" y="275546"/>
                  <a:pt x="177588" y="270851"/>
                  <a:pt x="181696" y="264983"/>
                </a:cubicBezTo>
                <a:cubicBezTo>
                  <a:pt x="186684" y="259115"/>
                  <a:pt x="192552" y="266157"/>
                  <a:pt x="199887" y="264103"/>
                </a:cubicBezTo>
                <a:close/>
              </a:path>
            </a:pathLst>
          </a:custGeom>
          <a:solidFill>
            <a:schemeClr val="accent1"/>
          </a:solidFill>
          <a:ln w="293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자유형: 도형 33">
            <a:extLst>
              <a:ext uri="{FF2B5EF4-FFF2-40B4-BE49-F238E27FC236}">
                <a16:creationId xmlns:a16="http://schemas.microsoft.com/office/drawing/2014/main" xmlns="" id="{5643CB2B-9FB7-4C3C-AE04-EE90C1401E61}"/>
              </a:ext>
            </a:extLst>
          </p:cNvPr>
          <p:cNvSpPr/>
          <p:nvPr/>
        </p:nvSpPr>
        <p:spPr>
          <a:xfrm>
            <a:off x="1955485" y="5873473"/>
            <a:ext cx="157776" cy="376012"/>
          </a:xfrm>
          <a:custGeom>
            <a:avLst/>
            <a:gdLst>
              <a:gd name="connsiteX0" fmla="*/ 186801 w 251071"/>
              <a:gd name="connsiteY0" fmla="*/ 525759 h 598353"/>
              <a:gd name="connsiteX1" fmla="*/ 228624 w 251071"/>
              <a:gd name="connsiteY1" fmla="*/ 548096 h 598353"/>
              <a:gd name="connsiteX2" fmla="*/ 247159 w 251071"/>
              <a:gd name="connsiteY2" fmla="*/ 569007 h 598353"/>
              <a:gd name="connsiteX3" fmla="*/ 246208 w 251071"/>
              <a:gd name="connsiteY3" fmla="*/ 595621 h 598353"/>
              <a:gd name="connsiteX4" fmla="*/ 221970 w 251071"/>
              <a:gd name="connsiteY4" fmla="*/ 592294 h 598353"/>
              <a:gd name="connsiteX5" fmla="*/ 186801 w 251071"/>
              <a:gd name="connsiteY5" fmla="*/ 525759 h 598353"/>
              <a:gd name="connsiteX6" fmla="*/ 69888 w 251071"/>
              <a:gd name="connsiteY6" fmla="*/ 491065 h 598353"/>
              <a:gd name="connsiteX7" fmla="*/ 87474 w 251071"/>
              <a:gd name="connsiteY7" fmla="*/ 506748 h 598353"/>
              <a:gd name="connsiteX8" fmla="*/ 58007 w 251071"/>
              <a:gd name="connsiteY8" fmla="*/ 535739 h 598353"/>
              <a:gd name="connsiteX9" fmla="*/ 31869 w 251071"/>
              <a:gd name="connsiteY9" fmla="*/ 515304 h 598353"/>
              <a:gd name="connsiteX10" fmla="*/ 69888 w 251071"/>
              <a:gd name="connsiteY10" fmla="*/ 491065 h 598353"/>
              <a:gd name="connsiteX11" fmla="*/ 16661 w 251071"/>
              <a:gd name="connsiteY11" fmla="*/ 273402 h 598353"/>
              <a:gd name="connsiteX12" fmla="*/ 46126 w 251071"/>
              <a:gd name="connsiteY12" fmla="*/ 312372 h 598353"/>
              <a:gd name="connsiteX13" fmla="*/ 29493 w 251071"/>
              <a:gd name="connsiteY13" fmla="*/ 332332 h 598353"/>
              <a:gd name="connsiteX14" fmla="*/ 28 w 251071"/>
              <a:gd name="connsiteY14" fmla="*/ 286708 h 598353"/>
              <a:gd name="connsiteX15" fmla="*/ 16661 w 251071"/>
              <a:gd name="connsiteY15" fmla="*/ 273402 h 598353"/>
              <a:gd name="connsiteX16" fmla="*/ 117888 w 251071"/>
              <a:gd name="connsiteY16" fmla="*/ 135 h 598353"/>
              <a:gd name="connsiteX17" fmla="*/ 149254 w 251071"/>
              <a:gd name="connsiteY17" fmla="*/ 19619 h 598353"/>
              <a:gd name="connsiteX18" fmla="*/ 129769 w 251071"/>
              <a:gd name="connsiteY18" fmla="*/ 47184 h 598353"/>
              <a:gd name="connsiteX19" fmla="*/ 116937 w 251071"/>
              <a:gd name="connsiteY19" fmla="*/ 52887 h 598353"/>
              <a:gd name="connsiteX20" fmla="*/ 67037 w 251071"/>
              <a:gd name="connsiteY20" fmla="*/ 26747 h 598353"/>
              <a:gd name="connsiteX21" fmla="*/ 77493 w 251071"/>
              <a:gd name="connsiteY21" fmla="*/ 6787 h 598353"/>
              <a:gd name="connsiteX22" fmla="*/ 117888 w 251071"/>
              <a:gd name="connsiteY22" fmla="*/ 135 h 598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51071" h="598353">
                <a:moveTo>
                  <a:pt x="186801" y="525759"/>
                </a:moveTo>
                <a:cubicBezTo>
                  <a:pt x="203911" y="534789"/>
                  <a:pt x="216266" y="541442"/>
                  <a:pt x="228624" y="548096"/>
                </a:cubicBezTo>
                <a:cubicBezTo>
                  <a:pt x="237178" y="552848"/>
                  <a:pt x="243832" y="559502"/>
                  <a:pt x="247159" y="569007"/>
                </a:cubicBezTo>
                <a:cubicBezTo>
                  <a:pt x="250009" y="578037"/>
                  <a:pt x="254762" y="588493"/>
                  <a:pt x="246208" y="595621"/>
                </a:cubicBezTo>
                <a:cubicBezTo>
                  <a:pt x="239079" y="601799"/>
                  <a:pt x="230049" y="596096"/>
                  <a:pt x="221970" y="592294"/>
                </a:cubicBezTo>
                <a:cubicBezTo>
                  <a:pt x="196306" y="579463"/>
                  <a:pt x="193455" y="554750"/>
                  <a:pt x="186801" y="525759"/>
                </a:cubicBezTo>
                <a:close/>
                <a:moveTo>
                  <a:pt x="69888" y="491065"/>
                </a:moveTo>
                <a:cubicBezTo>
                  <a:pt x="78918" y="490115"/>
                  <a:pt x="88899" y="490591"/>
                  <a:pt x="87474" y="506748"/>
                </a:cubicBezTo>
                <a:cubicBezTo>
                  <a:pt x="86047" y="525283"/>
                  <a:pt x="78918" y="536690"/>
                  <a:pt x="58007" y="535739"/>
                </a:cubicBezTo>
                <a:cubicBezTo>
                  <a:pt x="43750" y="535265"/>
                  <a:pt x="31869" y="531938"/>
                  <a:pt x="31869" y="515304"/>
                </a:cubicBezTo>
                <a:cubicBezTo>
                  <a:pt x="32343" y="491540"/>
                  <a:pt x="50878" y="492016"/>
                  <a:pt x="69888" y="491065"/>
                </a:cubicBezTo>
                <a:close/>
                <a:moveTo>
                  <a:pt x="16661" y="273402"/>
                </a:moveTo>
                <a:cubicBezTo>
                  <a:pt x="25215" y="273876"/>
                  <a:pt x="47551" y="302867"/>
                  <a:pt x="46126" y="312372"/>
                </a:cubicBezTo>
                <a:cubicBezTo>
                  <a:pt x="44701" y="321876"/>
                  <a:pt x="41374" y="331383"/>
                  <a:pt x="29493" y="332332"/>
                </a:cubicBezTo>
                <a:cubicBezTo>
                  <a:pt x="21888" y="332808"/>
                  <a:pt x="-923" y="296689"/>
                  <a:pt x="28" y="286708"/>
                </a:cubicBezTo>
                <a:cubicBezTo>
                  <a:pt x="1453" y="275778"/>
                  <a:pt x="9533" y="274827"/>
                  <a:pt x="16661" y="273402"/>
                </a:cubicBezTo>
                <a:close/>
                <a:moveTo>
                  <a:pt x="117888" y="135"/>
                </a:moveTo>
                <a:cubicBezTo>
                  <a:pt x="134046" y="-816"/>
                  <a:pt x="145453" y="2986"/>
                  <a:pt x="149254" y="19619"/>
                </a:cubicBezTo>
                <a:cubicBezTo>
                  <a:pt x="153056" y="36252"/>
                  <a:pt x="141651" y="41955"/>
                  <a:pt x="129769" y="47184"/>
                </a:cubicBezTo>
                <a:cubicBezTo>
                  <a:pt x="125493" y="49084"/>
                  <a:pt x="121215" y="50985"/>
                  <a:pt x="116937" y="52887"/>
                </a:cubicBezTo>
                <a:cubicBezTo>
                  <a:pt x="89374" y="64292"/>
                  <a:pt x="75591" y="56212"/>
                  <a:pt x="67037" y="26747"/>
                </a:cubicBezTo>
                <a:cubicBezTo>
                  <a:pt x="64185" y="15817"/>
                  <a:pt x="67988" y="10590"/>
                  <a:pt x="77493" y="6787"/>
                </a:cubicBezTo>
                <a:cubicBezTo>
                  <a:pt x="90799" y="1084"/>
                  <a:pt x="105056" y="2035"/>
                  <a:pt x="117888" y="135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 w="293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6" name="Graphic 57">
            <a:extLst>
              <a:ext uri="{FF2B5EF4-FFF2-40B4-BE49-F238E27FC236}">
                <a16:creationId xmlns:a16="http://schemas.microsoft.com/office/drawing/2014/main" xmlns="" id="{1E0DC89F-FB5F-4BE4-B084-B5B498F3E1CC}"/>
              </a:ext>
            </a:extLst>
          </p:cNvPr>
          <p:cNvSpPr/>
          <p:nvPr/>
        </p:nvSpPr>
        <p:spPr>
          <a:xfrm>
            <a:off x="6502827" y="3900802"/>
            <a:ext cx="2765502" cy="2923327"/>
          </a:xfrm>
          <a:custGeom>
            <a:avLst/>
            <a:gdLst>
              <a:gd name="connsiteX0" fmla="*/ 3082754 w 3082753"/>
              <a:gd name="connsiteY0" fmla="*/ 406075 h 3258683"/>
              <a:gd name="connsiteX1" fmla="*/ 2972239 w 3082753"/>
              <a:gd name="connsiteY1" fmla="*/ 464820 h 3258683"/>
              <a:gd name="connsiteX2" fmla="*/ 2961959 w 3082753"/>
              <a:gd name="connsiteY2" fmla="*/ 469961 h 3258683"/>
              <a:gd name="connsiteX3" fmla="*/ 2963060 w 3082753"/>
              <a:gd name="connsiteY3" fmla="*/ 473632 h 3258683"/>
              <a:gd name="connsiteX4" fmla="*/ 2975544 w 3082753"/>
              <a:gd name="connsiteY4" fmla="*/ 472898 h 3258683"/>
              <a:gd name="connsiteX5" fmla="*/ 3043101 w 3082753"/>
              <a:gd name="connsiteY5" fmla="*/ 440955 h 3258683"/>
              <a:gd name="connsiteX6" fmla="*/ 3060357 w 3082753"/>
              <a:gd name="connsiteY6" fmla="*/ 434714 h 3258683"/>
              <a:gd name="connsiteX7" fmla="*/ 3071739 w 3082753"/>
              <a:gd name="connsiteY7" fmla="*/ 440221 h 3258683"/>
              <a:gd name="connsiteX8" fmla="*/ 3068434 w 3082753"/>
              <a:gd name="connsiteY8" fmla="*/ 451970 h 3258683"/>
              <a:gd name="connsiteX9" fmla="*/ 2968935 w 3082753"/>
              <a:gd name="connsiteY9" fmla="*/ 507778 h 3258683"/>
              <a:gd name="connsiteX10" fmla="*/ 2953147 w 3082753"/>
              <a:gd name="connsiteY10" fmla="*/ 512551 h 3258683"/>
              <a:gd name="connsiteX11" fmla="*/ 2953514 w 3082753"/>
              <a:gd name="connsiteY11" fmla="*/ 516957 h 3258683"/>
              <a:gd name="connsiteX12" fmla="*/ 2964529 w 3082753"/>
              <a:gd name="connsiteY12" fmla="*/ 518425 h 3258683"/>
              <a:gd name="connsiteX13" fmla="*/ 3019970 w 3082753"/>
              <a:gd name="connsiteY13" fmla="*/ 501169 h 3258683"/>
              <a:gd name="connsiteX14" fmla="*/ 3029516 w 3082753"/>
              <a:gd name="connsiteY14" fmla="*/ 497865 h 3258683"/>
              <a:gd name="connsiteX15" fmla="*/ 3039796 w 3082753"/>
              <a:gd name="connsiteY15" fmla="*/ 500802 h 3258683"/>
              <a:gd name="connsiteX16" fmla="*/ 3035390 w 3082753"/>
              <a:gd name="connsiteY16" fmla="*/ 510348 h 3258683"/>
              <a:gd name="connsiteX17" fmla="*/ 2986926 w 3082753"/>
              <a:gd name="connsiteY17" fmla="*/ 537518 h 3258683"/>
              <a:gd name="connsiteX18" fmla="*/ 2878982 w 3082753"/>
              <a:gd name="connsiteY18" fmla="*/ 565789 h 3258683"/>
              <a:gd name="connsiteX19" fmla="*/ 2792700 w 3082753"/>
              <a:gd name="connsiteY19" fmla="*/ 580842 h 3258683"/>
              <a:gd name="connsiteX20" fmla="*/ 2770670 w 3082753"/>
              <a:gd name="connsiteY20" fmla="*/ 586717 h 3258683"/>
              <a:gd name="connsiteX21" fmla="*/ 2735056 w 3082753"/>
              <a:gd name="connsiteY21" fmla="*/ 639587 h 3258683"/>
              <a:gd name="connsiteX22" fmla="*/ 2751578 w 3082753"/>
              <a:gd name="connsiteY22" fmla="*/ 915322 h 3258683"/>
              <a:gd name="connsiteX23" fmla="*/ 2704949 w 3082753"/>
              <a:gd name="connsiteY23" fmla="*/ 968192 h 3258683"/>
              <a:gd name="connsiteX24" fmla="*/ 2243433 w 3082753"/>
              <a:gd name="connsiteY24" fmla="*/ 992425 h 3258683"/>
              <a:gd name="connsiteX25" fmla="*/ 2103547 w 3082753"/>
              <a:gd name="connsiteY25" fmla="*/ 997565 h 3258683"/>
              <a:gd name="connsiteX26" fmla="*/ 2081884 w 3082753"/>
              <a:gd name="connsiteY26" fmla="*/ 998299 h 3258683"/>
              <a:gd name="connsiteX27" fmla="*/ 2042231 w 3082753"/>
              <a:gd name="connsiteY27" fmla="*/ 1041624 h 3258683"/>
              <a:gd name="connsiteX28" fmla="*/ 2045168 w 3082753"/>
              <a:gd name="connsiteY28" fmla="*/ 1102572 h 3258683"/>
              <a:gd name="connsiteX29" fmla="*/ 2066096 w 3082753"/>
              <a:gd name="connsiteY29" fmla="*/ 2374403 h 3258683"/>
              <a:gd name="connsiteX30" fmla="*/ 2063526 w 3082753"/>
              <a:gd name="connsiteY30" fmla="*/ 2532280 h 3258683"/>
              <a:gd name="connsiteX31" fmla="*/ 2035255 w 3082753"/>
              <a:gd name="connsiteY31" fmla="*/ 2564223 h 3258683"/>
              <a:gd name="connsiteX32" fmla="*/ 1915929 w 3082753"/>
              <a:gd name="connsiteY32" fmla="*/ 2582948 h 3258683"/>
              <a:gd name="connsiteX33" fmla="*/ 1898673 w 3082753"/>
              <a:gd name="connsiteY33" fmla="*/ 2587721 h 3258683"/>
              <a:gd name="connsiteX34" fmla="*/ 1872972 w 3082753"/>
              <a:gd name="connsiteY34" fmla="*/ 2622601 h 3258683"/>
              <a:gd name="connsiteX35" fmla="*/ 1885823 w 3082753"/>
              <a:gd name="connsiteY35" fmla="*/ 2697134 h 3258683"/>
              <a:gd name="connsiteX36" fmla="*/ 1885455 w 3082753"/>
              <a:gd name="connsiteY36" fmla="*/ 2722835 h 3258683"/>
              <a:gd name="connsiteX37" fmla="*/ 1879948 w 3082753"/>
              <a:gd name="connsiteY37" fmla="*/ 2741192 h 3258683"/>
              <a:gd name="connsiteX38" fmla="*/ 1892431 w 3082753"/>
              <a:gd name="connsiteY38" fmla="*/ 2788556 h 3258683"/>
              <a:gd name="connsiteX39" fmla="*/ 1901977 w 3082753"/>
              <a:gd name="connsiteY39" fmla="*/ 2824170 h 3258683"/>
              <a:gd name="connsiteX40" fmla="*/ 1901243 w 3082753"/>
              <a:gd name="connsiteY40" fmla="*/ 2884384 h 3258683"/>
              <a:gd name="connsiteX41" fmla="*/ 1892798 w 3082753"/>
              <a:gd name="connsiteY41" fmla="*/ 2918162 h 3258683"/>
              <a:gd name="connsiteX42" fmla="*/ 1884721 w 3082753"/>
              <a:gd name="connsiteY42" fmla="*/ 2998937 h 3258683"/>
              <a:gd name="connsiteX43" fmla="*/ 1969167 w 3082753"/>
              <a:gd name="connsiteY43" fmla="*/ 3110919 h 3258683"/>
              <a:gd name="connsiteX44" fmla="*/ 2000743 w 3082753"/>
              <a:gd name="connsiteY44" fmla="*/ 3159384 h 3258683"/>
              <a:gd name="connsiteX45" fmla="*/ 1991564 w 3082753"/>
              <a:gd name="connsiteY45" fmla="*/ 3186187 h 3258683"/>
              <a:gd name="connsiteX46" fmla="*/ 1914093 w 3082753"/>
              <a:gd name="connsiteY46" fmla="*/ 3212255 h 3258683"/>
              <a:gd name="connsiteX47" fmla="*/ 1850575 w 3082753"/>
              <a:gd name="connsiteY47" fmla="*/ 3212255 h 3258683"/>
              <a:gd name="connsiteX48" fmla="*/ 1819367 w 3082753"/>
              <a:gd name="connsiteY48" fmla="*/ 3200505 h 3258683"/>
              <a:gd name="connsiteX49" fmla="*/ 1782284 w 3082753"/>
              <a:gd name="connsiteY49" fmla="*/ 3151307 h 3258683"/>
              <a:gd name="connsiteX50" fmla="*/ 1758052 w 3082753"/>
              <a:gd name="connsiteY50" fmla="*/ 3136253 h 3258683"/>
              <a:gd name="connsiteX51" fmla="*/ 1731249 w 3082753"/>
              <a:gd name="connsiteY51" fmla="*/ 3122301 h 3258683"/>
              <a:gd name="connsiteX52" fmla="*/ 1713626 w 3082753"/>
              <a:gd name="connsiteY52" fmla="*/ 3067228 h 3258683"/>
              <a:gd name="connsiteX53" fmla="*/ 1708486 w 3082753"/>
              <a:gd name="connsiteY53" fmla="*/ 3047034 h 3258683"/>
              <a:gd name="connsiteX54" fmla="*/ 1700041 w 3082753"/>
              <a:gd name="connsiteY54" fmla="*/ 3023169 h 3258683"/>
              <a:gd name="connsiteX55" fmla="*/ 1709220 w 3082753"/>
              <a:gd name="connsiteY55" fmla="*/ 2931380 h 3258683"/>
              <a:gd name="connsiteX56" fmla="*/ 1711056 w 3082753"/>
              <a:gd name="connsiteY56" fmla="*/ 2911186 h 3258683"/>
              <a:gd name="connsiteX57" fmla="*/ 1691597 w 3082753"/>
              <a:gd name="connsiteY57" fmla="*/ 2887688 h 3258683"/>
              <a:gd name="connsiteX58" fmla="*/ 1678746 w 3082753"/>
              <a:gd name="connsiteY58" fmla="*/ 2871900 h 3258683"/>
              <a:gd name="connsiteX59" fmla="*/ 1689394 w 3082753"/>
              <a:gd name="connsiteY59" fmla="*/ 2812421 h 3258683"/>
              <a:gd name="connsiteX60" fmla="*/ 1700408 w 3082753"/>
              <a:gd name="connsiteY60" fmla="*/ 2772034 h 3258683"/>
              <a:gd name="connsiteX61" fmla="*/ 1699674 w 3082753"/>
              <a:gd name="connsiteY61" fmla="*/ 2728342 h 3258683"/>
              <a:gd name="connsiteX62" fmla="*/ 1679848 w 3082753"/>
              <a:gd name="connsiteY62" fmla="*/ 2597634 h 3258683"/>
              <a:gd name="connsiteX63" fmla="*/ 1649741 w 3082753"/>
              <a:gd name="connsiteY63" fmla="*/ 2571933 h 3258683"/>
              <a:gd name="connsiteX64" fmla="*/ 1581082 w 3082753"/>
              <a:gd name="connsiteY64" fmla="*/ 2571933 h 3258683"/>
              <a:gd name="connsiteX65" fmla="*/ 1557217 w 3082753"/>
              <a:gd name="connsiteY65" fmla="*/ 2595798 h 3258683"/>
              <a:gd name="connsiteX66" fmla="*/ 1555749 w 3082753"/>
              <a:gd name="connsiteY66" fmla="*/ 2659317 h 3258683"/>
              <a:gd name="connsiteX67" fmla="*/ 1542531 w 3082753"/>
              <a:gd name="connsiteY67" fmla="*/ 2675471 h 3258683"/>
              <a:gd name="connsiteX68" fmla="*/ 1459186 w 3082753"/>
              <a:gd name="connsiteY68" fmla="*/ 2680612 h 3258683"/>
              <a:gd name="connsiteX69" fmla="*/ 1433118 w 3082753"/>
              <a:gd name="connsiteY69" fmla="*/ 2705578 h 3258683"/>
              <a:gd name="connsiteX70" fmla="*/ 1438258 w 3082753"/>
              <a:gd name="connsiteY70" fmla="*/ 2780478 h 3258683"/>
              <a:gd name="connsiteX71" fmla="*/ 1428345 w 3082753"/>
              <a:gd name="connsiteY71" fmla="*/ 2862354 h 3258683"/>
              <a:gd name="connsiteX72" fmla="*/ 1423572 w 3082753"/>
              <a:gd name="connsiteY72" fmla="*/ 2926607 h 3258683"/>
              <a:gd name="connsiteX73" fmla="*/ 1405949 w 3082753"/>
              <a:gd name="connsiteY73" fmla="*/ 2962221 h 3258683"/>
              <a:gd name="connsiteX74" fmla="*/ 1402277 w 3082753"/>
              <a:gd name="connsiteY74" fmla="*/ 2972134 h 3258683"/>
              <a:gd name="connsiteX75" fmla="*/ 1409987 w 3082753"/>
              <a:gd name="connsiteY75" fmla="*/ 3048870 h 3258683"/>
              <a:gd name="connsiteX76" fmla="*/ 1414026 w 3082753"/>
              <a:gd name="connsiteY76" fmla="*/ 3116059 h 3258683"/>
              <a:gd name="connsiteX77" fmla="*/ 1401176 w 3082753"/>
              <a:gd name="connsiteY77" fmla="*/ 3157548 h 3258683"/>
              <a:gd name="connsiteX78" fmla="*/ 1377678 w 3082753"/>
              <a:gd name="connsiteY78" fmla="*/ 3167461 h 3258683"/>
              <a:gd name="connsiteX79" fmla="*/ 1357484 w 3082753"/>
              <a:gd name="connsiteY79" fmla="*/ 3188757 h 3258683"/>
              <a:gd name="connsiteX80" fmla="*/ 1351977 w 3082753"/>
              <a:gd name="connsiteY80" fmla="*/ 3215926 h 3258683"/>
              <a:gd name="connsiteX81" fmla="*/ 1289560 w 3082753"/>
              <a:gd name="connsiteY81" fmla="*/ 3254111 h 3258683"/>
              <a:gd name="connsiteX82" fmla="*/ 1196669 w 3082753"/>
              <a:gd name="connsiteY82" fmla="*/ 3250439 h 3258683"/>
              <a:gd name="connsiteX83" fmla="*/ 1168765 w 3082753"/>
              <a:gd name="connsiteY83" fmla="*/ 3183616 h 3258683"/>
              <a:gd name="connsiteX84" fmla="*/ 1175007 w 3082753"/>
              <a:gd name="connsiteY84" fmla="*/ 3163423 h 3258683"/>
              <a:gd name="connsiteX85" fmla="*/ 1183085 w 3082753"/>
              <a:gd name="connsiteY85" fmla="*/ 3145432 h 3258683"/>
              <a:gd name="connsiteX86" fmla="*/ 1235221 w 3082753"/>
              <a:gd name="connsiteY86" fmla="*/ 3058416 h 3258683"/>
              <a:gd name="connsiteX87" fmla="*/ 1238525 w 3082753"/>
              <a:gd name="connsiteY87" fmla="*/ 2994531 h 3258683"/>
              <a:gd name="connsiteX88" fmla="*/ 1231182 w 3082753"/>
              <a:gd name="connsiteY88" fmla="*/ 2989390 h 3258683"/>
              <a:gd name="connsiteX89" fmla="*/ 1201442 w 3082753"/>
              <a:gd name="connsiteY89" fmla="*/ 2927708 h 3258683"/>
              <a:gd name="connsiteX90" fmla="*/ 1237791 w 3082753"/>
              <a:gd name="connsiteY90" fmla="*/ 2869697 h 3258683"/>
              <a:gd name="connsiteX91" fmla="*/ 1243298 w 3082753"/>
              <a:gd name="connsiteY91" fmla="*/ 2855011 h 3258683"/>
              <a:gd name="connsiteX92" fmla="*/ 1252477 w 3082753"/>
              <a:gd name="connsiteY92" fmla="*/ 2698602 h 3258683"/>
              <a:gd name="connsiteX93" fmla="*/ 1229346 w 3082753"/>
              <a:gd name="connsiteY93" fmla="*/ 2670698 h 3258683"/>
              <a:gd name="connsiteX94" fmla="*/ 1202911 w 3082753"/>
              <a:gd name="connsiteY94" fmla="*/ 2668495 h 3258683"/>
              <a:gd name="connsiteX95" fmla="*/ 1114426 w 3082753"/>
              <a:gd name="connsiteY95" fmla="*/ 2647567 h 3258683"/>
              <a:gd name="connsiteX96" fmla="*/ 1100474 w 3082753"/>
              <a:gd name="connsiteY96" fmla="*/ 2627007 h 3258683"/>
              <a:gd name="connsiteX97" fmla="*/ 1100841 w 3082753"/>
              <a:gd name="connsiteY97" fmla="*/ 2260217 h 3258683"/>
              <a:gd name="connsiteX98" fmla="*/ 1108552 w 3082753"/>
              <a:gd name="connsiteY98" fmla="*/ 1221163 h 3258683"/>
              <a:gd name="connsiteX99" fmla="*/ 1112223 w 3082753"/>
              <a:gd name="connsiteY99" fmla="*/ 1090088 h 3258683"/>
              <a:gd name="connsiteX100" fmla="*/ 1112223 w 3082753"/>
              <a:gd name="connsiteY100" fmla="*/ 1077238 h 3258683"/>
              <a:gd name="connsiteX101" fmla="*/ 1065594 w 3082753"/>
              <a:gd name="connsiteY101" fmla="*/ 1031343 h 3258683"/>
              <a:gd name="connsiteX102" fmla="*/ 537256 w 3082753"/>
              <a:gd name="connsiteY102" fmla="*/ 1018860 h 3258683"/>
              <a:gd name="connsiteX103" fmla="*/ 398471 w 3082753"/>
              <a:gd name="connsiteY103" fmla="*/ 1015556 h 3258683"/>
              <a:gd name="connsiteX104" fmla="*/ 367262 w 3082753"/>
              <a:gd name="connsiteY104" fmla="*/ 984347 h 3258683"/>
              <a:gd name="connsiteX105" fmla="*/ 358818 w 3082753"/>
              <a:gd name="connsiteY105" fmla="*/ 709347 h 3258683"/>
              <a:gd name="connsiteX106" fmla="*/ 356982 w 3082753"/>
              <a:gd name="connsiteY106" fmla="*/ 664921 h 3258683"/>
              <a:gd name="connsiteX107" fmla="*/ 334585 w 3082753"/>
              <a:gd name="connsiteY107" fmla="*/ 623799 h 3258683"/>
              <a:gd name="connsiteX108" fmla="*/ 301908 w 3082753"/>
              <a:gd name="connsiteY108" fmla="*/ 594060 h 3258683"/>
              <a:gd name="connsiteX109" fmla="*/ 289792 w 3082753"/>
              <a:gd name="connsiteY109" fmla="*/ 588919 h 3258683"/>
              <a:gd name="connsiteX110" fmla="*/ 156881 w 3082753"/>
              <a:gd name="connsiteY110" fmla="*/ 561016 h 3258683"/>
              <a:gd name="connsiteX111" fmla="*/ 81981 w 3082753"/>
              <a:gd name="connsiteY111" fmla="*/ 525034 h 3258683"/>
              <a:gd name="connsiteX112" fmla="*/ 46367 w 3082753"/>
              <a:gd name="connsiteY112" fmla="*/ 465922 h 3258683"/>
              <a:gd name="connsiteX113" fmla="*/ 40126 w 3082753"/>
              <a:gd name="connsiteY113" fmla="*/ 457110 h 3258683"/>
              <a:gd name="connsiteX114" fmla="*/ 15893 w 3082753"/>
              <a:gd name="connsiteY114" fmla="*/ 434714 h 3258683"/>
              <a:gd name="connsiteX115" fmla="*/ 12589 w 3082753"/>
              <a:gd name="connsiteY115" fmla="*/ 417090 h 3258683"/>
              <a:gd name="connsiteX116" fmla="*/ 28744 w 3082753"/>
              <a:gd name="connsiteY116" fmla="*/ 418559 h 3258683"/>
              <a:gd name="connsiteX117" fmla="*/ 57382 w 3082753"/>
              <a:gd name="connsiteY117" fmla="*/ 438018 h 3258683"/>
              <a:gd name="connsiteX118" fmla="*/ 57749 w 3082753"/>
              <a:gd name="connsiteY118" fmla="*/ 426269 h 3258683"/>
              <a:gd name="connsiteX119" fmla="*/ 12589 w 3082753"/>
              <a:gd name="connsiteY119" fmla="*/ 389186 h 3258683"/>
              <a:gd name="connsiteX120" fmla="*/ 1574 w 3082753"/>
              <a:gd name="connsiteY120" fmla="*/ 379273 h 3258683"/>
              <a:gd name="connsiteX121" fmla="*/ 1207 w 3082753"/>
              <a:gd name="connsiteY121" fmla="*/ 364954 h 3258683"/>
              <a:gd name="connsiteX122" fmla="*/ 14057 w 3082753"/>
              <a:gd name="connsiteY122" fmla="*/ 363485 h 3258683"/>
              <a:gd name="connsiteX123" fmla="*/ 80880 w 3082753"/>
              <a:gd name="connsiteY123" fmla="*/ 407544 h 3258683"/>
              <a:gd name="connsiteX124" fmla="*/ 103644 w 3082753"/>
              <a:gd name="connsiteY124" fmla="*/ 417457 h 3258683"/>
              <a:gd name="connsiteX125" fmla="*/ 105479 w 3082753"/>
              <a:gd name="connsiteY125" fmla="*/ 413786 h 3258683"/>
              <a:gd name="connsiteX126" fmla="*/ 48570 w 3082753"/>
              <a:gd name="connsiteY126" fmla="*/ 369360 h 3258683"/>
              <a:gd name="connsiteX127" fmla="*/ 36454 w 3082753"/>
              <a:gd name="connsiteY127" fmla="*/ 347330 h 3258683"/>
              <a:gd name="connsiteX128" fmla="*/ 62155 w 3082753"/>
              <a:gd name="connsiteY128" fmla="*/ 353205 h 3258683"/>
              <a:gd name="connsiteX129" fmla="*/ 149905 w 3082753"/>
              <a:gd name="connsiteY129" fmla="*/ 407177 h 3258683"/>
              <a:gd name="connsiteX130" fmla="*/ 198737 w 3082753"/>
              <a:gd name="connsiteY130" fmla="*/ 424066 h 3258683"/>
              <a:gd name="connsiteX131" fmla="*/ 212689 w 3082753"/>
              <a:gd name="connsiteY131" fmla="*/ 415621 h 3258683"/>
              <a:gd name="connsiteX132" fmla="*/ 209018 w 3082753"/>
              <a:gd name="connsiteY132" fmla="*/ 353205 h 3258683"/>
              <a:gd name="connsiteX133" fmla="*/ 206815 w 3082753"/>
              <a:gd name="connsiteY133" fmla="*/ 315755 h 3258683"/>
              <a:gd name="connsiteX134" fmla="*/ 218564 w 3082753"/>
              <a:gd name="connsiteY134" fmla="*/ 299600 h 3258683"/>
              <a:gd name="connsiteX135" fmla="*/ 229578 w 3082753"/>
              <a:gd name="connsiteY135" fmla="*/ 313552 h 3258683"/>
              <a:gd name="connsiteX136" fmla="*/ 285753 w 3082753"/>
              <a:gd name="connsiteY136" fmla="*/ 448666 h 3258683"/>
              <a:gd name="connsiteX137" fmla="*/ 372402 w 3082753"/>
              <a:gd name="connsiteY137" fmla="*/ 521363 h 3258683"/>
              <a:gd name="connsiteX138" fmla="*/ 583518 w 3082753"/>
              <a:gd name="connsiteY138" fmla="*/ 566523 h 3258683"/>
              <a:gd name="connsiteX139" fmla="*/ 847136 w 3082753"/>
              <a:gd name="connsiteY139" fmla="*/ 600668 h 3258683"/>
              <a:gd name="connsiteX140" fmla="*/ 996569 w 3082753"/>
              <a:gd name="connsiteY140" fmla="*/ 596263 h 3258683"/>
              <a:gd name="connsiteX141" fmla="*/ 1035855 w 3082753"/>
              <a:gd name="connsiteY141" fmla="*/ 600668 h 3258683"/>
              <a:gd name="connsiteX142" fmla="*/ 1056415 w 3082753"/>
              <a:gd name="connsiteY142" fmla="*/ 610582 h 3258683"/>
              <a:gd name="connsiteX143" fmla="*/ 1107817 w 3082753"/>
              <a:gd name="connsiteY143" fmla="*/ 602137 h 3258683"/>
              <a:gd name="connsiteX144" fmla="*/ 1147103 w 3082753"/>
              <a:gd name="connsiteY144" fmla="*/ 588552 h 3258683"/>
              <a:gd name="connsiteX145" fmla="*/ 1238892 w 3082753"/>
              <a:gd name="connsiteY145" fmla="*/ 570194 h 3258683"/>
              <a:gd name="connsiteX146" fmla="*/ 1301309 w 3082753"/>
              <a:gd name="connsiteY146" fmla="*/ 587084 h 3258683"/>
              <a:gd name="connsiteX147" fmla="*/ 1309754 w 3082753"/>
              <a:gd name="connsiteY147" fmla="*/ 598466 h 3258683"/>
              <a:gd name="connsiteX148" fmla="*/ 1343532 w 3082753"/>
              <a:gd name="connsiteY148" fmla="*/ 603606 h 3258683"/>
              <a:gd name="connsiteX149" fmla="*/ 1379881 w 3082753"/>
              <a:gd name="connsiteY149" fmla="*/ 590388 h 3258683"/>
              <a:gd name="connsiteX150" fmla="*/ 1430915 w 3082753"/>
              <a:gd name="connsiteY150" fmla="*/ 509981 h 3258683"/>
              <a:gd name="connsiteX151" fmla="*/ 1409987 w 3082753"/>
              <a:gd name="connsiteY151" fmla="*/ 435448 h 3258683"/>
              <a:gd name="connsiteX152" fmla="*/ 1404847 w 3082753"/>
              <a:gd name="connsiteY152" fmla="*/ 425535 h 3258683"/>
              <a:gd name="connsiteX153" fmla="*/ 1390528 w 3082753"/>
              <a:gd name="connsiteY153" fmla="*/ 326770 h 3258683"/>
              <a:gd name="connsiteX154" fmla="*/ 1397137 w 3082753"/>
              <a:gd name="connsiteY154" fmla="*/ 299233 h 3258683"/>
              <a:gd name="connsiteX155" fmla="*/ 1395301 w 3082753"/>
              <a:gd name="connsiteY155" fmla="*/ 238285 h 3258683"/>
              <a:gd name="connsiteX156" fmla="*/ 1387958 w 3082753"/>
              <a:gd name="connsiteY156" fmla="*/ 220294 h 3258683"/>
              <a:gd name="connsiteX157" fmla="*/ 1319667 w 3082753"/>
              <a:gd name="connsiteY157" fmla="*/ 159346 h 3258683"/>
              <a:gd name="connsiteX158" fmla="*/ 1314160 w 3082753"/>
              <a:gd name="connsiteY158" fmla="*/ 155674 h 3258683"/>
              <a:gd name="connsiteX159" fmla="*/ 1311957 w 3082753"/>
              <a:gd name="connsiteY159" fmla="*/ 160815 h 3258683"/>
              <a:gd name="connsiteX160" fmla="*/ 1329947 w 3082753"/>
              <a:gd name="connsiteY160" fmla="*/ 336683 h 3258683"/>
              <a:gd name="connsiteX161" fmla="*/ 1331416 w 3082753"/>
              <a:gd name="connsiteY161" fmla="*/ 388819 h 3258683"/>
              <a:gd name="connsiteX162" fmla="*/ 1317097 w 3082753"/>
              <a:gd name="connsiteY162" fmla="*/ 405708 h 3258683"/>
              <a:gd name="connsiteX163" fmla="*/ 1290661 w 3082753"/>
              <a:gd name="connsiteY163" fmla="*/ 384780 h 3258683"/>
              <a:gd name="connsiteX164" fmla="*/ 1298005 w 3082753"/>
              <a:gd name="connsiteY164" fmla="*/ 210748 h 3258683"/>
              <a:gd name="connsiteX165" fmla="*/ 1297270 w 3082753"/>
              <a:gd name="connsiteY165" fmla="*/ 189086 h 3258683"/>
              <a:gd name="connsiteX166" fmla="*/ 1299106 w 3082753"/>
              <a:gd name="connsiteY166" fmla="*/ 175501 h 3258683"/>
              <a:gd name="connsiteX167" fmla="*/ 1291763 w 3082753"/>
              <a:gd name="connsiteY167" fmla="*/ 134012 h 3258683"/>
              <a:gd name="connsiteX168" fmla="*/ 1286990 w 3082753"/>
              <a:gd name="connsiteY168" fmla="*/ 128138 h 3258683"/>
              <a:gd name="connsiteX169" fmla="*/ 1300208 w 3082753"/>
              <a:gd name="connsiteY169" fmla="*/ 122263 h 3258683"/>
              <a:gd name="connsiteX170" fmla="*/ 1582184 w 3082753"/>
              <a:gd name="connsiteY170" fmla="*/ 5507 h 3258683"/>
              <a:gd name="connsiteX171" fmla="*/ 1593566 w 3082753"/>
              <a:gd name="connsiteY171" fmla="*/ 0 h 3258683"/>
              <a:gd name="connsiteX172" fmla="*/ 1598706 w 3082753"/>
              <a:gd name="connsiteY172" fmla="*/ 0 h 3258683"/>
              <a:gd name="connsiteX173" fmla="*/ 1665528 w 3082753"/>
              <a:gd name="connsiteY173" fmla="*/ 56175 h 3258683"/>
              <a:gd name="connsiteX174" fmla="*/ 1812758 w 3082753"/>
              <a:gd name="connsiteY174" fmla="*/ 173665 h 3258683"/>
              <a:gd name="connsiteX175" fmla="*/ 1835155 w 3082753"/>
              <a:gd name="connsiteY175" fmla="*/ 193124 h 3258683"/>
              <a:gd name="connsiteX176" fmla="*/ 1820101 w 3082753"/>
              <a:gd name="connsiteY176" fmla="*/ 201202 h 3258683"/>
              <a:gd name="connsiteX177" fmla="*/ 1709587 w 3082753"/>
              <a:gd name="connsiteY177" fmla="*/ 247096 h 3258683"/>
              <a:gd name="connsiteX178" fmla="*/ 1698205 w 3082753"/>
              <a:gd name="connsiteY178" fmla="*/ 259580 h 3258683"/>
              <a:gd name="connsiteX179" fmla="*/ 1696737 w 3082753"/>
              <a:gd name="connsiteY179" fmla="*/ 297397 h 3258683"/>
              <a:gd name="connsiteX180" fmla="*/ 1707751 w 3082753"/>
              <a:gd name="connsiteY180" fmla="*/ 335581 h 3258683"/>
              <a:gd name="connsiteX181" fmla="*/ 1710689 w 3082753"/>
              <a:gd name="connsiteY181" fmla="*/ 342557 h 3258683"/>
              <a:gd name="connsiteX182" fmla="*/ 1714727 w 3082753"/>
              <a:gd name="connsiteY182" fmla="*/ 416723 h 3258683"/>
              <a:gd name="connsiteX183" fmla="*/ 1685355 w 3082753"/>
              <a:gd name="connsiteY183" fmla="*/ 442424 h 3258683"/>
              <a:gd name="connsiteX184" fmla="*/ 1663325 w 3082753"/>
              <a:gd name="connsiteY184" fmla="*/ 515121 h 3258683"/>
              <a:gd name="connsiteX185" fmla="*/ 1691964 w 3082753"/>
              <a:gd name="connsiteY185" fmla="*/ 571663 h 3258683"/>
              <a:gd name="connsiteX186" fmla="*/ 1754748 w 3082753"/>
              <a:gd name="connsiteY186" fmla="*/ 585982 h 3258683"/>
              <a:gd name="connsiteX187" fmla="*/ 1817164 w 3082753"/>
              <a:gd name="connsiteY187" fmla="*/ 552571 h 3258683"/>
              <a:gd name="connsiteX188" fmla="*/ 1866363 w 3082753"/>
              <a:gd name="connsiteY188" fmla="*/ 532010 h 3258683"/>
              <a:gd name="connsiteX189" fmla="*/ 1911524 w 3082753"/>
              <a:gd name="connsiteY189" fmla="*/ 554774 h 3258683"/>
              <a:gd name="connsiteX190" fmla="*/ 1974674 w 3082753"/>
              <a:gd name="connsiteY190" fmla="*/ 576069 h 3258683"/>
              <a:gd name="connsiteX191" fmla="*/ 2147605 w 3082753"/>
              <a:gd name="connsiteY191" fmla="*/ 584881 h 3258683"/>
              <a:gd name="connsiteX192" fmla="*/ 2351744 w 3082753"/>
              <a:gd name="connsiteY192" fmla="*/ 564687 h 3258683"/>
              <a:gd name="connsiteX193" fmla="*/ 2436925 w 3082753"/>
              <a:gd name="connsiteY193" fmla="*/ 552204 h 3258683"/>
              <a:gd name="connsiteX194" fmla="*/ 2465930 w 3082753"/>
              <a:gd name="connsiteY194" fmla="*/ 545228 h 3258683"/>
              <a:gd name="connsiteX195" fmla="*/ 2529448 w 3082753"/>
              <a:gd name="connsiteY195" fmla="*/ 537518 h 3258683"/>
              <a:gd name="connsiteX196" fmla="*/ 2575710 w 3082753"/>
              <a:gd name="connsiteY196" fmla="*/ 534213 h 3258683"/>
              <a:gd name="connsiteX197" fmla="*/ 2666765 w 3082753"/>
              <a:gd name="connsiteY197" fmla="*/ 506676 h 3258683"/>
              <a:gd name="connsiteX198" fmla="*/ 2843734 w 3082753"/>
              <a:gd name="connsiteY198" fmla="*/ 370094 h 3258683"/>
              <a:gd name="connsiteX199" fmla="*/ 2872006 w 3082753"/>
              <a:gd name="connsiteY199" fmla="*/ 323465 h 3258683"/>
              <a:gd name="connsiteX200" fmla="*/ 2881552 w 3082753"/>
              <a:gd name="connsiteY200" fmla="*/ 317958 h 3258683"/>
              <a:gd name="connsiteX201" fmla="*/ 2888161 w 3082753"/>
              <a:gd name="connsiteY201" fmla="*/ 327504 h 3258683"/>
              <a:gd name="connsiteX202" fmla="*/ 2883020 w 3082753"/>
              <a:gd name="connsiteY202" fmla="*/ 365688 h 3258683"/>
              <a:gd name="connsiteX203" fmla="*/ 2865397 w 3082753"/>
              <a:gd name="connsiteY203" fmla="*/ 399467 h 3258683"/>
              <a:gd name="connsiteX204" fmla="*/ 2863194 w 3082753"/>
              <a:gd name="connsiteY204" fmla="*/ 417090 h 3258683"/>
              <a:gd name="connsiteX205" fmla="*/ 2879716 w 3082753"/>
              <a:gd name="connsiteY205" fmla="*/ 422230 h 3258683"/>
              <a:gd name="connsiteX206" fmla="*/ 2954616 w 3082753"/>
              <a:gd name="connsiteY206" fmla="*/ 395795 h 3258683"/>
              <a:gd name="connsiteX207" fmla="*/ 3016298 w 3082753"/>
              <a:gd name="connsiteY207" fmla="*/ 363118 h 3258683"/>
              <a:gd name="connsiteX208" fmla="*/ 3035023 w 3082753"/>
              <a:gd name="connsiteY208" fmla="*/ 365321 h 3258683"/>
              <a:gd name="connsiteX209" fmla="*/ 3026946 w 3082753"/>
              <a:gd name="connsiteY209" fmla="*/ 381109 h 3258683"/>
              <a:gd name="connsiteX210" fmla="*/ 2957920 w 3082753"/>
              <a:gd name="connsiteY210" fmla="*/ 426636 h 3258683"/>
              <a:gd name="connsiteX211" fmla="*/ 2945437 w 3082753"/>
              <a:gd name="connsiteY211" fmla="*/ 436549 h 3258683"/>
              <a:gd name="connsiteX212" fmla="*/ 2948374 w 3082753"/>
              <a:gd name="connsiteY212" fmla="*/ 441690 h 3258683"/>
              <a:gd name="connsiteX213" fmla="*/ 2970404 w 3082753"/>
              <a:gd name="connsiteY213" fmla="*/ 431776 h 3258683"/>
              <a:gd name="connsiteX214" fmla="*/ 3062193 w 3082753"/>
              <a:gd name="connsiteY214" fmla="*/ 395061 h 3258683"/>
              <a:gd name="connsiteX215" fmla="*/ 3080918 w 3082753"/>
              <a:gd name="connsiteY215" fmla="*/ 397264 h 3258683"/>
              <a:gd name="connsiteX216" fmla="*/ 3082754 w 3082753"/>
              <a:gd name="connsiteY216" fmla="*/ 406075 h 3258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3082753" h="3258683">
                <a:moveTo>
                  <a:pt x="3082754" y="406075"/>
                </a:moveTo>
                <a:cubicBezTo>
                  <a:pt x="3045671" y="424800"/>
                  <a:pt x="3013728" y="453806"/>
                  <a:pt x="2972239" y="464820"/>
                </a:cubicBezTo>
                <a:cubicBezTo>
                  <a:pt x="2968568" y="465922"/>
                  <a:pt x="2965263" y="468125"/>
                  <a:pt x="2961959" y="469961"/>
                </a:cubicBezTo>
                <a:cubicBezTo>
                  <a:pt x="2962326" y="471062"/>
                  <a:pt x="2962693" y="472531"/>
                  <a:pt x="2963060" y="473632"/>
                </a:cubicBezTo>
                <a:cubicBezTo>
                  <a:pt x="2967099" y="473265"/>
                  <a:pt x="2971872" y="474367"/>
                  <a:pt x="2975544" y="472898"/>
                </a:cubicBezTo>
                <a:cubicBezTo>
                  <a:pt x="2998308" y="462618"/>
                  <a:pt x="3020704" y="451603"/>
                  <a:pt x="3043101" y="440955"/>
                </a:cubicBezTo>
                <a:cubicBezTo>
                  <a:pt x="3048608" y="438385"/>
                  <a:pt x="3054483" y="435448"/>
                  <a:pt x="3060357" y="434714"/>
                </a:cubicBezTo>
                <a:cubicBezTo>
                  <a:pt x="3064028" y="434346"/>
                  <a:pt x="3070270" y="437284"/>
                  <a:pt x="3071739" y="440221"/>
                </a:cubicBezTo>
                <a:cubicBezTo>
                  <a:pt x="3073207" y="443158"/>
                  <a:pt x="3071005" y="449767"/>
                  <a:pt x="3068434" y="451970"/>
                </a:cubicBezTo>
                <a:cubicBezTo>
                  <a:pt x="3039429" y="478038"/>
                  <a:pt x="3008221" y="500435"/>
                  <a:pt x="2968935" y="507778"/>
                </a:cubicBezTo>
                <a:cubicBezTo>
                  <a:pt x="2963428" y="508879"/>
                  <a:pt x="2958287" y="511082"/>
                  <a:pt x="2953147" y="512551"/>
                </a:cubicBezTo>
                <a:cubicBezTo>
                  <a:pt x="2953147" y="514019"/>
                  <a:pt x="2953514" y="515488"/>
                  <a:pt x="2953514" y="516957"/>
                </a:cubicBezTo>
                <a:cubicBezTo>
                  <a:pt x="2957186" y="517324"/>
                  <a:pt x="2961225" y="519160"/>
                  <a:pt x="2964529" y="518425"/>
                </a:cubicBezTo>
                <a:cubicBezTo>
                  <a:pt x="2983254" y="512918"/>
                  <a:pt x="3001612" y="507043"/>
                  <a:pt x="3019970" y="501169"/>
                </a:cubicBezTo>
                <a:cubicBezTo>
                  <a:pt x="3023274" y="500068"/>
                  <a:pt x="3026211" y="497865"/>
                  <a:pt x="3029516" y="497865"/>
                </a:cubicBezTo>
                <a:cubicBezTo>
                  <a:pt x="3032820" y="497865"/>
                  <a:pt x="3036492" y="499700"/>
                  <a:pt x="3039796" y="500802"/>
                </a:cubicBezTo>
                <a:cubicBezTo>
                  <a:pt x="3038328" y="504106"/>
                  <a:pt x="3037960" y="508879"/>
                  <a:pt x="3035390" y="510348"/>
                </a:cubicBezTo>
                <a:cubicBezTo>
                  <a:pt x="3019603" y="519894"/>
                  <a:pt x="3004182" y="532010"/>
                  <a:pt x="2986926" y="537518"/>
                </a:cubicBezTo>
                <a:cubicBezTo>
                  <a:pt x="2951679" y="548899"/>
                  <a:pt x="2915330" y="557711"/>
                  <a:pt x="2878982" y="565789"/>
                </a:cubicBezTo>
                <a:cubicBezTo>
                  <a:pt x="2850343" y="572030"/>
                  <a:pt x="2821338" y="575702"/>
                  <a:pt x="2792700" y="580842"/>
                </a:cubicBezTo>
                <a:cubicBezTo>
                  <a:pt x="2785357" y="582311"/>
                  <a:pt x="2777646" y="584146"/>
                  <a:pt x="2770670" y="586717"/>
                </a:cubicBezTo>
                <a:cubicBezTo>
                  <a:pt x="2743134" y="596997"/>
                  <a:pt x="2733220" y="610215"/>
                  <a:pt x="2735056" y="639587"/>
                </a:cubicBezTo>
                <a:cubicBezTo>
                  <a:pt x="2740196" y="731376"/>
                  <a:pt x="2745336" y="823533"/>
                  <a:pt x="2751578" y="915322"/>
                </a:cubicBezTo>
                <a:cubicBezTo>
                  <a:pt x="2754515" y="959381"/>
                  <a:pt x="2749008" y="965989"/>
                  <a:pt x="2704949" y="968192"/>
                </a:cubicBezTo>
                <a:cubicBezTo>
                  <a:pt x="2551110" y="975903"/>
                  <a:pt x="2397272" y="984714"/>
                  <a:pt x="2243433" y="992425"/>
                </a:cubicBezTo>
                <a:cubicBezTo>
                  <a:pt x="2196804" y="994995"/>
                  <a:pt x="2150176" y="996096"/>
                  <a:pt x="2103547" y="997565"/>
                </a:cubicBezTo>
                <a:cubicBezTo>
                  <a:pt x="2096203" y="997932"/>
                  <a:pt x="2089227" y="997932"/>
                  <a:pt x="2081884" y="998299"/>
                </a:cubicBezTo>
                <a:cubicBezTo>
                  <a:pt x="2053613" y="1000135"/>
                  <a:pt x="2041497" y="1012985"/>
                  <a:pt x="2042231" y="1041624"/>
                </a:cubicBezTo>
                <a:cubicBezTo>
                  <a:pt x="2042598" y="1061817"/>
                  <a:pt x="2044801" y="1082378"/>
                  <a:pt x="2045168" y="1102572"/>
                </a:cubicBezTo>
                <a:cubicBezTo>
                  <a:pt x="2056550" y="1526271"/>
                  <a:pt x="2070502" y="1950337"/>
                  <a:pt x="2066096" y="2374403"/>
                </a:cubicBezTo>
                <a:cubicBezTo>
                  <a:pt x="2065729" y="2426906"/>
                  <a:pt x="2064628" y="2479777"/>
                  <a:pt x="2063526" y="2532280"/>
                </a:cubicBezTo>
                <a:cubicBezTo>
                  <a:pt x="2063159" y="2556880"/>
                  <a:pt x="2059488" y="2560551"/>
                  <a:pt x="2035255" y="2564223"/>
                </a:cubicBezTo>
                <a:cubicBezTo>
                  <a:pt x="1995602" y="2570465"/>
                  <a:pt x="1955582" y="2576339"/>
                  <a:pt x="1915929" y="2582948"/>
                </a:cubicBezTo>
                <a:cubicBezTo>
                  <a:pt x="1910055" y="2584049"/>
                  <a:pt x="1904548" y="2585518"/>
                  <a:pt x="1898673" y="2587721"/>
                </a:cubicBezTo>
                <a:cubicBezTo>
                  <a:pt x="1879948" y="2593963"/>
                  <a:pt x="1874808" y="2602407"/>
                  <a:pt x="1872972" y="2622601"/>
                </a:cubicBezTo>
                <a:cubicBezTo>
                  <a:pt x="1870769" y="2648669"/>
                  <a:pt x="1879581" y="2672534"/>
                  <a:pt x="1885823" y="2697134"/>
                </a:cubicBezTo>
                <a:cubicBezTo>
                  <a:pt x="1888025" y="2705211"/>
                  <a:pt x="1886557" y="2714390"/>
                  <a:pt x="1885455" y="2722835"/>
                </a:cubicBezTo>
                <a:cubicBezTo>
                  <a:pt x="1884721" y="2729076"/>
                  <a:pt x="1881784" y="2734951"/>
                  <a:pt x="1879948" y="2741192"/>
                </a:cubicBezTo>
                <a:cubicBezTo>
                  <a:pt x="1873706" y="2759550"/>
                  <a:pt x="1877745" y="2776072"/>
                  <a:pt x="1892431" y="2788556"/>
                </a:cubicBezTo>
                <a:cubicBezTo>
                  <a:pt x="1904180" y="2798836"/>
                  <a:pt x="1907118" y="2808749"/>
                  <a:pt x="1901977" y="2824170"/>
                </a:cubicBezTo>
                <a:cubicBezTo>
                  <a:pt x="1895369" y="2843629"/>
                  <a:pt x="1894267" y="2864190"/>
                  <a:pt x="1901243" y="2884384"/>
                </a:cubicBezTo>
                <a:cubicBezTo>
                  <a:pt x="1906016" y="2897234"/>
                  <a:pt x="1902345" y="2909350"/>
                  <a:pt x="1892798" y="2918162"/>
                </a:cubicBezTo>
                <a:cubicBezTo>
                  <a:pt x="1866730" y="2943129"/>
                  <a:pt x="1871136" y="2971767"/>
                  <a:pt x="1884721" y="2998937"/>
                </a:cubicBezTo>
                <a:cubicBezTo>
                  <a:pt x="1905649" y="3041160"/>
                  <a:pt x="1932451" y="3079711"/>
                  <a:pt x="1969167" y="3110919"/>
                </a:cubicBezTo>
                <a:cubicBezTo>
                  <a:pt x="1983486" y="3123035"/>
                  <a:pt x="1991931" y="3142128"/>
                  <a:pt x="2000743" y="3159384"/>
                </a:cubicBezTo>
                <a:cubicBezTo>
                  <a:pt x="2005883" y="3168930"/>
                  <a:pt x="2000743" y="3179210"/>
                  <a:pt x="1991564" y="3186187"/>
                </a:cubicBezTo>
                <a:cubicBezTo>
                  <a:pt x="1968433" y="3203076"/>
                  <a:pt x="1944200" y="3215192"/>
                  <a:pt x="1914093" y="3212255"/>
                </a:cubicBezTo>
                <a:cubicBezTo>
                  <a:pt x="1893166" y="3210419"/>
                  <a:pt x="1871503" y="3211520"/>
                  <a:pt x="1850575" y="3212255"/>
                </a:cubicBezTo>
                <a:cubicBezTo>
                  <a:pt x="1838459" y="3212622"/>
                  <a:pt x="1827077" y="3209684"/>
                  <a:pt x="1819367" y="3200505"/>
                </a:cubicBezTo>
                <a:cubicBezTo>
                  <a:pt x="1806150" y="3184718"/>
                  <a:pt x="1794033" y="3168196"/>
                  <a:pt x="1782284" y="3151307"/>
                </a:cubicBezTo>
                <a:cubicBezTo>
                  <a:pt x="1776043" y="3142128"/>
                  <a:pt x="1770168" y="3135152"/>
                  <a:pt x="1758052" y="3136253"/>
                </a:cubicBezTo>
                <a:cubicBezTo>
                  <a:pt x="1745936" y="3137355"/>
                  <a:pt x="1737491" y="3131847"/>
                  <a:pt x="1731249" y="3122301"/>
                </a:cubicBezTo>
                <a:cubicBezTo>
                  <a:pt x="1720602" y="3105779"/>
                  <a:pt x="1708486" y="3089624"/>
                  <a:pt x="1713626" y="3067228"/>
                </a:cubicBezTo>
                <a:cubicBezTo>
                  <a:pt x="1715095" y="3061353"/>
                  <a:pt x="1710689" y="3053643"/>
                  <a:pt x="1708486" y="3047034"/>
                </a:cubicBezTo>
                <a:cubicBezTo>
                  <a:pt x="1705916" y="3038957"/>
                  <a:pt x="1700041" y="3031246"/>
                  <a:pt x="1700041" y="3023169"/>
                </a:cubicBezTo>
                <a:cubicBezTo>
                  <a:pt x="1700041" y="2992328"/>
                  <a:pt x="1698940" y="2961119"/>
                  <a:pt x="1709220" y="2931380"/>
                </a:cubicBezTo>
                <a:cubicBezTo>
                  <a:pt x="1711423" y="2925138"/>
                  <a:pt x="1711423" y="2917795"/>
                  <a:pt x="1711056" y="2911186"/>
                </a:cubicBezTo>
                <a:cubicBezTo>
                  <a:pt x="1710689" y="2892828"/>
                  <a:pt x="1709220" y="2891360"/>
                  <a:pt x="1691597" y="2887688"/>
                </a:cubicBezTo>
                <a:cubicBezTo>
                  <a:pt x="1682785" y="2885852"/>
                  <a:pt x="1677278" y="2881079"/>
                  <a:pt x="1678746" y="2871900"/>
                </a:cubicBezTo>
                <a:cubicBezTo>
                  <a:pt x="1681683" y="2852074"/>
                  <a:pt x="1685355" y="2831880"/>
                  <a:pt x="1689394" y="2812421"/>
                </a:cubicBezTo>
                <a:cubicBezTo>
                  <a:pt x="1692331" y="2798836"/>
                  <a:pt x="1698573" y="2785618"/>
                  <a:pt x="1700408" y="2772034"/>
                </a:cubicBezTo>
                <a:cubicBezTo>
                  <a:pt x="1702244" y="2757715"/>
                  <a:pt x="1701510" y="2742661"/>
                  <a:pt x="1699674" y="2728342"/>
                </a:cubicBezTo>
                <a:cubicBezTo>
                  <a:pt x="1693800" y="2684650"/>
                  <a:pt x="1686456" y="2641326"/>
                  <a:pt x="1679848" y="2597634"/>
                </a:cubicBezTo>
                <a:cubicBezTo>
                  <a:pt x="1676176" y="2573402"/>
                  <a:pt x="1674340" y="2571933"/>
                  <a:pt x="1649741" y="2571933"/>
                </a:cubicBezTo>
                <a:cubicBezTo>
                  <a:pt x="1626977" y="2571933"/>
                  <a:pt x="1603846" y="2571566"/>
                  <a:pt x="1581082" y="2571933"/>
                </a:cubicBezTo>
                <a:cubicBezTo>
                  <a:pt x="1563092" y="2572300"/>
                  <a:pt x="1557952" y="2577441"/>
                  <a:pt x="1557217" y="2595798"/>
                </a:cubicBezTo>
                <a:cubicBezTo>
                  <a:pt x="1556483" y="2617094"/>
                  <a:pt x="1555749" y="2638389"/>
                  <a:pt x="1555749" y="2659317"/>
                </a:cubicBezTo>
                <a:cubicBezTo>
                  <a:pt x="1555749" y="2668863"/>
                  <a:pt x="1552811" y="2673268"/>
                  <a:pt x="1542531" y="2675471"/>
                </a:cubicBezTo>
                <a:cubicBezTo>
                  <a:pt x="1514994" y="2681346"/>
                  <a:pt x="1487457" y="2684283"/>
                  <a:pt x="1459186" y="2680612"/>
                </a:cubicBezTo>
                <a:cubicBezTo>
                  <a:pt x="1438626" y="2677674"/>
                  <a:pt x="1432017" y="2685385"/>
                  <a:pt x="1433118" y="2705578"/>
                </a:cubicBezTo>
                <a:cubicBezTo>
                  <a:pt x="1434587" y="2730545"/>
                  <a:pt x="1438993" y="2755512"/>
                  <a:pt x="1438258" y="2780478"/>
                </a:cubicBezTo>
                <a:cubicBezTo>
                  <a:pt x="1437524" y="2807648"/>
                  <a:pt x="1432751" y="2835185"/>
                  <a:pt x="1428345" y="2862354"/>
                </a:cubicBezTo>
                <a:cubicBezTo>
                  <a:pt x="1425041" y="2883649"/>
                  <a:pt x="1420268" y="2904577"/>
                  <a:pt x="1423572" y="2926607"/>
                </a:cubicBezTo>
                <a:cubicBezTo>
                  <a:pt x="1425775" y="2940559"/>
                  <a:pt x="1423572" y="2955979"/>
                  <a:pt x="1405949" y="2962221"/>
                </a:cubicBezTo>
                <a:cubicBezTo>
                  <a:pt x="1403746" y="2962955"/>
                  <a:pt x="1401176" y="2969564"/>
                  <a:pt x="1402277" y="2972134"/>
                </a:cubicBezTo>
                <a:cubicBezTo>
                  <a:pt x="1412557" y="2997101"/>
                  <a:pt x="1414026" y="3021700"/>
                  <a:pt x="1409987" y="3048870"/>
                </a:cubicBezTo>
                <a:cubicBezTo>
                  <a:pt x="1406683" y="3070532"/>
                  <a:pt x="1411823" y="3093663"/>
                  <a:pt x="1414026" y="3116059"/>
                </a:cubicBezTo>
                <a:cubicBezTo>
                  <a:pt x="1415495" y="3131847"/>
                  <a:pt x="1409987" y="3145065"/>
                  <a:pt x="1401176" y="3157548"/>
                </a:cubicBezTo>
                <a:cubicBezTo>
                  <a:pt x="1395301" y="3165259"/>
                  <a:pt x="1389427" y="3170766"/>
                  <a:pt x="1377678" y="3167461"/>
                </a:cubicBezTo>
                <a:cubicBezTo>
                  <a:pt x="1364827" y="3163790"/>
                  <a:pt x="1353812" y="3176273"/>
                  <a:pt x="1357484" y="3188757"/>
                </a:cubicBezTo>
                <a:cubicBezTo>
                  <a:pt x="1360788" y="3199404"/>
                  <a:pt x="1357851" y="3207849"/>
                  <a:pt x="1351977" y="3215926"/>
                </a:cubicBezTo>
                <a:cubicBezTo>
                  <a:pt x="1336923" y="3238323"/>
                  <a:pt x="1314527" y="3248603"/>
                  <a:pt x="1289560" y="3254111"/>
                </a:cubicBezTo>
                <a:cubicBezTo>
                  <a:pt x="1258352" y="3260719"/>
                  <a:pt x="1227143" y="3260719"/>
                  <a:pt x="1196669" y="3250439"/>
                </a:cubicBezTo>
                <a:cubicBezTo>
                  <a:pt x="1164360" y="3239791"/>
                  <a:pt x="1153712" y="3213723"/>
                  <a:pt x="1168765" y="3183616"/>
                </a:cubicBezTo>
                <a:cubicBezTo>
                  <a:pt x="1172070" y="3177375"/>
                  <a:pt x="1172437" y="3170032"/>
                  <a:pt x="1175007" y="3163423"/>
                </a:cubicBezTo>
                <a:cubicBezTo>
                  <a:pt x="1177210" y="3157181"/>
                  <a:pt x="1179780" y="3150939"/>
                  <a:pt x="1183085" y="3145432"/>
                </a:cubicBezTo>
                <a:cubicBezTo>
                  <a:pt x="1200341" y="3116427"/>
                  <a:pt x="1218332" y="3087421"/>
                  <a:pt x="1235221" y="3058416"/>
                </a:cubicBezTo>
                <a:cubicBezTo>
                  <a:pt x="1246970" y="3037855"/>
                  <a:pt x="1238525" y="3015826"/>
                  <a:pt x="1238525" y="2994531"/>
                </a:cubicBezTo>
                <a:cubicBezTo>
                  <a:pt x="1238525" y="2992695"/>
                  <a:pt x="1234119" y="2989758"/>
                  <a:pt x="1231182" y="2989390"/>
                </a:cubicBezTo>
                <a:cubicBezTo>
                  <a:pt x="1201442" y="2983516"/>
                  <a:pt x="1186756" y="2954143"/>
                  <a:pt x="1201442" y="2927708"/>
                </a:cubicBezTo>
                <a:cubicBezTo>
                  <a:pt x="1212457" y="2907882"/>
                  <a:pt x="1226042" y="2889157"/>
                  <a:pt x="1237791" y="2869697"/>
                </a:cubicBezTo>
                <a:cubicBezTo>
                  <a:pt x="1240361" y="2865291"/>
                  <a:pt x="1242931" y="2860151"/>
                  <a:pt x="1243298" y="2855011"/>
                </a:cubicBezTo>
                <a:cubicBezTo>
                  <a:pt x="1246603" y="2802875"/>
                  <a:pt x="1249540" y="2750738"/>
                  <a:pt x="1252477" y="2698602"/>
                </a:cubicBezTo>
                <a:cubicBezTo>
                  <a:pt x="1253579" y="2679877"/>
                  <a:pt x="1248071" y="2673268"/>
                  <a:pt x="1229346" y="2670698"/>
                </a:cubicBezTo>
                <a:cubicBezTo>
                  <a:pt x="1220535" y="2669597"/>
                  <a:pt x="1211723" y="2668128"/>
                  <a:pt x="1202911" y="2668495"/>
                </a:cubicBezTo>
                <a:cubicBezTo>
                  <a:pt x="1171335" y="2669597"/>
                  <a:pt x="1143064" y="2659317"/>
                  <a:pt x="1114426" y="2647567"/>
                </a:cubicBezTo>
                <a:cubicBezTo>
                  <a:pt x="1104146" y="2643162"/>
                  <a:pt x="1100474" y="2638022"/>
                  <a:pt x="1100474" y="2627007"/>
                </a:cubicBezTo>
                <a:cubicBezTo>
                  <a:pt x="1100841" y="2504743"/>
                  <a:pt x="1100107" y="2382480"/>
                  <a:pt x="1100841" y="2260217"/>
                </a:cubicBezTo>
                <a:cubicBezTo>
                  <a:pt x="1103044" y="1913988"/>
                  <a:pt x="1105614" y="1567392"/>
                  <a:pt x="1108552" y="1221163"/>
                </a:cubicBezTo>
                <a:cubicBezTo>
                  <a:pt x="1108919" y="1177472"/>
                  <a:pt x="1111122" y="1133780"/>
                  <a:pt x="1112223" y="1090088"/>
                </a:cubicBezTo>
                <a:cubicBezTo>
                  <a:pt x="1112223" y="1085683"/>
                  <a:pt x="1112590" y="1081644"/>
                  <a:pt x="1112223" y="1077238"/>
                </a:cubicBezTo>
                <a:cubicBezTo>
                  <a:pt x="1110755" y="1042725"/>
                  <a:pt x="1100107" y="1032078"/>
                  <a:pt x="1065594" y="1031343"/>
                </a:cubicBezTo>
                <a:cubicBezTo>
                  <a:pt x="889359" y="1027305"/>
                  <a:pt x="713491" y="1023266"/>
                  <a:pt x="537256" y="1018860"/>
                </a:cubicBezTo>
                <a:cubicBezTo>
                  <a:pt x="490994" y="1017759"/>
                  <a:pt x="444732" y="1016657"/>
                  <a:pt x="398471" y="1015556"/>
                </a:cubicBezTo>
                <a:cubicBezTo>
                  <a:pt x="373137" y="1014821"/>
                  <a:pt x="367997" y="1009681"/>
                  <a:pt x="367262" y="984347"/>
                </a:cubicBezTo>
                <a:cubicBezTo>
                  <a:pt x="364325" y="892558"/>
                  <a:pt x="361755" y="801136"/>
                  <a:pt x="358818" y="709347"/>
                </a:cubicBezTo>
                <a:cubicBezTo>
                  <a:pt x="358450" y="694661"/>
                  <a:pt x="357716" y="679607"/>
                  <a:pt x="356982" y="664921"/>
                </a:cubicBezTo>
                <a:cubicBezTo>
                  <a:pt x="355880" y="647665"/>
                  <a:pt x="348170" y="634814"/>
                  <a:pt x="334585" y="623799"/>
                </a:cubicBezTo>
                <a:cubicBezTo>
                  <a:pt x="323203" y="614620"/>
                  <a:pt x="312923" y="603606"/>
                  <a:pt x="301908" y="594060"/>
                </a:cubicBezTo>
                <a:cubicBezTo>
                  <a:pt x="298604" y="591122"/>
                  <a:pt x="293831" y="589654"/>
                  <a:pt x="289792" y="588919"/>
                </a:cubicBezTo>
                <a:cubicBezTo>
                  <a:pt x="245366" y="579373"/>
                  <a:pt x="200940" y="570929"/>
                  <a:pt x="156881" y="561016"/>
                </a:cubicBezTo>
                <a:cubicBezTo>
                  <a:pt x="129345" y="554774"/>
                  <a:pt x="105847" y="539720"/>
                  <a:pt x="81981" y="525034"/>
                </a:cubicBezTo>
                <a:cubicBezTo>
                  <a:pt x="58851" y="510715"/>
                  <a:pt x="50773" y="490521"/>
                  <a:pt x="46367" y="465922"/>
                </a:cubicBezTo>
                <a:cubicBezTo>
                  <a:pt x="45633" y="462618"/>
                  <a:pt x="42696" y="459313"/>
                  <a:pt x="40126" y="457110"/>
                </a:cubicBezTo>
                <a:cubicBezTo>
                  <a:pt x="32048" y="449400"/>
                  <a:pt x="22869" y="443158"/>
                  <a:pt x="15893" y="434714"/>
                </a:cubicBezTo>
                <a:cubicBezTo>
                  <a:pt x="12589" y="430675"/>
                  <a:pt x="10386" y="421496"/>
                  <a:pt x="12589" y="417090"/>
                </a:cubicBezTo>
                <a:cubicBezTo>
                  <a:pt x="16628" y="409013"/>
                  <a:pt x="23603" y="415254"/>
                  <a:pt x="28744" y="418559"/>
                </a:cubicBezTo>
                <a:cubicBezTo>
                  <a:pt x="38290" y="424800"/>
                  <a:pt x="47836" y="431409"/>
                  <a:pt x="57382" y="438018"/>
                </a:cubicBezTo>
                <a:cubicBezTo>
                  <a:pt x="63624" y="434714"/>
                  <a:pt x="63256" y="431042"/>
                  <a:pt x="57749" y="426269"/>
                </a:cubicBezTo>
                <a:cubicBezTo>
                  <a:pt x="42696" y="414153"/>
                  <a:pt x="27642" y="401670"/>
                  <a:pt x="12589" y="389186"/>
                </a:cubicBezTo>
                <a:cubicBezTo>
                  <a:pt x="8550" y="385882"/>
                  <a:pt x="3410" y="383312"/>
                  <a:pt x="1574" y="379273"/>
                </a:cubicBezTo>
                <a:cubicBezTo>
                  <a:pt x="-262" y="375234"/>
                  <a:pt x="-629" y="368625"/>
                  <a:pt x="1207" y="364954"/>
                </a:cubicBezTo>
                <a:cubicBezTo>
                  <a:pt x="2676" y="362751"/>
                  <a:pt x="11120" y="361649"/>
                  <a:pt x="14057" y="363485"/>
                </a:cubicBezTo>
                <a:cubicBezTo>
                  <a:pt x="36454" y="377804"/>
                  <a:pt x="58483" y="393225"/>
                  <a:pt x="80880" y="407544"/>
                </a:cubicBezTo>
                <a:cubicBezTo>
                  <a:pt x="87856" y="411950"/>
                  <a:pt x="95933" y="414153"/>
                  <a:pt x="103644" y="417457"/>
                </a:cubicBezTo>
                <a:cubicBezTo>
                  <a:pt x="104378" y="416356"/>
                  <a:pt x="104745" y="414887"/>
                  <a:pt x="105479" y="413786"/>
                </a:cubicBezTo>
                <a:cubicBezTo>
                  <a:pt x="86387" y="399099"/>
                  <a:pt x="67295" y="384413"/>
                  <a:pt x="48570" y="369360"/>
                </a:cubicBezTo>
                <a:cubicBezTo>
                  <a:pt x="41594" y="363485"/>
                  <a:pt x="29478" y="358345"/>
                  <a:pt x="36454" y="347330"/>
                </a:cubicBezTo>
                <a:cubicBezTo>
                  <a:pt x="37923" y="344760"/>
                  <a:pt x="54445" y="348799"/>
                  <a:pt x="62155" y="353205"/>
                </a:cubicBezTo>
                <a:cubicBezTo>
                  <a:pt x="91895" y="370461"/>
                  <a:pt x="119799" y="390288"/>
                  <a:pt x="149905" y="407177"/>
                </a:cubicBezTo>
                <a:cubicBezTo>
                  <a:pt x="164592" y="415254"/>
                  <a:pt x="182215" y="418926"/>
                  <a:pt x="198737" y="424066"/>
                </a:cubicBezTo>
                <a:cubicBezTo>
                  <a:pt x="206080" y="426269"/>
                  <a:pt x="210119" y="422965"/>
                  <a:pt x="212689" y="415621"/>
                </a:cubicBezTo>
                <a:cubicBezTo>
                  <a:pt x="219665" y="393959"/>
                  <a:pt x="213424" y="373766"/>
                  <a:pt x="209018" y="353205"/>
                </a:cubicBezTo>
                <a:cubicBezTo>
                  <a:pt x="206448" y="341089"/>
                  <a:pt x="205713" y="328238"/>
                  <a:pt x="206815" y="315755"/>
                </a:cubicBezTo>
                <a:cubicBezTo>
                  <a:pt x="207182" y="310247"/>
                  <a:pt x="214525" y="305107"/>
                  <a:pt x="218564" y="299600"/>
                </a:cubicBezTo>
                <a:cubicBezTo>
                  <a:pt x="222235" y="304373"/>
                  <a:pt x="227375" y="308412"/>
                  <a:pt x="229578" y="313552"/>
                </a:cubicBezTo>
                <a:cubicBezTo>
                  <a:pt x="248671" y="358345"/>
                  <a:pt x="267763" y="403138"/>
                  <a:pt x="285753" y="448666"/>
                </a:cubicBezTo>
                <a:cubicBezTo>
                  <a:pt x="301541" y="489053"/>
                  <a:pt x="335320" y="508145"/>
                  <a:pt x="372402" y="521363"/>
                </a:cubicBezTo>
                <a:cubicBezTo>
                  <a:pt x="440694" y="545228"/>
                  <a:pt x="512289" y="556610"/>
                  <a:pt x="583518" y="566523"/>
                </a:cubicBezTo>
                <a:cubicBezTo>
                  <a:pt x="671268" y="579006"/>
                  <a:pt x="759386" y="589654"/>
                  <a:pt x="847136" y="600668"/>
                </a:cubicBezTo>
                <a:cubicBezTo>
                  <a:pt x="897069" y="606910"/>
                  <a:pt x="946636" y="608012"/>
                  <a:pt x="996569" y="596263"/>
                </a:cubicBezTo>
                <a:cubicBezTo>
                  <a:pt x="1008685" y="593325"/>
                  <a:pt x="1023004" y="597731"/>
                  <a:pt x="1035855" y="600668"/>
                </a:cubicBezTo>
                <a:cubicBezTo>
                  <a:pt x="1043198" y="602137"/>
                  <a:pt x="1049439" y="607277"/>
                  <a:pt x="1056415" y="610582"/>
                </a:cubicBezTo>
                <a:cubicBezTo>
                  <a:pt x="1079546" y="622698"/>
                  <a:pt x="1093865" y="620495"/>
                  <a:pt x="1107817" y="602137"/>
                </a:cubicBezTo>
                <a:cubicBezTo>
                  <a:pt x="1117363" y="589287"/>
                  <a:pt x="1132417" y="586717"/>
                  <a:pt x="1147103" y="588552"/>
                </a:cubicBezTo>
                <a:cubicBezTo>
                  <a:pt x="1180147" y="592958"/>
                  <a:pt x="1209520" y="584881"/>
                  <a:pt x="1238892" y="570194"/>
                </a:cubicBezTo>
                <a:cubicBezTo>
                  <a:pt x="1268265" y="555141"/>
                  <a:pt x="1282217" y="559914"/>
                  <a:pt x="1301309" y="587084"/>
                </a:cubicBezTo>
                <a:cubicBezTo>
                  <a:pt x="1303879" y="590755"/>
                  <a:pt x="1306449" y="594794"/>
                  <a:pt x="1309754" y="598466"/>
                </a:cubicBezTo>
                <a:cubicBezTo>
                  <a:pt x="1321135" y="612050"/>
                  <a:pt x="1328479" y="612050"/>
                  <a:pt x="1343532" y="603606"/>
                </a:cubicBezTo>
                <a:cubicBezTo>
                  <a:pt x="1354547" y="597364"/>
                  <a:pt x="1367397" y="592224"/>
                  <a:pt x="1379881" y="590388"/>
                </a:cubicBezTo>
                <a:cubicBezTo>
                  <a:pt x="1433118" y="582678"/>
                  <a:pt x="1447070" y="561383"/>
                  <a:pt x="1430915" y="509981"/>
                </a:cubicBezTo>
                <a:cubicBezTo>
                  <a:pt x="1423205" y="485381"/>
                  <a:pt x="1416963" y="460415"/>
                  <a:pt x="1409987" y="435448"/>
                </a:cubicBezTo>
                <a:cubicBezTo>
                  <a:pt x="1408886" y="431776"/>
                  <a:pt x="1407417" y="428105"/>
                  <a:pt x="1404847" y="425535"/>
                </a:cubicBezTo>
                <a:cubicBezTo>
                  <a:pt x="1383185" y="403138"/>
                  <a:pt x="1376943" y="354306"/>
                  <a:pt x="1390528" y="326770"/>
                </a:cubicBezTo>
                <a:cubicBezTo>
                  <a:pt x="1394567" y="318325"/>
                  <a:pt x="1396770" y="308412"/>
                  <a:pt x="1397137" y="299233"/>
                </a:cubicBezTo>
                <a:cubicBezTo>
                  <a:pt x="1397504" y="279039"/>
                  <a:pt x="1396770" y="258478"/>
                  <a:pt x="1395301" y="238285"/>
                </a:cubicBezTo>
                <a:cubicBezTo>
                  <a:pt x="1394934" y="232043"/>
                  <a:pt x="1392364" y="224333"/>
                  <a:pt x="1387958" y="220294"/>
                </a:cubicBezTo>
                <a:cubicBezTo>
                  <a:pt x="1365561" y="199366"/>
                  <a:pt x="1342431" y="179540"/>
                  <a:pt x="1319667" y="159346"/>
                </a:cubicBezTo>
                <a:cubicBezTo>
                  <a:pt x="1318198" y="157877"/>
                  <a:pt x="1316362" y="157143"/>
                  <a:pt x="1314160" y="155674"/>
                </a:cubicBezTo>
                <a:cubicBezTo>
                  <a:pt x="1313058" y="157877"/>
                  <a:pt x="1311589" y="159346"/>
                  <a:pt x="1311957" y="160815"/>
                </a:cubicBezTo>
                <a:cubicBezTo>
                  <a:pt x="1328479" y="218458"/>
                  <a:pt x="1326643" y="277938"/>
                  <a:pt x="1329947" y="336683"/>
                </a:cubicBezTo>
                <a:cubicBezTo>
                  <a:pt x="1331049" y="353939"/>
                  <a:pt x="1330682" y="371563"/>
                  <a:pt x="1331416" y="388819"/>
                </a:cubicBezTo>
                <a:cubicBezTo>
                  <a:pt x="1331783" y="399099"/>
                  <a:pt x="1327377" y="404240"/>
                  <a:pt x="1317097" y="405708"/>
                </a:cubicBezTo>
                <a:cubicBezTo>
                  <a:pt x="1297270" y="408645"/>
                  <a:pt x="1289927" y="403505"/>
                  <a:pt x="1290661" y="384780"/>
                </a:cubicBezTo>
                <a:cubicBezTo>
                  <a:pt x="1292864" y="326770"/>
                  <a:pt x="1295802" y="268759"/>
                  <a:pt x="1298005" y="210748"/>
                </a:cubicBezTo>
                <a:cubicBezTo>
                  <a:pt x="1298372" y="203405"/>
                  <a:pt x="1297270" y="196429"/>
                  <a:pt x="1297270" y="189086"/>
                </a:cubicBezTo>
                <a:cubicBezTo>
                  <a:pt x="1297270" y="184680"/>
                  <a:pt x="1297270" y="179540"/>
                  <a:pt x="1299106" y="175501"/>
                </a:cubicBezTo>
                <a:cubicBezTo>
                  <a:pt x="1307918" y="154940"/>
                  <a:pt x="1307551" y="150901"/>
                  <a:pt x="1291763" y="134012"/>
                </a:cubicBezTo>
                <a:cubicBezTo>
                  <a:pt x="1290294" y="132544"/>
                  <a:pt x="1289193" y="130708"/>
                  <a:pt x="1286990" y="128138"/>
                </a:cubicBezTo>
                <a:cubicBezTo>
                  <a:pt x="1291763" y="125935"/>
                  <a:pt x="1295802" y="123732"/>
                  <a:pt x="1300208" y="122263"/>
                </a:cubicBezTo>
                <a:cubicBezTo>
                  <a:pt x="1394200" y="83345"/>
                  <a:pt x="1488192" y="44426"/>
                  <a:pt x="1582184" y="5507"/>
                </a:cubicBezTo>
                <a:cubicBezTo>
                  <a:pt x="1586223" y="4039"/>
                  <a:pt x="1589894" y="1836"/>
                  <a:pt x="1593566" y="0"/>
                </a:cubicBezTo>
                <a:cubicBezTo>
                  <a:pt x="1595401" y="0"/>
                  <a:pt x="1596870" y="0"/>
                  <a:pt x="1598706" y="0"/>
                </a:cubicBezTo>
                <a:cubicBezTo>
                  <a:pt x="1621102" y="18725"/>
                  <a:pt x="1643132" y="37817"/>
                  <a:pt x="1665528" y="56175"/>
                </a:cubicBezTo>
                <a:cubicBezTo>
                  <a:pt x="1714360" y="95461"/>
                  <a:pt x="1763559" y="134379"/>
                  <a:pt x="1812758" y="173665"/>
                </a:cubicBezTo>
                <a:cubicBezTo>
                  <a:pt x="1819734" y="179540"/>
                  <a:pt x="1826710" y="185414"/>
                  <a:pt x="1835155" y="193124"/>
                </a:cubicBezTo>
                <a:cubicBezTo>
                  <a:pt x="1828546" y="196429"/>
                  <a:pt x="1824507" y="199366"/>
                  <a:pt x="1820101" y="201202"/>
                </a:cubicBezTo>
                <a:cubicBezTo>
                  <a:pt x="1783386" y="216622"/>
                  <a:pt x="1746303" y="231309"/>
                  <a:pt x="1709587" y="247096"/>
                </a:cubicBezTo>
                <a:cubicBezTo>
                  <a:pt x="1704814" y="249299"/>
                  <a:pt x="1698940" y="254807"/>
                  <a:pt x="1698205" y="259580"/>
                </a:cubicBezTo>
                <a:cubicBezTo>
                  <a:pt x="1696370" y="272063"/>
                  <a:pt x="1696003" y="284914"/>
                  <a:pt x="1696737" y="297397"/>
                </a:cubicBezTo>
                <a:cubicBezTo>
                  <a:pt x="1697471" y="310615"/>
                  <a:pt x="1694167" y="325668"/>
                  <a:pt x="1707751" y="335581"/>
                </a:cubicBezTo>
                <a:cubicBezTo>
                  <a:pt x="1709587" y="337050"/>
                  <a:pt x="1710322" y="339987"/>
                  <a:pt x="1710689" y="342557"/>
                </a:cubicBezTo>
                <a:cubicBezTo>
                  <a:pt x="1717665" y="367157"/>
                  <a:pt x="1720235" y="391756"/>
                  <a:pt x="1714727" y="416723"/>
                </a:cubicBezTo>
                <a:cubicBezTo>
                  <a:pt x="1710322" y="436549"/>
                  <a:pt x="1706283" y="439854"/>
                  <a:pt x="1685355" y="442424"/>
                </a:cubicBezTo>
                <a:cubicBezTo>
                  <a:pt x="1678012" y="466289"/>
                  <a:pt x="1669567" y="490154"/>
                  <a:pt x="1663325" y="515121"/>
                </a:cubicBezTo>
                <a:cubicBezTo>
                  <a:pt x="1656717" y="541923"/>
                  <a:pt x="1665896" y="561750"/>
                  <a:pt x="1691964" y="571663"/>
                </a:cubicBezTo>
                <a:cubicBezTo>
                  <a:pt x="1711790" y="579006"/>
                  <a:pt x="1733452" y="583045"/>
                  <a:pt x="1754748" y="585982"/>
                </a:cubicBezTo>
                <a:cubicBezTo>
                  <a:pt x="1782651" y="589654"/>
                  <a:pt x="1803947" y="579373"/>
                  <a:pt x="1817164" y="552571"/>
                </a:cubicBezTo>
                <a:cubicBezTo>
                  <a:pt x="1827445" y="532010"/>
                  <a:pt x="1843967" y="525034"/>
                  <a:pt x="1866363" y="532010"/>
                </a:cubicBezTo>
                <a:cubicBezTo>
                  <a:pt x="1882151" y="537150"/>
                  <a:pt x="1897204" y="545962"/>
                  <a:pt x="1911524" y="554774"/>
                </a:cubicBezTo>
                <a:cubicBezTo>
                  <a:pt x="1930983" y="566890"/>
                  <a:pt x="1951911" y="574968"/>
                  <a:pt x="1974674" y="576069"/>
                </a:cubicBezTo>
                <a:cubicBezTo>
                  <a:pt x="2032318" y="579373"/>
                  <a:pt x="2089962" y="582678"/>
                  <a:pt x="2147605" y="584881"/>
                </a:cubicBezTo>
                <a:cubicBezTo>
                  <a:pt x="2216631" y="587818"/>
                  <a:pt x="2284922" y="584514"/>
                  <a:pt x="2351744" y="564687"/>
                </a:cubicBezTo>
                <a:cubicBezTo>
                  <a:pt x="2379648" y="556610"/>
                  <a:pt x="2407552" y="551470"/>
                  <a:pt x="2436925" y="552204"/>
                </a:cubicBezTo>
                <a:cubicBezTo>
                  <a:pt x="2446838" y="552571"/>
                  <a:pt x="2457853" y="550001"/>
                  <a:pt x="2465930" y="545228"/>
                </a:cubicBezTo>
                <a:cubicBezTo>
                  <a:pt x="2486491" y="533479"/>
                  <a:pt x="2507052" y="531276"/>
                  <a:pt x="2529448" y="537518"/>
                </a:cubicBezTo>
                <a:cubicBezTo>
                  <a:pt x="2545236" y="541923"/>
                  <a:pt x="2560289" y="539353"/>
                  <a:pt x="2575710" y="534213"/>
                </a:cubicBezTo>
                <a:cubicBezTo>
                  <a:pt x="2605817" y="524300"/>
                  <a:pt x="2635924" y="514387"/>
                  <a:pt x="2666765" y="506676"/>
                </a:cubicBezTo>
                <a:cubicBezTo>
                  <a:pt x="2746071" y="486850"/>
                  <a:pt x="2807386" y="445361"/>
                  <a:pt x="2843734" y="370094"/>
                </a:cubicBezTo>
                <a:cubicBezTo>
                  <a:pt x="2851445" y="353939"/>
                  <a:pt x="2862092" y="338519"/>
                  <a:pt x="2872006" y="323465"/>
                </a:cubicBezTo>
                <a:cubicBezTo>
                  <a:pt x="2873841" y="320528"/>
                  <a:pt x="2879349" y="316856"/>
                  <a:pt x="2881552" y="317958"/>
                </a:cubicBezTo>
                <a:cubicBezTo>
                  <a:pt x="2884489" y="319059"/>
                  <a:pt x="2888161" y="324199"/>
                  <a:pt x="2888161" y="327504"/>
                </a:cubicBezTo>
                <a:cubicBezTo>
                  <a:pt x="2887426" y="340354"/>
                  <a:pt x="2887059" y="353939"/>
                  <a:pt x="2883020" y="365688"/>
                </a:cubicBezTo>
                <a:cubicBezTo>
                  <a:pt x="2879349" y="377437"/>
                  <a:pt x="2870537" y="387718"/>
                  <a:pt x="2865397" y="399467"/>
                </a:cubicBezTo>
                <a:cubicBezTo>
                  <a:pt x="2862827" y="404974"/>
                  <a:pt x="2860624" y="413051"/>
                  <a:pt x="2863194" y="417090"/>
                </a:cubicBezTo>
                <a:cubicBezTo>
                  <a:pt x="2865397" y="420762"/>
                  <a:pt x="2874208" y="422597"/>
                  <a:pt x="2879716" y="422230"/>
                </a:cubicBezTo>
                <a:cubicBezTo>
                  <a:pt x="2907253" y="420762"/>
                  <a:pt x="2931118" y="408278"/>
                  <a:pt x="2954616" y="395795"/>
                </a:cubicBezTo>
                <a:cubicBezTo>
                  <a:pt x="2975177" y="384780"/>
                  <a:pt x="2995737" y="374133"/>
                  <a:pt x="3016298" y="363118"/>
                </a:cubicBezTo>
                <a:cubicBezTo>
                  <a:pt x="3022907" y="359814"/>
                  <a:pt x="3031352" y="356509"/>
                  <a:pt x="3035023" y="365321"/>
                </a:cubicBezTo>
                <a:cubicBezTo>
                  <a:pt x="3036492" y="368993"/>
                  <a:pt x="3031352" y="377804"/>
                  <a:pt x="3026946" y="381109"/>
                </a:cubicBezTo>
                <a:cubicBezTo>
                  <a:pt x="3004182" y="396896"/>
                  <a:pt x="2981051" y="411583"/>
                  <a:pt x="2957920" y="426636"/>
                </a:cubicBezTo>
                <a:cubicBezTo>
                  <a:pt x="2953514" y="429573"/>
                  <a:pt x="2949476" y="433245"/>
                  <a:pt x="2945437" y="436549"/>
                </a:cubicBezTo>
                <a:cubicBezTo>
                  <a:pt x="2946538" y="438385"/>
                  <a:pt x="2947640" y="439854"/>
                  <a:pt x="2948374" y="441690"/>
                </a:cubicBezTo>
                <a:cubicBezTo>
                  <a:pt x="2955717" y="438385"/>
                  <a:pt x="2963428" y="435815"/>
                  <a:pt x="2970404" y="431776"/>
                </a:cubicBezTo>
                <a:cubicBezTo>
                  <a:pt x="2998675" y="413786"/>
                  <a:pt x="3029883" y="403138"/>
                  <a:pt x="3062193" y="395061"/>
                </a:cubicBezTo>
                <a:cubicBezTo>
                  <a:pt x="3068067" y="393592"/>
                  <a:pt x="3074676" y="396529"/>
                  <a:pt x="3080918" y="397264"/>
                </a:cubicBezTo>
                <a:cubicBezTo>
                  <a:pt x="3082754" y="399099"/>
                  <a:pt x="3082754" y="402771"/>
                  <a:pt x="3082754" y="406075"/>
                </a:cubicBezTo>
                <a:close/>
              </a:path>
            </a:pathLst>
          </a:custGeom>
          <a:solidFill>
            <a:schemeClr val="accent3"/>
          </a:solidFill>
          <a:ln w="366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" name="Graphic 1">
            <a:extLst>
              <a:ext uri="{FF2B5EF4-FFF2-40B4-BE49-F238E27FC236}">
                <a16:creationId xmlns:a16="http://schemas.microsoft.com/office/drawing/2014/main" xmlns="" id="{11B33BE2-7383-4D2F-8A4F-9ECDA2B13652}"/>
              </a:ext>
            </a:extLst>
          </p:cNvPr>
          <p:cNvSpPr/>
          <p:nvPr/>
        </p:nvSpPr>
        <p:spPr>
          <a:xfrm flipH="1">
            <a:off x="4729033" y="3357406"/>
            <a:ext cx="2101030" cy="3511087"/>
          </a:xfrm>
          <a:custGeom>
            <a:avLst/>
            <a:gdLst>
              <a:gd name="connsiteX0" fmla="*/ 4099404 w 4102732"/>
              <a:gd name="connsiteY0" fmla="*/ 2766282 h 6856184"/>
              <a:gd name="connsiteX1" fmla="*/ 4096092 w 4102732"/>
              <a:gd name="connsiteY1" fmla="*/ 2640202 h 6856184"/>
              <a:gd name="connsiteX2" fmla="*/ 4080555 w 4102732"/>
              <a:gd name="connsiteY2" fmla="*/ 2552582 h 6856184"/>
              <a:gd name="connsiteX3" fmla="*/ 3962562 w 4102732"/>
              <a:gd name="connsiteY3" fmla="*/ 2189624 h 6856184"/>
              <a:gd name="connsiteX4" fmla="*/ 3934799 w 4102732"/>
              <a:gd name="connsiteY4" fmla="*/ 2123400 h 6856184"/>
              <a:gd name="connsiteX5" fmla="*/ 3727531 w 4102732"/>
              <a:gd name="connsiteY5" fmla="*/ 1819025 h 6856184"/>
              <a:gd name="connsiteX6" fmla="*/ 3558214 w 4102732"/>
              <a:gd name="connsiteY6" fmla="*/ 1544577 h 6856184"/>
              <a:gd name="connsiteX7" fmla="*/ 3461489 w 4102732"/>
              <a:gd name="connsiteY7" fmla="*/ 1321836 h 6856184"/>
              <a:gd name="connsiteX8" fmla="*/ 3387942 w 4102732"/>
              <a:gd name="connsiteY8" fmla="*/ 1100049 h 6856184"/>
              <a:gd name="connsiteX9" fmla="*/ 3380428 w 4102732"/>
              <a:gd name="connsiteY9" fmla="*/ 885330 h 6856184"/>
              <a:gd name="connsiteX10" fmla="*/ 3380746 w 4102732"/>
              <a:gd name="connsiteY10" fmla="*/ 739383 h 6856184"/>
              <a:gd name="connsiteX11" fmla="*/ 3370940 w 4102732"/>
              <a:gd name="connsiteY11" fmla="*/ 617314 h 6856184"/>
              <a:gd name="connsiteX12" fmla="*/ 3348462 w 4102732"/>
              <a:gd name="connsiteY12" fmla="*/ 478817 h 6856184"/>
              <a:gd name="connsiteX13" fmla="*/ 3330633 w 4102732"/>
              <a:gd name="connsiteY13" fmla="*/ 425647 h 6856184"/>
              <a:gd name="connsiteX14" fmla="*/ 3172077 w 4102732"/>
              <a:gd name="connsiteY14" fmla="*/ 158395 h 6856184"/>
              <a:gd name="connsiteX15" fmla="*/ 3087005 w 4102732"/>
              <a:gd name="connsiteY15" fmla="*/ 85549 h 6856184"/>
              <a:gd name="connsiteX16" fmla="*/ 2880246 w 4102732"/>
              <a:gd name="connsiteY16" fmla="*/ 9837 h 6856184"/>
              <a:gd name="connsiteX17" fmla="*/ 2615159 w 4102732"/>
              <a:gd name="connsiteY17" fmla="*/ 9964 h 6856184"/>
              <a:gd name="connsiteX18" fmla="*/ 2407700 w 4102732"/>
              <a:gd name="connsiteY18" fmla="*/ 79882 h 6856184"/>
              <a:gd name="connsiteX19" fmla="*/ 2147962 w 4102732"/>
              <a:gd name="connsiteY19" fmla="*/ 307208 h 6856184"/>
              <a:gd name="connsiteX20" fmla="*/ 2055567 w 4102732"/>
              <a:gd name="connsiteY20" fmla="*/ 434052 h 6856184"/>
              <a:gd name="connsiteX21" fmla="*/ 1954957 w 4102732"/>
              <a:gd name="connsiteY21" fmla="*/ 677616 h 6856184"/>
              <a:gd name="connsiteX22" fmla="*/ 1988579 w 4102732"/>
              <a:gd name="connsiteY22" fmla="*/ 733971 h 6856184"/>
              <a:gd name="connsiteX23" fmla="*/ 2061170 w 4102732"/>
              <a:gd name="connsiteY23" fmla="*/ 821717 h 6856184"/>
              <a:gd name="connsiteX24" fmla="*/ 2063781 w 4102732"/>
              <a:gd name="connsiteY24" fmla="*/ 848143 h 6856184"/>
              <a:gd name="connsiteX25" fmla="*/ 2082184 w 4102732"/>
              <a:gd name="connsiteY25" fmla="*/ 985622 h 6856184"/>
              <a:gd name="connsiteX26" fmla="*/ 2180373 w 4102732"/>
              <a:gd name="connsiteY26" fmla="*/ 1162707 h 6856184"/>
              <a:gd name="connsiteX27" fmla="*/ 2225202 w 4102732"/>
              <a:gd name="connsiteY27" fmla="*/ 1266055 h 6856184"/>
              <a:gd name="connsiteX28" fmla="*/ 2229086 w 4102732"/>
              <a:gd name="connsiteY28" fmla="*/ 1340557 h 6856184"/>
              <a:gd name="connsiteX29" fmla="*/ 2298749 w 4102732"/>
              <a:gd name="connsiteY29" fmla="*/ 1419325 h 6856184"/>
              <a:gd name="connsiteX30" fmla="*/ 2335873 w 4102732"/>
              <a:gd name="connsiteY30" fmla="*/ 1451418 h 6856184"/>
              <a:gd name="connsiteX31" fmla="*/ 2357395 w 4102732"/>
              <a:gd name="connsiteY31" fmla="*/ 1505416 h 6856184"/>
              <a:gd name="connsiteX32" fmla="*/ 2435591 w 4102732"/>
              <a:gd name="connsiteY32" fmla="*/ 1612329 h 6856184"/>
              <a:gd name="connsiteX33" fmla="*/ 2426676 w 4102732"/>
              <a:gd name="connsiteY33" fmla="*/ 1715804 h 6856184"/>
              <a:gd name="connsiteX34" fmla="*/ 2278754 w 4102732"/>
              <a:gd name="connsiteY34" fmla="*/ 1862198 h 6856184"/>
              <a:gd name="connsiteX35" fmla="*/ 2258314 w 4102732"/>
              <a:gd name="connsiteY35" fmla="*/ 1899066 h 6856184"/>
              <a:gd name="connsiteX36" fmla="*/ 2215842 w 4102732"/>
              <a:gd name="connsiteY36" fmla="*/ 1977644 h 6856184"/>
              <a:gd name="connsiteX37" fmla="*/ 2196993 w 4102732"/>
              <a:gd name="connsiteY37" fmla="*/ 2026102 h 6856184"/>
              <a:gd name="connsiteX38" fmla="*/ 2204252 w 4102732"/>
              <a:gd name="connsiteY38" fmla="*/ 2188542 h 6856184"/>
              <a:gd name="connsiteX39" fmla="*/ 2170567 w 4102732"/>
              <a:gd name="connsiteY39" fmla="*/ 2382883 h 6856184"/>
              <a:gd name="connsiteX40" fmla="*/ 2046779 w 4102732"/>
              <a:gd name="connsiteY40" fmla="*/ 2618997 h 6856184"/>
              <a:gd name="connsiteX41" fmla="*/ 1824738 w 4102732"/>
              <a:gd name="connsiteY41" fmla="*/ 3044932 h 6856184"/>
              <a:gd name="connsiteX42" fmla="*/ 1801050 w 4102732"/>
              <a:gd name="connsiteY42" fmla="*/ 3118224 h 6856184"/>
              <a:gd name="connsiteX43" fmla="*/ 1780674 w 4102732"/>
              <a:gd name="connsiteY43" fmla="*/ 3282319 h 6856184"/>
              <a:gd name="connsiteX44" fmla="*/ 1763672 w 4102732"/>
              <a:gd name="connsiteY44" fmla="*/ 3409100 h 6856184"/>
              <a:gd name="connsiteX45" fmla="*/ 1722982 w 4102732"/>
              <a:gd name="connsiteY45" fmla="*/ 3431132 h 6856184"/>
              <a:gd name="connsiteX46" fmla="*/ 1688279 w 4102732"/>
              <a:gd name="connsiteY46" fmla="*/ 3417378 h 6856184"/>
              <a:gd name="connsiteX47" fmla="*/ 833289 w 4102732"/>
              <a:gd name="connsiteY47" fmla="*/ 3091607 h 6856184"/>
              <a:gd name="connsiteX48" fmla="*/ 646970 w 4102732"/>
              <a:gd name="connsiteY48" fmla="*/ 3080782 h 6856184"/>
              <a:gd name="connsiteX49" fmla="*/ 483385 w 4102732"/>
              <a:gd name="connsiteY49" fmla="*/ 3147897 h 6856184"/>
              <a:gd name="connsiteX50" fmla="*/ 405571 w 4102732"/>
              <a:gd name="connsiteY50" fmla="*/ 3156303 h 6856184"/>
              <a:gd name="connsiteX51" fmla="*/ 201232 w 4102732"/>
              <a:gd name="connsiteY51" fmla="*/ 3064417 h 6856184"/>
              <a:gd name="connsiteX52" fmla="*/ 139848 w 4102732"/>
              <a:gd name="connsiteY52" fmla="*/ 3080273 h 6856184"/>
              <a:gd name="connsiteX53" fmla="*/ 84258 w 4102732"/>
              <a:gd name="connsiteY53" fmla="*/ 3151973 h 6856184"/>
              <a:gd name="connsiteX54" fmla="*/ 31406 w 4102732"/>
              <a:gd name="connsiteY54" fmla="*/ 3174705 h 6856184"/>
              <a:gd name="connsiteX55" fmla="*/ 2369 w 4102732"/>
              <a:gd name="connsiteY55" fmla="*/ 3181519 h 6856184"/>
              <a:gd name="connsiteX56" fmla="*/ 8673 w 4102732"/>
              <a:gd name="connsiteY56" fmla="*/ 3210874 h 6856184"/>
              <a:gd name="connsiteX57" fmla="*/ 27585 w 4102732"/>
              <a:gd name="connsiteY57" fmla="*/ 3236663 h 6856184"/>
              <a:gd name="connsiteX58" fmla="*/ 138638 w 4102732"/>
              <a:gd name="connsiteY58" fmla="*/ 3359178 h 6856184"/>
              <a:gd name="connsiteX59" fmla="*/ 174679 w 4102732"/>
              <a:gd name="connsiteY59" fmla="*/ 3447115 h 6856184"/>
              <a:gd name="connsiteX60" fmla="*/ 196966 w 4102732"/>
              <a:gd name="connsiteY60" fmla="*/ 3519452 h 6856184"/>
              <a:gd name="connsiteX61" fmla="*/ 275225 w 4102732"/>
              <a:gd name="connsiteY61" fmla="*/ 3582174 h 6856184"/>
              <a:gd name="connsiteX62" fmla="*/ 566356 w 4102732"/>
              <a:gd name="connsiteY62" fmla="*/ 3676352 h 6856184"/>
              <a:gd name="connsiteX63" fmla="*/ 679446 w 4102732"/>
              <a:gd name="connsiteY63" fmla="*/ 3740156 h 6856184"/>
              <a:gd name="connsiteX64" fmla="*/ 852456 w 4102732"/>
              <a:gd name="connsiteY64" fmla="*/ 3866491 h 6856184"/>
              <a:gd name="connsiteX65" fmla="*/ 1020563 w 4102732"/>
              <a:gd name="connsiteY65" fmla="*/ 3964426 h 6856184"/>
              <a:gd name="connsiteX66" fmla="*/ 1299085 w 4102732"/>
              <a:gd name="connsiteY66" fmla="*/ 4152018 h 6856184"/>
              <a:gd name="connsiteX67" fmla="*/ 1326976 w 4102732"/>
              <a:gd name="connsiteY67" fmla="*/ 4200413 h 6856184"/>
              <a:gd name="connsiteX68" fmla="*/ 1324110 w 4102732"/>
              <a:gd name="connsiteY68" fmla="*/ 4237600 h 6856184"/>
              <a:gd name="connsiteX69" fmla="*/ 1346143 w 4102732"/>
              <a:gd name="connsiteY69" fmla="*/ 4280709 h 6856184"/>
              <a:gd name="connsiteX70" fmla="*/ 1374925 w 4102732"/>
              <a:gd name="connsiteY70" fmla="*/ 4294655 h 6856184"/>
              <a:gd name="connsiteX71" fmla="*/ 1431979 w 4102732"/>
              <a:gd name="connsiteY71" fmla="*/ 4340374 h 6856184"/>
              <a:gd name="connsiteX72" fmla="*/ 1478909 w 4102732"/>
              <a:gd name="connsiteY72" fmla="*/ 4378326 h 6856184"/>
              <a:gd name="connsiteX73" fmla="*/ 1660006 w 4102732"/>
              <a:gd name="connsiteY73" fmla="*/ 4440729 h 6856184"/>
              <a:gd name="connsiteX74" fmla="*/ 1706172 w 4102732"/>
              <a:gd name="connsiteY74" fmla="*/ 4500267 h 6856184"/>
              <a:gd name="connsiteX75" fmla="*/ 1707382 w 4102732"/>
              <a:gd name="connsiteY75" fmla="*/ 4561652 h 6856184"/>
              <a:gd name="connsiteX76" fmla="*/ 1703943 w 4102732"/>
              <a:gd name="connsiteY76" fmla="*/ 4747779 h 6856184"/>
              <a:gd name="connsiteX77" fmla="*/ 1699231 w 4102732"/>
              <a:gd name="connsiteY77" fmla="*/ 5170785 h 6856184"/>
              <a:gd name="connsiteX78" fmla="*/ 1695983 w 4102732"/>
              <a:gd name="connsiteY78" fmla="*/ 5393972 h 6856184"/>
              <a:gd name="connsiteX79" fmla="*/ 1672423 w 4102732"/>
              <a:gd name="connsiteY79" fmla="*/ 5597738 h 6856184"/>
              <a:gd name="connsiteX80" fmla="*/ 1660133 w 4102732"/>
              <a:gd name="connsiteY80" fmla="*/ 5738209 h 6856184"/>
              <a:gd name="connsiteX81" fmla="*/ 1643259 w 4102732"/>
              <a:gd name="connsiteY81" fmla="*/ 5851427 h 6856184"/>
              <a:gd name="connsiteX82" fmla="*/ 1631542 w 4102732"/>
              <a:gd name="connsiteY82" fmla="*/ 6208527 h 6856184"/>
              <a:gd name="connsiteX83" fmla="*/ 1597985 w 4102732"/>
              <a:gd name="connsiteY83" fmla="*/ 6769647 h 6856184"/>
              <a:gd name="connsiteX84" fmla="*/ 1639120 w 4102732"/>
              <a:gd name="connsiteY84" fmla="*/ 6818042 h 6856184"/>
              <a:gd name="connsiteX85" fmla="*/ 1857659 w 4102732"/>
              <a:gd name="connsiteY85" fmla="*/ 6822053 h 6856184"/>
              <a:gd name="connsiteX86" fmla="*/ 2217179 w 4102732"/>
              <a:gd name="connsiteY86" fmla="*/ 6833516 h 6856184"/>
              <a:gd name="connsiteX87" fmla="*/ 2448644 w 4102732"/>
              <a:gd name="connsiteY87" fmla="*/ 6843895 h 6856184"/>
              <a:gd name="connsiteX88" fmla="*/ 2886869 w 4102732"/>
              <a:gd name="connsiteY88" fmla="*/ 6856120 h 6856184"/>
              <a:gd name="connsiteX89" fmla="*/ 2933289 w 4102732"/>
              <a:gd name="connsiteY89" fmla="*/ 6822563 h 6856184"/>
              <a:gd name="connsiteX90" fmla="*/ 2954557 w 4102732"/>
              <a:gd name="connsiteY90" fmla="*/ 6694127 h 6856184"/>
              <a:gd name="connsiteX91" fmla="*/ 2976207 w 4102732"/>
              <a:gd name="connsiteY91" fmla="*/ 6621662 h 6856184"/>
              <a:gd name="connsiteX92" fmla="*/ 3025366 w 4102732"/>
              <a:gd name="connsiteY92" fmla="*/ 6451645 h 6856184"/>
              <a:gd name="connsiteX93" fmla="*/ 3037592 w 4102732"/>
              <a:gd name="connsiteY93" fmla="*/ 6357531 h 6856184"/>
              <a:gd name="connsiteX94" fmla="*/ 3090762 w 4102732"/>
              <a:gd name="connsiteY94" fmla="*/ 6229349 h 6856184"/>
              <a:gd name="connsiteX95" fmla="*/ 3177362 w 4102732"/>
              <a:gd name="connsiteY95" fmla="*/ 6113776 h 6856184"/>
              <a:gd name="connsiteX96" fmla="*/ 3270203 w 4102732"/>
              <a:gd name="connsiteY96" fmla="*/ 5959869 h 6856184"/>
              <a:gd name="connsiteX97" fmla="*/ 3309810 w 4102732"/>
              <a:gd name="connsiteY97" fmla="*/ 5886067 h 6856184"/>
              <a:gd name="connsiteX98" fmla="*/ 3344769 w 4102732"/>
              <a:gd name="connsiteY98" fmla="*/ 5839519 h 6856184"/>
              <a:gd name="connsiteX99" fmla="*/ 3403925 w 4102732"/>
              <a:gd name="connsiteY99" fmla="*/ 5570294 h 6856184"/>
              <a:gd name="connsiteX100" fmla="*/ 3420863 w 4102732"/>
              <a:gd name="connsiteY100" fmla="*/ 5438864 h 6856184"/>
              <a:gd name="connsiteX101" fmla="*/ 3432197 w 4102732"/>
              <a:gd name="connsiteY101" fmla="*/ 5277635 h 6856184"/>
              <a:gd name="connsiteX102" fmla="*/ 3432388 w 4102732"/>
              <a:gd name="connsiteY102" fmla="*/ 5144995 h 6856184"/>
              <a:gd name="connsiteX103" fmla="*/ 3444232 w 4102732"/>
              <a:gd name="connsiteY103" fmla="*/ 4937600 h 6856184"/>
              <a:gd name="connsiteX104" fmla="*/ 3431561 w 4102732"/>
              <a:gd name="connsiteY104" fmla="*/ 4778281 h 6856184"/>
              <a:gd name="connsiteX105" fmla="*/ 3458496 w 4102732"/>
              <a:gd name="connsiteY105" fmla="*/ 4722117 h 6856184"/>
              <a:gd name="connsiteX106" fmla="*/ 3524911 w 4102732"/>
              <a:gd name="connsiteY106" fmla="*/ 4645641 h 6856184"/>
              <a:gd name="connsiteX107" fmla="*/ 3626539 w 4102732"/>
              <a:gd name="connsiteY107" fmla="*/ 4361834 h 6856184"/>
              <a:gd name="connsiteX108" fmla="*/ 3800568 w 4102732"/>
              <a:gd name="connsiteY108" fmla="*/ 3871394 h 6856184"/>
              <a:gd name="connsiteX109" fmla="*/ 3876471 w 4102732"/>
              <a:gd name="connsiteY109" fmla="*/ 3689215 h 6856184"/>
              <a:gd name="connsiteX110" fmla="*/ 4044514 w 4102732"/>
              <a:gd name="connsiteY110" fmla="*/ 3382738 h 6856184"/>
              <a:gd name="connsiteX111" fmla="*/ 4081256 w 4102732"/>
              <a:gd name="connsiteY111" fmla="*/ 3274678 h 6856184"/>
              <a:gd name="connsiteX112" fmla="*/ 4101887 w 4102732"/>
              <a:gd name="connsiteY112" fmla="*/ 2976861 h 6856184"/>
              <a:gd name="connsiteX113" fmla="*/ 4099404 w 4102732"/>
              <a:gd name="connsiteY113" fmla="*/ 2766282 h 6856184"/>
              <a:gd name="connsiteX114" fmla="*/ 1940057 w 4102732"/>
              <a:gd name="connsiteY114" fmla="*/ 3793008 h 6856184"/>
              <a:gd name="connsiteX115" fmla="*/ 1928722 w 4102732"/>
              <a:gd name="connsiteY115" fmla="*/ 3822809 h 6856184"/>
              <a:gd name="connsiteX116" fmla="*/ 1895801 w 4102732"/>
              <a:gd name="connsiteY116" fmla="*/ 3829941 h 6856184"/>
              <a:gd name="connsiteX117" fmla="*/ 1868357 w 4102732"/>
              <a:gd name="connsiteY117" fmla="*/ 3814149 h 6856184"/>
              <a:gd name="connsiteX118" fmla="*/ 1616005 w 4102732"/>
              <a:gd name="connsiteY118" fmla="*/ 3700995 h 6856184"/>
              <a:gd name="connsiteX119" fmla="*/ 1612758 w 4102732"/>
              <a:gd name="connsiteY119" fmla="*/ 3669347 h 6856184"/>
              <a:gd name="connsiteX120" fmla="*/ 1777808 w 4102732"/>
              <a:gd name="connsiteY120" fmla="*/ 3606626 h 6856184"/>
              <a:gd name="connsiteX121" fmla="*/ 1793218 w 4102732"/>
              <a:gd name="connsiteY121" fmla="*/ 3619870 h 6856184"/>
              <a:gd name="connsiteX122" fmla="*/ 1914395 w 4102732"/>
              <a:gd name="connsiteY122" fmla="*/ 3740729 h 6856184"/>
              <a:gd name="connsiteX123" fmla="*/ 1940057 w 4102732"/>
              <a:gd name="connsiteY123" fmla="*/ 3793008 h 6856184"/>
              <a:gd name="connsiteX124" fmla="*/ 2740030 w 4102732"/>
              <a:gd name="connsiteY124" fmla="*/ 2085894 h 6856184"/>
              <a:gd name="connsiteX125" fmla="*/ 2701633 w 4102732"/>
              <a:gd name="connsiteY125" fmla="*/ 2090224 h 6856184"/>
              <a:gd name="connsiteX126" fmla="*/ 2697493 w 4102732"/>
              <a:gd name="connsiteY126" fmla="*/ 2036991 h 6856184"/>
              <a:gd name="connsiteX127" fmla="*/ 2729778 w 4102732"/>
              <a:gd name="connsiteY127" fmla="*/ 2059278 h 6856184"/>
              <a:gd name="connsiteX128" fmla="*/ 2740030 w 4102732"/>
              <a:gd name="connsiteY128" fmla="*/ 2085894 h 6856184"/>
              <a:gd name="connsiteX129" fmla="*/ 2833953 w 4102732"/>
              <a:gd name="connsiteY129" fmla="*/ 2006935 h 6856184"/>
              <a:gd name="connsiteX130" fmla="*/ 2810393 w 4102732"/>
              <a:gd name="connsiteY130" fmla="*/ 2029668 h 6856184"/>
              <a:gd name="connsiteX131" fmla="*/ 2794028 w 4102732"/>
              <a:gd name="connsiteY131" fmla="*/ 2013303 h 6856184"/>
              <a:gd name="connsiteX132" fmla="*/ 2712903 w 4102732"/>
              <a:gd name="connsiteY132" fmla="*/ 1926638 h 6856184"/>
              <a:gd name="connsiteX133" fmla="*/ 2699149 w 4102732"/>
              <a:gd name="connsiteY133" fmla="*/ 1911420 h 6856184"/>
              <a:gd name="connsiteX134" fmla="*/ 2587714 w 4102732"/>
              <a:gd name="connsiteY134" fmla="*/ 1854111 h 6856184"/>
              <a:gd name="connsiteX135" fmla="*/ 2535882 w 4102732"/>
              <a:gd name="connsiteY135" fmla="*/ 1865954 h 6856184"/>
              <a:gd name="connsiteX136" fmla="*/ 2480674 w 4102732"/>
              <a:gd name="connsiteY136" fmla="*/ 1883720 h 6856184"/>
              <a:gd name="connsiteX137" fmla="*/ 2499840 w 4102732"/>
              <a:gd name="connsiteY137" fmla="*/ 1838064 h 6856184"/>
              <a:gd name="connsiteX138" fmla="*/ 2523910 w 4102732"/>
              <a:gd name="connsiteY138" fmla="*/ 1821572 h 6856184"/>
              <a:gd name="connsiteX139" fmla="*/ 2734426 w 4102732"/>
              <a:gd name="connsiteY139" fmla="*/ 1827111 h 6856184"/>
              <a:gd name="connsiteX140" fmla="*/ 2760279 w 4102732"/>
              <a:gd name="connsiteY140" fmla="*/ 1823737 h 6856184"/>
              <a:gd name="connsiteX141" fmla="*/ 2769448 w 4102732"/>
              <a:gd name="connsiteY141" fmla="*/ 1771585 h 6856184"/>
              <a:gd name="connsiteX142" fmla="*/ 2723665 w 4102732"/>
              <a:gd name="connsiteY142" fmla="*/ 1727075 h 6856184"/>
              <a:gd name="connsiteX143" fmla="*/ 2763909 w 4102732"/>
              <a:gd name="connsiteY143" fmla="*/ 1702050 h 6856184"/>
              <a:gd name="connsiteX144" fmla="*/ 2807591 w 4102732"/>
              <a:gd name="connsiteY144" fmla="*/ 1726375 h 6856184"/>
              <a:gd name="connsiteX145" fmla="*/ 2836245 w 4102732"/>
              <a:gd name="connsiteY145" fmla="*/ 1967010 h 6856184"/>
              <a:gd name="connsiteX146" fmla="*/ 2833953 w 4102732"/>
              <a:gd name="connsiteY146" fmla="*/ 2006935 h 68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</a:cxnLst>
            <a:rect l="l" t="t" r="r" b="b"/>
            <a:pathLst>
              <a:path w="4102732" h="6856184">
                <a:moveTo>
                  <a:pt x="4099404" y="2766282"/>
                </a:moveTo>
                <a:cubicBezTo>
                  <a:pt x="4100295" y="2724191"/>
                  <a:pt x="4095838" y="2682292"/>
                  <a:pt x="4096092" y="2640202"/>
                </a:cubicBezTo>
                <a:cubicBezTo>
                  <a:pt x="4096284" y="2610083"/>
                  <a:pt x="4089597" y="2581428"/>
                  <a:pt x="4080555" y="2552582"/>
                </a:cubicBezTo>
                <a:cubicBezTo>
                  <a:pt x="4042477" y="2431214"/>
                  <a:pt x="3999303" y="2311502"/>
                  <a:pt x="3962562" y="2189624"/>
                </a:cubicBezTo>
                <a:cubicBezTo>
                  <a:pt x="3955621" y="2166637"/>
                  <a:pt x="3948680" y="2143458"/>
                  <a:pt x="3934799" y="2123400"/>
                </a:cubicBezTo>
                <a:cubicBezTo>
                  <a:pt x="3864818" y="2022536"/>
                  <a:pt x="3799485" y="1918488"/>
                  <a:pt x="3727531" y="1819025"/>
                </a:cubicBezTo>
                <a:cubicBezTo>
                  <a:pt x="3664363" y="1731660"/>
                  <a:pt x="3604953" y="1641875"/>
                  <a:pt x="3558214" y="1544577"/>
                </a:cubicBezTo>
                <a:cubicBezTo>
                  <a:pt x="3523128" y="1471667"/>
                  <a:pt x="3491799" y="1396911"/>
                  <a:pt x="3461489" y="1321836"/>
                </a:cubicBezTo>
                <a:cubicBezTo>
                  <a:pt x="3432261" y="1249562"/>
                  <a:pt x="3395647" y="1180154"/>
                  <a:pt x="3387942" y="1100049"/>
                </a:cubicBezTo>
                <a:cubicBezTo>
                  <a:pt x="3381065" y="1028476"/>
                  <a:pt x="3367120" y="957858"/>
                  <a:pt x="3380428" y="885330"/>
                </a:cubicBezTo>
                <a:cubicBezTo>
                  <a:pt x="3389279" y="837191"/>
                  <a:pt x="3390107" y="788160"/>
                  <a:pt x="3380746" y="739383"/>
                </a:cubicBezTo>
                <a:cubicBezTo>
                  <a:pt x="3372978" y="699139"/>
                  <a:pt x="3368266" y="658386"/>
                  <a:pt x="3370940" y="617314"/>
                </a:cubicBezTo>
                <a:cubicBezTo>
                  <a:pt x="3373996" y="569302"/>
                  <a:pt x="3365018" y="523582"/>
                  <a:pt x="3348462" y="478817"/>
                </a:cubicBezTo>
                <a:cubicBezTo>
                  <a:pt x="3341967" y="461306"/>
                  <a:pt x="3336618" y="443413"/>
                  <a:pt x="3330633" y="425647"/>
                </a:cubicBezTo>
                <a:cubicBezTo>
                  <a:pt x="3296948" y="325165"/>
                  <a:pt x="3255749" y="229204"/>
                  <a:pt x="3172077" y="158395"/>
                </a:cubicBezTo>
                <a:cubicBezTo>
                  <a:pt x="3143550" y="134262"/>
                  <a:pt x="3116997" y="107899"/>
                  <a:pt x="3087005" y="85549"/>
                </a:cubicBezTo>
                <a:cubicBezTo>
                  <a:pt x="3034089" y="46069"/>
                  <a:pt x="2959715" y="22063"/>
                  <a:pt x="2880246" y="9837"/>
                </a:cubicBezTo>
                <a:cubicBezTo>
                  <a:pt x="2778045" y="-5891"/>
                  <a:pt x="2722646" y="-415"/>
                  <a:pt x="2615159" y="9964"/>
                </a:cubicBezTo>
                <a:cubicBezTo>
                  <a:pt x="2546133" y="16587"/>
                  <a:pt x="2462780" y="38301"/>
                  <a:pt x="2407700" y="79882"/>
                </a:cubicBezTo>
                <a:cubicBezTo>
                  <a:pt x="2315751" y="149226"/>
                  <a:pt x="2219981" y="214813"/>
                  <a:pt x="2147962" y="307208"/>
                </a:cubicBezTo>
                <a:cubicBezTo>
                  <a:pt x="2109692" y="344077"/>
                  <a:pt x="2084094" y="390052"/>
                  <a:pt x="2055567" y="434052"/>
                </a:cubicBezTo>
                <a:cubicBezTo>
                  <a:pt x="2006918" y="509000"/>
                  <a:pt x="1961516" y="584903"/>
                  <a:pt x="1954957" y="677616"/>
                </a:cubicBezTo>
                <a:cubicBezTo>
                  <a:pt x="1952601" y="711174"/>
                  <a:pt x="1957377" y="722254"/>
                  <a:pt x="1988579" y="733971"/>
                </a:cubicBezTo>
                <a:cubicBezTo>
                  <a:pt x="2029141" y="749189"/>
                  <a:pt x="2068684" y="765809"/>
                  <a:pt x="2061170" y="821717"/>
                </a:cubicBezTo>
                <a:cubicBezTo>
                  <a:pt x="2060024" y="830123"/>
                  <a:pt x="2062890" y="839292"/>
                  <a:pt x="2063781" y="848143"/>
                </a:cubicBezTo>
                <a:cubicBezTo>
                  <a:pt x="2068493" y="894182"/>
                  <a:pt x="2074670" y="939965"/>
                  <a:pt x="2082184" y="985622"/>
                </a:cubicBezTo>
                <a:cubicBezTo>
                  <a:pt x="2093837" y="1056176"/>
                  <a:pt x="2134335" y="1110874"/>
                  <a:pt x="2180373" y="1162707"/>
                </a:cubicBezTo>
                <a:cubicBezTo>
                  <a:pt x="2206354" y="1191998"/>
                  <a:pt x="2221891" y="1225874"/>
                  <a:pt x="2225202" y="1266055"/>
                </a:cubicBezTo>
                <a:cubicBezTo>
                  <a:pt x="2227240" y="1290889"/>
                  <a:pt x="2228832" y="1315659"/>
                  <a:pt x="2229086" y="1340557"/>
                </a:cubicBezTo>
                <a:cubicBezTo>
                  <a:pt x="2229660" y="1392772"/>
                  <a:pt x="2246597" y="1412575"/>
                  <a:pt x="2298749" y="1419325"/>
                </a:cubicBezTo>
                <a:cubicBezTo>
                  <a:pt x="2319125" y="1421936"/>
                  <a:pt x="2331033" y="1431487"/>
                  <a:pt x="2335873" y="1451418"/>
                </a:cubicBezTo>
                <a:cubicBezTo>
                  <a:pt x="2340457" y="1470394"/>
                  <a:pt x="2343323" y="1491534"/>
                  <a:pt x="2357395" y="1505416"/>
                </a:cubicBezTo>
                <a:cubicBezTo>
                  <a:pt x="2389361" y="1536872"/>
                  <a:pt x="2402542" y="1581000"/>
                  <a:pt x="2435591" y="1612329"/>
                </a:cubicBezTo>
                <a:cubicBezTo>
                  <a:pt x="2465582" y="1640793"/>
                  <a:pt x="2457750" y="1687914"/>
                  <a:pt x="2426676" y="1715804"/>
                </a:cubicBezTo>
                <a:cubicBezTo>
                  <a:pt x="2374970" y="1762161"/>
                  <a:pt x="2327467" y="1812784"/>
                  <a:pt x="2278754" y="1862198"/>
                </a:cubicBezTo>
                <a:cubicBezTo>
                  <a:pt x="2268566" y="1872513"/>
                  <a:pt x="2260352" y="1885057"/>
                  <a:pt x="2258314" y="1899066"/>
                </a:cubicBezTo>
                <a:cubicBezTo>
                  <a:pt x="2253666" y="1930777"/>
                  <a:pt x="2236346" y="1955038"/>
                  <a:pt x="2215842" y="1977644"/>
                </a:cubicBezTo>
                <a:cubicBezTo>
                  <a:pt x="2203170" y="1991589"/>
                  <a:pt x="2197885" y="2007444"/>
                  <a:pt x="2196993" y="2026102"/>
                </a:cubicBezTo>
                <a:cubicBezTo>
                  <a:pt x="2194446" y="2080482"/>
                  <a:pt x="2200113" y="2134544"/>
                  <a:pt x="2204252" y="2188542"/>
                </a:cubicBezTo>
                <a:cubicBezTo>
                  <a:pt x="2209474" y="2256548"/>
                  <a:pt x="2211384" y="2320735"/>
                  <a:pt x="2170567" y="2382883"/>
                </a:cubicBezTo>
                <a:cubicBezTo>
                  <a:pt x="2121854" y="2457067"/>
                  <a:pt x="2086386" y="2539401"/>
                  <a:pt x="2046779" y="2618997"/>
                </a:cubicBezTo>
                <a:cubicBezTo>
                  <a:pt x="1975398" y="2762398"/>
                  <a:pt x="1895165" y="2901086"/>
                  <a:pt x="1824738" y="3044932"/>
                </a:cubicBezTo>
                <a:cubicBezTo>
                  <a:pt x="1813340" y="3068238"/>
                  <a:pt x="1804935" y="3092371"/>
                  <a:pt x="1801050" y="3118224"/>
                </a:cubicBezTo>
                <a:cubicBezTo>
                  <a:pt x="1792836" y="3172731"/>
                  <a:pt x="1788506" y="3227748"/>
                  <a:pt x="1780674" y="3282319"/>
                </a:cubicBezTo>
                <a:cubicBezTo>
                  <a:pt x="1774624" y="3324537"/>
                  <a:pt x="1773478" y="3367455"/>
                  <a:pt x="1763672" y="3409100"/>
                </a:cubicBezTo>
                <a:cubicBezTo>
                  <a:pt x="1756731" y="3438646"/>
                  <a:pt x="1750682" y="3441512"/>
                  <a:pt x="1722982" y="3431132"/>
                </a:cubicBezTo>
                <a:cubicBezTo>
                  <a:pt x="1711330" y="3426739"/>
                  <a:pt x="1699931" y="3421772"/>
                  <a:pt x="1688279" y="3417378"/>
                </a:cubicBezTo>
                <a:cubicBezTo>
                  <a:pt x="1402879" y="3309891"/>
                  <a:pt x="1117543" y="3202150"/>
                  <a:pt x="833289" y="3091607"/>
                </a:cubicBezTo>
                <a:cubicBezTo>
                  <a:pt x="771395" y="3067537"/>
                  <a:pt x="711220" y="3055693"/>
                  <a:pt x="646970" y="3080782"/>
                </a:cubicBezTo>
                <a:cubicBezTo>
                  <a:pt x="592017" y="3102241"/>
                  <a:pt x="529041" y="3104470"/>
                  <a:pt x="483385" y="3147897"/>
                </a:cubicBezTo>
                <a:cubicBezTo>
                  <a:pt x="458933" y="3171140"/>
                  <a:pt x="434544" y="3170248"/>
                  <a:pt x="405571" y="3156303"/>
                </a:cubicBezTo>
                <a:cubicBezTo>
                  <a:pt x="338265" y="3123955"/>
                  <a:pt x="269621" y="3094345"/>
                  <a:pt x="201232" y="3064417"/>
                </a:cubicBezTo>
                <a:cubicBezTo>
                  <a:pt x="169840" y="3050663"/>
                  <a:pt x="161180" y="3052892"/>
                  <a:pt x="139848" y="3080273"/>
                </a:cubicBezTo>
                <a:cubicBezTo>
                  <a:pt x="121318" y="3104152"/>
                  <a:pt x="102087" y="3127521"/>
                  <a:pt x="84258" y="3151973"/>
                </a:cubicBezTo>
                <a:cubicBezTo>
                  <a:pt x="71013" y="3170057"/>
                  <a:pt x="54521" y="3179163"/>
                  <a:pt x="31406" y="3174705"/>
                </a:cubicBezTo>
                <a:cubicBezTo>
                  <a:pt x="21154" y="3172731"/>
                  <a:pt x="8992" y="3170121"/>
                  <a:pt x="2369" y="3181519"/>
                </a:cubicBezTo>
                <a:cubicBezTo>
                  <a:pt x="-3807" y="3192153"/>
                  <a:pt x="3452" y="3201832"/>
                  <a:pt x="8673" y="3210874"/>
                </a:cubicBezTo>
                <a:cubicBezTo>
                  <a:pt x="14022" y="3220107"/>
                  <a:pt x="20199" y="3229022"/>
                  <a:pt x="27585" y="3236663"/>
                </a:cubicBezTo>
                <a:cubicBezTo>
                  <a:pt x="65919" y="3276334"/>
                  <a:pt x="99859" y="3320016"/>
                  <a:pt x="138638" y="3359178"/>
                </a:cubicBezTo>
                <a:cubicBezTo>
                  <a:pt x="163154" y="3383948"/>
                  <a:pt x="177863" y="3411265"/>
                  <a:pt x="174679" y="3447115"/>
                </a:cubicBezTo>
                <a:cubicBezTo>
                  <a:pt x="172259" y="3473987"/>
                  <a:pt x="181684" y="3497356"/>
                  <a:pt x="196966" y="3519452"/>
                </a:cubicBezTo>
                <a:cubicBezTo>
                  <a:pt x="216961" y="3548425"/>
                  <a:pt x="245106" y="3566573"/>
                  <a:pt x="275225" y="3582174"/>
                </a:cubicBezTo>
                <a:cubicBezTo>
                  <a:pt x="366983" y="3629677"/>
                  <a:pt x="466829" y="3653301"/>
                  <a:pt x="566356" y="3676352"/>
                </a:cubicBezTo>
                <a:cubicBezTo>
                  <a:pt x="611821" y="3686859"/>
                  <a:pt x="649581" y="3704242"/>
                  <a:pt x="679446" y="3740156"/>
                </a:cubicBezTo>
                <a:cubicBezTo>
                  <a:pt x="726439" y="3796701"/>
                  <a:pt x="786932" y="3834589"/>
                  <a:pt x="852456" y="3866491"/>
                </a:cubicBezTo>
                <a:cubicBezTo>
                  <a:pt x="910784" y="3894891"/>
                  <a:pt x="966883" y="3927621"/>
                  <a:pt x="1020563" y="3964426"/>
                </a:cubicBezTo>
                <a:cubicBezTo>
                  <a:pt x="1112894" y="4027721"/>
                  <a:pt x="1199367" y="4099676"/>
                  <a:pt x="1299085" y="4152018"/>
                </a:cubicBezTo>
                <a:cubicBezTo>
                  <a:pt x="1317870" y="4161888"/>
                  <a:pt x="1326658" y="4179017"/>
                  <a:pt x="1326976" y="4200413"/>
                </a:cubicBezTo>
                <a:cubicBezTo>
                  <a:pt x="1327167" y="4212957"/>
                  <a:pt x="1326148" y="4225310"/>
                  <a:pt x="1324110" y="4237600"/>
                </a:cubicBezTo>
                <a:cubicBezTo>
                  <a:pt x="1320736" y="4257467"/>
                  <a:pt x="1326403" y="4272368"/>
                  <a:pt x="1346143" y="4280709"/>
                </a:cubicBezTo>
                <a:cubicBezTo>
                  <a:pt x="1355949" y="4284848"/>
                  <a:pt x="1364927" y="4291089"/>
                  <a:pt x="1374925" y="4294655"/>
                </a:cubicBezTo>
                <a:cubicBezTo>
                  <a:pt x="1399313" y="4303378"/>
                  <a:pt x="1418161" y="4318024"/>
                  <a:pt x="1431979" y="4340374"/>
                </a:cubicBezTo>
                <a:cubicBezTo>
                  <a:pt x="1442932" y="4358140"/>
                  <a:pt x="1459551" y="4369539"/>
                  <a:pt x="1478909" y="4378326"/>
                </a:cubicBezTo>
                <a:cubicBezTo>
                  <a:pt x="1537364" y="4404879"/>
                  <a:pt x="1596647" y="4428058"/>
                  <a:pt x="1660006" y="4440729"/>
                </a:cubicBezTo>
                <a:cubicBezTo>
                  <a:pt x="1698658" y="4448434"/>
                  <a:pt x="1705726" y="4460214"/>
                  <a:pt x="1706172" y="4500267"/>
                </a:cubicBezTo>
                <a:cubicBezTo>
                  <a:pt x="1706363" y="4520707"/>
                  <a:pt x="1704835" y="4541275"/>
                  <a:pt x="1707382" y="4561652"/>
                </a:cubicBezTo>
                <a:cubicBezTo>
                  <a:pt x="1715214" y="4623928"/>
                  <a:pt x="1713112" y="4685949"/>
                  <a:pt x="1703943" y="4747779"/>
                </a:cubicBezTo>
                <a:cubicBezTo>
                  <a:pt x="1682993" y="4888632"/>
                  <a:pt x="1687705" y="5029613"/>
                  <a:pt x="1699231" y="5170785"/>
                </a:cubicBezTo>
                <a:cubicBezTo>
                  <a:pt x="1705280" y="5245287"/>
                  <a:pt x="1709865" y="5319661"/>
                  <a:pt x="1695983" y="5393972"/>
                </a:cubicBezTo>
                <a:cubicBezTo>
                  <a:pt x="1683375" y="5461279"/>
                  <a:pt x="1675479" y="5529031"/>
                  <a:pt x="1672423" y="5597738"/>
                </a:cubicBezTo>
                <a:cubicBezTo>
                  <a:pt x="1670322" y="5644477"/>
                  <a:pt x="1673951" y="5692490"/>
                  <a:pt x="1660133" y="5738209"/>
                </a:cubicBezTo>
                <a:cubicBezTo>
                  <a:pt x="1648926" y="5775269"/>
                  <a:pt x="1644915" y="5813476"/>
                  <a:pt x="1643259" y="5851427"/>
                </a:cubicBezTo>
                <a:cubicBezTo>
                  <a:pt x="1638038" y="5970375"/>
                  <a:pt x="1628995" y="6089324"/>
                  <a:pt x="1631542" y="6208527"/>
                </a:cubicBezTo>
                <a:cubicBezTo>
                  <a:pt x="1635554" y="6396501"/>
                  <a:pt x="1625366" y="6583520"/>
                  <a:pt x="1597985" y="6769647"/>
                </a:cubicBezTo>
                <a:cubicBezTo>
                  <a:pt x="1591999" y="6810273"/>
                  <a:pt x="1598367" y="6816896"/>
                  <a:pt x="1639120" y="6818042"/>
                </a:cubicBezTo>
                <a:cubicBezTo>
                  <a:pt x="1711966" y="6820144"/>
                  <a:pt x="1784749" y="6819634"/>
                  <a:pt x="1857659" y="6822053"/>
                </a:cubicBezTo>
                <a:cubicBezTo>
                  <a:pt x="1977499" y="6826001"/>
                  <a:pt x="2097403" y="6827020"/>
                  <a:pt x="2217179" y="6833516"/>
                </a:cubicBezTo>
                <a:cubicBezTo>
                  <a:pt x="2294292" y="6837718"/>
                  <a:pt x="2371468" y="6840965"/>
                  <a:pt x="2448644" y="6843895"/>
                </a:cubicBezTo>
                <a:cubicBezTo>
                  <a:pt x="2594655" y="6849499"/>
                  <a:pt x="2740858" y="6850517"/>
                  <a:pt x="2886869" y="6856120"/>
                </a:cubicBezTo>
                <a:cubicBezTo>
                  <a:pt x="2913040" y="6857139"/>
                  <a:pt x="2925075" y="6846060"/>
                  <a:pt x="2933289" y="6822563"/>
                </a:cubicBezTo>
                <a:cubicBezTo>
                  <a:pt x="2947871" y="6780727"/>
                  <a:pt x="2951819" y="6737618"/>
                  <a:pt x="2954557" y="6694127"/>
                </a:cubicBezTo>
                <a:cubicBezTo>
                  <a:pt x="2956149" y="6668210"/>
                  <a:pt x="2956404" y="6641020"/>
                  <a:pt x="2976207" y="6621662"/>
                </a:cubicBezTo>
                <a:cubicBezTo>
                  <a:pt x="3024984" y="6573905"/>
                  <a:pt x="3031415" y="6514749"/>
                  <a:pt x="3025366" y="6451645"/>
                </a:cubicBezTo>
                <a:cubicBezTo>
                  <a:pt x="3022245" y="6419297"/>
                  <a:pt x="3024411" y="6388096"/>
                  <a:pt x="3037592" y="6357531"/>
                </a:cubicBezTo>
                <a:cubicBezTo>
                  <a:pt x="3055867" y="6315058"/>
                  <a:pt x="3074270" y="6272522"/>
                  <a:pt x="3090762" y="6229349"/>
                </a:cubicBezTo>
                <a:cubicBezTo>
                  <a:pt x="3108846" y="6182228"/>
                  <a:pt x="3135781" y="6142176"/>
                  <a:pt x="3177362" y="6113776"/>
                </a:cubicBezTo>
                <a:cubicBezTo>
                  <a:pt x="3232125" y="6076334"/>
                  <a:pt x="3263772" y="6026347"/>
                  <a:pt x="3270203" y="5959869"/>
                </a:cubicBezTo>
                <a:cubicBezTo>
                  <a:pt x="3273069" y="5930450"/>
                  <a:pt x="3288670" y="5906507"/>
                  <a:pt x="3309810" y="5886067"/>
                </a:cubicBezTo>
                <a:cubicBezTo>
                  <a:pt x="3323947" y="5872440"/>
                  <a:pt x="3338019" y="5858495"/>
                  <a:pt x="3344769" y="5839519"/>
                </a:cubicBezTo>
                <a:cubicBezTo>
                  <a:pt x="3375525" y="5752282"/>
                  <a:pt x="3407491" y="5665873"/>
                  <a:pt x="3403925" y="5570294"/>
                </a:cubicBezTo>
                <a:cubicBezTo>
                  <a:pt x="3402269" y="5526548"/>
                  <a:pt x="3407491" y="5482292"/>
                  <a:pt x="3420863" y="5438864"/>
                </a:cubicBezTo>
                <a:cubicBezTo>
                  <a:pt x="3436909" y="5386777"/>
                  <a:pt x="3439711" y="5331760"/>
                  <a:pt x="3432197" y="5277635"/>
                </a:cubicBezTo>
                <a:cubicBezTo>
                  <a:pt x="3426021" y="5233124"/>
                  <a:pt x="3426657" y="5189378"/>
                  <a:pt x="3432388" y="5144995"/>
                </a:cubicBezTo>
                <a:cubicBezTo>
                  <a:pt x="3441239" y="5076224"/>
                  <a:pt x="3445506" y="5006689"/>
                  <a:pt x="3444232" y="4937600"/>
                </a:cubicBezTo>
                <a:cubicBezTo>
                  <a:pt x="3443213" y="4884621"/>
                  <a:pt x="3441048" y="4831005"/>
                  <a:pt x="3431561" y="4778281"/>
                </a:cubicBezTo>
                <a:cubicBezTo>
                  <a:pt x="3425766" y="4746251"/>
                  <a:pt x="3430287" y="4735681"/>
                  <a:pt x="3458496" y="4722117"/>
                </a:cubicBezTo>
                <a:cubicBezTo>
                  <a:pt x="3492181" y="4705880"/>
                  <a:pt x="3510838" y="4678690"/>
                  <a:pt x="3524911" y="4645641"/>
                </a:cubicBezTo>
                <a:cubicBezTo>
                  <a:pt x="3564390" y="4552992"/>
                  <a:pt x="3594955" y="4457221"/>
                  <a:pt x="3626539" y="4361834"/>
                </a:cubicBezTo>
                <a:cubicBezTo>
                  <a:pt x="3681047" y="4197102"/>
                  <a:pt x="3741412" y="4034471"/>
                  <a:pt x="3800568" y="3871394"/>
                </a:cubicBezTo>
                <a:cubicBezTo>
                  <a:pt x="3822982" y="3809500"/>
                  <a:pt x="3845587" y="3747479"/>
                  <a:pt x="3876471" y="3689215"/>
                </a:cubicBezTo>
                <a:cubicBezTo>
                  <a:pt x="3931106" y="3586313"/>
                  <a:pt x="3989625" y="3485512"/>
                  <a:pt x="4044514" y="3382738"/>
                </a:cubicBezTo>
                <a:cubicBezTo>
                  <a:pt x="4062726" y="3348671"/>
                  <a:pt x="4075143" y="3312884"/>
                  <a:pt x="4081256" y="3274678"/>
                </a:cubicBezTo>
                <a:cubicBezTo>
                  <a:pt x="4096984" y="3175979"/>
                  <a:pt x="4097175" y="3076261"/>
                  <a:pt x="4101887" y="2976861"/>
                </a:cubicBezTo>
                <a:cubicBezTo>
                  <a:pt x="4105134" y="2906753"/>
                  <a:pt x="4097876" y="2836518"/>
                  <a:pt x="4099404" y="2766282"/>
                </a:cubicBezTo>
                <a:close/>
                <a:moveTo>
                  <a:pt x="1940057" y="3793008"/>
                </a:moveTo>
                <a:cubicBezTo>
                  <a:pt x="1936491" y="3803005"/>
                  <a:pt x="1932670" y="3812939"/>
                  <a:pt x="1928722" y="3822809"/>
                </a:cubicBezTo>
                <a:cubicBezTo>
                  <a:pt x="1917006" y="3851846"/>
                  <a:pt x="1917515" y="3851272"/>
                  <a:pt x="1895801" y="3829941"/>
                </a:cubicBezTo>
                <a:cubicBezTo>
                  <a:pt x="1888542" y="3822745"/>
                  <a:pt x="1877972" y="3818479"/>
                  <a:pt x="1868357" y="3814149"/>
                </a:cubicBezTo>
                <a:cubicBezTo>
                  <a:pt x="1784303" y="3776261"/>
                  <a:pt x="1700123" y="3738692"/>
                  <a:pt x="1616005" y="3700995"/>
                </a:cubicBezTo>
                <a:cubicBezTo>
                  <a:pt x="1589707" y="3689215"/>
                  <a:pt x="1589388" y="3687623"/>
                  <a:pt x="1612758" y="3669347"/>
                </a:cubicBezTo>
                <a:cubicBezTo>
                  <a:pt x="1661280" y="3631460"/>
                  <a:pt x="1720372" y="3621080"/>
                  <a:pt x="1777808" y="3606626"/>
                </a:cubicBezTo>
                <a:cubicBezTo>
                  <a:pt x="1789015" y="3604142"/>
                  <a:pt x="1791308" y="3611083"/>
                  <a:pt x="1793218" y="3619870"/>
                </a:cubicBezTo>
                <a:cubicBezTo>
                  <a:pt x="1807482" y="3686286"/>
                  <a:pt x="1852629" y="3721371"/>
                  <a:pt x="1914395" y="3740729"/>
                </a:cubicBezTo>
                <a:cubicBezTo>
                  <a:pt x="1952856" y="3752828"/>
                  <a:pt x="1953429" y="3755693"/>
                  <a:pt x="1940057" y="3793008"/>
                </a:cubicBezTo>
                <a:close/>
                <a:moveTo>
                  <a:pt x="2740030" y="2085894"/>
                </a:moveTo>
                <a:cubicBezTo>
                  <a:pt x="2728504" y="2096656"/>
                  <a:pt x="2720163" y="2107354"/>
                  <a:pt x="2701633" y="2090224"/>
                </a:cubicBezTo>
                <a:cubicBezTo>
                  <a:pt x="2680938" y="2071058"/>
                  <a:pt x="2688197" y="2055839"/>
                  <a:pt x="2697493" y="2036991"/>
                </a:cubicBezTo>
                <a:cubicBezTo>
                  <a:pt x="2711120" y="2040811"/>
                  <a:pt x="2720799" y="2050235"/>
                  <a:pt x="2729778" y="2059278"/>
                </a:cubicBezTo>
                <a:cubicBezTo>
                  <a:pt x="2736336" y="2065773"/>
                  <a:pt x="2757923" y="2069275"/>
                  <a:pt x="2740030" y="2085894"/>
                </a:cubicBezTo>
                <a:close/>
                <a:moveTo>
                  <a:pt x="2833953" y="2006935"/>
                </a:moveTo>
                <a:cubicBezTo>
                  <a:pt x="2832743" y="2021071"/>
                  <a:pt x="2820454" y="2026038"/>
                  <a:pt x="2810393" y="2029668"/>
                </a:cubicBezTo>
                <a:cubicBezTo>
                  <a:pt x="2798230" y="2034125"/>
                  <a:pt x="2797020" y="2020053"/>
                  <a:pt x="2794028" y="2013303"/>
                </a:cubicBezTo>
                <a:cubicBezTo>
                  <a:pt x="2777217" y="1974587"/>
                  <a:pt x="2754548" y="1941857"/>
                  <a:pt x="2712903" y="1926638"/>
                </a:cubicBezTo>
                <a:cubicBezTo>
                  <a:pt x="2705771" y="1924028"/>
                  <a:pt x="2702588" y="1918042"/>
                  <a:pt x="2699149" y="1911420"/>
                </a:cubicBezTo>
                <a:cubicBezTo>
                  <a:pt x="2674824" y="1864617"/>
                  <a:pt x="2640566" y="1846788"/>
                  <a:pt x="2587714" y="1854111"/>
                </a:cubicBezTo>
                <a:cubicBezTo>
                  <a:pt x="2570203" y="1856530"/>
                  <a:pt x="2552947" y="1861242"/>
                  <a:pt x="2535882" y="1865954"/>
                </a:cubicBezTo>
                <a:cubicBezTo>
                  <a:pt x="2518944" y="1870666"/>
                  <a:pt x="2502324" y="1876716"/>
                  <a:pt x="2480674" y="1883720"/>
                </a:cubicBezTo>
                <a:cubicBezTo>
                  <a:pt x="2487869" y="1865381"/>
                  <a:pt x="2498758" y="1853792"/>
                  <a:pt x="2499840" y="1838064"/>
                </a:cubicBezTo>
                <a:cubicBezTo>
                  <a:pt x="2500923" y="1822590"/>
                  <a:pt x="2510474" y="1821126"/>
                  <a:pt x="2523910" y="1821572"/>
                </a:cubicBezTo>
                <a:cubicBezTo>
                  <a:pt x="2594082" y="1823991"/>
                  <a:pt x="2664254" y="1825583"/>
                  <a:pt x="2734426" y="1827111"/>
                </a:cubicBezTo>
                <a:cubicBezTo>
                  <a:pt x="2743022" y="1827303"/>
                  <a:pt x="2751810" y="1828958"/>
                  <a:pt x="2760279" y="1823737"/>
                </a:cubicBezTo>
                <a:cubicBezTo>
                  <a:pt x="2787151" y="1806990"/>
                  <a:pt x="2789252" y="1796929"/>
                  <a:pt x="2769448" y="1771585"/>
                </a:cubicBezTo>
                <a:cubicBezTo>
                  <a:pt x="2756394" y="1754902"/>
                  <a:pt x="2741685" y="1739874"/>
                  <a:pt x="2723665" y="1727075"/>
                </a:cubicBezTo>
                <a:cubicBezTo>
                  <a:pt x="2734235" y="1713003"/>
                  <a:pt x="2748753" y="1706444"/>
                  <a:pt x="2763909" y="1702050"/>
                </a:cubicBezTo>
                <a:cubicBezTo>
                  <a:pt x="2781738" y="1696829"/>
                  <a:pt x="2805744" y="1709500"/>
                  <a:pt x="2807591" y="1726375"/>
                </a:cubicBezTo>
                <a:cubicBezTo>
                  <a:pt x="2816314" y="1806735"/>
                  <a:pt x="2836691" y="1885631"/>
                  <a:pt x="2836245" y="1967010"/>
                </a:cubicBezTo>
                <a:cubicBezTo>
                  <a:pt x="2836118" y="1980318"/>
                  <a:pt x="2835035" y="1993627"/>
                  <a:pt x="2833953" y="2006935"/>
                </a:cubicBezTo>
                <a:close/>
              </a:path>
            </a:pathLst>
          </a:custGeom>
          <a:solidFill>
            <a:schemeClr val="accent2"/>
          </a:solidFill>
          <a:ln w="63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xmlns="" id="{7ED8C378-40DB-4A83-B115-A824C724D9FA}"/>
              </a:ext>
            </a:extLst>
          </p:cNvPr>
          <p:cNvGrpSpPr/>
          <p:nvPr/>
        </p:nvGrpSpPr>
        <p:grpSpPr>
          <a:xfrm>
            <a:off x="8941092" y="4479429"/>
            <a:ext cx="2856749" cy="2296285"/>
            <a:chOff x="6903429" y="2595377"/>
            <a:chExt cx="4853142" cy="3901007"/>
          </a:xfrm>
        </p:grpSpPr>
        <p:sp>
          <p:nvSpPr>
            <p:cNvPr id="58" name="Graphic 2">
              <a:extLst>
                <a:ext uri="{FF2B5EF4-FFF2-40B4-BE49-F238E27FC236}">
                  <a16:creationId xmlns:a16="http://schemas.microsoft.com/office/drawing/2014/main" xmlns="" id="{29EFFC2D-1D98-4107-AE0D-334116479E46}"/>
                </a:ext>
              </a:extLst>
            </p:cNvPr>
            <p:cNvSpPr/>
            <p:nvPr/>
          </p:nvSpPr>
          <p:spPr>
            <a:xfrm>
              <a:off x="8530739" y="2595377"/>
              <a:ext cx="3225832" cy="3901007"/>
            </a:xfrm>
            <a:custGeom>
              <a:avLst/>
              <a:gdLst>
                <a:gd name="connsiteX0" fmla="*/ 0 w 3686175"/>
                <a:gd name="connsiteY0" fmla="*/ 2055386 h 4457700"/>
                <a:gd name="connsiteX1" fmla="*/ 0 w 3686175"/>
                <a:gd name="connsiteY1" fmla="*/ 1996331 h 4457700"/>
                <a:gd name="connsiteX2" fmla="*/ 120968 w 3686175"/>
                <a:gd name="connsiteY2" fmla="*/ 1869648 h 4457700"/>
                <a:gd name="connsiteX3" fmla="*/ 242888 w 3686175"/>
                <a:gd name="connsiteY3" fmla="*/ 1732488 h 4457700"/>
                <a:gd name="connsiteX4" fmla="*/ 277178 w 3686175"/>
                <a:gd name="connsiteY4" fmla="*/ 1493411 h 4457700"/>
                <a:gd name="connsiteX5" fmla="*/ 278130 w 3686175"/>
                <a:gd name="connsiteY5" fmla="*/ 1294338 h 4457700"/>
                <a:gd name="connsiteX6" fmla="*/ 447675 w 3686175"/>
                <a:gd name="connsiteY6" fmla="*/ 761891 h 4457700"/>
                <a:gd name="connsiteX7" fmla="*/ 462915 w 3686175"/>
                <a:gd name="connsiteY7" fmla="*/ 726648 h 4457700"/>
                <a:gd name="connsiteX8" fmla="*/ 461010 w 3686175"/>
                <a:gd name="connsiteY8" fmla="*/ 719981 h 4457700"/>
                <a:gd name="connsiteX9" fmla="*/ 445770 w 3686175"/>
                <a:gd name="connsiteY9" fmla="*/ 727601 h 4457700"/>
                <a:gd name="connsiteX10" fmla="*/ 495300 w 3686175"/>
                <a:gd name="connsiteY10" fmla="*/ 541863 h 4457700"/>
                <a:gd name="connsiteX11" fmla="*/ 458153 w 3686175"/>
                <a:gd name="connsiteY11" fmla="*/ 589488 h 4457700"/>
                <a:gd name="connsiteX12" fmla="*/ 647700 w 3686175"/>
                <a:gd name="connsiteY12" fmla="*/ 340886 h 4457700"/>
                <a:gd name="connsiteX13" fmla="*/ 582930 w 3686175"/>
                <a:gd name="connsiteY13" fmla="*/ 370413 h 4457700"/>
                <a:gd name="connsiteX14" fmla="*/ 600075 w 3686175"/>
                <a:gd name="connsiteY14" fmla="*/ 346601 h 4457700"/>
                <a:gd name="connsiteX15" fmla="*/ 776288 w 3686175"/>
                <a:gd name="connsiteY15" fmla="*/ 257066 h 4457700"/>
                <a:gd name="connsiteX16" fmla="*/ 891540 w 3686175"/>
                <a:gd name="connsiteY16" fmla="*/ 229443 h 4457700"/>
                <a:gd name="connsiteX17" fmla="*/ 938213 w 3686175"/>
                <a:gd name="connsiteY17" fmla="*/ 196106 h 4457700"/>
                <a:gd name="connsiteX18" fmla="*/ 1144905 w 3686175"/>
                <a:gd name="connsiteY18" fmla="*/ 31323 h 4457700"/>
                <a:gd name="connsiteX19" fmla="*/ 1165860 w 3686175"/>
                <a:gd name="connsiteY19" fmla="*/ 26561 h 4457700"/>
                <a:gd name="connsiteX20" fmla="*/ 1196340 w 3686175"/>
                <a:gd name="connsiteY20" fmla="*/ 32276 h 4457700"/>
                <a:gd name="connsiteX21" fmla="*/ 1301115 w 3686175"/>
                <a:gd name="connsiteY21" fmla="*/ 5606 h 4457700"/>
                <a:gd name="connsiteX22" fmla="*/ 1280160 w 3686175"/>
                <a:gd name="connsiteY22" fmla="*/ 28466 h 4457700"/>
                <a:gd name="connsiteX23" fmla="*/ 1403033 w 3686175"/>
                <a:gd name="connsiteY23" fmla="*/ 17036 h 4457700"/>
                <a:gd name="connsiteX24" fmla="*/ 1370648 w 3686175"/>
                <a:gd name="connsiteY24" fmla="*/ 37991 h 4457700"/>
                <a:gd name="connsiteX25" fmla="*/ 1378268 w 3686175"/>
                <a:gd name="connsiteY25" fmla="*/ 42753 h 4457700"/>
                <a:gd name="connsiteX26" fmla="*/ 1401128 w 3686175"/>
                <a:gd name="connsiteY26" fmla="*/ 48468 h 4457700"/>
                <a:gd name="connsiteX27" fmla="*/ 1682115 w 3686175"/>
                <a:gd name="connsiteY27" fmla="*/ 29418 h 4457700"/>
                <a:gd name="connsiteX28" fmla="*/ 2013585 w 3686175"/>
                <a:gd name="connsiteY28" fmla="*/ 28466 h 4457700"/>
                <a:gd name="connsiteX29" fmla="*/ 2286000 w 3686175"/>
                <a:gd name="connsiteY29" fmla="*/ 58946 h 4457700"/>
                <a:gd name="connsiteX30" fmla="*/ 2541270 w 3686175"/>
                <a:gd name="connsiteY30" fmla="*/ 109428 h 4457700"/>
                <a:gd name="connsiteX31" fmla="*/ 2574608 w 3686175"/>
                <a:gd name="connsiteY31" fmla="*/ 121811 h 4457700"/>
                <a:gd name="connsiteX32" fmla="*/ 2751773 w 3686175"/>
                <a:gd name="connsiteY32" fmla="*/ 214203 h 4457700"/>
                <a:gd name="connsiteX33" fmla="*/ 2498408 w 3686175"/>
                <a:gd name="connsiteY33" fmla="*/ 34181 h 4457700"/>
                <a:gd name="connsiteX34" fmla="*/ 2518410 w 3686175"/>
                <a:gd name="connsiteY34" fmla="*/ 32276 h 4457700"/>
                <a:gd name="connsiteX35" fmla="*/ 2828925 w 3686175"/>
                <a:gd name="connsiteY35" fmla="*/ 302786 h 4457700"/>
                <a:gd name="connsiteX36" fmla="*/ 2837498 w 3686175"/>
                <a:gd name="connsiteY36" fmla="*/ 374223 h 4457700"/>
                <a:gd name="connsiteX37" fmla="*/ 3133725 w 3686175"/>
                <a:gd name="connsiteY37" fmla="*/ 293261 h 4457700"/>
                <a:gd name="connsiteX38" fmla="*/ 3069908 w 3686175"/>
                <a:gd name="connsiteY38" fmla="*/ 293261 h 4457700"/>
                <a:gd name="connsiteX39" fmla="*/ 2973705 w 3686175"/>
                <a:gd name="connsiteY39" fmla="*/ 308501 h 4457700"/>
                <a:gd name="connsiteX40" fmla="*/ 2908935 w 3686175"/>
                <a:gd name="connsiteY40" fmla="*/ 366603 h 4457700"/>
                <a:gd name="connsiteX41" fmla="*/ 2924175 w 3686175"/>
                <a:gd name="connsiteY41" fmla="*/ 396131 h 4457700"/>
                <a:gd name="connsiteX42" fmla="*/ 2972753 w 3686175"/>
                <a:gd name="connsiteY42" fmla="*/ 388511 h 4457700"/>
                <a:gd name="connsiteX43" fmla="*/ 3132773 w 3686175"/>
                <a:gd name="connsiteY43" fmla="*/ 368508 h 4457700"/>
                <a:gd name="connsiteX44" fmla="*/ 2998470 w 3686175"/>
                <a:gd name="connsiteY44" fmla="*/ 405656 h 4457700"/>
                <a:gd name="connsiteX45" fmla="*/ 3079433 w 3686175"/>
                <a:gd name="connsiteY45" fmla="*/ 414228 h 4457700"/>
                <a:gd name="connsiteX46" fmla="*/ 3160395 w 3686175"/>
                <a:gd name="connsiteY46" fmla="*/ 445661 h 4457700"/>
                <a:gd name="connsiteX47" fmla="*/ 3083243 w 3686175"/>
                <a:gd name="connsiteY47" fmla="*/ 435183 h 4457700"/>
                <a:gd name="connsiteX48" fmla="*/ 3215640 w 3686175"/>
                <a:gd name="connsiteY48" fmla="*/ 491381 h 4457700"/>
                <a:gd name="connsiteX49" fmla="*/ 3157538 w 3686175"/>
                <a:gd name="connsiteY49" fmla="*/ 476141 h 4457700"/>
                <a:gd name="connsiteX50" fmla="*/ 3173730 w 3686175"/>
                <a:gd name="connsiteY50" fmla="*/ 494238 h 4457700"/>
                <a:gd name="connsiteX51" fmla="*/ 3308033 w 3686175"/>
                <a:gd name="connsiteY51" fmla="*/ 689501 h 4457700"/>
                <a:gd name="connsiteX52" fmla="*/ 3393758 w 3686175"/>
                <a:gd name="connsiteY52" fmla="*/ 842853 h 4457700"/>
                <a:gd name="connsiteX53" fmla="*/ 3467100 w 3686175"/>
                <a:gd name="connsiteY53" fmla="*/ 1227663 h 4457700"/>
                <a:gd name="connsiteX54" fmla="*/ 3483293 w 3686175"/>
                <a:gd name="connsiteY54" fmla="*/ 1302911 h 4457700"/>
                <a:gd name="connsiteX55" fmla="*/ 3605213 w 3686175"/>
                <a:gd name="connsiteY55" fmla="*/ 1573421 h 4457700"/>
                <a:gd name="connsiteX56" fmla="*/ 3558540 w 3686175"/>
                <a:gd name="connsiteY56" fmla="*/ 1822976 h 4457700"/>
                <a:gd name="connsiteX57" fmla="*/ 3527108 w 3686175"/>
                <a:gd name="connsiteY57" fmla="*/ 1921083 h 4457700"/>
                <a:gd name="connsiteX58" fmla="*/ 3553778 w 3686175"/>
                <a:gd name="connsiteY58" fmla="*/ 2005856 h 4457700"/>
                <a:gd name="connsiteX59" fmla="*/ 3622358 w 3686175"/>
                <a:gd name="connsiteY59" fmla="*/ 2024906 h 4457700"/>
                <a:gd name="connsiteX60" fmla="*/ 3668078 w 3686175"/>
                <a:gd name="connsiteY60" fmla="*/ 1975376 h 4457700"/>
                <a:gd name="connsiteX61" fmla="*/ 3673793 w 3686175"/>
                <a:gd name="connsiteY61" fmla="*/ 1944896 h 4457700"/>
                <a:gd name="connsiteX62" fmla="*/ 3639503 w 3686175"/>
                <a:gd name="connsiteY62" fmla="*/ 2080151 h 4457700"/>
                <a:gd name="connsiteX63" fmla="*/ 3585210 w 3686175"/>
                <a:gd name="connsiteY63" fmla="*/ 2164923 h 4457700"/>
                <a:gd name="connsiteX64" fmla="*/ 3498533 w 3686175"/>
                <a:gd name="connsiteY64" fmla="*/ 2310656 h 4457700"/>
                <a:gd name="connsiteX65" fmla="*/ 3452813 w 3686175"/>
                <a:gd name="connsiteY65" fmla="*/ 2408764 h 4457700"/>
                <a:gd name="connsiteX66" fmla="*/ 3448050 w 3686175"/>
                <a:gd name="connsiteY66" fmla="*/ 2458293 h 4457700"/>
                <a:gd name="connsiteX67" fmla="*/ 3183255 w 3686175"/>
                <a:gd name="connsiteY67" fmla="*/ 2671654 h 4457700"/>
                <a:gd name="connsiteX68" fmla="*/ 3066098 w 3686175"/>
                <a:gd name="connsiteY68" fmla="*/ 2803098 h 4457700"/>
                <a:gd name="connsiteX69" fmla="*/ 3066098 w 3686175"/>
                <a:gd name="connsiteY69" fmla="*/ 2880251 h 4457700"/>
                <a:gd name="connsiteX70" fmla="*/ 3031808 w 3686175"/>
                <a:gd name="connsiteY70" fmla="*/ 3010743 h 4457700"/>
                <a:gd name="connsiteX71" fmla="*/ 2946083 w 3686175"/>
                <a:gd name="connsiteY71" fmla="*/ 3070751 h 4457700"/>
                <a:gd name="connsiteX72" fmla="*/ 2998470 w 3686175"/>
                <a:gd name="connsiteY72" fmla="*/ 2908826 h 4457700"/>
                <a:gd name="connsiteX73" fmla="*/ 2875598 w 3686175"/>
                <a:gd name="connsiteY73" fmla="*/ 3078371 h 4457700"/>
                <a:gd name="connsiteX74" fmla="*/ 2957513 w 3686175"/>
                <a:gd name="connsiteY74" fmla="*/ 2907873 h 4457700"/>
                <a:gd name="connsiteX75" fmla="*/ 2829878 w 3686175"/>
                <a:gd name="connsiteY75" fmla="*/ 3063131 h 4457700"/>
                <a:gd name="connsiteX76" fmla="*/ 2926080 w 3686175"/>
                <a:gd name="connsiteY76" fmla="*/ 2949783 h 4457700"/>
                <a:gd name="connsiteX77" fmla="*/ 2812733 w 3686175"/>
                <a:gd name="connsiteY77" fmla="*/ 3049796 h 4457700"/>
                <a:gd name="connsiteX78" fmla="*/ 2533650 w 3686175"/>
                <a:gd name="connsiteY78" fmla="*/ 3226008 h 4457700"/>
                <a:gd name="connsiteX79" fmla="*/ 2338388 w 3686175"/>
                <a:gd name="connsiteY79" fmla="*/ 3264108 h 4457700"/>
                <a:gd name="connsiteX80" fmla="*/ 2214563 w 3686175"/>
                <a:gd name="connsiteY80" fmla="*/ 3397458 h 4457700"/>
                <a:gd name="connsiteX81" fmla="*/ 2216468 w 3686175"/>
                <a:gd name="connsiteY81" fmla="*/ 3450798 h 4457700"/>
                <a:gd name="connsiteX82" fmla="*/ 2396490 w 3686175"/>
                <a:gd name="connsiteY82" fmla="*/ 3977531 h 4457700"/>
                <a:gd name="connsiteX83" fmla="*/ 2577465 w 3686175"/>
                <a:gd name="connsiteY83" fmla="*/ 4291856 h 4457700"/>
                <a:gd name="connsiteX84" fmla="*/ 2556510 w 3686175"/>
                <a:gd name="connsiteY84" fmla="*/ 4342339 h 4457700"/>
                <a:gd name="connsiteX85" fmla="*/ 1666875 w 3686175"/>
                <a:gd name="connsiteY85" fmla="*/ 4464259 h 4457700"/>
                <a:gd name="connsiteX86" fmla="*/ 1286828 w 3686175"/>
                <a:gd name="connsiteY86" fmla="*/ 4460449 h 4457700"/>
                <a:gd name="connsiteX87" fmla="*/ 743903 w 3686175"/>
                <a:gd name="connsiteY87" fmla="*/ 4396631 h 4457700"/>
                <a:gd name="connsiteX88" fmla="*/ 716280 w 3686175"/>
                <a:gd name="connsiteY88" fmla="*/ 4354721 h 4457700"/>
                <a:gd name="connsiteX89" fmla="*/ 808673 w 3686175"/>
                <a:gd name="connsiteY89" fmla="*/ 3804176 h 4457700"/>
                <a:gd name="connsiteX90" fmla="*/ 759143 w 3686175"/>
                <a:gd name="connsiteY90" fmla="*/ 3469848 h 4457700"/>
                <a:gd name="connsiteX91" fmla="*/ 602933 w 3686175"/>
                <a:gd name="connsiteY91" fmla="*/ 3306018 h 4457700"/>
                <a:gd name="connsiteX92" fmla="*/ 296228 w 3686175"/>
                <a:gd name="connsiteY92" fmla="*/ 3193623 h 4457700"/>
                <a:gd name="connsiteX93" fmla="*/ 180023 w 3686175"/>
                <a:gd name="connsiteY93" fmla="*/ 3141236 h 4457700"/>
                <a:gd name="connsiteX94" fmla="*/ 73343 w 3686175"/>
                <a:gd name="connsiteY94" fmla="*/ 2839293 h 4457700"/>
                <a:gd name="connsiteX95" fmla="*/ 70485 w 3686175"/>
                <a:gd name="connsiteY95" fmla="*/ 2664033 h 4457700"/>
                <a:gd name="connsiteX96" fmla="*/ 89535 w 3686175"/>
                <a:gd name="connsiteY96" fmla="*/ 2507823 h 4457700"/>
                <a:gd name="connsiteX97" fmla="*/ 87630 w 3686175"/>
                <a:gd name="connsiteY97" fmla="*/ 2477343 h 4457700"/>
                <a:gd name="connsiteX98" fmla="*/ 65723 w 3686175"/>
                <a:gd name="connsiteY98" fmla="*/ 2304941 h 4457700"/>
                <a:gd name="connsiteX99" fmla="*/ 82868 w 3686175"/>
                <a:gd name="connsiteY99" fmla="*/ 2251601 h 4457700"/>
                <a:gd name="connsiteX100" fmla="*/ 42863 w 3686175"/>
                <a:gd name="connsiteY100" fmla="*/ 2117298 h 4457700"/>
                <a:gd name="connsiteX101" fmla="*/ 0 w 3686175"/>
                <a:gd name="connsiteY101" fmla="*/ 2055386 h 4457700"/>
                <a:gd name="connsiteX102" fmla="*/ 2730818 w 3686175"/>
                <a:gd name="connsiteY102" fmla="*/ 275163 h 4457700"/>
                <a:gd name="connsiteX103" fmla="*/ 2600325 w 3686175"/>
                <a:gd name="connsiteY103" fmla="*/ 147528 h 4457700"/>
                <a:gd name="connsiteX104" fmla="*/ 2730818 w 3686175"/>
                <a:gd name="connsiteY104" fmla="*/ 275163 h 445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686175" h="4457700">
                  <a:moveTo>
                    <a:pt x="0" y="2055386"/>
                  </a:moveTo>
                  <a:cubicBezTo>
                    <a:pt x="0" y="2035383"/>
                    <a:pt x="0" y="2015381"/>
                    <a:pt x="0" y="1996331"/>
                  </a:cubicBezTo>
                  <a:cubicBezTo>
                    <a:pt x="26670" y="1941086"/>
                    <a:pt x="67628" y="1899176"/>
                    <a:pt x="120968" y="1869648"/>
                  </a:cubicBezTo>
                  <a:cubicBezTo>
                    <a:pt x="178118" y="1838216"/>
                    <a:pt x="217170" y="1791543"/>
                    <a:pt x="242888" y="1732488"/>
                  </a:cubicBezTo>
                  <a:cubicBezTo>
                    <a:pt x="276225" y="1656288"/>
                    <a:pt x="282893" y="1575326"/>
                    <a:pt x="277178" y="1493411"/>
                  </a:cubicBezTo>
                  <a:cubicBezTo>
                    <a:pt x="272415" y="1426736"/>
                    <a:pt x="272415" y="1361013"/>
                    <a:pt x="278130" y="1294338"/>
                  </a:cubicBezTo>
                  <a:cubicBezTo>
                    <a:pt x="294323" y="1103838"/>
                    <a:pt x="345758" y="924768"/>
                    <a:pt x="447675" y="761891"/>
                  </a:cubicBezTo>
                  <a:cubicBezTo>
                    <a:pt x="454343" y="751413"/>
                    <a:pt x="461963" y="740936"/>
                    <a:pt x="462915" y="726648"/>
                  </a:cubicBezTo>
                  <a:cubicBezTo>
                    <a:pt x="462915" y="723791"/>
                    <a:pt x="461963" y="721886"/>
                    <a:pt x="461010" y="719981"/>
                  </a:cubicBezTo>
                  <a:cubicBezTo>
                    <a:pt x="453390" y="719028"/>
                    <a:pt x="456248" y="731411"/>
                    <a:pt x="445770" y="727601"/>
                  </a:cubicBezTo>
                  <a:cubicBezTo>
                    <a:pt x="451485" y="662831"/>
                    <a:pt x="477203" y="603776"/>
                    <a:pt x="495300" y="541863"/>
                  </a:cubicBezTo>
                  <a:cubicBezTo>
                    <a:pt x="482918" y="558056"/>
                    <a:pt x="470535" y="573296"/>
                    <a:pt x="458153" y="589488"/>
                  </a:cubicBezTo>
                  <a:cubicBezTo>
                    <a:pt x="495300" y="486618"/>
                    <a:pt x="560070" y="405656"/>
                    <a:pt x="647700" y="340886"/>
                  </a:cubicBezTo>
                  <a:cubicBezTo>
                    <a:pt x="626745" y="350411"/>
                    <a:pt x="605790" y="359936"/>
                    <a:pt x="582930" y="370413"/>
                  </a:cubicBezTo>
                  <a:cubicBezTo>
                    <a:pt x="584835" y="356126"/>
                    <a:pt x="593408" y="351363"/>
                    <a:pt x="600075" y="346601"/>
                  </a:cubicBezTo>
                  <a:cubicBezTo>
                    <a:pt x="653415" y="306596"/>
                    <a:pt x="711518" y="274211"/>
                    <a:pt x="776288" y="257066"/>
                  </a:cubicBezTo>
                  <a:cubicBezTo>
                    <a:pt x="814388" y="246588"/>
                    <a:pt x="853440" y="238016"/>
                    <a:pt x="891540" y="229443"/>
                  </a:cubicBezTo>
                  <a:cubicBezTo>
                    <a:pt x="912495" y="224681"/>
                    <a:pt x="925830" y="213251"/>
                    <a:pt x="938213" y="196106"/>
                  </a:cubicBezTo>
                  <a:cubicBezTo>
                    <a:pt x="991553" y="121811"/>
                    <a:pt x="1062038" y="69423"/>
                    <a:pt x="1144905" y="31323"/>
                  </a:cubicBezTo>
                  <a:cubicBezTo>
                    <a:pt x="1151573" y="28466"/>
                    <a:pt x="1163955" y="20846"/>
                    <a:pt x="1165860" y="26561"/>
                  </a:cubicBezTo>
                  <a:cubicBezTo>
                    <a:pt x="1173480" y="47516"/>
                    <a:pt x="1186815" y="34181"/>
                    <a:pt x="1196340" y="32276"/>
                  </a:cubicBezTo>
                  <a:cubicBezTo>
                    <a:pt x="1230630" y="25608"/>
                    <a:pt x="1263015" y="7511"/>
                    <a:pt x="1301115" y="5606"/>
                  </a:cubicBezTo>
                  <a:cubicBezTo>
                    <a:pt x="1297305" y="17036"/>
                    <a:pt x="1281113" y="14178"/>
                    <a:pt x="1280160" y="28466"/>
                  </a:cubicBezTo>
                  <a:cubicBezTo>
                    <a:pt x="1322070" y="37038"/>
                    <a:pt x="1360170" y="13226"/>
                    <a:pt x="1403033" y="17036"/>
                  </a:cubicBezTo>
                  <a:cubicBezTo>
                    <a:pt x="1394460" y="30371"/>
                    <a:pt x="1376363" y="24656"/>
                    <a:pt x="1370648" y="37991"/>
                  </a:cubicBezTo>
                  <a:cubicBezTo>
                    <a:pt x="1373505" y="39896"/>
                    <a:pt x="1375410" y="41801"/>
                    <a:pt x="1378268" y="42753"/>
                  </a:cubicBezTo>
                  <a:cubicBezTo>
                    <a:pt x="1385888" y="44658"/>
                    <a:pt x="1393508" y="46563"/>
                    <a:pt x="1401128" y="48468"/>
                  </a:cubicBezTo>
                  <a:cubicBezTo>
                    <a:pt x="1496378" y="69423"/>
                    <a:pt x="1589723" y="61803"/>
                    <a:pt x="1682115" y="29418"/>
                  </a:cubicBezTo>
                  <a:cubicBezTo>
                    <a:pt x="1792605" y="-8682"/>
                    <a:pt x="1903095" y="-10587"/>
                    <a:pt x="2013585" y="28466"/>
                  </a:cubicBezTo>
                  <a:cubicBezTo>
                    <a:pt x="2102168" y="59898"/>
                    <a:pt x="2193608" y="69423"/>
                    <a:pt x="2286000" y="58946"/>
                  </a:cubicBezTo>
                  <a:cubicBezTo>
                    <a:pt x="2377440" y="48468"/>
                    <a:pt x="2461260" y="67518"/>
                    <a:pt x="2541270" y="109428"/>
                  </a:cubicBezTo>
                  <a:cubicBezTo>
                    <a:pt x="2551748" y="115143"/>
                    <a:pt x="2562225" y="119906"/>
                    <a:pt x="2574608" y="121811"/>
                  </a:cubicBezTo>
                  <a:cubicBezTo>
                    <a:pt x="2644140" y="127526"/>
                    <a:pt x="2706053" y="147528"/>
                    <a:pt x="2751773" y="214203"/>
                  </a:cubicBezTo>
                  <a:cubicBezTo>
                    <a:pt x="2732723" y="109428"/>
                    <a:pt x="2665095" y="61803"/>
                    <a:pt x="2498408" y="34181"/>
                  </a:cubicBezTo>
                  <a:cubicBezTo>
                    <a:pt x="2509838" y="33228"/>
                    <a:pt x="2514600" y="32276"/>
                    <a:pt x="2518410" y="32276"/>
                  </a:cubicBezTo>
                  <a:cubicBezTo>
                    <a:pt x="2686050" y="23703"/>
                    <a:pt x="2806065" y="129431"/>
                    <a:pt x="2828925" y="302786"/>
                  </a:cubicBezTo>
                  <a:cubicBezTo>
                    <a:pt x="2831783" y="325646"/>
                    <a:pt x="2834640" y="348506"/>
                    <a:pt x="2837498" y="374223"/>
                  </a:cubicBezTo>
                  <a:cubicBezTo>
                    <a:pt x="2922270" y="277068"/>
                    <a:pt x="3033713" y="245636"/>
                    <a:pt x="3133725" y="293261"/>
                  </a:cubicBezTo>
                  <a:cubicBezTo>
                    <a:pt x="3108008" y="293261"/>
                    <a:pt x="3088958" y="293261"/>
                    <a:pt x="3069908" y="293261"/>
                  </a:cubicBezTo>
                  <a:cubicBezTo>
                    <a:pt x="3036570" y="293261"/>
                    <a:pt x="3004185" y="297071"/>
                    <a:pt x="2973705" y="308501"/>
                  </a:cubicBezTo>
                  <a:cubicBezTo>
                    <a:pt x="2945130" y="319931"/>
                    <a:pt x="2922270" y="338028"/>
                    <a:pt x="2908935" y="366603"/>
                  </a:cubicBezTo>
                  <a:cubicBezTo>
                    <a:pt x="2901315" y="382796"/>
                    <a:pt x="2905125" y="392321"/>
                    <a:pt x="2924175" y="396131"/>
                  </a:cubicBezTo>
                  <a:cubicBezTo>
                    <a:pt x="2941320" y="398988"/>
                    <a:pt x="2956560" y="397083"/>
                    <a:pt x="2972753" y="388511"/>
                  </a:cubicBezTo>
                  <a:cubicBezTo>
                    <a:pt x="3023235" y="360888"/>
                    <a:pt x="3077528" y="357078"/>
                    <a:pt x="3132773" y="368508"/>
                  </a:cubicBezTo>
                  <a:cubicBezTo>
                    <a:pt x="3086100" y="373271"/>
                    <a:pt x="3039428" y="375176"/>
                    <a:pt x="2998470" y="405656"/>
                  </a:cubicBezTo>
                  <a:cubicBezTo>
                    <a:pt x="3026093" y="408513"/>
                    <a:pt x="3052763" y="407561"/>
                    <a:pt x="3079433" y="414228"/>
                  </a:cubicBezTo>
                  <a:cubicBezTo>
                    <a:pt x="3105150" y="419943"/>
                    <a:pt x="3131820" y="426611"/>
                    <a:pt x="3160395" y="445661"/>
                  </a:cubicBezTo>
                  <a:cubicBezTo>
                    <a:pt x="3129915" y="441851"/>
                    <a:pt x="3108008" y="428516"/>
                    <a:pt x="3083243" y="435183"/>
                  </a:cubicBezTo>
                  <a:cubicBezTo>
                    <a:pt x="3128010" y="446613"/>
                    <a:pt x="3171825" y="458996"/>
                    <a:pt x="3215640" y="491381"/>
                  </a:cubicBezTo>
                  <a:cubicBezTo>
                    <a:pt x="3190875" y="488523"/>
                    <a:pt x="3176588" y="474236"/>
                    <a:pt x="3157538" y="476141"/>
                  </a:cubicBezTo>
                  <a:cubicBezTo>
                    <a:pt x="3159443" y="486618"/>
                    <a:pt x="3168015" y="489476"/>
                    <a:pt x="3173730" y="494238"/>
                  </a:cubicBezTo>
                  <a:cubicBezTo>
                    <a:pt x="3238500" y="545673"/>
                    <a:pt x="3286125" y="610443"/>
                    <a:pt x="3308033" y="689501"/>
                  </a:cubicBezTo>
                  <a:cubicBezTo>
                    <a:pt x="3324225" y="748556"/>
                    <a:pt x="3350895" y="796181"/>
                    <a:pt x="3393758" y="842853"/>
                  </a:cubicBezTo>
                  <a:cubicBezTo>
                    <a:pt x="3493770" y="953343"/>
                    <a:pt x="3506153" y="1087646"/>
                    <a:pt x="3467100" y="1227663"/>
                  </a:cubicBezTo>
                  <a:cubicBezTo>
                    <a:pt x="3458528" y="1258143"/>
                    <a:pt x="3463290" y="1279098"/>
                    <a:pt x="3483293" y="1302911"/>
                  </a:cubicBezTo>
                  <a:cubicBezTo>
                    <a:pt x="3549015" y="1381968"/>
                    <a:pt x="3601403" y="1465788"/>
                    <a:pt x="3605213" y="1573421"/>
                  </a:cubicBezTo>
                  <a:cubicBezTo>
                    <a:pt x="3608070" y="1660098"/>
                    <a:pt x="3608070" y="1745823"/>
                    <a:pt x="3558540" y="1822976"/>
                  </a:cubicBezTo>
                  <a:cubicBezTo>
                    <a:pt x="3539490" y="1852503"/>
                    <a:pt x="3529965" y="1885841"/>
                    <a:pt x="3527108" y="1921083"/>
                  </a:cubicBezTo>
                  <a:cubicBezTo>
                    <a:pt x="3524250" y="1953468"/>
                    <a:pt x="3530918" y="1982043"/>
                    <a:pt x="3553778" y="2005856"/>
                  </a:cubicBezTo>
                  <a:cubicBezTo>
                    <a:pt x="3572828" y="2024906"/>
                    <a:pt x="3595688" y="2030621"/>
                    <a:pt x="3622358" y="2024906"/>
                  </a:cubicBezTo>
                  <a:cubicBezTo>
                    <a:pt x="3649028" y="2019191"/>
                    <a:pt x="3662363" y="2001093"/>
                    <a:pt x="3668078" y="1975376"/>
                  </a:cubicBezTo>
                  <a:cubicBezTo>
                    <a:pt x="3669983" y="1965851"/>
                    <a:pt x="3671888" y="1956326"/>
                    <a:pt x="3673793" y="1944896"/>
                  </a:cubicBezTo>
                  <a:cubicBezTo>
                    <a:pt x="3698558" y="1998236"/>
                    <a:pt x="3686175" y="2063958"/>
                    <a:pt x="3639503" y="2080151"/>
                  </a:cubicBezTo>
                  <a:cubicBezTo>
                    <a:pt x="3592830" y="2096343"/>
                    <a:pt x="3582353" y="2117298"/>
                    <a:pt x="3585210" y="2164923"/>
                  </a:cubicBezTo>
                  <a:cubicBezTo>
                    <a:pt x="3588068" y="2226836"/>
                    <a:pt x="3544253" y="2273508"/>
                    <a:pt x="3498533" y="2310656"/>
                  </a:cubicBezTo>
                  <a:cubicBezTo>
                    <a:pt x="3466148" y="2337326"/>
                    <a:pt x="3451860" y="2368758"/>
                    <a:pt x="3452813" y="2408764"/>
                  </a:cubicBezTo>
                  <a:cubicBezTo>
                    <a:pt x="3452813" y="2425908"/>
                    <a:pt x="3455670" y="2442101"/>
                    <a:pt x="3448050" y="2458293"/>
                  </a:cubicBezTo>
                  <a:cubicBezTo>
                    <a:pt x="3397568" y="2577356"/>
                    <a:pt x="3317558" y="2657366"/>
                    <a:pt x="3183255" y="2671654"/>
                  </a:cubicBezTo>
                  <a:cubicBezTo>
                    <a:pt x="3115628" y="2678321"/>
                    <a:pt x="3066098" y="2735471"/>
                    <a:pt x="3066098" y="2803098"/>
                  </a:cubicBezTo>
                  <a:cubicBezTo>
                    <a:pt x="3066098" y="2828816"/>
                    <a:pt x="3067050" y="2854533"/>
                    <a:pt x="3066098" y="2880251"/>
                  </a:cubicBezTo>
                  <a:cubicBezTo>
                    <a:pt x="3064193" y="2925971"/>
                    <a:pt x="3056573" y="2970739"/>
                    <a:pt x="3031808" y="3010743"/>
                  </a:cubicBezTo>
                  <a:cubicBezTo>
                    <a:pt x="3012758" y="3042176"/>
                    <a:pt x="2987993" y="3064083"/>
                    <a:pt x="2946083" y="3070751"/>
                  </a:cubicBezTo>
                  <a:cubicBezTo>
                    <a:pt x="3017520" y="2962166"/>
                    <a:pt x="3022283" y="2946926"/>
                    <a:pt x="2998470" y="2908826"/>
                  </a:cubicBezTo>
                  <a:cubicBezTo>
                    <a:pt x="3002280" y="3000266"/>
                    <a:pt x="2945130" y="3079323"/>
                    <a:pt x="2875598" y="3078371"/>
                  </a:cubicBezTo>
                  <a:cubicBezTo>
                    <a:pt x="2962275" y="3022173"/>
                    <a:pt x="2990850" y="2963118"/>
                    <a:pt x="2957513" y="2907873"/>
                  </a:cubicBezTo>
                  <a:cubicBezTo>
                    <a:pt x="2949893" y="2994551"/>
                    <a:pt x="2906078" y="3051701"/>
                    <a:pt x="2829878" y="3063131"/>
                  </a:cubicBezTo>
                  <a:cubicBezTo>
                    <a:pt x="2885123" y="3033604"/>
                    <a:pt x="2924175" y="3001218"/>
                    <a:pt x="2926080" y="2949783"/>
                  </a:cubicBezTo>
                  <a:cubicBezTo>
                    <a:pt x="2889885" y="2981216"/>
                    <a:pt x="2850833" y="3014554"/>
                    <a:pt x="2812733" y="3049796"/>
                  </a:cubicBezTo>
                  <a:cubicBezTo>
                    <a:pt x="2730818" y="3125996"/>
                    <a:pt x="2642235" y="3190766"/>
                    <a:pt x="2533650" y="3226008"/>
                  </a:cubicBezTo>
                  <a:cubicBezTo>
                    <a:pt x="2469833" y="3246011"/>
                    <a:pt x="2405063" y="3258393"/>
                    <a:pt x="2338388" y="3264108"/>
                  </a:cubicBezTo>
                  <a:cubicBezTo>
                    <a:pt x="2262188" y="3270776"/>
                    <a:pt x="2216468" y="3321258"/>
                    <a:pt x="2214563" y="3397458"/>
                  </a:cubicBezTo>
                  <a:cubicBezTo>
                    <a:pt x="2214563" y="3415556"/>
                    <a:pt x="2213610" y="3433654"/>
                    <a:pt x="2216468" y="3450798"/>
                  </a:cubicBezTo>
                  <a:cubicBezTo>
                    <a:pt x="2251710" y="3634631"/>
                    <a:pt x="2308860" y="3811796"/>
                    <a:pt x="2396490" y="3977531"/>
                  </a:cubicBezTo>
                  <a:cubicBezTo>
                    <a:pt x="2452688" y="4084211"/>
                    <a:pt x="2516505" y="4187081"/>
                    <a:pt x="2577465" y="4291856"/>
                  </a:cubicBezTo>
                  <a:cubicBezTo>
                    <a:pt x="2599373" y="4329956"/>
                    <a:pt x="2598420" y="4330909"/>
                    <a:pt x="2556510" y="4342339"/>
                  </a:cubicBezTo>
                  <a:cubicBezTo>
                    <a:pt x="2265045" y="4418539"/>
                    <a:pt x="1966913" y="4454734"/>
                    <a:pt x="1666875" y="4464259"/>
                  </a:cubicBezTo>
                  <a:cubicBezTo>
                    <a:pt x="1540193" y="4468068"/>
                    <a:pt x="1413510" y="4467116"/>
                    <a:pt x="1286828" y="4460449"/>
                  </a:cubicBezTo>
                  <a:cubicBezTo>
                    <a:pt x="1104900" y="4449971"/>
                    <a:pt x="923925" y="4429016"/>
                    <a:pt x="743903" y="4396631"/>
                  </a:cubicBezTo>
                  <a:cubicBezTo>
                    <a:pt x="717233" y="4391868"/>
                    <a:pt x="709613" y="4382343"/>
                    <a:pt x="716280" y="4354721"/>
                  </a:cubicBezTo>
                  <a:cubicBezTo>
                    <a:pt x="762000" y="4173746"/>
                    <a:pt x="795338" y="3990866"/>
                    <a:pt x="808673" y="3804176"/>
                  </a:cubicBezTo>
                  <a:cubicBezTo>
                    <a:pt x="816293" y="3688923"/>
                    <a:pt x="805815" y="3576529"/>
                    <a:pt x="759143" y="3469848"/>
                  </a:cubicBezTo>
                  <a:cubicBezTo>
                    <a:pt x="726758" y="3397458"/>
                    <a:pt x="679133" y="3335546"/>
                    <a:pt x="602933" y="3306018"/>
                  </a:cubicBezTo>
                  <a:cubicBezTo>
                    <a:pt x="501968" y="3266014"/>
                    <a:pt x="401003" y="3225056"/>
                    <a:pt x="296228" y="3193623"/>
                  </a:cubicBezTo>
                  <a:cubicBezTo>
                    <a:pt x="255270" y="3181241"/>
                    <a:pt x="216218" y="3164096"/>
                    <a:pt x="180023" y="3141236"/>
                  </a:cubicBezTo>
                  <a:cubicBezTo>
                    <a:pt x="65723" y="3068846"/>
                    <a:pt x="29528" y="2966929"/>
                    <a:pt x="73343" y="2839293"/>
                  </a:cubicBezTo>
                  <a:cubicBezTo>
                    <a:pt x="93345" y="2780239"/>
                    <a:pt x="99060" y="2724041"/>
                    <a:pt x="70485" y="2664033"/>
                  </a:cubicBezTo>
                  <a:cubicBezTo>
                    <a:pt x="44768" y="2610693"/>
                    <a:pt x="49530" y="2555448"/>
                    <a:pt x="89535" y="2507823"/>
                  </a:cubicBezTo>
                  <a:cubicBezTo>
                    <a:pt x="100013" y="2495441"/>
                    <a:pt x="96203" y="2487821"/>
                    <a:pt x="87630" y="2477343"/>
                  </a:cubicBezTo>
                  <a:cubicBezTo>
                    <a:pt x="44768" y="2424956"/>
                    <a:pt x="39053" y="2366853"/>
                    <a:pt x="65723" y="2304941"/>
                  </a:cubicBezTo>
                  <a:cubicBezTo>
                    <a:pt x="73343" y="2287796"/>
                    <a:pt x="79058" y="2269698"/>
                    <a:pt x="82868" y="2251601"/>
                  </a:cubicBezTo>
                  <a:cubicBezTo>
                    <a:pt x="93345" y="2200166"/>
                    <a:pt x="89535" y="2153494"/>
                    <a:pt x="42863" y="2117298"/>
                  </a:cubicBezTo>
                  <a:cubicBezTo>
                    <a:pt x="22860" y="2104916"/>
                    <a:pt x="11430" y="2080151"/>
                    <a:pt x="0" y="2055386"/>
                  </a:cubicBezTo>
                  <a:close/>
                  <a:moveTo>
                    <a:pt x="2730818" y="275163"/>
                  </a:moveTo>
                  <a:cubicBezTo>
                    <a:pt x="2725103" y="205631"/>
                    <a:pt x="2662238" y="146576"/>
                    <a:pt x="2600325" y="147528"/>
                  </a:cubicBezTo>
                  <a:cubicBezTo>
                    <a:pt x="2647950" y="184676"/>
                    <a:pt x="2687955" y="226586"/>
                    <a:pt x="2730818" y="275163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xmlns="" id="{3C06816E-FA68-4F40-92A0-5E8213A1460E}"/>
                </a:ext>
              </a:extLst>
            </p:cNvPr>
            <p:cNvSpPr/>
            <p:nvPr/>
          </p:nvSpPr>
          <p:spPr>
            <a:xfrm flipH="1">
              <a:off x="6903429" y="4790660"/>
              <a:ext cx="1713807" cy="1606332"/>
            </a:xfrm>
            <a:custGeom>
              <a:avLst/>
              <a:gdLst>
                <a:gd name="connsiteX0" fmla="*/ 586278 w 984942"/>
                <a:gd name="connsiteY0" fmla="*/ 627113 h 923175"/>
                <a:gd name="connsiteX1" fmla="*/ 674066 w 984942"/>
                <a:gd name="connsiteY1" fmla="*/ 649584 h 923175"/>
                <a:gd name="connsiteX2" fmla="*/ 685735 w 984942"/>
                <a:gd name="connsiteY2" fmla="*/ 654750 h 923175"/>
                <a:gd name="connsiteX3" fmla="*/ 660248 w 984942"/>
                <a:gd name="connsiteY3" fmla="*/ 671689 h 923175"/>
                <a:gd name="connsiteX4" fmla="*/ 602194 w 984942"/>
                <a:gd name="connsiteY4" fmla="*/ 698565 h 923175"/>
                <a:gd name="connsiteX5" fmla="*/ 591916 w 984942"/>
                <a:gd name="connsiteY5" fmla="*/ 697543 h 923175"/>
                <a:gd name="connsiteX6" fmla="*/ 546265 w 984942"/>
                <a:gd name="connsiteY6" fmla="*/ 650371 h 923175"/>
                <a:gd name="connsiteX7" fmla="*/ 575973 w 984942"/>
                <a:gd name="connsiteY7" fmla="*/ 627978 h 923175"/>
                <a:gd name="connsiteX8" fmla="*/ 586278 w 984942"/>
                <a:gd name="connsiteY8" fmla="*/ 627113 h 923175"/>
                <a:gd name="connsiteX9" fmla="*/ 39780 w 984942"/>
                <a:gd name="connsiteY9" fmla="*/ 745 h 923175"/>
                <a:gd name="connsiteX10" fmla="*/ 14034 w 984942"/>
                <a:gd name="connsiteY10" fmla="*/ 14282 h 923175"/>
                <a:gd name="connsiteX11" fmla="*/ 0 w 984942"/>
                <a:gd name="connsiteY11" fmla="*/ 38104 h 923175"/>
                <a:gd name="connsiteX12" fmla="*/ 8852 w 984942"/>
                <a:gd name="connsiteY12" fmla="*/ 61392 h 923175"/>
                <a:gd name="connsiteX13" fmla="*/ 9343 w 984942"/>
                <a:gd name="connsiteY13" fmla="*/ 65365 h 923175"/>
                <a:gd name="connsiteX14" fmla="*/ 10386 w 984942"/>
                <a:gd name="connsiteY14" fmla="*/ 61604 h 923175"/>
                <a:gd name="connsiteX15" fmla="*/ 256863 w 984942"/>
                <a:gd name="connsiteY15" fmla="*/ 455549 h 923175"/>
                <a:gd name="connsiteX16" fmla="*/ 273252 w 984942"/>
                <a:gd name="connsiteY16" fmla="*/ 560669 h 923175"/>
                <a:gd name="connsiteX17" fmla="*/ 263550 w 984942"/>
                <a:gd name="connsiteY17" fmla="*/ 572783 h 923175"/>
                <a:gd name="connsiteX18" fmla="*/ 273121 w 984942"/>
                <a:gd name="connsiteY18" fmla="*/ 611826 h 923175"/>
                <a:gd name="connsiteX19" fmla="*/ 312321 w 984942"/>
                <a:gd name="connsiteY19" fmla="*/ 629735 h 923175"/>
                <a:gd name="connsiteX20" fmla="*/ 305949 w 984942"/>
                <a:gd name="connsiteY20" fmla="*/ 667415 h 923175"/>
                <a:gd name="connsiteX21" fmla="*/ 333429 w 984942"/>
                <a:gd name="connsiteY21" fmla="*/ 698067 h 923175"/>
                <a:gd name="connsiteX22" fmla="*/ 489234 w 984942"/>
                <a:gd name="connsiteY22" fmla="*/ 905974 h 923175"/>
                <a:gd name="connsiteX23" fmla="*/ 498831 w 984942"/>
                <a:gd name="connsiteY23" fmla="*/ 919792 h 923175"/>
                <a:gd name="connsiteX24" fmla="*/ 515927 w 984942"/>
                <a:gd name="connsiteY24" fmla="*/ 923175 h 923175"/>
                <a:gd name="connsiteX25" fmla="*/ 984942 w 984942"/>
                <a:gd name="connsiteY25" fmla="*/ 922755 h 923175"/>
                <a:gd name="connsiteX26" fmla="*/ 965565 w 984942"/>
                <a:gd name="connsiteY26" fmla="*/ 642348 h 923175"/>
                <a:gd name="connsiteX27" fmla="*/ 928935 w 984942"/>
                <a:gd name="connsiteY27" fmla="*/ 507624 h 923175"/>
                <a:gd name="connsiteX28" fmla="*/ 806063 w 984942"/>
                <a:gd name="connsiteY28" fmla="*/ 411917 h 923175"/>
                <a:gd name="connsiteX29" fmla="*/ 669006 w 984942"/>
                <a:gd name="connsiteY29" fmla="*/ 324155 h 923175"/>
                <a:gd name="connsiteX30" fmla="*/ 600569 w 984942"/>
                <a:gd name="connsiteY30" fmla="*/ 316132 h 923175"/>
                <a:gd name="connsiteX31" fmla="*/ 342423 w 984942"/>
                <a:gd name="connsiteY31" fmla="*/ 364169 h 923175"/>
                <a:gd name="connsiteX32" fmla="*/ 323806 w 984942"/>
                <a:gd name="connsiteY32" fmla="*/ 366345 h 923175"/>
                <a:gd name="connsiteX33" fmla="*/ 313160 w 984942"/>
                <a:gd name="connsiteY33" fmla="*/ 356040 h 923175"/>
                <a:gd name="connsiteX34" fmla="*/ 94582 w 984942"/>
                <a:gd name="connsiteY34" fmla="*/ 40837 h 923175"/>
                <a:gd name="connsiteX35" fmla="*/ 297506 w 984942"/>
                <a:gd name="connsiteY35" fmla="*/ 316446 h 923175"/>
                <a:gd name="connsiteX36" fmla="*/ 341557 w 984942"/>
                <a:gd name="connsiteY36" fmla="*/ 339337 h 923175"/>
                <a:gd name="connsiteX37" fmla="*/ 145660 w 984942"/>
                <a:gd name="connsiteY37" fmla="*/ 50355 h 923175"/>
                <a:gd name="connsiteX38" fmla="*/ 117656 w 984942"/>
                <a:gd name="connsiteY38" fmla="*/ 18759 h 923175"/>
                <a:gd name="connsiteX39" fmla="*/ 74969 w 984942"/>
                <a:gd name="connsiteY39" fmla="*/ 3656 h 923175"/>
                <a:gd name="connsiteX40" fmla="*/ 39780 w 984942"/>
                <a:gd name="connsiteY40" fmla="*/ 745 h 923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984942" h="923175">
                  <a:moveTo>
                    <a:pt x="586278" y="627113"/>
                  </a:moveTo>
                  <a:cubicBezTo>
                    <a:pt x="614256" y="639751"/>
                    <a:pt x="642496" y="650843"/>
                    <a:pt x="674066" y="649584"/>
                  </a:cubicBezTo>
                  <a:cubicBezTo>
                    <a:pt x="676951" y="649480"/>
                    <a:pt x="679940" y="652102"/>
                    <a:pt x="685735" y="654750"/>
                  </a:cubicBezTo>
                  <a:cubicBezTo>
                    <a:pt x="675797" y="661436"/>
                    <a:pt x="668507" y="667546"/>
                    <a:pt x="660248" y="671689"/>
                  </a:cubicBezTo>
                  <a:cubicBezTo>
                    <a:pt x="641185" y="681233"/>
                    <a:pt x="621729" y="690017"/>
                    <a:pt x="602194" y="698565"/>
                  </a:cubicBezTo>
                  <a:cubicBezTo>
                    <a:pt x="599363" y="699824"/>
                    <a:pt x="593856" y="699483"/>
                    <a:pt x="591916" y="697543"/>
                  </a:cubicBezTo>
                  <a:cubicBezTo>
                    <a:pt x="576524" y="682282"/>
                    <a:pt x="561683" y="666444"/>
                    <a:pt x="546265" y="650371"/>
                  </a:cubicBezTo>
                  <a:cubicBezTo>
                    <a:pt x="557225" y="641980"/>
                    <a:pt x="566298" y="634560"/>
                    <a:pt x="575973" y="627978"/>
                  </a:cubicBezTo>
                  <a:cubicBezTo>
                    <a:pt x="578517" y="626248"/>
                    <a:pt x="583473" y="625855"/>
                    <a:pt x="586278" y="627113"/>
                  </a:cubicBezTo>
                  <a:close/>
                  <a:moveTo>
                    <a:pt x="39780" y="745"/>
                  </a:moveTo>
                  <a:cubicBezTo>
                    <a:pt x="30012" y="2423"/>
                    <a:pt x="21123" y="7366"/>
                    <a:pt x="14034" y="14282"/>
                  </a:cubicBezTo>
                  <a:lnTo>
                    <a:pt x="0" y="38104"/>
                  </a:lnTo>
                  <a:lnTo>
                    <a:pt x="8852" y="61392"/>
                  </a:lnTo>
                  <a:lnTo>
                    <a:pt x="9343" y="65365"/>
                  </a:lnTo>
                  <a:lnTo>
                    <a:pt x="10386" y="61604"/>
                  </a:lnTo>
                  <a:cubicBezTo>
                    <a:pt x="92536" y="192919"/>
                    <a:pt x="174713" y="324234"/>
                    <a:pt x="256863" y="455549"/>
                  </a:cubicBezTo>
                  <a:cubicBezTo>
                    <a:pt x="276975" y="487722"/>
                    <a:pt x="296825" y="530934"/>
                    <a:pt x="273252" y="560669"/>
                  </a:cubicBezTo>
                  <a:cubicBezTo>
                    <a:pt x="270026" y="564733"/>
                    <a:pt x="266093" y="568273"/>
                    <a:pt x="263550" y="572783"/>
                  </a:cubicBezTo>
                  <a:cubicBezTo>
                    <a:pt x="256391" y="585395"/>
                    <a:pt x="262318" y="602151"/>
                    <a:pt x="273121" y="611826"/>
                  </a:cubicBezTo>
                  <a:cubicBezTo>
                    <a:pt x="283924" y="621502"/>
                    <a:pt x="298371" y="625749"/>
                    <a:pt x="312321" y="629735"/>
                  </a:cubicBezTo>
                  <a:cubicBezTo>
                    <a:pt x="301125" y="637837"/>
                    <a:pt x="300050" y="654907"/>
                    <a:pt x="305949" y="667415"/>
                  </a:cubicBezTo>
                  <a:cubicBezTo>
                    <a:pt x="311875" y="679922"/>
                    <a:pt x="322967" y="689021"/>
                    <a:pt x="333429" y="698067"/>
                  </a:cubicBezTo>
                  <a:cubicBezTo>
                    <a:pt x="399454" y="755124"/>
                    <a:pt x="452997" y="826576"/>
                    <a:pt x="489234" y="905974"/>
                  </a:cubicBezTo>
                  <a:cubicBezTo>
                    <a:pt x="491594" y="911165"/>
                    <a:pt x="494111" y="916646"/>
                    <a:pt x="498831" y="919792"/>
                  </a:cubicBezTo>
                  <a:cubicBezTo>
                    <a:pt x="503735" y="923069"/>
                    <a:pt x="510027" y="923175"/>
                    <a:pt x="515927" y="923175"/>
                  </a:cubicBezTo>
                  <a:cubicBezTo>
                    <a:pt x="672257" y="923044"/>
                    <a:pt x="828613" y="922886"/>
                    <a:pt x="984942" y="922755"/>
                  </a:cubicBezTo>
                  <a:cubicBezTo>
                    <a:pt x="978466" y="829277"/>
                    <a:pt x="972016" y="735825"/>
                    <a:pt x="965565" y="642348"/>
                  </a:cubicBezTo>
                  <a:cubicBezTo>
                    <a:pt x="962288" y="595202"/>
                    <a:pt x="957909" y="544963"/>
                    <a:pt x="928935" y="507624"/>
                  </a:cubicBezTo>
                  <a:cubicBezTo>
                    <a:pt x="898256" y="468109"/>
                    <a:pt x="845080" y="442700"/>
                    <a:pt x="806063" y="411917"/>
                  </a:cubicBezTo>
                  <a:cubicBezTo>
                    <a:pt x="763742" y="378538"/>
                    <a:pt x="720766" y="341881"/>
                    <a:pt x="669006" y="324155"/>
                  </a:cubicBezTo>
                  <a:cubicBezTo>
                    <a:pt x="647163" y="316682"/>
                    <a:pt x="623643" y="315843"/>
                    <a:pt x="600569" y="316132"/>
                  </a:cubicBezTo>
                  <a:cubicBezTo>
                    <a:pt x="512624" y="317207"/>
                    <a:pt x="424862" y="333542"/>
                    <a:pt x="342423" y="364169"/>
                  </a:cubicBezTo>
                  <a:cubicBezTo>
                    <a:pt x="336444" y="366397"/>
                    <a:pt x="329758" y="368705"/>
                    <a:pt x="323806" y="366345"/>
                  </a:cubicBezTo>
                  <a:cubicBezTo>
                    <a:pt x="319139" y="364509"/>
                    <a:pt x="316018" y="360157"/>
                    <a:pt x="313160" y="356040"/>
                  </a:cubicBezTo>
                  <a:cubicBezTo>
                    <a:pt x="240292" y="250972"/>
                    <a:pt x="167450" y="145905"/>
                    <a:pt x="94582" y="40837"/>
                  </a:cubicBezTo>
                  <a:cubicBezTo>
                    <a:pt x="162206" y="132715"/>
                    <a:pt x="229856" y="224568"/>
                    <a:pt x="297506" y="316446"/>
                  </a:cubicBezTo>
                  <a:cubicBezTo>
                    <a:pt x="308204" y="330999"/>
                    <a:pt x="325353" y="347335"/>
                    <a:pt x="341557" y="339337"/>
                  </a:cubicBezTo>
                  <a:cubicBezTo>
                    <a:pt x="276949" y="242556"/>
                    <a:pt x="211632" y="146220"/>
                    <a:pt x="145660" y="50355"/>
                  </a:cubicBezTo>
                  <a:cubicBezTo>
                    <a:pt x="137637" y="38687"/>
                    <a:pt x="129325" y="26782"/>
                    <a:pt x="117656" y="18759"/>
                  </a:cubicBezTo>
                  <a:cubicBezTo>
                    <a:pt x="105123" y="10158"/>
                    <a:pt x="89836" y="6829"/>
                    <a:pt x="74969" y="3656"/>
                  </a:cubicBezTo>
                  <a:cubicBezTo>
                    <a:pt x="63379" y="1191"/>
                    <a:pt x="51448" y="-1274"/>
                    <a:pt x="39780" y="745"/>
                  </a:cubicBezTo>
                  <a:close/>
                </a:path>
              </a:pathLst>
            </a:custGeom>
            <a:solidFill>
              <a:schemeClr val="accent2"/>
            </a:solidFill>
            <a:ln w="7309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grpSp>
        <p:nvGrpSpPr>
          <p:cNvPr id="61" name="Graphic 67">
            <a:extLst>
              <a:ext uri="{FF2B5EF4-FFF2-40B4-BE49-F238E27FC236}">
                <a16:creationId xmlns:a16="http://schemas.microsoft.com/office/drawing/2014/main" xmlns="" id="{79BBDA8A-35E6-4693-852C-9DDF816733AE}"/>
              </a:ext>
            </a:extLst>
          </p:cNvPr>
          <p:cNvGrpSpPr/>
          <p:nvPr/>
        </p:nvGrpSpPr>
        <p:grpSpPr>
          <a:xfrm>
            <a:off x="6211129" y="1259557"/>
            <a:ext cx="1016421" cy="1687541"/>
            <a:chOff x="6096000" y="3534767"/>
            <a:chExt cx="1947951" cy="3234141"/>
          </a:xfrm>
          <a:solidFill>
            <a:schemeClr val="accent1"/>
          </a:solidFill>
        </p:grpSpPr>
        <p:sp>
          <p:nvSpPr>
            <p:cNvPr id="62" name="Freeform: Shape 121">
              <a:extLst>
                <a:ext uri="{FF2B5EF4-FFF2-40B4-BE49-F238E27FC236}">
                  <a16:creationId xmlns:a16="http://schemas.microsoft.com/office/drawing/2014/main" xmlns="" id="{F99B7E1A-A3AC-43C4-AAD3-F2D6D527139C}"/>
                </a:ext>
              </a:extLst>
            </p:cNvPr>
            <p:cNvSpPr/>
            <p:nvPr/>
          </p:nvSpPr>
          <p:spPr>
            <a:xfrm>
              <a:off x="6567737" y="5962034"/>
              <a:ext cx="977303" cy="240139"/>
            </a:xfrm>
            <a:custGeom>
              <a:avLst/>
              <a:gdLst>
                <a:gd name="connsiteX0" fmla="*/ 512486 w 977303"/>
                <a:gd name="connsiteY0" fmla="*/ 240135 h 240139"/>
                <a:gd name="connsiteX1" fmla="*/ 64186 w 977303"/>
                <a:gd name="connsiteY1" fmla="*/ 136798 h 240139"/>
                <a:gd name="connsiteX2" fmla="*/ 623 w 977303"/>
                <a:gd name="connsiteY2" fmla="*/ 44118 h 240139"/>
                <a:gd name="connsiteX3" fmla="*/ 52784 w 977303"/>
                <a:gd name="connsiteY3" fmla="*/ 4141 h 240139"/>
                <a:gd name="connsiteX4" fmla="*/ 161380 w 977303"/>
                <a:gd name="connsiteY4" fmla="*/ 54265 h 240139"/>
                <a:gd name="connsiteX5" fmla="*/ 518256 w 977303"/>
                <a:gd name="connsiteY5" fmla="*/ 125599 h 240139"/>
                <a:gd name="connsiteX6" fmla="*/ 876014 w 977303"/>
                <a:gd name="connsiteY6" fmla="*/ 44525 h 240139"/>
                <a:gd name="connsiteX7" fmla="*/ 917518 w 977303"/>
                <a:gd name="connsiteY7" fmla="*/ 26267 h 240139"/>
                <a:gd name="connsiteX8" fmla="*/ 937540 w 977303"/>
                <a:gd name="connsiteY8" fmla="*/ 26811 h 240139"/>
                <a:gd name="connsiteX9" fmla="*/ 948061 w 977303"/>
                <a:gd name="connsiteY9" fmla="*/ 136561 h 240139"/>
                <a:gd name="connsiteX10" fmla="*/ 916296 w 977303"/>
                <a:gd name="connsiteY10" fmla="*/ 154445 h 240139"/>
                <a:gd name="connsiteX11" fmla="*/ 633334 w 977303"/>
                <a:gd name="connsiteY11" fmla="*/ 232397 h 240139"/>
                <a:gd name="connsiteX12" fmla="*/ 512486 w 977303"/>
                <a:gd name="connsiteY12" fmla="*/ 240135 h 24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7303" h="240139">
                  <a:moveTo>
                    <a:pt x="512486" y="240135"/>
                  </a:moveTo>
                  <a:cubicBezTo>
                    <a:pt x="355497" y="238642"/>
                    <a:pt x="206617" y="201006"/>
                    <a:pt x="64186" y="136798"/>
                  </a:cubicBezTo>
                  <a:cubicBezTo>
                    <a:pt x="25533" y="119355"/>
                    <a:pt x="6494" y="84706"/>
                    <a:pt x="623" y="44118"/>
                  </a:cubicBezTo>
                  <a:cubicBezTo>
                    <a:pt x="-4331" y="9910"/>
                    <a:pt x="20917" y="-8857"/>
                    <a:pt x="52784" y="4141"/>
                  </a:cubicBezTo>
                  <a:cubicBezTo>
                    <a:pt x="89706" y="19209"/>
                    <a:pt x="124389" y="39197"/>
                    <a:pt x="161380" y="54265"/>
                  </a:cubicBezTo>
                  <a:cubicBezTo>
                    <a:pt x="275814" y="100860"/>
                    <a:pt x="394014" y="128552"/>
                    <a:pt x="518256" y="125599"/>
                  </a:cubicBezTo>
                  <a:cubicBezTo>
                    <a:pt x="642904" y="122681"/>
                    <a:pt x="761614" y="92919"/>
                    <a:pt x="876014" y="44525"/>
                  </a:cubicBezTo>
                  <a:cubicBezTo>
                    <a:pt x="889927" y="38654"/>
                    <a:pt x="903909" y="32851"/>
                    <a:pt x="917518" y="26267"/>
                  </a:cubicBezTo>
                  <a:cubicBezTo>
                    <a:pt x="924712" y="22772"/>
                    <a:pt x="930380" y="23722"/>
                    <a:pt x="937540" y="26811"/>
                  </a:cubicBezTo>
                  <a:cubicBezTo>
                    <a:pt x="985594" y="47749"/>
                    <a:pt x="991295" y="101505"/>
                    <a:pt x="948061" y="136561"/>
                  </a:cubicBezTo>
                  <a:cubicBezTo>
                    <a:pt x="938558" y="144264"/>
                    <a:pt x="927427" y="149457"/>
                    <a:pt x="916296" y="154445"/>
                  </a:cubicBezTo>
                  <a:cubicBezTo>
                    <a:pt x="825957" y="194898"/>
                    <a:pt x="731478" y="220282"/>
                    <a:pt x="633334" y="232397"/>
                  </a:cubicBezTo>
                  <a:cubicBezTo>
                    <a:pt x="593153" y="237352"/>
                    <a:pt x="552973" y="240271"/>
                    <a:pt x="512486" y="240135"/>
                  </a:cubicBezTo>
                  <a:close/>
                </a:path>
              </a:pathLst>
            </a:custGeom>
            <a:grpFill/>
            <a:ln w="3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122">
              <a:extLst>
                <a:ext uri="{FF2B5EF4-FFF2-40B4-BE49-F238E27FC236}">
                  <a16:creationId xmlns:a16="http://schemas.microsoft.com/office/drawing/2014/main" xmlns="" id="{D0D7047B-BB59-450A-8B81-EB5B68836EC0}"/>
                </a:ext>
              </a:extLst>
            </p:cNvPr>
            <p:cNvSpPr/>
            <p:nvPr/>
          </p:nvSpPr>
          <p:spPr>
            <a:xfrm>
              <a:off x="6723880" y="6404824"/>
              <a:ext cx="651205" cy="364999"/>
            </a:xfrm>
            <a:custGeom>
              <a:avLst/>
              <a:gdLst>
                <a:gd name="connsiteX0" fmla="*/ 313313 w 651205"/>
                <a:gd name="connsiteY0" fmla="*/ 365000 h 364999"/>
                <a:gd name="connsiteX1" fmla="*/ 242420 w 651205"/>
                <a:gd name="connsiteY1" fmla="*/ 307478 h 364999"/>
                <a:gd name="connsiteX2" fmla="*/ 216017 w 651205"/>
                <a:gd name="connsiteY2" fmla="*/ 272014 h 364999"/>
                <a:gd name="connsiteX3" fmla="*/ 13993 w 651205"/>
                <a:gd name="connsiteY3" fmla="*/ 50681 h 364999"/>
                <a:gd name="connsiteX4" fmla="*/ 521 w 651205"/>
                <a:gd name="connsiteY4" fmla="*/ 15557 h 364999"/>
                <a:gd name="connsiteX5" fmla="*/ 16640 w 651205"/>
                <a:gd name="connsiteY5" fmla="*/ 1201 h 364999"/>
                <a:gd name="connsiteX6" fmla="*/ 50170 w 651205"/>
                <a:gd name="connsiteY6" fmla="*/ 15523 h 364999"/>
                <a:gd name="connsiteX7" fmla="*/ 355971 w 651205"/>
                <a:gd name="connsiteY7" fmla="*/ 82479 h 364999"/>
                <a:gd name="connsiteX8" fmla="*/ 565155 w 651205"/>
                <a:gd name="connsiteY8" fmla="*/ 35918 h 364999"/>
                <a:gd name="connsiteX9" fmla="*/ 614499 w 651205"/>
                <a:gd name="connsiteY9" fmla="*/ 16982 h 364999"/>
                <a:gd name="connsiteX10" fmla="*/ 645075 w 651205"/>
                <a:gd name="connsiteY10" fmla="*/ 20783 h 364999"/>
                <a:gd name="connsiteX11" fmla="*/ 648639 w 651205"/>
                <a:gd name="connsiteY11" fmla="*/ 49086 h 364999"/>
                <a:gd name="connsiteX12" fmla="*/ 613005 w 651205"/>
                <a:gd name="connsiteY12" fmla="*/ 112445 h 364999"/>
                <a:gd name="connsiteX13" fmla="*/ 399613 w 651205"/>
                <a:gd name="connsiteY13" fmla="*/ 284299 h 364999"/>
                <a:gd name="connsiteX14" fmla="*/ 385394 w 651205"/>
                <a:gd name="connsiteY14" fmla="*/ 300588 h 364999"/>
                <a:gd name="connsiteX15" fmla="*/ 376197 w 651205"/>
                <a:gd name="connsiteY15" fmla="*/ 327975 h 364999"/>
                <a:gd name="connsiteX16" fmla="*/ 313313 w 651205"/>
                <a:gd name="connsiteY16" fmla="*/ 365000 h 36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51205" h="364999">
                  <a:moveTo>
                    <a:pt x="313313" y="365000"/>
                  </a:moveTo>
                  <a:cubicBezTo>
                    <a:pt x="281073" y="364796"/>
                    <a:pt x="248257" y="338496"/>
                    <a:pt x="242420" y="307478"/>
                  </a:cubicBezTo>
                  <a:cubicBezTo>
                    <a:pt x="239128" y="289966"/>
                    <a:pt x="229558" y="280905"/>
                    <a:pt x="216017" y="272014"/>
                  </a:cubicBezTo>
                  <a:cubicBezTo>
                    <a:pt x="129920" y="215476"/>
                    <a:pt x="65305" y="139119"/>
                    <a:pt x="13993" y="50681"/>
                  </a:cubicBezTo>
                  <a:cubicBezTo>
                    <a:pt x="7681" y="39787"/>
                    <a:pt x="2693" y="28079"/>
                    <a:pt x="521" y="15557"/>
                  </a:cubicBezTo>
                  <a:cubicBezTo>
                    <a:pt x="-1787" y="2118"/>
                    <a:pt x="3575" y="-2430"/>
                    <a:pt x="16640" y="1201"/>
                  </a:cubicBezTo>
                  <a:cubicBezTo>
                    <a:pt x="28450" y="4493"/>
                    <a:pt x="39140" y="10432"/>
                    <a:pt x="50170" y="15523"/>
                  </a:cubicBezTo>
                  <a:cubicBezTo>
                    <a:pt x="147194" y="60319"/>
                    <a:pt x="248290" y="86348"/>
                    <a:pt x="355971" y="82479"/>
                  </a:cubicBezTo>
                  <a:cubicBezTo>
                    <a:pt x="428595" y="79866"/>
                    <a:pt x="497588" y="61167"/>
                    <a:pt x="565155" y="35918"/>
                  </a:cubicBezTo>
                  <a:cubicBezTo>
                    <a:pt x="581648" y="29742"/>
                    <a:pt x="598005" y="23192"/>
                    <a:pt x="614499" y="16982"/>
                  </a:cubicBezTo>
                  <a:cubicBezTo>
                    <a:pt x="625256" y="12944"/>
                    <a:pt x="635980" y="11891"/>
                    <a:pt x="645075" y="20783"/>
                  </a:cubicBezTo>
                  <a:cubicBezTo>
                    <a:pt x="653593" y="29097"/>
                    <a:pt x="651659" y="39244"/>
                    <a:pt x="648639" y="49086"/>
                  </a:cubicBezTo>
                  <a:cubicBezTo>
                    <a:pt x="641410" y="72773"/>
                    <a:pt x="628005" y="93203"/>
                    <a:pt x="613005" y="112445"/>
                  </a:cubicBezTo>
                  <a:cubicBezTo>
                    <a:pt x="555381" y="186460"/>
                    <a:pt x="487848" y="248293"/>
                    <a:pt x="399613" y="284299"/>
                  </a:cubicBezTo>
                  <a:cubicBezTo>
                    <a:pt x="391977" y="287421"/>
                    <a:pt x="387396" y="292546"/>
                    <a:pt x="385394" y="300588"/>
                  </a:cubicBezTo>
                  <a:cubicBezTo>
                    <a:pt x="383086" y="309955"/>
                    <a:pt x="380609" y="319287"/>
                    <a:pt x="376197" y="327975"/>
                  </a:cubicBezTo>
                  <a:cubicBezTo>
                    <a:pt x="362351" y="355430"/>
                    <a:pt x="337645" y="363371"/>
                    <a:pt x="313313" y="365000"/>
                  </a:cubicBezTo>
                  <a:close/>
                </a:path>
              </a:pathLst>
            </a:custGeom>
            <a:grpFill/>
            <a:ln w="3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123">
              <a:extLst>
                <a:ext uri="{FF2B5EF4-FFF2-40B4-BE49-F238E27FC236}">
                  <a16:creationId xmlns:a16="http://schemas.microsoft.com/office/drawing/2014/main" xmlns="" id="{BB6D8DD7-C7D6-4AEB-A9AC-DE52324AD88E}"/>
                </a:ext>
              </a:extLst>
            </p:cNvPr>
            <p:cNvSpPr/>
            <p:nvPr/>
          </p:nvSpPr>
          <p:spPr>
            <a:xfrm>
              <a:off x="6596475" y="6167312"/>
              <a:ext cx="911638" cy="241271"/>
            </a:xfrm>
            <a:custGeom>
              <a:avLst/>
              <a:gdLst>
                <a:gd name="connsiteX0" fmla="*/ 480661 w 911638"/>
                <a:gd name="connsiteY0" fmla="*/ 241258 h 241271"/>
                <a:gd name="connsiteX1" fmla="*/ 56489 w 911638"/>
                <a:gd name="connsiteY1" fmla="*/ 137175 h 241271"/>
                <a:gd name="connsiteX2" fmla="*/ 664 w 911638"/>
                <a:gd name="connsiteY2" fmla="*/ 27561 h 241271"/>
                <a:gd name="connsiteX3" fmla="*/ 39046 w 911638"/>
                <a:gd name="connsiteY3" fmla="*/ 1362 h 241271"/>
                <a:gd name="connsiteX4" fmla="*/ 71150 w 911638"/>
                <a:gd name="connsiteY4" fmla="*/ 15615 h 241271"/>
                <a:gd name="connsiteX5" fmla="*/ 372811 w 911638"/>
                <a:gd name="connsiteY5" fmla="*/ 119257 h 241271"/>
                <a:gd name="connsiteX6" fmla="*/ 658691 w 911638"/>
                <a:gd name="connsiteY6" fmla="*/ 100083 h 241271"/>
                <a:gd name="connsiteX7" fmla="*/ 853011 w 911638"/>
                <a:gd name="connsiteY7" fmla="*/ 28036 h 241271"/>
                <a:gd name="connsiteX8" fmla="*/ 875375 w 911638"/>
                <a:gd name="connsiteY8" fmla="*/ 28172 h 241271"/>
                <a:gd name="connsiteX9" fmla="*/ 877174 w 911638"/>
                <a:gd name="connsiteY9" fmla="*/ 140976 h 241271"/>
                <a:gd name="connsiteX10" fmla="*/ 756360 w 911638"/>
                <a:gd name="connsiteY10" fmla="*/ 193612 h 241271"/>
                <a:gd name="connsiteX11" fmla="*/ 557425 w 911638"/>
                <a:gd name="connsiteY11" fmla="*/ 237322 h 241271"/>
                <a:gd name="connsiteX12" fmla="*/ 480661 w 911638"/>
                <a:gd name="connsiteY12" fmla="*/ 241258 h 241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1638" h="241271">
                  <a:moveTo>
                    <a:pt x="480661" y="241258"/>
                  </a:moveTo>
                  <a:cubicBezTo>
                    <a:pt x="331137" y="239799"/>
                    <a:pt x="189995" y="203691"/>
                    <a:pt x="56489" y="137175"/>
                  </a:cubicBezTo>
                  <a:cubicBezTo>
                    <a:pt x="21365" y="119664"/>
                    <a:pt x="-4528" y="66418"/>
                    <a:pt x="664" y="27561"/>
                  </a:cubicBezTo>
                  <a:cubicBezTo>
                    <a:pt x="3514" y="6181"/>
                    <a:pt x="18379" y="-3864"/>
                    <a:pt x="39046" y="1362"/>
                  </a:cubicBezTo>
                  <a:cubicBezTo>
                    <a:pt x="50584" y="4280"/>
                    <a:pt x="60969" y="9812"/>
                    <a:pt x="71150" y="15615"/>
                  </a:cubicBezTo>
                  <a:cubicBezTo>
                    <a:pt x="165154" y="69269"/>
                    <a:pt x="265436" y="104393"/>
                    <a:pt x="372811" y="119257"/>
                  </a:cubicBezTo>
                  <a:cubicBezTo>
                    <a:pt x="469496" y="132662"/>
                    <a:pt x="564382" y="124008"/>
                    <a:pt x="658691" y="100083"/>
                  </a:cubicBezTo>
                  <a:cubicBezTo>
                    <a:pt x="726157" y="82945"/>
                    <a:pt x="790670" y="58545"/>
                    <a:pt x="853011" y="28036"/>
                  </a:cubicBezTo>
                  <a:cubicBezTo>
                    <a:pt x="861258" y="23997"/>
                    <a:pt x="867672" y="24235"/>
                    <a:pt x="875375" y="28172"/>
                  </a:cubicBezTo>
                  <a:cubicBezTo>
                    <a:pt x="922649" y="52300"/>
                    <a:pt x="924176" y="111112"/>
                    <a:pt x="877174" y="140976"/>
                  </a:cubicBezTo>
                  <a:cubicBezTo>
                    <a:pt x="839810" y="164732"/>
                    <a:pt x="798815" y="181225"/>
                    <a:pt x="756360" y="193612"/>
                  </a:cubicBezTo>
                  <a:cubicBezTo>
                    <a:pt x="691066" y="212650"/>
                    <a:pt x="624992" y="228634"/>
                    <a:pt x="557425" y="237322"/>
                  </a:cubicBezTo>
                  <a:cubicBezTo>
                    <a:pt x="532006" y="240546"/>
                    <a:pt x="506350" y="241394"/>
                    <a:pt x="480661" y="241258"/>
                  </a:cubicBezTo>
                  <a:close/>
                </a:path>
              </a:pathLst>
            </a:custGeom>
            <a:grpFill/>
            <a:ln w="3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124">
              <a:extLst>
                <a:ext uri="{FF2B5EF4-FFF2-40B4-BE49-F238E27FC236}">
                  <a16:creationId xmlns:a16="http://schemas.microsoft.com/office/drawing/2014/main" xmlns="" id="{F5CE94D9-0CD8-4260-9EC4-C8E7109BE358}"/>
                </a:ext>
              </a:extLst>
            </p:cNvPr>
            <p:cNvSpPr/>
            <p:nvPr/>
          </p:nvSpPr>
          <p:spPr>
            <a:xfrm>
              <a:off x="6095993" y="3534768"/>
              <a:ext cx="1947818" cy="2449128"/>
            </a:xfrm>
            <a:custGeom>
              <a:avLst/>
              <a:gdLst>
                <a:gd name="connsiteX0" fmla="*/ 1946566 w 1947818"/>
                <a:gd name="connsiteY0" fmla="*/ 865173 h 2449128"/>
                <a:gd name="connsiteX1" fmla="*/ 1798976 w 1947818"/>
                <a:gd name="connsiteY1" fmla="*/ 420776 h 2449128"/>
                <a:gd name="connsiteX2" fmla="*/ 1297056 w 1947818"/>
                <a:gd name="connsiteY2" fmla="*/ 45846 h 2449128"/>
                <a:gd name="connsiteX3" fmla="*/ 318262 w 1947818"/>
                <a:gd name="connsiteY3" fmla="*/ 239895 h 2449128"/>
                <a:gd name="connsiteX4" fmla="*/ 14870 w 1947818"/>
                <a:gd name="connsiteY4" fmla="*/ 742290 h 2449128"/>
                <a:gd name="connsiteX5" fmla="*/ 24644 w 1947818"/>
                <a:gd name="connsiteY5" fmla="*/ 1114403 h 2449128"/>
                <a:gd name="connsiteX6" fmla="*/ 364212 w 1947818"/>
                <a:gd name="connsiteY6" fmla="*/ 1833040 h 2449128"/>
                <a:gd name="connsiteX7" fmla="*/ 453770 w 1947818"/>
                <a:gd name="connsiteY7" fmla="*/ 2016093 h 2449128"/>
                <a:gd name="connsiteX8" fmla="*/ 471994 w 1947818"/>
                <a:gd name="connsiteY8" fmla="*/ 2254565 h 2449128"/>
                <a:gd name="connsiteX9" fmla="*/ 481802 w 1947818"/>
                <a:gd name="connsiteY9" fmla="*/ 2284022 h 2449128"/>
                <a:gd name="connsiteX10" fmla="*/ 742705 w 1947818"/>
                <a:gd name="connsiteY10" fmla="*/ 2420005 h 2449128"/>
                <a:gd name="connsiteX11" fmla="*/ 1050305 w 1947818"/>
                <a:gd name="connsiteY11" fmla="*/ 2446814 h 2449128"/>
                <a:gd name="connsiteX12" fmla="*/ 1265835 w 1947818"/>
                <a:gd name="connsiteY12" fmla="*/ 2404564 h 2449128"/>
                <a:gd name="connsiteX13" fmla="*/ 1414952 w 1947818"/>
                <a:gd name="connsiteY13" fmla="*/ 2304451 h 2449128"/>
                <a:gd name="connsiteX14" fmla="*/ 1420178 w 1947818"/>
                <a:gd name="connsiteY14" fmla="*/ 2289112 h 2449128"/>
                <a:gd name="connsiteX15" fmla="*/ 1429103 w 1947818"/>
                <a:gd name="connsiteY15" fmla="*/ 2045957 h 2449128"/>
                <a:gd name="connsiteX16" fmla="*/ 1519645 w 1947818"/>
                <a:gd name="connsiteY16" fmla="*/ 1856490 h 2449128"/>
                <a:gd name="connsiteX17" fmla="*/ 1681047 w 1947818"/>
                <a:gd name="connsiteY17" fmla="*/ 1600610 h 2449128"/>
                <a:gd name="connsiteX18" fmla="*/ 1912731 w 1947818"/>
                <a:gd name="connsiteY18" fmla="*/ 1158215 h 2449128"/>
                <a:gd name="connsiteX19" fmla="*/ 1946566 w 1947818"/>
                <a:gd name="connsiteY19" fmla="*/ 865173 h 2449128"/>
                <a:gd name="connsiteX20" fmla="*/ 1724214 w 1947818"/>
                <a:gd name="connsiteY20" fmla="*/ 1291822 h 2449128"/>
                <a:gd name="connsiteX21" fmla="*/ 1612292 w 1947818"/>
                <a:gd name="connsiteY21" fmla="*/ 1474298 h 2449128"/>
                <a:gd name="connsiteX22" fmla="*/ 1402802 w 1947818"/>
                <a:gd name="connsiteY22" fmla="*/ 1817939 h 2449128"/>
                <a:gd name="connsiteX23" fmla="*/ 1297090 w 1947818"/>
                <a:gd name="connsiteY23" fmla="*/ 2110912 h 2449128"/>
                <a:gd name="connsiteX24" fmla="*/ 1292034 w 1947818"/>
                <a:gd name="connsiteY24" fmla="*/ 2163615 h 2449128"/>
                <a:gd name="connsiteX25" fmla="*/ 1282667 w 1947818"/>
                <a:gd name="connsiteY25" fmla="*/ 2176104 h 2449128"/>
                <a:gd name="connsiteX26" fmla="*/ 1107352 w 1947818"/>
                <a:gd name="connsiteY26" fmla="*/ 2226635 h 2449128"/>
                <a:gd name="connsiteX27" fmla="*/ 1095406 w 1947818"/>
                <a:gd name="connsiteY27" fmla="*/ 2227110 h 2449128"/>
                <a:gd name="connsiteX28" fmla="*/ 1097341 w 1947818"/>
                <a:gd name="connsiteY28" fmla="*/ 2215538 h 2449128"/>
                <a:gd name="connsiteX29" fmla="*/ 1353153 w 1947818"/>
                <a:gd name="connsiteY29" fmla="*/ 1465712 h 2449128"/>
                <a:gd name="connsiteX30" fmla="*/ 1356377 w 1947818"/>
                <a:gd name="connsiteY30" fmla="*/ 1454955 h 2449128"/>
                <a:gd name="connsiteX31" fmla="*/ 1375450 w 1947818"/>
                <a:gd name="connsiteY31" fmla="*/ 1432523 h 2449128"/>
                <a:gd name="connsiteX32" fmla="*/ 1627054 w 1947818"/>
                <a:gd name="connsiteY32" fmla="*/ 1374661 h 2449128"/>
                <a:gd name="connsiteX33" fmla="*/ 1650844 w 1947818"/>
                <a:gd name="connsiteY33" fmla="*/ 1372421 h 2449128"/>
                <a:gd name="connsiteX34" fmla="*/ 1664045 w 1947818"/>
                <a:gd name="connsiteY34" fmla="*/ 1357387 h 2449128"/>
                <a:gd name="connsiteX35" fmla="*/ 1658717 w 1947818"/>
                <a:gd name="connsiteY35" fmla="*/ 1141654 h 2449128"/>
                <a:gd name="connsiteX36" fmla="*/ 1646228 w 1947818"/>
                <a:gd name="connsiteY36" fmla="*/ 609259 h 2449128"/>
                <a:gd name="connsiteX37" fmla="*/ 1625290 w 1947818"/>
                <a:gd name="connsiteY37" fmla="*/ 590831 h 2449128"/>
                <a:gd name="connsiteX38" fmla="*/ 1607710 w 1947818"/>
                <a:gd name="connsiteY38" fmla="*/ 592291 h 2449128"/>
                <a:gd name="connsiteX39" fmla="*/ 1592168 w 1947818"/>
                <a:gd name="connsiteY39" fmla="*/ 609564 h 2449128"/>
                <a:gd name="connsiteX40" fmla="*/ 1609102 w 1947818"/>
                <a:gd name="connsiteY40" fmla="*/ 1319820 h 2449128"/>
                <a:gd name="connsiteX41" fmla="*/ 1591014 w 1947818"/>
                <a:gd name="connsiteY41" fmla="*/ 1339062 h 2449128"/>
                <a:gd name="connsiteX42" fmla="*/ 1399850 w 1947818"/>
                <a:gd name="connsiteY42" fmla="*/ 1370181 h 2449128"/>
                <a:gd name="connsiteX43" fmla="*/ 1184116 w 1947818"/>
                <a:gd name="connsiteY43" fmla="*/ 1466289 h 2449128"/>
                <a:gd name="connsiteX44" fmla="*/ 1134874 w 1947818"/>
                <a:gd name="connsiteY44" fmla="*/ 1524626 h 2449128"/>
                <a:gd name="connsiteX45" fmla="*/ 1305031 w 1947818"/>
                <a:gd name="connsiteY45" fmla="*/ 1460792 h 2449128"/>
                <a:gd name="connsiteX46" fmla="*/ 1293934 w 1947818"/>
                <a:gd name="connsiteY46" fmla="*/ 1493744 h 2449128"/>
                <a:gd name="connsiteX47" fmla="*/ 1044467 w 1947818"/>
                <a:gd name="connsiteY47" fmla="*/ 2225753 h 2449128"/>
                <a:gd name="connsiteX48" fmla="*/ 1028144 w 1947818"/>
                <a:gd name="connsiteY48" fmla="*/ 2238886 h 2449128"/>
                <a:gd name="connsiteX49" fmla="*/ 912387 w 1947818"/>
                <a:gd name="connsiteY49" fmla="*/ 2236985 h 2449128"/>
                <a:gd name="connsiteX50" fmla="*/ 895792 w 1947818"/>
                <a:gd name="connsiteY50" fmla="*/ 2223547 h 2449128"/>
                <a:gd name="connsiteX51" fmla="*/ 685692 w 1947818"/>
                <a:gd name="connsiteY51" fmla="*/ 1652600 h 2449128"/>
                <a:gd name="connsiteX52" fmla="*/ 619176 w 1947818"/>
                <a:gd name="connsiteY52" fmla="*/ 1471719 h 2449128"/>
                <a:gd name="connsiteX53" fmla="*/ 615579 w 1947818"/>
                <a:gd name="connsiteY53" fmla="*/ 1460927 h 2449128"/>
                <a:gd name="connsiteX54" fmla="*/ 833892 w 1947818"/>
                <a:gd name="connsiteY54" fmla="*/ 1531821 h 2449128"/>
                <a:gd name="connsiteX55" fmla="*/ 773417 w 1947818"/>
                <a:gd name="connsiteY55" fmla="*/ 1470565 h 2449128"/>
                <a:gd name="connsiteX56" fmla="*/ 622366 w 1947818"/>
                <a:gd name="connsiteY56" fmla="*/ 1407817 h 2449128"/>
                <a:gd name="connsiteX57" fmla="*/ 440026 w 1947818"/>
                <a:gd name="connsiteY57" fmla="*/ 1372489 h 2449128"/>
                <a:gd name="connsiteX58" fmla="*/ 359529 w 1947818"/>
                <a:gd name="connsiteY58" fmla="*/ 1367534 h 2449128"/>
                <a:gd name="connsiteX59" fmla="*/ 350298 w 1947818"/>
                <a:gd name="connsiteY59" fmla="*/ 1356437 h 2449128"/>
                <a:gd name="connsiteX60" fmla="*/ 344970 w 1947818"/>
                <a:gd name="connsiteY60" fmla="*/ 1123056 h 2449128"/>
                <a:gd name="connsiteX61" fmla="*/ 333635 w 1947818"/>
                <a:gd name="connsiteY61" fmla="*/ 636103 h 2449128"/>
                <a:gd name="connsiteX62" fmla="*/ 319008 w 1947818"/>
                <a:gd name="connsiteY62" fmla="*/ 622494 h 2449128"/>
                <a:gd name="connsiteX63" fmla="*/ 290027 w 1947818"/>
                <a:gd name="connsiteY63" fmla="*/ 622019 h 2449128"/>
                <a:gd name="connsiteX64" fmla="*/ 279710 w 1947818"/>
                <a:gd name="connsiteY64" fmla="*/ 632845 h 2449128"/>
                <a:gd name="connsiteX65" fmla="*/ 282900 w 1947818"/>
                <a:gd name="connsiteY65" fmla="*/ 765299 h 2449128"/>
                <a:gd name="connsiteX66" fmla="*/ 292368 w 1947818"/>
                <a:gd name="connsiteY66" fmla="*/ 1162694 h 2449128"/>
                <a:gd name="connsiteX67" fmla="*/ 297425 w 1947818"/>
                <a:gd name="connsiteY67" fmla="*/ 1391052 h 2449128"/>
                <a:gd name="connsiteX68" fmla="*/ 311509 w 1947818"/>
                <a:gd name="connsiteY68" fmla="*/ 1404491 h 2449128"/>
                <a:gd name="connsiteX69" fmla="*/ 493204 w 1947818"/>
                <a:gd name="connsiteY69" fmla="*/ 1422443 h 2449128"/>
                <a:gd name="connsiteX70" fmla="*/ 498193 w 1947818"/>
                <a:gd name="connsiteY70" fmla="*/ 1423258 h 2449128"/>
                <a:gd name="connsiteX71" fmla="*/ 553407 w 1947818"/>
                <a:gd name="connsiteY71" fmla="*/ 1439344 h 2449128"/>
                <a:gd name="connsiteX72" fmla="*/ 575941 w 1947818"/>
                <a:gd name="connsiteY72" fmla="*/ 1490520 h 2449128"/>
                <a:gd name="connsiteX73" fmla="*/ 840951 w 1947818"/>
                <a:gd name="connsiteY73" fmla="*/ 2209090 h 2449128"/>
                <a:gd name="connsiteX74" fmla="*/ 843123 w 1947818"/>
                <a:gd name="connsiteY74" fmla="*/ 2214995 h 2449128"/>
                <a:gd name="connsiteX75" fmla="*/ 836777 w 1947818"/>
                <a:gd name="connsiteY75" fmla="*/ 2222121 h 2449128"/>
                <a:gd name="connsiteX76" fmla="*/ 773858 w 1947818"/>
                <a:gd name="connsiteY76" fmla="*/ 2204067 h 2449128"/>
                <a:gd name="connsiteX77" fmla="*/ 602785 w 1947818"/>
                <a:gd name="connsiteY77" fmla="*/ 2140403 h 2449128"/>
                <a:gd name="connsiteX78" fmla="*/ 592808 w 1947818"/>
                <a:gd name="connsiteY78" fmla="*/ 2126285 h 2449128"/>
                <a:gd name="connsiteX79" fmla="*/ 548453 w 1947818"/>
                <a:gd name="connsiteY79" fmla="*/ 1946829 h 2449128"/>
                <a:gd name="connsiteX80" fmla="*/ 487265 w 1947818"/>
                <a:gd name="connsiteY80" fmla="*/ 1814307 h 2449128"/>
                <a:gd name="connsiteX81" fmla="*/ 255174 w 1947818"/>
                <a:gd name="connsiteY81" fmla="*/ 1393021 h 2449128"/>
                <a:gd name="connsiteX82" fmla="*/ 118376 w 1947818"/>
                <a:gd name="connsiteY82" fmla="*/ 922967 h 2449128"/>
                <a:gd name="connsiteX83" fmla="*/ 287414 w 1947818"/>
                <a:gd name="connsiteY83" fmla="*/ 446262 h 2449128"/>
                <a:gd name="connsiteX84" fmla="*/ 426146 w 1947818"/>
                <a:gd name="connsiteY84" fmla="*/ 307225 h 2449128"/>
                <a:gd name="connsiteX85" fmla="*/ 594640 w 1947818"/>
                <a:gd name="connsiteY85" fmla="*/ 203922 h 2449128"/>
                <a:gd name="connsiteX86" fmla="*/ 1528639 w 1947818"/>
                <a:gd name="connsiteY86" fmla="*/ 315302 h 2449128"/>
                <a:gd name="connsiteX87" fmla="*/ 1792902 w 1947818"/>
                <a:gd name="connsiteY87" fmla="*/ 1134764 h 2449128"/>
                <a:gd name="connsiteX88" fmla="*/ 1724214 w 1947818"/>
                <a:gd name="connsiteY88" fmla="*/ 1291822 h 2449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947818" h="2449128">
                  <a:moveTo>
                    <a:pt x="1946566" y="865173"/>
                  </a:moveTo>
                  <a:cubicBezTo>
                    <a:pt x="1938251" y="707946"/>
                    <a:pt x="1888127" y="553501"/>
                    <a:pt x="1798976" y="420776"/>
                  </a:cubicBezTo>
                  <a:cubicBezTo>
                    <a:pt x="1682133" y="246818"/>
                    <a:pt x="1496704" y="109002"/>
                    <a:pt x="1297056" y="45846"/>
                  </a:cubicBezTo>
                  <a:cubicBezTo>
                    <a:pt x="965260" y="-59085"/>
                    <a:pt x="585885" y="20462"/>
                    <a:pt x="318262" y="239895"/>
                  </a:cubicBezTo>
                  <a:cubicBezTo>
                    <a:pt x="165073" y="365528"/>
                    <a:pt x="53931" y="546884"/>
                    <a:pt x="14870" y="742290"/>
                  </a:cubicBezTo>
                  <a:cubicBezTo>
                    <a:pt x="-9632" y="864936"/>
                    <a:pt x="-2098" y="992808"/>
                    <a:pt x="24644" y="1114403"/>
                  </a:cubicBezTo>
                  <a:cubicBezTo>
                    <a:pt x="82472" y="1377478"/>
                    <a:pt x="225378" y="1606311"/>
                    <a:pt x="364212" y="1833040"/>
                  </a:cubicBezTo>
                  <a:cubicBezTo>
                    <a:pt x="399947" y="1891377"/>
                    <a:pt x="429030" y="1952598"/>
                    <a:pt x="453770" y="2016093"/>
                  </a:cubicBezTo>
                  <a:cubicBezTo>
                    <a:pt x="484041" y="2093672"/>
                    <a:pt x="484652" y="2173728"/>
                    <a:pt x="471994" y="2254565"/>
                  </a:cubicBezTo>
                  <a:cubicBezTo>
                    <a:pt x="470026" y="2267121"/>
                    <a:pt x="472333" y="2275266"/>
                    <a:pt x="481802" y="2284022"/>
                  </a:cubicBezTo>
                  <a:cubicBezTo>
                    <a:pt x="556496" y="2353116"/>
                    <a:pt x="645036" y="2395401"/>
                    <a:pt x="742705" y="2420005"/>
                  </a:cubicBezTo>
                  <a:cubicBezTo>
                    <a:pt x="843768" y="2445457"/>
                    <a:pt x="946425" y="2453670"/>
                    <a:pt x="1050305" y="2446814"/>
                  </a:cubicBezTo>
                  <a:cubicBezTo>
                    <a:pt x="1123913" y="2441962"/>
                    <a:pt x="1196401" y="2430932"/>
                    <a:pt x="1265835" y="2404564"/>
                  </a:cubicBezTo>
                  <a:cubicBezTo>
                    <a:pt x="1323255" y="2382742"/>
                    <a:pt x="1374431" y="2351487"/>
                    <a:pt x="1414952" y="2304451"/>
                  </a:cubicBezTo>
                  <a:cubicBezTo>
                    <a:pt x="1418718" y="2300073"/>
                    <a:pt x="1422316" y="2296442"/>
                    <a:pt x="1420178" y="2289112"/>
                  </a:cubicBezTo>
                  <a:cubicBezTo>
                    <a:pt x="1396253" y="2207121"/>
                    <a:pt x="1404126" y="2126319"/>
                    <a:pt x="1429103" y="2045957"/>
                  </a:cubicBezTo>
                  <a:cubicBezTo>
                    <a:pt x="1450110" y="1978356"/>
                    <a:pt x="1484385" y="1917101"/>
                    <a:pt x="1519645" y="1856490"/>
                  </a:cubicBezTo>
                  <a:cubicBezTo>
                    <a:pt x="1570380" y="1769274"/>
                    <a:pt x="1628547" y="1686706"/>
                    <a:pt x="1681047" y="1600610"/>
                  </a:cubicBezTo>
                  <a:cubicBezTo>
                    <a:pt x="1767653" y="1458552"/>
                    <a:pt x="1865458" y="1319650"/>
                    <a:pt x="1912731" y="1158215"/>
                  </a:cubicBezTo>
                  <a:cubicBezTo>
                    <a:pt x="1940695" y="1062514"/>
                    <a:pt x="1951792" y="963284"/>
                    <a:pt x="1946566" y="865173"/>
                  </a:cubicBezTo>
                  <a:close/>
                  <a:moveTo>
                    <a:pt x="1724214" y="1291822"/>
                  </a:moveTo>
                  <a:cubicBezTo>
                    <a:pt x="1689938" y="1354401"/>
                    <a:pt x="1650335" y="1414401"/>
                    <a:pt x="1612292" y="1474298"/>
                  </a:cubicBezTo>
                  <a:cubicBezTo>
                    <a:pt x="1540381" y="1587544"/>
                    <a:pt x="1472474" y="1703301"/>
                    <a:pt x="1402802" y="1817939"/>
                  </a:cubicBezTo>
                  <a:cubicBezTo>
                    <a:pt x="1347724" y="1908583"/>
                    <a:pt x="1311615" y="2005811"/>
                    <a:pt x="1297090" y="2110912"/>
                  </a:cubicBezTo>
                  <a:cubicBezTo>
                    <a:pt x="1294681" y="2128389"/>
                    <a:pt x="1293255" y="2146002"/>
                    <a:pt x="1292034" y="2163615"/>
                  </a:cubicBezTo>
                  <a:cubicBezTo>
                    <a:pt x="1291559" y="2170402"/>
                    <a:pt x="1289523" y="2173830"/>
                    <a:pt x="1282667" y="2176104"/>
                  </a:cubicBezTo>
                  <a:cubicBezTo>
                    <a:pt x="1224840" y="2195108"/>
                    <a:pt x="1167012" y="2214011"/>
                    <a:pt x="1107352" y="2226635"/>
                  </a:cubicBezTo>
                  <a:cubicBezTo>
                    <a:pt x="1103347" y="2227483"/>
                    <a:pt x="1098460" y="2230266"/>
                    <a:pt x="1095406" y="2227110"/>
                  </a:cubicBezTo>
                  <a:cubicBezTo>
                    <a:pt x="1092080" y="2223682"/>
                    <a:pt x="1096085" y="2219237"/>
                    <a:pt x="1097341" y="2215538"/>
                  </a:cubicBezTo>
                  <a:cubicBezTo>
                    <a:pt x="1182521" y="1965562"/>
                    <a:pt x="1267837" y="1715654"/>
                    <a:pt x="1353153" y="1465712"/>
                  </a:cubicBezTo>
                  <a:cubicBezTo>
                    <a:pt x="1354375" y="1462149"/>
                    <a:pt x="1356852" y="1458314"/>
                    <a:pt x="1356377" y="1454955"/>
                  </a:cubicBezTo>
                  <a:cubicBezTo>
                    <a:pt x="1354205" y="1439785"/>
                    <a:pt x="1365201" y="1437342"/>
                    <a:pt x="1375450" y="1432523"/>
                  </a:cubicBezTo>
                  <a:cubicBezTo>
                    <a:pt x="1455166" y="1394887"/>
                    <a:pt x="1540991" y="1384333"/>
                    <a:pt x="1627054" y="1374661"/>
                  </a:cubicBezTo>
                  <a:cubicBezTo>
                    <a:pt x="1634995" y="1373779"/>
                    <a:pt x="1643004" y="1371980"/>
                    <a:pt x="1650844" y="1372421"/>
                  </a:cubicBezTo>
                  <a:cubicBezTo>
                    <a:pt x="1662687" y="1373100"/>
                    <a:pt x="1664350" y="1367772"/>
                    <a:pt x="1664045" y="1357387"/>
                  </a:cubicBezTo>
                  <a:cubicBezTo>
                    <a:pt x="1661941" y="1285476"/>
                    <a:pt x="1660414" y="1213565"/>
                    <a:pt x="1658717" y="1141654"/>
                  </a:cubicBezTo>
                  <a:cubicBezTo>
                    <a:pt x="1654543" y="964200"/>
                    <a:pt x="1650369" y="786746"/>
                    <a:pt x="1646228" y="609259"/>
                  </a:cubicBezTo>
                  <a:cubicBezTo>
                    <a:pt x="1645753" y="588626"/>
                    <a:pt x="1645787" y="588660"/>
                    <a:pt x="1625290" y="590831"/>
                  </a:cubicBezTo>
                  <a:cubicBezTo>
                    <a:pt x="1619453" y="591442"/>
                    <a:pt x="1613581" y="591951"/>
                    <a:pt x="1607710" y="592291"/>
                  </a:cubicBezTo>
                  <a:cubicBezTo>
                    <a:pt x="1591591" y="593173"/>
                    <a:pt x="1591760" y="593105"/>
                    <a:pt x="1592168" y="609564"/>
                  </a:cubicBezTo>
                  <a:cubicBezTo>
                    <a:pt x="1597869" y="846305"/>
                    <a:pt x="1603502" y="1083045"/>
                    <a:pt x="1609102" y="1319820"/>
                  </a:cubicBezTo>
                  <a:cubicBezTo>
                    <a:pt x="1609509" y="1337501"/>
                    <a:pt x="1609305" y="1337331"/>
                    <a:pt x="1591014" y="1339062"/>
                  </a:cubicBezTo>
                  <a:cubicBezTo>
                    <a:pt x="1526602" y="1345170"/>
                    <a:pt x="1461852" y="1351143"/>
                    <a:pt x="1399850" y="1370181"/>
                  </a:cubicBezTo>
                  <a:cubicBezTo>
                    <a:pt x="1324273" y="1393394"/>
                    <a:pt x="1252328" y="1425905"/>
                    <a:pt x="1184116" y="1466289"/>
                  </a:cubicBezTo>
                  <a:cubicBezTo>
                    <a:pt x="1161141" y="1479864"/>
                    <a:pt x="1149569" y="1503042"/>
                    <a:pt x="1134874" y="1524626"/>
                  </a:cubicBezTo>
                  <a:cubicBezTo>
                    <a:pt x="1190734" y="1503687"/>
                    <a:pt x="1246627" y="1482715"/>
                    <a:pt x="1305031" y="1460792"/>
                  </a:cubicBezTo>
                  <a:cubicBezTo>
                    <a:pt x="1300789" y="1473416"/>
                    <a:pt x="1297430" y="1483597"/>
                    <a:pt x="1293934" y="1493744"/>
                  </a:cubicBezTo>
                  <a:cubicBezTo>
                    <a:pt x="1210722" y="1737713"/>
                    <a:pt x="1127408" y="1981682"/>
                    <a:pt x="1044467" y="2225753"/>
                  </a:cubicBezTo>
                  <a:cubicBezTo>
                    <a:pt x="1041447" y="2234610"/>
                    <a:pt x="1037680" y="2238004"/>
                    <a:pt x="1028144" y="2238886"/>
                  </a:cubicBezTo>
                  <a:cubicBezTo>
                    <a:pt x="989457" y="2242381"/>
                    <a:pt x="950939" y="2241431"/>
                    <a:pt x="912387" y="2236985"/>
                  </a:cubicBezTo>
                  <a:cubicBezTo>
                    <a:pt x="903292" y="2235933"/>
                    <a:pt x="898982" y="2232302"/>
                    <a:pt x="895792" y="2223547"/>
                  </a:cubicBezTo>
                  <a:cubicBezTo>
                    <a:pt x="825985" y="2033163"/>
                    <a:pt x="755770" y="1842882"/>
                    <a:pt x="685692" y="1652600"/>
                  </a:cubicBezTo>
                  <a:cubicBezTo>
                    <a:pt x="663497" y="1592329"/>
                    <a:pt x="641337" y="1532024"/>
                    <a:pt x="619176" y="1471719"/>
                  </a:cubicBezTo>
                  <a:cubicBezTo>
                    <a:pt x="618056" y="1468665"/>
                    <a:pt x="617140" y="1465543"/>
                    <a:pt x="615579" y="1460927"/>
                  </a:cubicBezTo>
                  <a:cubicBezTo>
                    <a:pt x="689255" y="1484853"/>
                    <a:pt x="761573" y="1508337"/>
                    <a:pt x="833892" y="1531821"/>
                  </a:cubicBezTo>
                  <a:cubicBezTo>
                    <a:pt x="816856" y="1507556"/>
                    <a:pt x="800397" y="1484411"/>
                    <a:pt x="773417" y="1470565"/>
                  </a:cubicBezTo>
                  <a:cubicBezTo>
                    <a:pt x="724651" y="1445588"/>
                    <a:pt x="673169" y="1427636"/>
                    <a:pt x="622366" y="1407817"/>
                  </a:cubicBezTo>
                  <a:cubicBezTo>
                    <a:pt x="563656" y="1384910"/>
                    <a:pt x="501994" y="1377987"/>
                    <a:pt x="440026" y="1372489"/>
                  </a:cubicBezTo>
                  <a:cubicBezTo>
                    <a:pt x="413250" y="1370114"/>
                    <a:pt x="386372" y="1368586"/>
                    <a:pt x="359529" y="1367534"/>
                  </a:cubicBezTo>
                  <a:cubicBezTo>
                    <a:pt x="350875" y="1367195"/>
                    <a:pt x="350468" y="1362987"/>
                    <a:pt x="350298" y="1356437"/>
                  </a:cubicBezTo>
                  <a:cubicBezTo>
                    <a:pt x="348601" y="1278655"/>
                    <a:pt x="346802" y="1200839"/>
                    <a:pt x="344970" y="1123056"/>
                  </a:cubicBezTo>
                  <a:cubicBezTo>
                    <a:pt x="341135" y="960738"/>
                    <a:pt x="337097" y="798421"/>
                    <a:pt x="333635" y="636103"/>
                  </a:cubicBezTo>
                  <a:cubicBezTo>
                    <a:pt x="333398" y="624564"/>
                    <a:pt x="329529" y="621714"/>
                    <a:pt x="319008" y="622494"/>
                  </a:cubicBezTo>
                  <a:cubicBezTo>
                    <a:pt x="309404" y="623207"/>
                    <a:pt x="299631" y="622867"/>
                    <a:pt x="290027" y="622019"/>
                  </a:cubicBezTo>
                  <a:cubicBezTo>
                    <a:pt x="281305" y="621272"/>
                    <a:pt x="279473" y="624870"/>
                    <a:pt x="279710" y="632845"/>
                  </a:cubicBezTo>
                  <a:cubicBezTo>
                    <a:pt x="281000" y="676996"/>
                    <a:pt x="281848" y="721147"/>
                    <a:pt x="282900" y="765299"/>
                  </a:cubicBezTo>
                  <a:cubicBezTo>
                    <a:pt x="286056" y="897752"/>
                    <a:pt x="289212" y="1030206"/>
                    <a:pt x="292368" y="1162694"/>
                  </a:cubicBezTo>
                  <a:cubicBezTo>
                    <a:pt x="294167" y="1238814"/>
                    <a:pt x="296135" y="1314933"/>
                    <a:pt x="297425" y="1391052"/>
                  </a:cubicBezTo>
                  <a:cubicBezTo>
                    <a:pt x="297595" y="1402014"/>
                    <a:pt x="301871" y="1404220"/>
                    <a:pt x="311509" y="1404491"/>
                  </a:cubicBezTo>
                  <a:cubicBezTo>
                    <a:pt x="372458" y="1406256"/>
                    <a:pt x="433103" y="1411686"/>
                    <a:pt x="493204" y="1422443"/>
                  </a:cubicBezTo>
                  <a:cubicBezTo>
                    <a:pt x="494867" y="1422749"/>
                    <a:pt x="496530" y="1422885"/>
                    <a:pt x="498193" y="1423258"/>
                  </a:cubicBezTo>
                  <a:cubicBezTo>
                    <a:pt x="517061" y="1427364"/>
                    <a:pt x="538000" y="1428586"/>
                    <a:pt x="553407" y="1439344"/>
                  </a:cubicBezTo>
                  <a:cubicBezTo>
                    <a:pt x="569256" y="1450373"/>
                    <a:pt x="569425" y="1472941"/>
                    <a:pt x="575941" y="1490520"/>
                  </a:cubicBezTo>
                  <a:cubicBezTo>
                    <a:pt x="664583" y="1729907"/>
                    <a:pt x="752716" y="1969532"/>
                    <a:pt x="840951" y="2209090"/>
                  </a:cubicBezTo>
                  <a:cubicBezTo>
                    <a:pt x="841663" y="2211058"/>
                    <a:pt x="842240" y="2213094"/>
                    <a:pt x="843123" y="2214995"/>
                  </a:cubicBezTo>
                  <a:cubicBezTo>
                    <a:pt x="846584" y="2222427"/>
                    <a:pt x="843801" y="2224124"/>
                    <a:pt x="836777" y="2222121"/>
                  </a:cubicBezTo>
                  <a:cubicBezTo>
                    <a:pt x="815804" y="2216149"/>
                    <a:pt x="794628" y="2210685"/>
                    <a:pt x="773858" y="2204067"/>
                  </a:cubicBezTo>
                  <a:cubicBezTo>
                    <a:pt x="715827" y="2185572"/>
                    <a:pt x="659323" y="2162936"/>
                    <a:pt x="602785" y="2140403"/>
                  </a:cubicBezTo>
                  <a:cubicBezTo>
                    <a:pt x="595455" y="2137484"/>
                    <a:pt x="593656" y="2132767"/>
                    <a:pt x="592808" y="2126285"/>
                  </a:cubicBezTo>
                  <a:cubicBezTo>
                    <a:pt x="584968" y="2064758"/>
                    <a:pt x="569391" y="2004962"/>
                    <a:pt x="548453" y="1946829"/>
                  </a:cubicBezTo>
                  <a:cubicBezTo>
                    <a:pt x="531926" y="1901015"/>
                    <a:pt x="511598" y="1856389"/>
                    <a:pt x="487265" y="1814307"/>
                  </a:cubicBezTo>
                  <a:cubicBezTo>
                    <a:pt x="407006" y="1675541"/>
                    <a:pt x="324337" y="1537827"/>
                    <a:pt x="255174" y="1393021"/>
                  </a:cubicBezTo>
                  <a:cubicBezTo>
                    <a:pt x="185129" y="1246347"/>
                    <a:pt x="120141" y="1087830"/>
                    <a:pt x="118376" y="922967"/>
                  </a:cubicBezTo>
                  <a:cubicBezTo>
                    <a:pt x="116476" y="743647"/>
                    <a:pt x="173218" y="584655"/>
                    <a:pt x="287414" y="446262"/>
                  </a:cubicBezTo>
                  <a:cubicBezTo>
                    <a:pt x="329291" y="395527"/>
                    <a:pt x="373952" y="347202"/>
                    <a:pt x="426146" y="307225"/>
                  </a:cubicBezTo>
                  <a:cubicBezTo>
                    <a:pt x="478510" y="267078"/>
                    <a:pt x="536371" y="235110"/>
                    <a:pt x="594640" y="203922"/>
                  </a:cubicBezTo>
                  <a:cubicBezTo>
                    <a:pt x="882557" y="49919"/>
                    <a:pt x="1279579" y="114568"/>
                    <a:pt x="1528639" y="315302"/>
                  </a:cubicBezTo>
                  <a:cubicBezTo>
                    <a:pt x="1765583" y="506296"/>
                    <a:pt x="1884292" y="840332"/>
                    <a:pt x="1792902" y="1134764"/>
                  </a:cubicBezTo>
                  <a:cubicBezTo>
                    <a:pt x="1775798" y="1189708"/>
                    <a:pt x="1751737" y="1241596"/>
                    <a:pt x="1724214" y="1291822"/>
                  </a:cubicBezTo>
                  <a:close/>
                </a:path>
              </a:pathLst>
            </a:custGeom>
            <a:grpFill/>
            <a:ln w="3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125">
              <a:extLst>
                <a:ext uri="{FF2B5EF4-FFF2-40B4-BE49-F238E27FC236}">
                  <a16:creationId xmlns:a16="http://schemas.microsoft.com/office/drawing/2014/main" xmlns="" id="{3B2DB7FE-FAEB-44A5-A653-D4539FE23C72}"/>
                </a:ext>
              </a:extLst>
            </p:cNvPr>
            <p:cNvSpPr/>
            <p:nvPr/>
          </p:nvSpPr>
          <p:spPr>
            <a:xfrm>
              <a:off x="7096986" y="4006191"/>
              <a:ext cx="475101" cy="977515"/>
            </a:xfrm>
            <a:custGeom>
              <a:avLst/>
              <a:gdLst>
                <a:gd name="connsiteX0" fmla="*/ 16020 w 475101"/>
                <a:gd name="connsiteY0" fmla="*/ 977491 h 977515"/>
                <a:gd name="connsiteX1" fmla="*/ 15952 w 475101"/>
                <a:gd name="connsiteY1" fmla="*/ 896214 h 977515"/>
                <a:gd name="connsiteX2" fmla="*/ 4618 w 475101"/>
                <a:gd name="connsiteY2" fmla="*/ 393004 h 977515"/>
                <a:gd name="connsiteX3" fmla="*/ 70 w 475101"/>
                <a:gd name="connsiteY3" fmla="*/ 210155 h 977515"/>
                <a:gd name="connsiteX4" fmla="*/ 4380 w 475101"/>
                <a:gd name="connsiteY4" fmla="*/ 193865 h 977515"/>
                <a:gd name="connsiteX5" fmla="*/ 148780 w 475101"/>
                <a:gd name="connsiteY5" fmla="*/ 64568 h 977515"/>
                <a:gd name="connsiteX6" fmla="*/ 272037 w 475101"/>
                <a:gd name="connsiteY6" fmla="*/ 20145 h 977515"/>
                <a:gd name="connsiteX7" fmla="*/ 444637 w 475101"/>
                <a:gd name="connsiteY7" fmla="*/ 156 h 977515"/>
                <a:gd name="connsiteX8" fmla="*/ 456956 w 475101"/>
                <a:gd name="connsiteY8" fmla="*/ 11321 h 977515"/>
                <a:gd name="connsiteX9" fmla="*/ 471888 w 475101"/>
                <a:gd name="connsiteY9" fmla="*/ 652007 h 977515"/>
                <a:gd name="connsiteX10" fmla="*/ 475078 w 475101"/>
                <a:gd name="connsiteY10" fmla="*/ 770547 h 977515"/>
                <a:gd name="connsiteX11" fmla="*/ 464117 w 475101"/>
                <a:gd name="connsiteY11" fmla="*/ 782594 h 977515"/>
                <a:gd name="connsiteX12" fmla="*/ 252014 w 475101"/>
                <a:gd name="connsiteY12" fmla="*/ 817515 h 977515"/>
                <a:gd name="connsiteX13" fmla="*/ 141280 w 475101"/>
                <a:gd name="connsiteY13" fmla="*/ 878702 h 977515"/>
                <a:gd name="connsiteX14" fmla="*/ 27423 w 475101"/>
                <a:gd name="connsiteY14" fmla="*/ 972401 h 977515"/>
                <a:gd name="connsiteX15" fmla="*/ 16020 w 475101"/>
                <a:gd name="connsiteY15" fmla="*/ 977491 h 977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75101" h="977515">
                  <a:moveTo>
                    <a:pt x="16020" y="977491"/>
                  </a:moveTo>
                  <a:cubicBezTo>
                    <a:pt x="16020" y="950478"/>
                    <a:pt x="16529" y="923329"/>
                    <a:pt x="15952" y="896214"/>
                  </a:cubicBezTo>
                  <a:cubicBezTo>
                    <a:pt x="12321" y="728466"/>
                    <a:pt x="8486" y="560718"/>
                    <a:pt x="4618" y="393004"/>
                  </a:cubicBezTo>
                  <a:cubicBezTo>
                    <a:pt x="3226" y="332055"/>
                    <a:pt x="1563" y="271105"/>
                    <a:pt x="70" y="210155"/>
                  </a:cubicBezTo>
                  <a:cubicBezTo>
                    <a:pt x="-66" y="204352"/>
                    <a:pt x="-473" y="198888"/>
                    <a:pt x="4380" y="193865"/>
                  </a:cubicBezTo>
                  <a:cubicBezTo>
                    <a:pt x="49312" y="147169"/>
                    <a:pt x="95533" y="102067"/>
                    <a:pt x="148780" y="64568"/>
                  </a:cubicBezTo>
                  <a:cubicBezTo>
                    <a:pt x="186008" y="38335"/>
                    <a:pt x="228496" y="28086"/>
                    <a:pt x="272037" y="20145"/>
                  </a:cubicBezTo>
                  <a:cubicBezTo>
                    <a:pt x="329152" y="9760"/>
                    <a:pt x="386912" y="5179"/>
                    <a:pt x="444637" y="156"/>
                  </a:cubicBezTo>
                  <a:cubicBezTo>
                    <a:pt x="453902" y="-658"/>
                    <a:pt x="456753" y="1514"/>
                    <a:pt x="456956" y="11321"/>
                  </a:cubicBezTo>
                  <a:cubicBezTo>
                    <a:pt x="461708" y="224883"/>
                    <a:pt x="466798" y="438445"/>
                    <a:pt x="471888" y="652007"/>
                  </a:cubicBezTo>
                  <a:cubicBezTo>
                    <a:pt x="472839" y="691509"/>
                    <a:pt x="473687" y="731045"/>
                    <a:pt x="475078" y="770547"/>
                  </a:cubicBezTo>
                  <a:cubicBezTo>
                    <a:pt x="475384" y="779201"/>
                    <a:pt x="472771" y="781780"/>
                    <a:pt x="464117" y="782594"/>
                  </a:cubicBezTo>
                  <a:cubicBezTo>
                    <a:pt x="392647" y="789382"/>
                    <a:pt x="321380" y="797628"/>
                    <a:pt x="252014" y="817515"/>
                  </a:cubicBezTo>
                  <a:cubicBezTo>
                    <a:pt x="210374" y="829461"/>
                    <a:pt x="175589" y="853657"/>
                    <a:pt x="141280" y="878702"/>
                  </a:cubicBezTo>
                  <a:cubicBezTo>
                    <a:pt x="101540" y="907718"/>
                    <a:pt x="64074" y="939550"/>
                    <a:pt x="27423" y="972401"/>
                  </a:cubicBezTo>
                  <a:cubicBezTo>
                    <a:pt x="25115" y="974471"/>
                    <a:pt x="23418" y="977831"/>
                    <a:pt x="16020" y="977491"/>
                  </a:cubicBezTo>
                  <a:close/>
                </a:path>
              </a:pathLst>
            </a:custGeom>
            <a:grpFill/>
            <a:ln w="3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126">
              <a:extLst>
                <a:ext uri="{FF2B5EF4-FFF2-40B4-BE49-F238E27FC236}">
                  <a16:creationId xmlns:a16="http://schemas.microsoft.com/office/drawing/2014/main" xmlns="" id="{7155A854-E4ED-44E0-B11A-233B505DEA0E}"/>
                </a:ext>
              </a:extLst>
            </p:cNvPr>
            <p:cNvSpPr/>
            <p:nvPr/>
          </p:nvSpPr>
          <p:spPr>
            <a:xfrm>
              <a:off x="6557519" y="4029591"/>
              <a:ext cx="483979" cy="957654"/>
            </a:xfrm>
            <a:custGeom>
              <a:avLst/>
              <a:gdLst>
                <a:gd name="connsiteX0" fmla="*/ 483950 w 483979"/>
                <a:gd name="connsiteY0" fmla="*/ 957655 h 957654"/>
                <a:gd name="connsiteX1" fmla="*/ 411427 w 483979"/>
                <a:gd name="connsiteY1" fmla="*/ 901727 h 957654"/>
                <a:gd name="connsiteX2" fmla="*/ 345455 w 483979"/>
                <a:gd name="connsiteY2" fmla="*/ 855336 h 957654"/>
                <a:gd name="connsiteX3" fmla="*/ 174246 w 483979"/>
                <a:gd name="connsiteY3" fmla="*/ 793979 h 957654"/>
                <a:gd name="connsiteX4" fmla="*/ 31102 w 483979"/>
                <a:gd name="connsiteY4" fmla="*/ 782136 h 957654"/>
                <a:gd name="connsiteX5" fmla="*/ 17731 w 483979"/>
                <a:gd name="connsiteY5" fmla="*/ 768323 h 957654"/>
                <a:gd name="connsiteX6" fmla="*/ 10197 w 483979"/>
                <a:gd name="connsiteY6" fmla="*/ 436561 h 957654"/>
                <a:gd name="connsiteX7" fmla="*/ 423 w 483979"/>
                <a:gd name="connsiteY7" fmla="*/ 21552 h 957654"/>
                <a:gd name="connsiteX8" fmla="*/ 21023 w 483979"/>
                <a:gd name="connsiteY8" fmla="*/ 478 h 957654"/>
                <a:gd name="connsiteX9" fmla="*/ 215580 w 483979"/>
                <a:gd name="connsiteY9" fmla="*/ 15919 h 957654"/>
                <a:gd name="connsiteX10" fmla="*/ 334154 w 483979"/>
                <a:gd name="connsiteY10" fmla="*/ 65229 h 957654"/>
                <a:gd name="connsiteX11" fmla="*/ 460398 w 483979"/>
                <a:gd name="connsiteY11" fmla="*/ 171551 h 957654"/>
                <a:gd name="connsiteX12" fmla="*/ 466303 w 483979"/>
                <a:gd name="connsiteY12" fmla="*/ 185974 h 957654"/>
                <a:gd name="connsiteX13" fmla="*/ 476721 w 483979"/>
                <a:gd name="connsiteY13" fmla="*/ 640078 h 957654"/>
                <a:gd name="connsiteX14" fmla="*/ 483950 w 483979"/>
                <a:gd name="connsiteY14" fmla="*/ 944080 h 957654"/>
                <a:gd name="connsiteX15" fmla="*/ 483950 w 483979"/>
                <a:gd name="connsiteY15" fmla="*/ 957655 h 957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83979" h="957654">
                  <a:moveTo>
                    <a:pt x="483950" y="957655"/>
                  </a:moveTo>
                  <a:cubicBezTo>
                    <a:pt x="458531" y="937972"/>
                    <a:pt x="435319" y="919374"/>
                    <a:pt x="411427" y="901727"/>
                  </a:cubicBezTo>
                  <a:cubicBezTo>
                    <a:pt x="389810" y="885743"/>
                    <a:pt x="367378" y="870913"/>
                    <a:pt x="345455" y="855336"/>
                  </a:cubicBezTo>
                  <a:cubicBezTo>
                    <a:pt x="294109" y="818821"/>
                    <a:pt x="236112" y="801411"/>
                    <a:pt x="174246" y="793979"/>
                  </a:cubicBezTo>
                  <a:cubicBezTo>
                    <a:pt x="126667" y="788244"/>
                    <a:pt x="78952" y="784206"/>
                    <a:pt x="31102" y="782136"/>
                  </a:cubicBezTo>
                  <a:cubicBezTo>
                    <a:pt x="20683" y="781694"/>
                    <a:pt x="17934" y="778504"/>
                    <a:pt x="17731" y="768323"/>
                  </a:cubicBezTo>
                  <a:cubicBezTo>
                    <a:pt x="15491" y="657725"/>
                    <a:pt x="12776" y="547160"/>
                    <a:pt x="10197" y="436561"/>
                  </a:cubicBezTo>
                  <a:cubicBezTo>
                    <a:pt x="6939" y="298236"/>
                    <a:pt x="3613" y="159911"/>
                    <a:pt x="423" y="21552"/>
                  </a:cubicBezTo>
                  <a:cubicBezTo>
                    <a:pt x="-154" y="-3628"/>
                    <a:pt x="-3140" y="-65"/>
                    <a:pt x="21023" y="478"/>
                  </a:cubicBezTo>
                  <a:cubicBezTo>
                    <a:pt x="86181" y="1937"/>
                    <a:pt x="151067" y="5840"/>
                    <a:pt x="215580" y="15919"/>
                  </a:cubicBezTo>
                  <a:cubicBezTo>
                    <a:pt x="259358" y="22774"/>
                    <a:pt x="298283" y="39742"/>
                    <a:pt x="334154" y="65229"/>
                  </a:cubicBezTo>
                  <a:cubicBezTo>
                    <a:pt x="379188" y="97197"/>
                    <a:pt x="420421" y="133577"/>
                    <a:pt x="460398" y="171551"/>
                  </a:cubicBezTo>
                  <a:cubicBezTo>
                    <a:pt x="464742" y="175692"/>
                    <a:pt x="466201" y="180137"/>
                    <a:pt x="466303" y="185974"/>
                  </a:cubicBezTo>
                  <a:cubicBezTo>
                    <a:pt x="469662" y="337331"/>
                    <a:pt x="473192" y="488721"/>
                    <a:pt x="476721" y="640078"/>
                  </a:cubicBezTo>
                  <a:cubicBezTo>
                    <a:pt x="479097" y="741412"/>
                    <a:pt x="481540" y="842746"/>
                    <a:pt x="483950" y="944080"/>
                  </a:cubicBezTo>
                  <a:cubicBezTo>
                    <a:pt x="484017" y="947813"/>
                    <a:pt x="483950" y="951580"/>
                    <a:pt x="483950" y="957655"/>
                  </a:cubicBezTo>
                  <a:close/>
                </a:path>
              </a:pathLst>
            </a:custGeom>
            <a:grpFill/>
            <a:ln w="3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127">
              <a:extLst>
                <a:ext uri="{FF2B5EF4-FFF2-40B4-BE49-F238E27FC236}">
                  <a16:creationId xmlns:a16="http://schemas.microsoft.com/office/drawing/2014/main" xmlns="" id="{F8C4148C-BADA-4962-9CA0-E6199B630721}"/>
                </a:ext>
              </a:extLst>
            </p:cNvPr>
            <p:cNvSpPr/>
            <p:nvPr/>
          </p:nvSpPr>
          <p:spPr>
            <a:xfrm>
              <a:off x="6462144" y="4088986"/>
              <a:ext cx="545896" cy="957342"/>
            </a:xfrm>
            <a:custGeom>
              <a:avLst/>
              <a:gdLst>
                <a:gd name="connsiteX0" fmla="*/ 545897 w 545896"/>
                <a:gd name="connsiteY0" fmla="*/ 957343 h 957342"/>
                <a:gd name="connsiteX1" fmla="*/ 449076 w 545896"/>
                <a:gd name="connsiteY1" fmla="*/ 908983 h 957342"/>
                <a:gd name="connsiteX2" fmla="*/ 116601 w 545896"/>
                <a:gd name="connsiteY2" fmla="*/ 800285 h 957342"/>
                <a:gd name="connsiteX3" fmla="*/ 29927 w 545896"/>
                <a:gd name="connsiteY3" fmla="*/ 784267 h 957342"/>
                <a:gd name="connsiteX4" fmla="*/ 18118 w 545896"/>
                <a:gd name="connsiteY4" fmla="*/ 770557 h 957342"/>
                <a:gd name="connsiteX5" fmla="*/ 12043 w 545896"/>
                <a:gd name="connsiteY5" fmla="*/ 514472 h 957342"/>
                <a:gd name="connsiteX6" fmla="*/ 29 w 545896"/>
                <a:gd name="connsiteY6" fmla="*/ 16150 h 957342"/>
                <a:gd name="connsiteX7" fmla="*/ 15403 w 545896"/>
                <a:gd name="connsiteY7" fmla="*/ 268 h 957342"/>
                <a:gd name="connsiteX8" fmla="*/ 59486 w 545896"/>
                <a:gd name="connsiteY8" fmla="*/ 1897 h 957342"/>
                <a:gd name="connsiteX9" fmla="*/ 71975 w 545896"/>
                <a:gd name="connsiteY9" fmla="*/ 15301 h 957342"/>
                <a:gd name="connsiteX10" fmla="*/ 77880 w 545896"/>
                <a:gd name="connsiteY10" fmla="*/ 291612 h 957342"/>
                <a:gd name="connsiteX11" fmla="*/ 88230 w 545896"/>
                <a:gd name="connsiteY11" fmla="*/ 731903 h 957342"/>
                <a:gd name="connsiteX12" fmla="*/ 109135 w 545896"/>
                <a:gd name="connsiteY12" fmla="*/ 753724 h 957342"/>
                <a:gd name="connsiteX13" fmla="*/ 310310 w 545896"/>
                <a:gd name="connsiteY13" fmla="*/ 777547 h 957342"/>
                <a:gd name="connsiteX14" fmla="*/ 394133 w 545896"/>
                <a:gd name="connsiteY14" fmla="*/ 811416 h 957342"/>
                <a:gd name="connsiteX15" fmla="*/ 512571 w 545896"/>
                <a:gd name="connsiteY15" fmla="*/ 880816 h 957342"/>
                <a:gd name="connsiteX16" fmla="*/ 526417 w 545896"/>
                <a:gd name="connsiteY16" fmla="*/ 899345 h 957342"/>
                <a:gd name="connsiteX17" fmla="*/ 545897 w 545896"/>
                <a:gd name="connsiteY17" fmla="*/ 957343 h 957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45896" h="957342">
                  <a:moveTo>
                    <a:pt x="545897" y="957343"/>
                  </a:moveTo>
                  <a:cubicBezTo>
                    <a:pt x="511926" y="940442"/>
                    <a:pt x="480026" y="925612"/>
                    <a:pt x="449076" y="908983"/>
                  </a:cubicBezTo>
                  <a:cubicBezTo>
                    <a:pt x="344688" y="852852"/>
                    <a:pt x="232630" y="820613"/>
                    <a:pt x="116601" y="800285"/>
                  </a:cubicBezTo>
                  <a:cubicBezTo>
                    <a:pt x="87653" y="795228"/>
                    <a:pt x="58875" y="789256"/>
                    <a:pt x="29927" y="784267"/>
                  </a:cubicBezTo>
                  <a:cubicBezTo>
                    <a:pt x="21443" y="782808"/>
                    <a:pt x="18287" y="779618"/>
                    <a:pt x="18118" y="770557"/>
                  </a:cubicBezTo>
                  <a:cubicBezTo>
                    <a:pt x="16387" y="685172"/>
                    <a:pt x="14045" y="599822"/>
                    <a:pt x="12043" y="514472"/>
                  </a:cubicBezTo>
                  <a:cubicBezTo>
                    <a:pt x="8106" y="348353"/>
                    <a:pt x="4407" y="182269"/>
                    <a:pt x="29" y="16150"/>
                  </a:cubicBezTo>
                  <a:cubicBezTo>
                    <a:pt x="-310" y="3458"/>
                    <a:pt x="2133" y="-1226"/>
                    <a:pt x="15403" y="268"/>
                  </a:cubicBezTo>
                  <a:cubicBezTo>
                    <a:pt x="29995" y="1863"/>
                    <a:pt x="44792" y="2304"/>
                    <a:pt x="59486" y="1897"/>
                  </a:cubicBezTo>
                  <a:cubicBezTo>
                    <a:pt x="69938" y="1591"/>
                    <a:pt x="71805" y="6037"/>
                    <a:pt x="71975" y="15301"/>
                  </a:cubicBezTo>
                  <a:cubicBezTo>
                    <a:pt x="73705" y="107405"/>
                    <a:pt x="75742" y="199508"/>
                    <a:pt x="77880" y="291612"/>
                  </a:cubicBezTo>
                  <a:cubicBezTo>
                    <a:pt x="81273" y="438387"/>
                    <a:pt x="84735" y="585128"/>
                    <a:pt x="88230" y="731903"/>
                  </a:cubicBezTo>
                  <a:cubicBezTo>
                    <a:pt x="88705" y="752401"/>
                    <a:pt x="88841" y="752638"/>
                    <a:pt x="109135" y="753724"/>
                  </a:cubicBezTo>
                  <a:cubicBezTo>
                    <a:pt x="176702" y="757355"/>
                    <a:pt x="244100" y="762310"/>
                    <a:pt x="310310" y="777547"/>
                  </a:cubicBezTo>
                  <a:cubicBezTo>
                    <a:pt x="340106" y="784403"/>
                    <a:pt x="367256" y="797536"/>
                    <a:pt x="394133" y="811416"/>
                  </a:cubicBezTo>
                  <a:cubicBezTo>
                    <a:pt x="434857" y="832423"/>
                    <a:pt x="474529" y="855194"/>
                    <a:pt x="512571" y="880816"/>
                  </a:cubicBezTo>
                  <a:cubicBezTo>
                    <a:pt x="519630" y="885567"/>
                    <a:pt x="523872" y="891268"/>
                    <a:pt x="526417" y="899345"/>
                  </a:cubicBezTo>
                  <a:cubicBezTo>
                    <a:pt x="532221" y="918010"/>
                    <a:pt x="538804" y="936472"/>
                    <a:pt x="545897" y="957343"/>
                  </a:cubicBezTo>
                  <a:close/>
                </a:path>
              </a:pathLst>
            </a:custGeom>
            <a:grpFill/>
            <a:ln w="3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128">
              <a:extLst>
                <a:ext uri="{FF2B5EF4-FFF2-40B4-BE49-F238E27FC236}">
                  <a16:creationId xmlns:a16="http://schemas.microsoft.com/office/drawing/2014/main" xmlns="" id="{A2F44629-6AAD-4605-A0B0-9D22E73272C0}"/>
                </a:ext>
              </a:extLst>
            </p:cNvPr>
            <p:cNvSpPr/>
            <p:nvPr/>
          </p:nvSpPr>
          <p:spPr>
            <a:xfrm>
              <a:off x="7151796" y="4061393"/>
              <a:ext cx="518292" cy="981711"/>
            </a:xfrm>
            <a:custGeom>
              <a:avLst/>
              <a:gdLst>
                <a:gd name="connsiteX0" fmla="*/ 0 w 518292"/>
                <a:gd name="connsiteY0" fmla="*/ 981712 h 981711"/>
                <a:gd name="connsiteX1" fmla="*/ 18597 w 518292"/>
                <a:gd name="connsiteY1" fmla="*/ 916893 h 981711"/>
                <a:gd name="connsiteX2" fmla="*/ 27794 w 518292"/>
                <a:gd name="connsiteY2" fmla="*/ 905355 h 981711"/>
                <a:gd name="connsiteX3" fmla="*/ 192623 w 518292"/>
                <a:gd name="connsiteY3" fmla="*/ 803613 h 981711"/>
                <a:gd name="connsiteX4" fmla="*/ 321480 w 518292"/>
                <a:gd name="connsiteY4" fmla="*/ 770593 h 981711"/>
                <a:gd name="connsiteX5" fmla="*/ 434013 w 518292"/>
                <a:gd name="connsiteY5" fmla="*/ 757188 h 981711"/>
                <a:gd name="connsiteX6" fmla="*/ 447079 w 518292"/>
                <a:gd name="connsiteY6" fmla="*/ 741883 h 981711"/>
                <a:gd name="connsiteX7" fmla="*/ 429364 w 518292"/>
                <a:gd name="connsiteY7" fmla="*/ 21786 h 981711"/>
                <a:gd name="connsiteX8" fmla="*/ 444839 w 518292"/>
                <a:gd name="connsiteY8" fmla="*/ 3630 h 981711"/>
                <a:gd name="connsiteX9" fmla="*/ 487497 w 518292"/>
                <a:gd name="connsiteY9" fmla="*/ 236 h 981711"/>
                <a:gd name="connsiteX10" fmla="*/ 500562 w 518292"/>
                <a:gd name="connsiteY10" fmla="*/ 12148 h 981711"/>
                <a:gd name="connsiteX11" fmla="*/ 504431 w 518292"/>
                <a:gd name="connsiteY11" fmla="*/ 169783 h 981711"/>
                <a:gd name="connsiteX12" fmla="*/ 518277 w 518292"/>
                <a:gd name="connsiteY12" fmla="*/ 767607 h 981711"/>
                <a:gd name="connsiteX13" fmla="*/ 504804 w 518292"/>
                <a:gd name="connsiteY13" fmla="*/ 784880 h 981711"/>
                <a:gd name="connsiteX14" fmla="*/ 249738 w 518292"/>
                <a:gd name="connsiteY14" fmla="*/ 853500 h 981711"/>
                <a:gd name="connsiteX15" fmla="*/ 78258 w 518292"/>
                <a:gd name="connsiteY15" fmla="*/ 938001 h 981711"/>
                <a:gd name="connsiteX16" fmla="*/ 0 w 518292"/>
                <a:gd name="connsiteY16" fmla="*/ 981712 h 981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18292" h="981711">
                  <a:moveTo>
                    <a:pt x="0" y="981712"/>
                  </a:moveTo>
                  <a:cubicBezTo>
                    <a:pt x="6855" y="957922"/>
                    <a:pt x="12862" y="937459"/>
                    <a:pt x="18597" y="916893"/>
                  </a:cubicBezTo>
                  <a:cubicBezTo>
                    <a:pt x="20090" y="911565"/>
                    <a:pt x="23722" y="908409"/>
                    <a:pt x="27794" y="905355"/>
                  </a:cubicBezTo>
                  <a:cubicBezTo>
                    <a:pt x="79717" y="866531"/>
                    <a:pt x="134015" y="831373"/>
                    <a:pt x="192623" y="803613"/>
                  </a:cubicBezTo>
                  <a:cubicBezTo>
                    <a:pt x="233177" y="784405"/>
                    <a:pt x="277566" y="777788"/>
                    <a:pt x="321480" y="770593"/>
                  </a:cubicBezTo>
                  <a:cubicBezTo>
                    <a:pt x="358776" y="764485"/>
                    <a:pt x="396242" y="759428"/>
                    <a:pt x="434013" y="757188"/>
                  </a:cubicBezTo>
                  <a:cubicBezTo>
                    <a:pt x="445212" y="756543"/>
                    <a:pt x="447350" y="752471"/>
                    <a:pt x="447079" y="741883"/>
                  </a:cubicBezTo>
                  <a:cubicBezTo>
                    <a:pt x="441004" y="501851"/>
                    <a:pt x="435438" y="261818"/>
                    <a:pt x="429364" y="21786"/>
                  </a:cubicBezTo>
                  <a:cubicBezTo>
                    <a:pt x="429058" y="9603"/>
                    <a:pt x="431027" y="3494"/>
                    <a:pt x="444839" y="3630"/>
                  </a:cubicBezTo>
                  <a:cubicBezTo>
                    <a:pt x="459058" y="3800"/>
                    <a:pt x="473345" y="1899"/>
                    <a:pt x="487497" y="236"/>
                  </a:cubicBezTo>
                  <a:cubicBezTo>
                    <a:pt x="497101" y="-884"/>
                    <a:pt x="500393" y="1797"/>
                    <a:pt x="500562" y="12148"/>
                  </a:cubicBezTo>
                  <a:cubicBezTo>
                    <a:pt x="501377" y="64716"/>
                    <a:pt x="503209" y="117249"/>
                    <a:pt x="504431" y="169783"/>
                  </a:cubicBezTo>
                  <a:cubicBezTo>
                    <a:pt x="509013" y="369057"/>
                    <a:pt x="513390" y="568332"/>
                    <a:pt x="518277" y="767607"/>
                  </a:cubicBezTo>
                  <a:cubicBezTo>
                    <a:pt x="518549" y="778670"/>
                    <a:pt x="515257" y="782505"/>
                    <a:pt x="504804" y="784880"/>
                  </a:cubicBezTo>
                  <a:cubicBezTo>
                    <a:pt x="418911" y="804496"/>
                    <a:pt x="332984" y="824247"/>
                    <a:pt x="249738" y="853500"/>
                  </a:cubicBezTo>
                  <a:cubicBezTo>
                    <a:pt x="189298" y="874744"/>
                    <a:pt x="134388" y="907730"/>
                    <a:pt x="78258" y="938001"/>
                  </a:cubicBezTo>
                  <a:cubicBezTo>
                    <a:pt x="52805" y="951780"/>
                    <a:pt x="27760" y="966203"/>
                    <a:pt x="0" y="981712"/>
                  </a:cubicBezTo>
                  <a:close/>
                </a:path>
              </a:pathLst>
            </a:custGeom>
            <a:grpFill/>
            <a:ln w="3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0" name="Group 18">
            <a:extLst>
              <a:ext uri="{FF2B5EF4-FFF2-40B4-BE49-F238E27FC236}">
                <a16:creationId xmlns:a16="http://schemas.microsoft.com/office/drawing/2014/main" xmlns="" id="{8BA496C5-9B70-4FB9-8675-882A3A9380BF}"/>
              </a:ext>
            </a:extLst>
          </p:cNvPr>
          <p:cNvGrpSpPr/>
          <p:nvPr/>
        </p:nvGrpSpPr>
        <p:grpSpPr>
          <a:xfrm>
            <a:off x="8764883" y="3047685"/>
            <a:ext cx="884999" cy="1009581"/>
            <a:chOff x="7993416" y="2408078"/>
            <a:chExt cx="2952016" cy="3367573"/>
          </a:xfrm>
        </p:grpSpPr>
        <p:sp>
          <p:nvSpPr>
            <p:cNvPr id="71" name="Freeform: Shape 7">
              <a:extLst>
                <a:ext uri="{FF2B5EF4-FFF2-40B4-BE49-F238E27FC236}">
                  <a16:creationId xmlns:a16="http://schemas.microsoft.com/office/drawing/2014/main" xmlns="" id="{111F6A76-854A-48D5-8DF4-311774E061B8}"/>
                </a:ext>
              </a:extLst>
            </p:cNvPr>
            <p:cNvSpPr/>
            <p:nvPr/>
          </p:nvSpPr>
          <p:spPr>
            <a:xfrm>
              <a:off x="9158751" y="2592612"/>
              <a:ext cx="291460" cy="654431"/>
            </a:xfrm>
            <a:custGeom>
              <a:avLst/>
              <a:gdLst>
                <a:gd name="connsiteX0" fmla="*/ 188758 w 291460"/>
                <a:gd name="connsiteY0" fmla="*/ 525930 h 654431"/>
                <a:gd name="connsiteX1" fmla="*/ 1118 w 291460"/>
                <a:gd name="connsiteY1" fmla="*/ 23212 h 654431"/>
                <a:gd name="connsiteX2" fmla="*/ 8501 w 291460"/>
                <a:gd name="connsiteY2" fmla="*/ 10504 h 654431"/>
                <a:gd name="connsiteX3" fmla="*/ 230078 w 291460"/>
                <a:gd name="connsiteY3" fmla="*/ 32 h 654431"/>
                <a:gd name="connsiteX4" fmla="*/ 238526 w 291460"/>
                <a:gd name="connsiteY4" fmla="*/ 7629 h 654431"/>
                <a:gd name="connsiteX5" fmla="*/ 287513 w 291460"/>
                <a:gd name="connsiteY5" fmla="*/ 463241 h 654431"/>
                <a:gd name="connsiteX6" fmla="*/ 262274 w 291460"/>
                <a:gd name="connsiteY6" fmla="*/ 646551 h 654431"/>
                <a:gd name="connsiteX7" fmla="*/ 205549 w 291460"/>
                <a:gd name="connsiteY7" fmla="*/ 654431 h 654431"/>
                <a:gd name="connsiteX8" fmla="*/ 188758 w 291460"/>
                <a:gd name="connsiteY8" fmla="*/ 525930 h 654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1460" h="654431">
                  <a:moveTo>
                    <a:pt x="188758" y="525930"/>
                  </a:moveTo>
                  <a:cubicBezTo>
                    <a:pt x="169519" y="442617"/>
                    <a:pt x="152089" y="264951"/>
                    <a:pt x="1118" y="23212"/>
                  </a:cubicBezTo>
                  <a:cubicBezTo>
                    <a:pt x="-2183" y="17923"/>
                    <a:pt x="2289" y="11036"/>
                    <a:pt x="8501" y="10504"/>
                  </a:cubicBezTo>
                  <a:cubicBezTo>
                    <a:pt x="90998" y="3582"/>
                    <a:pt x="207324" y="1559"/>
                    <a:pt x="230078" y="32"/>
                  </a:cubicBezTo>
                  <a:cubicBezTo>
                    <a:pt x="235828" y="-358"/>
                    <a:pt x="237142" y="2837"/>
                    <a:pt x="238526" y="7629"/>
                  </a:cubicBezTo>
                  <a:cubicBezTo>
                    <a:pt x="281407" y="156648"/>
                    <a:pt x="300327" y="308329"/>
                    <a:pt x="287513" y="463241"/>
                  </a:cubicBezTo>
                  <a:cubicBezTo>
                    <a:pt x="282401" y="524723"/>
                    <a:pt x="271219" y="585530"/>
                    <a:pt x="262274" y="646551"/>
                  </a:cubicBezTo>
                  <a:cubicBezTo>
                    <a:pt x="243460" y="649923"/>
                    <a:pt x="224646" y="653189"/>
                    <a:pt x="205549" y="654431"/>
                  </a:cubicBezTo>
                  <a:cubicBezTo>
                    <a:pt x="204590" y="611018"/>
                    <a:pt x="198059" y="568279"/>
                    <a:pt x="188758" y="525930"/>
                  </a:cubicBezTo>
                  <a:close/>
                </a:path>
              </a:pathLst>
            </a:custGeom>
            <a:solidFill>
              <a:srgbClr val="512E16"/>
            </a:solidFill>
            <a:ln w="35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8">
              <a:extLst>
                <a:ext uri="{FF2B5EF4-FFF2-40B4-BE49-F238E27FC236}">
                  <a16:creationId xmlns:a16="http://schemas.microsoft.com/office/drawing/2014/main" xmlns="" id="{C8789985-1743-46B5-9E4C-6A74617D4C22}"/>
                </a:ext>
              </a:extLst>
            </p:cNvPr>
            <p:cNvSpPr/>
            <p:nvPr/>
          </p:nvSpPr>
          <p:spPr>
            <a:xfrm>
              <a:off x="7993416" y="3140146"/>
              <a:ext cx="2952016" cy="2635505"/>
            </a:xfrm>
            <a:custGeom>
              <a:avLst/>
              <a:gdLst>
                <a:gd name="connsiteX0" fmla="*/ 3088 w 2952016"/>
                <a:gd name="connsiteY0" fmla="*/ 996574 h 2635505"/>
                <a:gd name="connsiteX1" fmla="*/ 271167 w 2952016"/>
                <a:gd name="connsiteY1" fmla="*/ 280800 h 2635505"/>
                <a:gd name="connsiteX2" fmla="*/ 527708 w 2952016"/>
                <a:gd name="connsiteY2" fmla="*/ 78641 h 2635505"/>
                <a:gd name="connsiteX3" fmla="*/ 867066 w 2952016"/>
                <a:gd name="connsiteY3" fmla="*/ 23087 h 2635505"/>
                <a:gd name="connsiteX4" fmla="*/ 1191550 w 2952016"/>
                <a:gd name="connsiteY4" fmla="*/ 91242 h 2635505"/>
                <a:gd name="connsiteX5" fmla="*/ 1501764 w 2952016"/>
                <a:gd name="connsiteY5" fmla="*/ 87693 h 2635505"/>
                <a:gd name="connsiteX6" fmla="*/ 2055882 w 2952016"/>
                <a:gd name="connsiteY6" fmla="*/ 4983 h 2635505"/>
                <a:gd name="connsiteX7" fmla="*/ 2344762 w 2952016"/>
                <a:gd name="connsiteY7" fmla="*/ 88261 h 2635505"/>
                <a:gd name="connsiteX8" fmla="*/ 2751600 w 2952016"/>
                <a:gd name="connsiteY8" fmla="*/ 458537 h 2635505"/>
                <a:gd name="connsiteX9" fmla="*/ 2944352 w 2952016"/>
                <a:gd name="connsiteY9" fmla="*/ 986422 h 2635505"/>
                <a:gd name="connsiteX10" fmla="*/ 2882196 w 2952016"/>
                <a:gd name="connsiteY10" fmla="*/ 1591160 h 2635505"/>
                <a:gd name="connsiteX11" fmla="*/ 2523847 w 2952016"/>
                <a:gd name="connsiteY11" fmla="*/ 2262669 h 2635505"/>
                <a:gd name="connsiteX12" fmla="*/ 2117612 w 2952016"/>
                <a:gd name="connsiteY12" fmla="*/ 2593152 h 2635505"/>
                <a:gd name="connsiteX13" fmla="*/ 1815243 w 2952016"/>
                <a:gd name="connsiteY13" fmla="*/ 2634827 h 2635505"/>
                <a:gd name="connsiteX14" fmla="*/ 1259954 w 2952016"/>
                <a:gd name="connsiteY14" fmla="*/ 2610298 h 2635505"/>
                <a:gd name="connsiteX15" fmla="*/ 1076679 w 2952016"/>
                <a:gd name="connsiteY15" fmla="*/ 2625207 h 2635505"/>
                <a:gd name="connsiteX16" fmla="*/ 738351 w 2952016"/>
                <a:gd name="connsiteY16" fmla="*/ 2543562 h 2635505"/>
                <a:gd name="connsiteX17" fmla="*/ 460831 w 2952016"/>
                <a:gd name="connsiteY17" fmla="*/ 2303349 h 2635505"/>
                <a:gd name="connsiteX18" fmla="*/ 3088 w 2952016"/>
                <a:gd name="connsiteY18" fmla="*/ 996574 h 263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952016" h="2635505">
                  <a:moveTo>
                    <a:pt x="3088" y="996574"/>
                  </a:moveTo>
                  <a:cubicBezTo>
                    <a:pt x="19133" y="735525"/>
                    <a:pt x="101417" y="483562"/>
                    <a:pt x="271167" y="280800"/>
                  </a:cubicBezTo>
                  <a:cubicBezTo>
                    <a:pt x="341630" y="196635"/>
                    <a:pt x="427960" y="125320"/>
                    <a:pt x="527708" y="78641"/>
                  </a:cubicBezTo>
                  <a:cubicBezTo>
                    <a:pt x="634769" y="28518"/>
                    <a:pt x="749675" y="10272"/>
                    <a:pt x="867066" y="23087"/>
                  </a:cubicBezTo>
                  <a:cubicBezTo>
                    <a:pt x="976256" y="34979"/>
                    <a:pt x="1085412" y="64974"/>
                    <a:pt x="1191550" y="91242"/>
                  </a:cubicBezTo>
                  <a:cubicBezTo>
                    <a:pt x="1294493" y="116730"/>
                    <a:pt x="1398785" y="109524"/>
                    <a:pt x="1501764" y="87693"/>
                  </a:cubicBezTo>
                  <a:cubicBezTo>
                    <a:pt x="1688268" y="48148"/>
                    <a:pt x="1861603" y="-18800"/>
                    <a:pt x="2055882" y="4983"/>
                  </a:cubicBezTo>
                  <a:cubicBezTo>
                    <a:pt x="2156589" y="17301"/>
                    <a:pt x="2254278" y="42114"/>
                    <a:pt x="2344762" y="88261"/>
                  </a:cubicBezTo>
                  <a:cubicBezTo>
                    <a:pt x="2513766" y="174449"/>
                    <a:pt x="2648764" y="297093"/>
                    <a:pt x="2751600" y="458537"/>
                  </a:cubicBezTo>
                  <a:cubicBezTo>
                    <a:pt x="2851242" y="614975"/>
                    <a:pt x="2922521" y="801657"/>
                    <a:pt x="2944352" y="986422"/>
                  </a:cubicBezTo>
                  <a:cubicBezTo>
                    <a:pt x="2967745" y="1184357"/>
                    <a:pt x="2934910" y="1400502"/>
                    <a:pt x="2882196" y="1591160"/>
                  </a:cubicBezTo>
                  <a:cubicBezTo>
                    <a:pt x="2813366" y="1840318"/>
                    <a:pt x="2689231" y="2064734"/>
                    <a:pt x="2523847" y="2262669"/>
                  </a:cubicBezTo>
                  <a:cubicBezTo>
                    <a:pt x="2410184" y="2398661"/>
                    <a:pt x="2285126" y="2526204"/>
                    <a:pt x="2117612" y="2593152"/>
                  </a:cubicBezTo>
                  <a:cubicBezTo>
                    <a:pt x="2016302" y="2633620"/>
                    <a:pt x="1922127" y="2637560"/>
                    <a:pt x="1815243" y="2634827"/>
                  </a:cubicBezTo>
                  <a:cubicBezTo>
                    <a:pt x="1631969" y="2630141"/>
                    <a:pt x="1442696" y="2593401"/>
                    <a:pt x="1259954" y="2610298"/>
                  </a:cubicBezTo>
                  <a:cubicBezTo>
                    <a:pt x="1198933" y="2615942"/>
                    <a:pt x="1137984" y="2622119"/>
                    <a:pt x="1076679" y="2625207"/>
                  </a:cubicBezTo>
                  <a:cubicBezTo>
                    <a:pt x="949704" y="2631596"/>
                    <a:pt x="846690" y="2609233"/>
                    <a:pt x="738351" y="2543562"/>
                  </a:cubicBezTo>
                  <a:cubicBezTo>
                    <a:pt x="633243" y="2479844"/>
                    <a:pt x="540842" y="2396353"/>
                    <a:pt x="460831" y="2303349"/>
                  </a:cubicBezTo>
                  <a:cubicBezTo>
                    <a:pt x="152924" y="1945427"/>
                    <a:pt x="-26055" y="1470752"/>
                    <a:pt x="3088" y="996574"/>
                  </a:cubicBezTo>
                  <a:close/>
                </a:path>
              </a:pathLst>
            </a:custGeom>
            <a:solidFill>
              <a:srgbClr val="A91F22"/>
            </a:solidFill>
            <a:ln w="35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13">
              <a:extLst>
                <a:ext uri="{FF2B5EF4-FFF2-40B4-BE49-F238E27FC236}">
                  <a16:creationId xmlns:a16="http://schemas.microsoft.com/office/drawing/2014/main" xmlns="" id="{706F2F9B-824F-444C-9FDB-BA3EA1A1D616}"/>
                </a:ext>
              </a:extLst>
            </p:cNvPr>
            <p:cNvSpPr/>
            <p:nvPr/>
          </p:nvSpPr>
          <p:spPr>
            <a:xfrm>
              <a:off x="9469940" y="2408078"/>
              <a:ext cx="1156857" cy="602657"/>
            </a:xfrm>
            <a:custGeom>
              <a:avLst/>
              <a:gdLst>
                <a:gd name="connsiteX0" fmla="*/ 264778 w 1156857"/>
                <a:gd name="connsiteY0" fmla="*/ 602658 h 602657"/>
                <a:gd name="connsiteX1" fmla="*/ 6816 w 1156857"/>
                <a:gd name="connsiteY1" fmla="*/ 571136 h 602657"/>
                <a:gd name="connsiteX2" fmla="*/ 1776 w 1156857"/>
                <a:gd name="connsiteY2" fmla="*/ 560806 h 602657"/>
                <a:gd name="connsiteX3" fmla="*/ 457317 w 1156857"/>
                <a:gd name="connsiteY3" fmla="*/ 96071 h 602657"/>
                <a:gd name="connsiteX4" fmla="*/ 880094 w 1156857"/>
                <a:gd name="connsiteY4" fmla="*/ 262 h 602657"/>
                <a:gd name="connsiteX5" fmla="*/ 1141001 w 1156857"/>
                <a:gd name="connsiteY5" fmla="*/ 38032 h 602657"/>
                <a:gd name="connsiteX6" fmla="*/ 1150976 w 1156857"/>
                <a:gd name="connsiteY6" fmla="*/ 58905 h 602657"/>
                <a:gd name="connsiteX7" fmla="*/ 975298 w 1156857"/>
                <a:gd name="connsiteY7" fmla="*/ 305223 h 602657"/>
                <a:gd name="connsiteX8" fmla="*/ 671048 w 1156857"/>
                <a:gd name="connsiteY8" fmla="*/ 513487 h 602657"/>
                <a:gd name="connsiteX9" fmla="*/ 319976 w 1156857"/>
                <a:gd name="connsiteY9" fmla="*/ 599924 h 602657"/>
                <a:gd name="connsiteX10" fmla="*/ 264778 w 1156857"/>
                <a:gd name="connsiteY10" fmla="*/ 602658 h 60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6857" h="602657">
                  <a:moveTo>
                    <a:pt x="264778" y="602658"/>
                  </a:moveTo>
                  <a:cubicBezTo>
                    <a:pt x="177631" y="601202"/>
                    <a:pt x="91904" y="588956"/>
                    <a:pt x="6816" y="571136"/>
                  </a:cubicBezTo>
                  <a:cubicBezTo>
                    <a:pt x="-496" y="569609"/>
                    <a:pt x="-1490" y="567479"/>
                    <a:pt x="1776" y="560806"/>
                  </a:cubicBezTo>
                  <a:cubicBezTo>
                    <a:pt x="102340" y="355594"/>
                    <a:pt x="249194" y="195003"/>
                    <a:pt x="457317" y="96071"/>
                  </a:cubicBezTo>
                  <a:cubicBezTo>
                    <a:pt x="590575" y="32707"/>
                    <a:pt x="731146" y="-3465"/>
                    <a:pt x="880094" y="262"/>
                  </a:cubicBezTo>
                  <a:cubicBezTo>
                    <a:pt x="968518" y="2463"/>
                    <a:pt x="1055204" y="17088"/>
                    <a:pt x="1141001" y="38032"/>
                  </a:cubicBezTo>
                  <a:cubicBezTo>
                    <a:pt x="1160028" y="42682"/>
                    <a:pt x="1160028" y="42363"/>
                    <a:pt x="1150976" y="58905"/>
                  </a:cubicBezTo>
                  <a:cubicBezTo>
                    <a:pt x="1102273" y="148039"/>
                    <a:pt x="1047181" y="232914"/>
                    <a:pt x="975298" y="305223"/>
                  </a:cubicBezTo>
                  <a:cubicBezTo>
                    <a:pt x="887264" y="393754"/>
                    <a:pt x="783469" y="460064"/>
                    <a:pt x="671048" y="513487"/>
                  </a:cubicBezTo>
                  <a:cubicBezTo>
                    <a:pt x="559869" y="566343"/>
                    <a:pt x="442159" y="592150"/>
                    <a:pt x="319976" y="599924"/>
                  </a:cubicBezTo>
                  <a:cubicBezTo>
                    <a:pt x="301553" y="601131"/>
                    <a:pt x="283165" y="601770"/>
                    <a:pt x="264778" y="602658"/>
                  </a:cubicBezTo>
                  <a:close/>
                </a:path>
              </a:pathLst>
            </a:custGeom>
            <a:solidFill>
              <a:srgbClr val="416430"/>
            </a:solidFill>
            <a:ln w="35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14">
              <a:extLst>
                <a:ext uri="{FF2B5EF4-FFF2-40B4-BE49-F238E27FC236}">
                  <a16:creationId xmlns:a16="http://schemas.microsoft.com/office/drawing/2014/main" xmlns="" id="{BBAD25BE-D4A4-48AA-92F5-00CA0D5203CE}"/>
                </a:ext>
              </a:extLst>
            </p:cNvPr>
            <p:cNvSpPr/>
            <p:nvPr/>
          </p:nvSpPr>
          <p:spPr>
            <a:xfrm>
              <a:off x="9154403" y="2596370"/>
              <a:ext cx="228526" cy="522122"/>
            </a:xfrm>
            <a:custGeom>
              <a:avLst/>
              <a:gdLst>
                <a:gd name="connsiteX0" fmla="*/ 193923 w 228526"/>
                <a:gd name="connsiteY0" fmla="*/ 521213 h 522122"/>
                <a:gd name="connsiteX1" fmla="*/ 3159 w 228526"/>
                <a:gd name="connsiteY1" fmla="*/ 19631 h 522122"/>
                <a:gd name="connsiteX2" fmla="*/ 9229 w 228526"/>
                <a:gd name="connsiteY2" fmla="*/ 8095 h 522122"/>
                <a:gd name="connsiteX3" fmla="*/ 162579 w 228526"/>
                <a:gd name="connsiteY3" fmla="*/ 746 h 522122"/>
                <a:gd name="connsiteX4" fmla="*/ 184374 w 228526"/>
                <a:gd name="connsiteY4" fmla="*/ 15265 h 522122"/>
                <a:gd name="connsiteX5" fmla="*/ 219091 w 228526"/>
                <a:gd name="connsiteY5" fmla="*/ 433108 h 522122"/>
                <a:gd name="connsiteX6" fmla="*/ 196870 w 228526"/>
                <a:gd name="connsiteY6" fmla="*/ 521959 h 522122"/>
                <a:gd name="connsiteX7" fmla="*/ 193923 w 228526"/>
                <a:gd name="connsiteY7" fmla="*/ 521213 h 522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8526" h="522122">
                  <a:moveTo>
                    <a:pt x="193923" y="521213"/>
                  </a:moveTo>
                  <a:cubicBezTo>
                    <a:pt x="181322" y="475563"/>
                    <a:pt x="167123" y="261051"/>
                    <a:pt x="3159" y="19631"/>
                  </a:cubicBezTo>
                  <a:cubicBezTo>
                    <a:pt x="-2308" y="11609"/>
                    <a:pt x="-923" y="8520"/>
                    <a:pt x="9229" y="8095"/>
                  </a:cubicBezTo>
                  <a:cubicBezTo>
                    <a:pt x="60346" y="5929"/>
                    <a:pt x="111462" y="3231"/>
                    <a:pt x="162579" y="746"/>
                  </a:cubicBezTo>
                  <a:cubicBezTo>
                    <a:pt x="179298" y="-1170"/>
                    <a:pt x="180683" y="-389"/>
                    <a:pt x="184374" y="15265"/>
                  </a:cubicBezTo>
                  <a:cubicBezTo>
                    <a:pt x="216251" y="150582"/>
                    <a:pt x="243584" y="294241"/>
                    <a:pt x="219091" y="433108"/>
                  </a:cubicBezTo>
                  <a:cubicBezTo>
                    <a:pt x="214902" y="456785"/>
                    <a:pt x="199035" y="521533"/>
                    <a:pt x="196870" y="521959"/>
                  </a:cubicBezTo>
                  <a:cubicBezTo>
                    <a:pt x="195805" y="522207"/>
                    <a:pt x="194207" y="522313"/>
                    <a:pt x="193923" y="521213"/>
                  </a:cubicBezTo>
                  <a:close/>
                </a:path>
              </a:pathLst>
            </a:custGeom>
            <a:solidFill>
              <a:srgbClr val="331D11"/>
            </a:solidFill>
            <a:ln w="35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15">
              <a:extLst>
                <a:ext uri="{FF2B5EF4-FFF2-40B4-BE49-F238E27FC236}">
                  <a16:creationId xmlns:a16="http://schemas.microsoft.com/office/drawing/2014/main" xmlns="" id="{DA052285-F8C2-4D2B-B850-5765D13998E1}"/>
                </a:ext>
              </a:extLst>
            </p:cNvPr>
            <p:cNvSpPr/>
            <p:nvPr/>
          </p:nvSpPr>
          <p:spPr>
            <a:xfrm>
              <a:off x="8410053" y="3283600"/>
              <a:ext cx="2461540" cy="2421185"/>
            </a:xfrm>
            <a:custGeom>
              <a:avLst/>
              <a:gdLst>
                <a:gd name="connsiteX0" fmla="*/ 106 w 2461540"/>
                <a:gd name="connsiteY0" fmla="*/ 979953 h 2421185"/>
                <a:gd name="connsiteX1" fmla="*/ 13098 w 2461540"/>
                <a:gd name="connsiteY1" fmla="*/ 786775 h 2421185"/>
                <a:gd name="connsiteX2" fmla="*/ 188350 w 2461540"/>
                <a:gd name="connsiteY2" fmla="*/ 296233 h 2421185"/>
                <a:gd name="connsiteX3" fmla="*/ 595224 w 2461540"/>
                <a:gd name="connsiteY3" fmla="*/ 16547 h 2421185"/>
                <a:gd name="connsiteX4" fmla="*/ 1130919 w 2461540"/>
                <a:gd name="connsiteY4" fmla="*/ 88323 h 2421185"/>
                <a:gd name="connsiteX5" fmla="*/ 1576450 w 2461540"/>
                <a:gd name="connsiteY5" fmla="*/ 609 h 2421185"/>
                <a:gd name="connsiteX6" fmla="*/ 1997239 w 2461540"/>
                <a:gd name="connsiteY6" fmla="*/ 119348 h 2421185"/>
                <a:gd name="connsiteX7" fmla="*/ 2461016 w 2461540"/>
                <a:gd name="connsiteY7" fmla="*/ 1053540 h 2421185"/>
                <a:gd name="connsiteX8" fmla="*/ 2154280 w 2461540"/>
                <a:gd name="connsiteY8" fmla="*/ 1965581 h 2421185"/>
                <a:gd name="connsiteX9" fmla="*/ 1785318 w 2461540"/>
                <a:gd name="connsiteY9" fmla="*/ 2326308 h 2421185"/>
                <a:gd name="connsiteX10" fmla="*/ 1224349 w 2461540"/>
                <a:gd name="connsiteY10" fmla="*/ 2418744 h 2421185"/>
                <a:gd name="connsiteX11" fmla="*/ 675874 w 2461540"/>
                <a:gd name="connsiteY11" fmla="*/ 2301069 h 2421185"/>
                <a:gd name="connsiteX12" fmla="*/ 563737 w 2461540"/>
                <a:gd name="connsiteY12" fmla="*/ 2243066 h 2421185"/>
                <a:gd name="connsiteX13" fmla="*/ 238046 w 2461540"/>
                <a:gd name="connsiteY13" fmla="*/ 1839777 h 2421185"/>
                <a:gd name="connsiteX14" fmla="*/ 106 w 2461540"/>
                <a:gd name="connsiteY14" fmla="*/ 979953 h 2421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61540" h="2421185">
                  <a:moveTo>
                    <a:pt x="106" y="979953"/>
                  </a:moveTo>
                  <a:cubicBezTo>
                    <a:pt x="816" y="915099"/>
                    <a:pt x="5182" y="850529"/>
                    <a:pt x="13098" y="786775"/>
                  </a:cubicBezTo>
                  <a:cubicBezTo>
                    <a:pt x="34574" y="613476"/>
                    <a:pt x="96020" y="444329"/>
                    <a:pt x="188350" y="296233"/>
                  </a:cubicBezTo>
                  <a:cubicBezTo>
                    <a:pt x="279011" y="150764"/>
                    <a:pt x="421463" y="38201"/>
                    <a:pt x="595224" y="16547"/>
                  </a:cubicBezTo>
                  <a:cubicBezTo>
                    <a:pt x="778889" y="-6349"/>
                    <a:pt x="945728" y="102025"/>
                    <a:pt x="1130919" y="88323"/>
                  </a:cubicBezTo>
                  <a:cubicBezTo>
                    <a:pt x="1282707" y="77106"/>
                    <a:pt x="1424200" y="7353"/>
                    <a:pt x="1576450" y="609"/>
                  </a:cubicBezTo>
                  <a:cubicBezTo>
                    <a:pt x="1724688" y="-5923"/>
                    <a:pt x="1872571" y="40544"/>
                    <a:pt x="1997239" y="119348"/>
                  </a:cubicBezTo>
                  <a:cubicBezTo>
                    <a:pt x="2314268" y="319804"/>
                    <a:pt x="2471878" y="686139"/>
                    <a:pt x="2461016" y="1053540"/>
                  </a:cubicBezTo>
                  <a:cubicBezTo>
                    <a:pt x="2451467" y="1376320"/>
                    <a:pt x="2326657" y="1696119"/>
                    <a:pt x="2154280" y="1965581"/>
                  </a:cubicBezTo>
                  <a:cubicBezTo>
                    <a:pt x="2060744" y="2111760"/>
                    <a:pt x="1946832" y="2253751"/>
                    <a:pt x="1785318" y="2326308"/>
                  </a:cubicBezTo>
                  <a:cubicBezTo>
                    <a:pt x="1610208" y="2404971"/>
                    <a:pt x="1414865" y="2429642"/>
                    <a:pt x="1224349" y="2418744"/>
                  </a:cubicBezTo>
                  <a:cubicBezTo>
                    <a:pt x="1041465" y="2408308"/>
                    <a:pt x="846618" y="2368160"/>
                    <a:pt x="675874" y="2301069"/>
                  </a:cubicBezTo>
                  <a:cubicBezTo>
                    <a:pt x="636614" y="2285664"/>
                    <a:pt x="598632" y="2266850"/>
                    <a:pt x="563737" y="2243066"/>
                  </a:cubicBezTo>
                  <a:cubicBezTo>
                    <a:pt x="423948" y="2147826"/>
                    <a:pt x="329488" y="1978502"/>
                    <a:pt x="238046" y="1839777"/>
                  </a:cubicBezTo>
                  <a:cubicBezTo>
                    <a:pt x="72273" y="1588277"/>
                    <a:pt x="-3231" y="1281435"/>
                    <a:pt x="106" y="979953"/>
                  </a:cubicBezTo>
                  <a:close/>
                </a:path>
              </a:pathLst>
            </a:custGeom>
            <a:solidFill>
              <a:srgbClr val="D22127"/>
            </a:solidFill>
            <a:ln w="35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16">
              <a:extLst>
                <a:ext uri="{FF2B5EF4-FFF2-40B4-BE49-F238E27FC236}">
                  <a16:creationId xmlns:a16="http://schemas.microsoft.com/office/drawing/2014/main" xmlns="" id="{F96605FF-6124-4031-8385-8125F12CC152}"/>
                </a:ext>
              </a:extLst>
            </p:cNvPr>
            <p:cNvSpPr/>
            <p:nvPr/>
          </p:nvSpPr>
          <p:spPr>
            <a:xfrm>
              <a:off x="9506813" y="2451151"/>
              <a:ext cx="1012456" cy="522280"/>
            </a:xfrm>
            <a:custGeom>
              <a:avLst/>
              <a:gdLst>
                <a:gd name="connsiteX0" fmla="*/ 242885 w 1012456"/>
                <a:gd name="connsiteY0" fmla="*/ 522276 h 522280"/>
                <a:gd name="connsiteX1" fmla="*/ 72496 w 1012456"/>
                <a:gd name="connsiteY1" fmla="*/ 514289 h 522280"/>
                <a:gd name="connsiteX2" fmla="*/ 614 w 1012456"/>
                <a:gd name="connsiteY2" fmla="*/ 496504 h 522280"/>
                <a:gd name="connsiteX3" fmla="*/ 152366 w 1012456"/>
                <a:gd name="connsiteY3" fmla="*/ 282667 h 522280"/>
                <a:gd name="connsiteX4" fmla="*/ 625905 w 1012456"/>
                <a:gd name="connsiteY4" fmla="*/ 19203 h 522280"/>
                <a:gd name="connsiteX5" fmla="*/ 968386 w 1012456"/>
                <a:gd name="connsiteY5" fmla="*/ 17748 h 522280"/>
                <a:gd name="connsiteX6" fmla="*/ 1011587 w 1012456"/>
                <a:gd name="connsiteY6" fmla="*/ 49908 h 522280"/>
                <a:gd name="connsiteX7" fmla="*/ 654764 w 1012456"/>
                <a:gd name="connsiteY7" fmla="*/ 419439 h 522280"/>
                <a:gd name="connsiteX8" fmla="*/ 242885 w 1012456"/>
                <a:gd name="connsiteY8" fmla="*/ 522276 h 522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2456" h="522280">
                  <a:moveTo>
                    <a:pt x="242885" y="522276"/>
                  </a:moveTo>
                  <a:cubicBezTo>
                    <a:pt x="190597" y="522382"/>
                    <a:pt x="134014" y="520643"/>
                    <a:pt x="72496" y="514289"/>
                  </a:cubicBezTo>
                  <a:cubicBezTo>
                    <a:pt x="65752" y="513579"/>
                    <a:pt x="-7409" y="510632"/>
                    <a:pt x="614" y="496504"/>
                  </a:cubicBezTo>
                  <a:cubicBezTo>
                    <a:pt x="44915" y="418410"/>
                    <a:pt x="91878" y="349757"/>
                    <a:pt x="152366" y="282667"/>
                  </a:cubicBezTo>
                  <a:cubicBezTo>
                    <a:pt x="279625" y="141528"/>
                    <a:pt x="442701" y="57895"/>
                    <a:pt x="625905" y="19203"/>
                  </a:cubicBezTo>
                  <a:cubicBezTo>
                    <a:pt x="738610" y="-4580"/>
                    <a:pt x="856249" y="-7633"/>
                    <a:pt x="968386" y="17748"/>
                  </a:cubicBezTo>
                  <a:cubicBezTo>
                    <a:pt x="978006" y="19913"/>
                    <a:pt x="1018899" y="33757"/>
                    <a:pt x="1011587" y="49908"/>
                  </a:cubicBezTo>
                  <a:cubicBezTo>
                    <a:pt x="940378" y="207128"/>
                    <a:pt x="803535" y="335736"/>
                    <a:pt x="654764" y="419439"/>
                  </a:cubicBezTo>
                  <a:cubicBezTo>
                    <a:pt x="521364" y="494517"/>
                    <a:pt x="394638" y="521921"/>
                    <a:pt x="242885" y="522276"/>
                  </a:cubicBezTo>
                  <a:close/>
                </a:path>
              </a:pathLst>
            </a:custGeom>
            <a:solidFill>
              <a:srgbClr val="4A7B3A"/>
            </a:solidFill>
            <a:ln w="35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17">
              <a:extLst>
                <a:ext uri="{FF2B5EF4-FFF2-40B4-BE49-F238E27FC236}">
                  <a16:creationId xmlns:a16="http://schemas.microsoft.com/office/drawing/2014/main" xmlns="" id="{02702AEA-C7EA-4CE9-B958-38AEB67327A2}"/>
                </a:ext>
              </a:extLst>
            </p:cNvPr>
            <p:cNvSpPr/>
            <p:nvPr/>
          </p:nvSpPr>
          <p:spPr>
            <a:xfrm>
              <a:off x="10386387" y="3476784"/>
              <a:ext cx="459163" cy="1196909"/>
            </a:xfrm>
            <a:custGeom>
              <a:avLst/>
              <a:gdLst>
                <a:gd name="connsiteX0" fmla="*/ 884 w 459163"/>
                <a:gd name="connsiteY0" fmla="*/ 0 h 1196909"/>
                <a:gd name="connsiteX1" fmla="*/ 58390 w 459163"/>
                <a:gd name="connsiteY1" fmla="*/ 35249 h 1196909"/>
                <a:gd name="connsiteX2" fmla="*/ 449645 w 459163"/>
                <a:gd name="connsiteY2" fmla="*/ 654719 h 1196909"/>
                <a:gd name="connsiteX3" fmla="*/ 347306 w 459163"/>
                <a:gd name="connsiteY3" fmla="*/ 1196910 h 1196909"/>
                <a:gd name="connsiteX4" fmla="*/ 351352 w 459163"/>
                <a:gd name="connsiteY4" fmla="*/ 1137948 h 1196909"/>
                <a:gd name="connsiteX5" fmla="*/ 358949 w 459163"/>
                <a:gd name="connsiteY5" fmla="*/ 1072739 h 1196909"/>
                <a:gd name="connsiteX6" fmla="*/ 368533 w 459163"/>
                <a:gd name="connsiteY6" fmla="*/ 954674 h 1196909"/>
                <a:gd name="connsiteX7" fmla="*/ 348335 w 459163"/>
                <a:gd name="connsiteY7" fmla="*/ 692382 h 1196909"/>
                <a:gd name="connsiteX8" fmla="*/ 156896 w 459163"/>
                <a:gd name="connsiteY8" fmla="*/ 204999 h 1196909"/>
                <a:gd name="connsiteX9" fmla="*/ 5889 w 459163"/>
                <a:gd name="connsiteY9" fmla="*/ 12247 h 1196909"/>
                <a:gd name="connsiteX10" fmla="*/ 884 w 459163"/>
                <a:gd name="connsiteY10" fmla="*/ 0 h 1196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9163" h="1196909">
                  <a:moveTo>
                    <a:pt x="884" y="0"/>
                  </a:moveTo>
                  <a:cubicBezTo>
                    <a:pt x="20302" y="11892"/>
                    <a:pt x="39470" y="23322"/>
                    <a:pt x="58390" y="35249"/>
                  </a:cubicBezTo>
                  <a:cubicBezTo>
                    <a:pt x="268714" y="167868"/>
                    <a:pt x="412728" y="411169"/>
                    <a:pt x="449645" y="654719"/>
                  </a:cubicBezTo>
                  <a:cubicBezTo>
                    <a:pt x="477760" y="840194"/>
                    <a:pt x="443575" y="1035857"/>
                    <a:pt x="347306" y="1196910"/>
                  </a:cubicBezTo>
                  <a:cubicBezTo>
                    <a:pt x="354263" y="1185267"/>
                    <a:pt x="350075" y="1152005"/>
                    <a:pt x="351352" y="1137948"/>
                  </a:cubicBezTo>
                  <a:cubicBezTo>
                    <a:pt x="353340" y="1116153"/>
                    <a:pt x="355861" y="1094393"/>
                    <a:pt x="358949" y="1072739"/>
                  </a:cubicBezTo>
                  <a:cubicBezTo>
                    <a:pt x="364522" y="1033408"/>
                    <a:pt x="367575" y="994467"/>
                    <a:pt x="368533" y="954674"/>
                  </a:cubicBezTo>
                  <a:cubicBezTo>
                    <a:pt x="370663" y="866853"/>
                    <a:pt x="363777" y="778854"/>
                    <a:pt x="348335" y="692382"/>
                  </a:cubicBezTo>
                  <a:cubicBezTo>
                    <a:pt x="317488" y="519437"/>
                    <a:pt x="252527" y="352421"/>
                    <a:pt x="156896" y="204999"/>
                  </a:cubicBezTo>
                  <a:cubicBezTo>
                    <a:pt x="112169" y="136098"/>
                    <a:pt x="59562" y="74084"/>
                    <a:pt x="5889" y="12247"/>
                  </a:cubicBezTo>
                  <a:cubicBezTo>
                    <a:pt x="3334" y="9300"/>
                    <a:pt x="-2133" y="7455"/>
                    <a:pt x="884" y="0"/>
                  </a:cubicBezTo>
                  <a:close/>
                </a:path>
              </a:pathLst>
            </a:custGeom>
            <a:solidFill>
              <a:srgbClr val="FFFFFF"/>
            </a:solidFill>
            <a:ln w="35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8" name="Graphic 127">
            <a:extLst>
              <a:ext uri="{FF2B5EF4-FFF2-40B4-BE49-F238E27FC236}">
                <a16:creationId xmlns:a16="http://schemas.microsoft.com/office/drawing/2014/main" xmlns="" id="{A40C52BB-3549-4990-8C7E-57E3ABC257C4}"/>
              </a:ext>
            </a:extLst>
          </p:cNvPr>
          <p:cNvSpPr/>
          <p:nvPr/>
        </p:nvSpPr>
        <p:spPr>
          <a:xfrm rot="21171138">
            <a:off x="7050029" y="1080576"/>
            <a:ext cx="1648409" cy="2037777"/>
          </a:xfrm>
          <a:custGeom>
            <a:avLst/>
            <a:gdLst>
              <a:gd name="connsiteX0" fmla="*/ 1001754 w 2495939"/>
              <a:gd name="connsiteY0" fmla="*/ 0 h 3085501"/>
              <a:gd name="connsiteX1" fmla="*/ 1064426 w 2495939"/>
              <a:gd name="connsiteY1" fmla="*/ 0 h 3085501"/>
              <a:gd name="connsiteX2" fmla="*/ 1087081 w 2495939"/>
              <a:gd name="connsiteY2" fmla="*/ 4713 h 3085501"/>
              <a:gd name="connsiteX3" fmla="*/ 1146225 w 2495939"/>
              <a:gd name="connsiteY3" fmla="*/ 13927 h 3085501"/>
              <a:gd name="connsiteX4" fmla="*/ 1155652 w 2495939"/>
              <a:gd name="connsiteY4" fmla="*/ 15083 h 3085501"/>
              <a:gd name="connsiteX5" fmla="*/ 1187702 w 2495939"/>
              <a:gd name="connsiteY5" fmla="*/ 23627 h 3085501"/>
              <a:gd name="connsiteX6" fmla="*/ 1225105 w 2495939"/>
              <a:gd name="connsiteY6" fmla="*/ 43758 h 3085501"/>
              <a:gd name="connsiteX7" fmla="*/ 1233741 w 2495939"/>
              <a:gd name="connsiteY7" fmla="*/ 47650 h 3085501"/>
              <a:gd name="connsiteX8" fmla="*/ 1261443 w 2495939"/>
              <a:gd name="connsiteY8" fmla="*/ 66656 h 3085501"/>
              <a:gd name="connsiteX9" fmla="*/ 1282972 w 2495939"/>
              <a:gd name="connsiteY9" fmla="*/ 84688 h 3085501"/>
              <a:gd name="connsiteX10" fmla="*/ 1308029 w 2495939"/>
              <a:gd name="connsiteY10" fmla="*/ 116374 h 3085501"/>
              <a:gd name="connsiteX11" fmla="*/ 1312651 w 2495939"/>
              <a:gd name="connsiteY11" fmla="*/ 177403 h 3085501"/>
              <a:gd name="connsiteX12" fmla="*/ 1308546 w 2495939"/>
              <a:gd name="connsiteY12" fmla="*/ 196348 h 3085501"/>
              <a:gd name="connsiteX13" fmla="*/ 1322352 w 2495939"/>
              <a:gd name="connsiteY13" fmla="*/ 226270 h 3085501"/>
              <a:gd name="connsiteX14" fmla="*/ 1353551 w 2495939"/>
              <a:gd name="connsiteY14" fmla="*/ 277144 h 3085501"/>
              <a:gd name="connsiteX15" fmla="*/ 1393568 w 2495939"/>
              <a:gd name="connsiteY15" fmla="*/ 389959 h 3085501"/>
              <a:gd name="connsiteX16" fmla="*/ 1390710 w 2495939"/>
              <a:gd name="connsiteY16" fmla="*/ 418817 h 3085501"/>
              <a:gd name="connsiteX17" fmla="*/ 1373864 w 2495939"/>
              <a:gd name="connsiteY17" fmla="*/ 442201 h 3085501"/>
              <a:gd name="connsiteX18" fmla="*/ 1372586 w 2495939"/>
              <a:gd name="connsiteY18" fmla="*/ 475042 h 3085501"/>
              <a:gd name="connsiteX19" fmla="*/ 1390892 w 2495939"/>
              <a:gd name="connsiteY19" fmla="*/ 514969 h 3085501"/>
              <a:gd name="connsiteX20" fmla="*/ 1412209 w 2495939"/>
              <a:gd name="connsiteY20" fmla="*/ 561159 h 3085501"/>
              <a:gd name="connsiteX21" fmla="*/ 1408651 w 2495939"/>
              <a:gd name="connsiteY21" fmla="*/ 614405 h 3085501"/>
              <a:gd name="connsiteX22" fmla="*/ 1401596 w 2495939"/>
              <a:gd name="connsiteY22" fmla="*/ 632224 h 3085501"/>
              <a:gd name="connsiteX23" fmla="*/ 1394602 w 2495939"/>
              <a:gd name="connsiteY23" fmla="*/ 734215 h 3085501"/>
              <a:gd name="connsiteX24" fmla="*/ 1393386 w 2495939"/>
              <a:gd name="connsiteY24" fmla="*/ 772529 h 3085501"/>
              <a:gd name="connsiteX25" fmla="*/ 1357717 w 2495939"/>
              <a:gd name="connsiteY25" fmla="*/ 839793 h 3085501"/>
              <a:gd name="connsiteX26" fmla="*/ 1288628 w 2495939"/>
              <a:gd name="connsiteY26" fmla="*/ 860106 h 3085501"/>
              <a:gd name="connsiteX27" fmla="*/ 1242681 w 2495939"/>
              <a:gd name="connsiteY27" fmla="*/ 868012 h 3085501"/>
              <a:gd name="connsiteX28" fmla="*/ 1217260 w 2495939"/>
              <a:gd name="connsiteY28" fmla="*/ 873911 h 3085501"/>
              <a:gd name="connsiteX29" fmla="*/ 1158541 w 2495939"/>
              <a:gd name="connsiteY29" fmla="*/ 946253 h 3085501"/>
              <a:gd name="connsiteX30" fmla="*/ 1150087 w 2495939"/>
              <a:gd name="connsiteY30" fmla="*/ 973773 h 3085501"/>
              <a:gd name="connsiteX31" fmla="*/ 1150817 w 2495939"/>
              <a:gd name="connsiteY31" fmla="*/ 988004 h 3085501"/>
              <a:gd name="connsiteX32" fmla="*/ 1181530 w 2495939"/>
              <a:gd name="connsiteY32" fmla="*/ 1005702 h 3085501"/>
              <a:gd name="connsiteX33" fmla="*/ 1238454 w 2495939"/>
              <a:gd name="connsiteY33" fmla="*/ 1023187 h 3085501"/>
              <a:gd name="connsiteX34" fmla="*/ 1250192 w 2495939"/>
              <a:gd name="connsiteY34" fmla="*/ 1024920 h 3085501"/>
              <a:gd name="connsiteX35" fmla="*/ 1290818 w 2495939"/>
              <a:gd name="connsiteY35" fmla="*/ 1033678 h 3085501"/>
              <a:gd name="connsiteX36" fmla="*/ 1354980 w 2495939"/>
              <a:gd name="connsiteY36" fmla="*/ 1112223 h 3085501"/>
              <a:gd name="connsiteX37" fmla="*/ 1366991 w 2495939"/>
              <a:gd name="connsiteY37" fmla="*/ 1158353 h 3085501"/>
              <a:gd name="connsiteX38" fmla="*/ 1418716 w 2495939"/>
              <a:gd name="connsiteY38" fmla="*/ 1226985 h 3085501"/>
              <a:gd name="connsiteX39" fmla="*/ 1439911 w 2495939"/>
              <a:gd name="connsiteY39" fmla="*/ 1271625 h 3085501"/>
              <a:gd name="connsiteX40" fmla="*/ 1452257 w 2495939"/>
              <a:gd name="connsiteY40" fmla="*/ 1295131 h 3085501"/>
              <a:gd name="connsiteX41" fmla="*/ 1471870 w 2495939"/>
              <a:gd name="connsiteY41" fmla="*/ 1327333 h 3085501"/>
              <a:gd name="connsiteX42" fmla="*/ 1484642 w 2495939"/>
              <a:gd name="connsiteY42" fmla="*/ 1391617 h 3085501"/>
              <a:gd name="connsiteX43" fmla="*/ 1492122 w 2495939"/>
              <a:gd name="connsiteY43" fmla="*/ 1389367 h 3085501"/>
              <a:gd name="connsiteX44" fmla="*/ 1562305 w 2495939"/>
              <a:gd name="connsiteY44" fmla="*/ 1336851 h 3085501"/>
              <a:gd name="connsiteX45" fmla="*/ 1685399 w 2495939"/>
              <a:gd name="connsiteY45" fmla="*/ 1238662 h 3085501"/>
              <a:gd name="connsiteX46" fmla="*/ 1780791 w 2495939"/>
              <a:gd name="connsiteY46" fmla="*/ 1155829 h 3085501"/>
              <a:gd name="connsiteX47" fmla="*/ 1893637 w 2495939"/>
              <a:gd name="connsiteY47" fmla="*/ 982470 h 3085501"/>
              <a:gd name="connsiteX48" fmla="*/ 1905344 w 2495939"/>
              <a:gd name="connsiteY48" fmla="*/ 953521 h 3085501"/>
              <a:gd name="connsiteX49" fmla="*/ 1918177 w 2495939"/>
              <a:gd name="connsiteY49" fmla="*/ 924025 h 3085501"/>
              <a:gd name="connsiteX50" fmla="*/ 1929853 w 2495939"/>
              <a:gd name="connsiteY50" fmla="*/ 896809 h 3085501"/>
              <a:gd name="connsiteX51" fmla="*/ 1978142 w 2495939"/>
              <a:gd name="connsiteY51" fmla="*/ 634140 h 3085501"/>
              <a:gd name="connsiteX52" fmla="*/ 2008399 w 2495939"/>
              <a:gd name="connsiteY52" fmla="*/ 487175 h 3085501"/>
              <a:gd name="connsiteX53" fmla="*/ 2021535 w 2495939"/>
              <a:gd name="connsiteY53" fmla="*/ 479026 h 3085501"/>
              <a:gd name="connsiteX54" fmla="*/ 2144143 w 2495939"/>
              <a:gd name="connsiteY54" fmla="*/ 507762 h 3085501"/>
              <a:gd name="connsiteX55" fmla="*/ 2232632 w 2495939"/>
              <a:gd name="connsiteY55" fmla="*/ 530386 h 3085501"/>
              <a:gd name="connsiteX56" fmla="*/ 2344413 w 2495939"/>
              <a:gd name="connsiteY56" fmla="*/ 558636 h 3085501"/>
              <a:gd name="connsiteX57" fmla="*/ 2428554 w 2495939"/>
              <a:gd name="connsiteY57" fmla="*/ 578827 h 3085501"/>
              <a:gd name="connsiteX58" fmla="*/ 2495939 w 2495939"/>
              <a:gd name="connsiteY58" fmla="*/ 602545 h 3085501"/>
              <a:gd name="connsiteX59" fmla="*/ 2495939 w 2495939"/>
              <a:gd name="connsiteY59" fmla="*/ 612185 h 3085501"/>
              <a:gd name="connsiteX60" fmla="*/ 2493750 w 2495939"/>
              <a:gd name="connsiteY60" fmla="*/ 616321 h 3085501"/>
              <a:gd name="connsiteX61" fmla="*/ 2463949 w 2495939"/>
              <a:gd name="connsiteY61" fmla="*/ 746348 h 3085501"/>
              <a:gd name="connsiteX62" fmla="*/ 2392672 w 2495939"/>
              <a:gd name="connsiteY62" fmla="*/ 1056849 h 3085501"/>
              <a:gd name="connsiteX63" fmla="*/ 2398358 w 2495939"/>
              <a:gd name="connsiteY63" fmla="*/ 1071415 h 3085501"/>
              <a:gd name="connsiteX64" fmla="*/ 2422411 w 2495939"/>
              <a:gd name="connsiteY64" fmla="*/ 1119400 h 3085501"/>
              <a:gd name="connsiteX65" fmla="*/ 2420800 w 2495939"/>
              <a:gd name="connsiteY65" fmla="*/ 1140990 h 3085501"/>
              <a:gd name="connsiteX66" fmla="*/ 2414019 w 2495939"/>
              <a:gd name="connsiteY66" fmla="*/ 1183531 h 3085501"/>
              <a:gd name="connsiteX67" fmla="*/ 2410947 w 2495939"/>
              <a:gd name="connsiteY67" fmla="*/ 1219657 h 3085501"/>
              <a:gd name="connsiteX68" fmla="*/ 2410157 w 2495939"/>
              <a:gd name="connsiteY68" fmla="*/ 1239666 h 3085501"/>
              <a:gd name="connsiteX69" fmla="*/ 2391182 w 2495939"/>
              <a:gd name="connsiteY69" fmla="*/ 1321343 h 3085501"/>
              <a:gd name="connsiteX70" fmla="*/ 2367220 w 2495939"/>
              <a:gd name="connsiteY70" fmla="*/ 1370209 h 3085501"/>
              <a:gd name="connsiteX71" fmla="*/ 2304730 w 2495939"/>
              <a:gd name="connsiteY71" fmla="*/ 1433672 h 3085501"/>
              <a:gd name="connsiteX72" fmla="*/ 2257597 w 2495939"/>
              <a:gd name="connsiteY72" fmla="*/ 1467213 h 3085501"/>
              <a:gd name="connsiteX73" fmla="*/ 2208852 w 2495939"/>
              <a:gd name="connsiteY73" fmla="*/ 1505558 h 3085501"/>
              <a:gd name="connsiteX74" fmla="*/ 2121093 w 2495939"/>
              <a:gd name="connsiteY74" fmla="*/ 1609981 h 3085501"/>
              <a:gd name="connsiteX75" fmla="*/ 2079524 w 2495939"/>
              <a:gd name="connsiteY75" fmla="*/ 1664321 h 3085501"/>
              <a:gd name="connsiteX76" fmla="*/ 2002895 w 2495939"/>
              <a:gd name="connsiteY76" fmla="*/ 1763057 h 3085501"/>
              <a:gd name="connsiteX77" fmla="*/ 1914801 w 2495939"/>
              <a:gd name="connsiteY77" fmla="*/ 1855439 h 3085501"/>
              <a:gd name="connsiteX78" fmla="*/ 1907078 w 2495939"/>
              <a:gd name="connsiteY78" fmla="*/ 1863375 h 3085501"/>
              <a:gd name="connsiteX79" fmla="*/ 1908933 w 2495939"/>
              <a:gd name="connsiteY79" fmla="*/ 1866811 h 3085501"/>
              <a:gd name="connsiteX80" fmla="*/ 1933442 w 2495939"/>
              <a:gd name="connsiteY80" fmla="*/ 1859848 h 3085501"/>
              <a:gd name="connsiteX81" fmla="*/ 1988329 w 2495939"/>
              <a:gd name="connsiteY81" fmla="*/ 1847776 h 3085501"/>
              <a:gd name="connsiteX82" fmla="*/ 2066905 w 2495939"/>
              <a:gd name="connsiteY82" fmla="*/ 1867784 h 3085501"/>
              <a:gd name="connsiteX83" fmla="*/ 2108443 w 2495939"/>
              <a:gd name="connsiteY83" fmla="*/ 1910448 h 3085501"/>
              <a:gd name="connsiteX84" fmla="*/ 2148339 w 2495939"/>
              <a:gd name="connsiteY84" fmla="*/ 1982851 h 3085501"/>
              <a:gd name="connsiteX85" fmla="*/ 2169017 w 2495939"/>
              <a:gd name="connsiteY85" fmla="*/ 2034150 h 3085501"/>
              <a:gd name="connsiteX86" fmla="*/ 2172970 w 2495939"/>
              <a:gd name="connsiteY86" fmla="*/ 2191028 h 3085501"/>
              <a:gd name="connsiteX87" fmla="*/ 2139764 w 2495939"/>
              <a:gd name="connsiteY87" fmla="*/ 2287423 h 3085501"/>
              <a:gd name="connsiteX88" fmla="*/ 2083934 w 2495939"/>
              <a:gd name="connsiteY88" fmla="*/ 2417571 h 3085501"/>
              <a:gd name="connsiteX89" fmla="*/ 2086488 w 2495939"/>
              <a:gd name="connsiteY89" fmla="*/ 2452267 h 3085501"/>
              <a:gd name="connsiteX90" fmla="*/ 2091141 w 2495939"/>
              <a:gd name="connsiteY90" fmla="*/ 2459292 h 3085501"/>
              <a:gd name="connsiteX91" fmla="*/ 2108778 w 2495939"/>
              <a:gd name="connsiteY91" fmla="*/ 2494657 h 3085501"/>
              <a:gd name="connsiteX92" fmla="*/ 2097587 w 2495939"/>
              <a:gd name="connsiteY92" fmla="*/ 2579831 h 3085501"/>
              <a:gd name="connsiteX93" fmla="*/ 2040997 w 2495939"/>
              <a:gd name="connsiteY93" fmla="*/ 2619423 h 3085501"/>
              <a:gd name="connsiteX94" fmla="*/ 1993255 w 2495939"/>
              <a:gd name="connsiteY94" fmla="*/ 2648007 h 3085501"/>
              <a:gd name="connsiteX95" fmla="*/ 1969172 w 2495939"/>
              <a:gd name="connsiteY95" fmla="*/ 2695505 h 3085501"/>
              <a:gd name="connsiteX96" fmla="*/ 1989698 w 2495939"/>
              <a:gd name="connsiteY96" fmla="*/ 2699702 h 3085501"/>
              <a:gd name="connsiteX97" fmla="*/ 2024911 w 2495939"/>
              <a:gd name="connsiteY97" fmla="*/ 2707061 h 3085501"/>
              <a:gd name="connsiteX98" fmla="*/ 2111575 w 2495939"/>
              <a:gd name="connsiteY98" fmla="*/ 2743490 h 3085501"/>
              <a:gd name="connsiteX99" fmla="*/ 2158343 w 2495939"/>
              <a:gd name="connsiteY99" fmla="*/ 2907635 h 3085501"/>
              <a:gd name="connsiteX100" fmla="*/ 2107257 w 2495939"/>
              <a:gd name="connsiteY100" fmla="*/ 2967875 h 3085501"/>
              <a:gd name="connsiteX101" fmla="*/ 2069733 w 2495939"/>
              <a:gd name="connsiteY101" fmla="*/ 2999530 h 3085501"/>
              <a:gd name="connsiteX102" fmla="*/ 1991583 w 2495939"/>
              <a:gd name="connsiteY102" fmla="*/ 3035655 h 3085501"/>
              <a:gd name="connsiteX103" fmla="*/ 1929641 w 2495939"/>
              <a:gd name="connsiteY103" fmla="*/ 3061746 h 3085501"/>
              <a:gd name="connsiteX104" fmla="*/ 1832668 w 2495939"/>
              <a:gd name="connsiteY104" fmla="*/ 3085191 h 3085501"/>
              <a:gd name="connsiteX105" fmla="*/ 1651615 w 2495939"/>
              <a:gd name="connsiteY105" fmla="*/ 3071811 h 3085501"/>
              <a:gd name="connsiteX106" fmla="*/ 1570303 w 2495939"/>
              <a:gd name="connsiteY106" fmla="*/ 3063114 h 3085501"/>
              <a:gd name="connsiteX107" fmla="*/ 1444320 w 2495939"/>
              <a:gd name="connsiteY107" fmla="*/ 3034287 h 3085501"/>
              <a:gd name="connsiteX108" fmla="*/ 1362552 w 2495939"/>
              <a:gd name="connsiteY108" fmla="*/ 3016528 h 3085501"/>
              <a:gd name="connsiteX109" fmla="*/ 1249493 w 2495939"/>
              <a:gd name="connsiteY109" fmla="*/ 3000564 h 3085501"/>
              <a:gd name="connsiteX110" fmla="*/ 1139474 w 2495939"/>
              <a:gd name="connsiteY110" fmla="*/ 2974717 h 3085501"/>
              <a:gd name="connsiteX111" fmla="*/ 970433 w 2495939"/>
              <a:gd name="connsiteY111" fmla="*/ 2950299 h 3085501"/>
              <a:gd name="connsiteX112" fmla="*/ 902379 w 2495939"/>
              <a:gd name="connsiteY112" fmla="*/ 2947471 h 3085501"/>
              <a:gd name="connsiteX113" fmla="*/ 788499 w 2495939"/>
              <a:gd name="connsiteY113" fmla="*/ 2952579 h 3085501"/>
              <a:gd name="connsiteX114" fmla="*/ 697121 w 2495939"/>
              <a:gd name="connsiteY114" fmla="*/ 2947410 h 3085501"/>
              <a:gd name="connsiteX115" fmla="*/ 573267 w 2495939"/>
              <a:gd name="connsiteY115" fmla="*/ 2941298 h 3085501"/>
              <a:gd name="connsiteX116" fmla="*/ 315220 w 2495939"/>
              <a:gd name="connsiteY116" fmla="*/ 2895259 h 3085501"/>
              <a:gd name="connsiteX117" fmla="*/ 230380 w 2495939"/>
              <a:gd name="connsiteY117" fmla="*/ 2843990 h 3085501"/>
              <a:gd name="connsiteX118" fmla="*/ 157491 w 2495939"/>
              <a:gd name="connsiteY118" fmla="*/ 2752734 h 3085501"/>
              <a:gd name="connsiteX119" fmla="*/ 150436 w 2495939"/>
              <a:gd name="connsiteY119" fmla="*/ 2740297 h 3085501"/>
              <a:gd name="connsiteX120" fmla="*/ 129606 w 2495939"/>
              <a:gd name="connsiteY120" fmla="*/ 2642959 h 3085501"/>
              <a:gd name="connsiteX121" fmla="*/ 104793 w 2495939"/>
              <a:gd name="connsiteY121" fmla="*/ 2587737 h 3085501"/>
              <a:gd name="connsiteX122" fmla="*/ 87521 w 2495939"/>
              <a:gd name="connsiteY122" fmla="*/ 2550609 h 3085501"/>
              <a:gd name="connsiteX123" fmla="*/ 80922 w 2495939"/>
              <a:gd name="connsiteY123" fmla="*/ 2478662 h 3085501"/>
              <a:gd name="connsiteX124" fmla="*/ 69246 w 2495939"/>
              <a:gd name="connsiteY124" fmla="*/ 2440043 h 3085501"/>
              <a:gd name="connsiteX125" fmla="*/ 43915 w 2495939"/>
              <a:gd name="connsiteY125" fmla="*/ 2403675 h 3085501"/>
              <a:gd name="connsiteX126" fmla="*/ 40783 w 2495939"/>
              <a:gd name="connsiteY126" fmla="*/ 2308678 h 3085501"/>
              <a:gd name="connsiteX127" fmla="*/ 29137 w 2495939"/>
              <a:gd name="connsiteY127" fmla="*/ 2299312 h 3085501"/>
              <a:gd name="connsiteX128" fmla="*/ 218 w 2495939"/>
              <a:gd name="connsiteY128" fmla="*/ 2258200 h 3085501"/>
              <a:gd name="connsiteX129" fmla="*/ 6300 w 2495939"/>
              <a:gd name="connsiteY129" fmla="*/ 2195285 h 3085501"/>
              <a:gd name="connsiteX130" fmla="*/ 46804 w 2495939"/>
              <a:gd name="connsiteY130" fmla="*/ 2098251 h 3085501"/>
              <a:gd name="connsiteX131" fmla="*/ 53342 w 2495939"/>
              <a:gd name="connsiteY131" fmla="*/ 2080310 h 3085501"/>
              <a:gd name="connsiteX132" fmla="*/ 71192 w 2495939"/>
              <a:gd name="connsiteY132" fmla="*/ 1967829 h 3085501"/>
              <a:gd name="connsiteX133" fmla="*/ 98681 w 2495939"/>
              <a:gd name="connsiteY133" fmla="*/ 1834943 h 3085501"/>
              <a:gd name="connsiteX134" fmla="*/ 108016 w 2495939"/>
              <a:gd name="connsiteY134" fmla="*/ 1789178 h 3085501"/>
              <a:gd name="connsiteX135" fmla="*/ 110449 w 2495939"/>
              <a:gd name="connsiteY135" fmla="*/ 1733409 h 3085501"/>
              <a:gd name="connsiteX136" fmla="*/ 159559 w 2495939"/>
              <a:gd name="connsiteY136" fmla="*/ 1494793 h 3085501"/>
              <a:gd name="connsiteX137" fmla="*/ 248413 w 2495939"/>
              <a:gd name="connsiteY137" fmla="*/ 1261104 h 3085501"/>
              <a:gd name="connsiteX138" fmla="*/ 272679 w 2495939"/>
              <a:gd name="connsiteY138" fmla="*/ 1198644 h 3085501"/>
              <a:gd name="connsiteX139" fmla="*/ 342071 w 2495939"/>
              <a:gd name="connsiteY139" fmla="*/ 1073483 h 3085501"/>
              <a:gd name="connsiteX140" fmla="*/ 397840 w 2495939"/>
              <a:gd name="connsiteY140" fmla="*/ 989281 h 3085501"/>
              <a:gd name="connsiteX141" fmla="*/ 435030 w 2495939"/>
              <a:gd name="connsiteY141" fmla="*/ 943577 h 3085501"/>
              <a:gd name="connsiteX142" fmla="*/ 566699 w 2495939"/>
              <a:gd name="connsiteY142" fmla="*/ 834593 h 3085501"/>
              <a:gd name="connsiteX143" fmla="*/ 627394 w 2495939"/>
              <a:gd name="connsiteY143" fmla="*/ 815557 h 3085501"/>
              <a:gd name="connsiteX144" fmla="*/ 661574 w 2495939"/>
              <a:gd name="connsiteY144" fmla="*/ 814067 h 3085501"/>
              <a:gd name="connsiteX145" fmla="*/ 692682 w 2495939"/>
              <a:gd name="connsiteY145" fmla="*/ 811848 h 3085501"/>
              <a:gd name="connsiteX146" fmla="*/ 715366 w 2495939"/>
              <a:gd name="connsiteY146" fmla="*/ 802238 h 3085501"/>
              <a:gd name="connsiteX147" fmla="*/ 799203 w 2495939"/>
              <a:gd name="connsiteY147" fmla="*/ 760427 h 3085501"/>
              <a:gd name="connsiteX148" fmla="*/ 844420 w 2495939"/>
              <a:gd name="connsiteY148" fmla="*/ 729197 h 3085501"/>
              <a:gd name="connsiteX149" fmla="*/ 850107 w 2495939"/>
              <a:gd name="connsiteY149" fmla="*/ 717277 h 3085501"/>
              <a:gd name="connsiteX150" fmla="*/ 847552 w 2495939"/>
              <a:gd name="connsiteY150" fmla="*/ 691703 h 3085501"/>
              <a:gd name="connsiteX151" fmla="*/ 838247 w 2495939"/>
              <a:gd name="connsiteY151" fmla="*/ 671542 h 3085501"/>
              <a:gd name="connsiteX152" fmla="*/ 809298 w 2495939"/>
              <a:gd name="connsiteY152" fmla="*/ 575208 h 3085501"/>
              <a:gd name="connsiteX153" fmla="*/ 779316 w 2495939"/>
              <a:gd name="connsiteY153" fmla="*/ 493227 h 3085501"/>
              <a:gd name="connsiteX154" fmla="*/ 764507 w 2495939"/>
              <a:gd name="connsiteY154" fmla="*/ 458531 h 3085501"/>
              <a:gd name="connsiteX155" fmla="*/ 760979 w 2495939"/>
              <a:gd name="connsiteY155" fmla="*/ 448465 h 3085501"/>
              <a:gd name="connsiteX156" fmla="*/ 751948 w 2495939"/>
              <a:gd name="connsiteY156" fmla="*/ 291131 h 3085501"/>
              <a:gd name="connsiteX157" fmla="*/ 768156 w 2495939"/>
              <a:gd name="connsiteY157" fmla="*/ 211644 h 3085501"/>
              <a:gd name="connsiteX158" fmla="*/ 807048 w 2495939"/>
              <a:gd name="connsiteY158" fmla="*/ 134406 h 3085501"/>
              <a:gd name="connsiteX159" fmla="*/ 839129 w 2495939"/>
              <a:gd name="connsiteY159" fmla="*/ 99618 h 3085501"/>
              <a:gd name="connsiteX160" fmla="*/ 893530 w 2495939"/>
              <a:gd name="connsiteY160" fmla="*/ 52941 h 3085501"/>
              <a:gd name="connsiteX161" fmla="*/ 935494 w 2495939"/>
              <a:gd name="connsiteY161" fmla="*/ 23749 h 3085501"/>
              <a:gd name="connsiteX162" fmla="*/ 1001754 w 2495939"/>
              <a:gd name="connsiteY162" fmla="*/ 0 h 3085501"/>
              <a:gd name="connsiteX163" fmla="*/ 1652588 w 2495939"/>
              <a:gd name="connsiteY163" fmla="*/ 1630537 h 3085501"/>
              <a:gd name="connsiteX164" fmla="*/ 1678405 w 2495939"/>
              <a:gd name="connsiteY164" fmla="*/ 1637044 h 3085501"/>
              <a:gd name="connsiteX165" fmla="*/ 1716142 w 2495939"/>
              <a:gd name="connsiteY165" fmla="*/ 1659334 h 3085501"/>
              <a:gd name="connsiteX166" fmla="*/ 1752997 w 2495939"/>
              <a:gd name="connsiteY166" fmla="*/ 1662801 h 3085501"/>
              <a:gd name="connsiteX167" fmla="*/ 1807277 w 2495939"/>
              <a:gd name="connsiteY167" fmla="*/ 1627770 h 3085501"/>
              <a:gd name="connsiteX168" fmla="*/ 1858150 w 2495939"/>
              <a:gd name="connsiteY168" fmla="*/ 1590793 h 3085501"/>
              <a:gd name="connsiteX169" fmla="*/ 1931100 w 2495939"/>
              <a:gd name="connsiteY169" fmla="*/ 1531131 h 3085501"/>
              <a:gd name="connsiteX170" fmla="*/ 2025032 w 2495939"/>
              <a:gd name="connsiteY170" fmla="*/ 1426161 h 3085501"/>
              <a:gd name="connsiteX171" fmla="*/ 2073899 w 2495939"/>
              <a:gd name="connsiteY171" fmla="*/ 1356191 h 3085501"/>
              <a:gd name="connsiteX172" fmla="*/ 2082018 w 2495939"/>
              <a:gd name="connsiteY172" fmla="*/ 1323532 h 3085501"/>
              <a:gd name="connsiteX173" fmla="*/ 2080923 w 2495939"/>
              <a:gd name="connsiteY173" fmla="*/ 1302854 h 3085501"/>
              <a:gd name="connsiteX174" fmla="*/ 2101784 w 2495939"/>
              <a:gd name="connsiteY174" fmla="*/ 1217650 h 3085501"/>
              <a:gd name="connsiteX175" fmla="*/ 2094212 w 2495939"/>
              <a:gd name="connsiteY175" fmla="*/ 1203418 h 3085501"/>
              <a:gd name="connsiteX176" fmla="*/ 2035797 w 2495939"/>
              <a:gd name="connsiteY176" fmla="*/ 1189339 h 3085501"/>
              <a:gd name="connsiteX177" fmla="*/ 2013355 w 2495939"/>
              <a:gd name="connsiteY177" fmla="*/ 1193840 h 3085501"/>
              <a:gd name="connsiteX178" fmla="*/ 1910362 w 2495939"/>
              <a:gd name="connsiteY178" fmla="*/ 1255113 h 3085501"/>
              <a:gd name="connsiteX179" fmla="*/ 1876730 w 2495939"/>
              <a:gd name="connsiteY179" fmla="*/ 1281264 h 3085501"/>
              <a:gd name="connsiteX180" fmla="*/ 1840118 w 2495939"/>
              <a:gd name="connsiteY180" fmla="*/ 1331773 h 3085501"/>
              <a:gd name="connsiteX181" fmla="*/ 1768567 w 2495939"/>
              <a:gd name="connsiteY181" fmla="*/ 1449728 h 3085501"/>
              <a:gd name="connsiteX182" fmla="*/ 1740530 w 2495939"/>
              <a:gd name="connsiteY182" fmla="*/ 1490080 h 3085501"/>
              <a:gd name="connsiteX183" fmla="*/ 1692728 w 2495939"/>
              <a:gd name="connsiteY183" fmla="*/ 1549650 h 3085501"/>
              <a:gd name="connsiteX184" fmla="*/ 1654078 w 2495939"/>
              <a:gd name="connsiteY184" fmla="*/ 1594929 h 3085501"/>
              <a:gd name="connsiteX185" fmla="*/ 1649335 w 2495939"/>
              <a:gd name="connsiteY185" fmla="*/ 1611015 h 3085501"/>
              <a:gd name="connsiteX186" fmla="*/ 1652588 w 2495939"/>
              <a:gd name="connsiteY186" fmla="*/ 1630537 h 3085501"/>
              <a:gd name="connsiteX187" fmla="*/ 1126034 w 2495939"/>
              <a:gd name="connsiteY187" fmla="*/ 2120693 h 3085501"/>
              <a:gd name="connsiteX188" fmla="*/ 1147715 w 2495939"/>
              <a:gd name="connsiteY188" fmla="*/ 2120480 h 3085501"/>
              <a:gd name="connsiteX189" fmla="*/ 1199988 w 2495939"/>
              <a:gd name="connsiteY189" fmla="*/ 2106917 h 3085501"/>
              <a:gd name="connsiteX190" fmla="*/ 1263785 w 2495939"/>
              <a:gd name="connsiteY190" fmla="*/ 2085662 h 3085501"/>
              <a:gd name="connsiteX191" fmla="*/ 1306509 w 2495939"/>
              <a:gd name="connsiteY191" fmla="*/ 2066900 h 3085501"/>
              <a:gd name="connsiteX192" fmla="*/ 1373590 w 2495939"/>
              <a:gd name="connsiteY192" fmla="*/ 2037829 h 3085501"/>
              <a:gd name="connsiteX193" fmla="*/ 1405002 w 2495939"/>
              <a:gd name="connsiteY193" fmla="*/ 2036613 h 3085501"/>
              <a:gd name="connsiteX194" fmla="*/ 1416649 w 2495939"/>
              <a:gd name="connsiteY194" fmla="*/ 2035427 h 3085501"/>
              <a:gd name="connsiteX195" fmla="*/ 1474729 w 2495939"/>
              <a:gd name="connsiteY195" fmla="*/ 2016573 h 3085501"/>
              <a:gd name="connsiteX196" fmla="*/ 1523048 w 2495939"/>
              <a:gd name="connsiteY196" fmla="*/ 1994041 h 3085501"/>
              <a:gd name="connsiteX197" fmla="*/ 1521892 w 2495939"/>
              <a:gd name="connsiteY197" fmla="*/ 1990666 h 3085501"/>
              <a:gd name="connsiteX198" fmla="*/ 1514108 w 2495939"/>
              <a:gd name="connsiteY198" fmla="*/ 1988628 h 3085501"/>
              <a:gd name="connsiteX199" fmla="*/ 1482696 w 2495939"/>
              <a:gd name="connsiteY199" fmla="*/ 1972876 h 3085501"/>
              <a:gd name="connsiteX200" fmla="*/ 1458764 w 2495939"/>
              <a:gd name="connsiteY200" fmla="*/ 1955240 h 3085501"/>
              <a:gd name="connsiteX201" fmla="*/ 1414854 w 2495939"/>
              <a:gd name="connsiteY201" fmla="*/ 1930700 h 3085501"/>
              <a:gd name="connsiteX202" fmla="*/ 1396001 w 2495939"/>
              <a:gd name="connsiteY202" fmla="*/ 1886090 h 3085501"/>
              <a:gd name="connsiteX203" fmla="*/ 1391835 w 2495939"/>
              <a:gd name="connsiteY203" fmla="*/ 1874444 h 3085501"/>
              <a:gd name="connsiteX204" fmla="*/ 1365106 w 2495939"/>
              <a:gd name="connsiteY204" fmla="*/ 1851638 h 3085501"/>
              <a:gd name="connsiteX205" fmla="*/ 1350145 w 2495939"/>
              <a:gd name="connsiteY205" fmla="*/ 1850148 h 3085501"/>
              <a:gd name="connsiteX206" fmla="*/ 1318976 w 2495939"/>
              <a:gd name="connsiteY206" fmla="*/ 1880161 h 3085501"/>
              <a:gd name="connsiteX207" fmla="*/ 1226869 w 2495939"/>
              <a:gd name="connsiteY207" fmla="*/ 1901173 h 3085501"/>
              <a:gd name="connsiteX208" fmla="*/ 1209505 w 2495939"/>
              <a:gd name="connsiteY208" fmla="*/ 1909414 h 3085501"/>
              <a:gd name="connsiteX209" fmla="*/ 1189588 w 2495939"/>
              <a:gd name="connsiteY209" fmla="*/ 1984675 h 3085501"/>
              <a:gd name="connsiteX210" fmla="*/ 1180465 w 2495939"/>
              <a:gd name="connsiteY210" fmla="*/ 2020770 h 3085501"/>
              <a:gd name="connsiteX211" fmla="*/ 1146469 w 2495939"/>
              <a:gd name="connsiteY211" fmla="*/ 2094967 h 3085501"/>
              <a:gd name="connsiteX212" fmla="*/ 1126034 w 2495939"/>
              <a:gd name="connsiteY212" fmla="*/ 2120693 h 3085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2495939" h="3085501">
                <a:moveTo>
                  <a:pt x="1001754" y="0"/>
                </a:moveTo>
                <a:cubicBezTo>
                  <a:pt x="1022645" y="0"/>
                  <a:pt x="1043536" y="0"/>
                  <a:pt x="1064426" y="0"/>
                </a:cubicBezTo>
                <a:cubicBezTo>
                  <a:pt x="1071968" y="1612"/>
                  <a:pt x="1079448" y="3831"/>
                  <a:pt x="1087081" y="4713"/>
                </a:cubicBezTo>
                <a:cubicBezTo>
                  <a:pt x="1106907" y="6964"/>
                  <a:pt x="1128132" y="-456"/>
                  <a:pt x="1146225" y="13927"/>
                </a:cubicBezTo>
                <a:cubicBezTo>
                  <a:pt x="1148323" y="15600"/>
                  <a:pt x="1152550" y="14322"/>
                  <a:pt x="1155652" y="15083"/>
                </a:cubicBezTo>
                <a:cubicBezTo>
                  <a:pt x="1166386" y="17759"/>
                  <a:pt x="1177120" y="20435"/>
                  <a:pt x="1187702" y="23627"/>
                </a:cubicBezTo>
                <a:cubicBezTo>
                  <a:pt x="1201478" y="27793"/>
                  <a:pt x="1215070" y="32324"/>
                  <a:pt x="1225105" y="43758"/>
                </a:cubicBezTo>
                <a:cubicBezTo>
                  <a:pt x="1227021" y="45947"/>
                  <a:pt x="1230731" y="47437"/>
                  <a:pt x="1233741" y="47650"/>
                </a:cubicBezTo>
                <a:cubicBezTo>
                  <a:pt x="1246878" y="48593"/>
                  <a:pt x="1253476" y="58263"/>
                  <a:pt x="1261443" y="66656"/>
                </a:cubicBezTo>
                <a:cubicBezTo>
                  <a:pt x="1267859" y="73406"/>
                  <a:pt x="1275157" y="79640"/>
                  <a:pt x="1282972" y="84688"/>
                </a:cubicBezTo>
                <a:cubicBezTo>
                  <a:pt x="1295106" y="92533"/>
                  <a:pt x="1306539" y="100561"/>
                  <a:pt x="1308029" y="116374"/>
                </a:cubicBezTo>
                <a:cubicBezTo>
                  <a:pt x="1309945" y="136686"/>
                  <a:pt x="1311830" y="157030"/>
                  <a:pt x="1312651" y="177403"/>
                </a:cubicBezTo>
                <a:cubicBezTo>
                  <a:pt x="1312894" y="183698"/>
                  <a:pt x="1307056" y="190814"/>
                  <a:pt x="1308546" y="196348"/>
                </a:cubicBezTo>
                <a:cubicBezTo>
                  <a:pt x="1311374" y="206809"/>
                  <a:pt x="1316787" y="216813"/>
                  <a:pt x="1322352" y="226270"/>
                </a:cubicBezTo>
                <a:cubicBezTo>
                  <a:pt x="1332447" y="243420"/>
                  <a:pt x="1346222" y="258959"/>
                  <a:pt x="1353551" y="277144"/>
                </a:cubicBezTo>
                <a:cubicBezTo>
                  <a:pt x="1368420" y="314120"/>
                  <a:pt x="1379063" y="352800"/>
                  <a:pt x="1393568" y="389959"/>
                </a:cubicBezTo>
                <a:cubicBezTo>
                  <a:pt x="1398130" y="401636"/>
                  <a:pt x="1396822" y="409816"/>
                  <a:pt x="1390710" y="418817"/>
                </a:cubicBezTo>
                <a:cubicBezTo>
                  <a:pt x="1385328" y="426784"/>
                  <a:pt x="1379763" y="434629"/>
                  <a:pt x="1373864" y="442201"/>
                </a:cubicBezTo>
                <a:cubicBezTo>
                  <a:pt x="1364498" y="454213"/>
                  <a:pt x="1364863" y="461632"/>
                  <a:pt x="1372586" y="475042"/>
                </a:cubicBezTo>
                <a:cubicBezTo>
                  <a:pt x="1379884" y="487723"/>
                  <a:pt x="1387669" y="500981"/>
                  <a:pt x="1390892" y="514969"/>
                </a:cubicBezTo>
                <a:cubicBezTo>
                  <a:pt x="1394876" y="532271"/>
                  <a:pt x="1401809" y="546989"/>
                  <a:pt x="1412209" y="561159"/>
                </a:cubicBezTo>
                <a:cubicBezTo>
                  <a:pt x="1428234" y="582993"/>
                  <a:pt x="1426470" y="594122"/>
                  <a:pt x="1408651" y="614405"/>
                </a:cubicBezTo>
                <a:cubicBezTo>
                  <a:pt x="1404637" y="618966"/>
                  <a:pt x="1402113" y="626082"/>
                  <a:pt x="1401596" y="632224"/>
                </a:cubicBezTo>
                <a:cubicBezTo>
                  <a:pt x="1398799" y="666191"/>
                  <a:pt x="1396731" y="700187"/>
                  <a:pt x="1394602" y="734215"/>
                </a:cubicBezTo>
                <a:cubicBezTo>
                  <a:pt x="1393812" y="746986"/>
                  <a:pt x="1391501" y="760092"/>
                  <a:pt x="1393386" y="772529"/>
                </a:cubicBezTo>
                <a:cubicBezTo>
                  <a:pt x="1398586" y="806800"/>
                  <a:pt x="1389767" y="827113"/>
                  <a:pt x="1357717" y="839793"/>
                </a:cubicBezTo>
                <a:cubicBezTo>
                  <a:pt x="1335488" y="848581"/>
                  <a:pt x="1311921" y="854267"/>
                  <a:pt x="1288628" y="860106"/>
                </a:cubicBezTo>
                <a:cubicBezTo>
                  <a:pt x="1273607" y="863877"/>
                  <a:pt x="1258007" y="865275"/>
                  <a:pt x="1242681" y="868012"/>
                </a:cubicBezTo>
                <a:cubicBezTo>
                  <a:pt x="1234045" y="869563"/>
                  <a:pt x="1223554" y="869076"/>
                  <a:pt x="1217260" y="873911"/>
                </a:cubicBezTo>
                <a:cubicBezTo>
                  <a:pt x="1192173" y="893221"/>
                  <a:pt x="1166994" y="913078"/>
                  <a:pt x="1158541" y="946253"/>
                </a:cubicBezTo>
                <a:cubicBezTo>
                  <a:pt x="1156169" y="955558"/>
                  <a:pt x="1152246" y="964468"/>
                  <a:pt x="1150087" y="973773"/>
                </a:cubicBezTo>
                <a:cubicBezTo>
                  <a:pt x="1149023" y="978395"/>
                  <a:pt x="1148323" y="986149"/>
                  <a:pt x="1150817" y="988004"/>
                </a:cubicBezTo>
                <a:cubicBezTo>
                  <a:pt x="1160274" y="995059"/>
                  <a:pt x="1170430" y="1002357"/>
                  <a:pt x="1181530" y="1005702"/>
                </a:cubicBezTo>
                <a:cubicBezTo>
                  <a:pt x="1200504" y="1011449"/>
                  <a:pt x="1221274" y="1010993"/>
                  <a:pt x="1238454" y="1023187"/>
                </a:cubicBezTo>
                <a:cubicBezTo>
                  <a:pt x="1241343" y="1025224"/>
                  <a:pt x="1246300" y="1024160"/>
                  <a:pt x="1250192" y="1024920"/>
                </a:cubicBezTo>
                <a:cubicBezTo>
                  <a:pt x="1263815" y="1027627"/>
                  <a:pt x="1278259" y="1028417"/>
                  <a:pt x="1290818" y="1033678"/>
                </a:cubicBezTo>
                <a:cubicBezTo>
                  <a:pt x="1325605" y="1048304"/>
                  <a:pt x="1342969" y="1078683"/>
                  <a:pt x="1354980" y="1112223"/>
                </a:cubicBezTo>
                <a:cubicBezTo>
                  <a:pt x="1360332" y="1127184"/>
                  <a:pt x="1359146" y="1145308"/>
                  <a:pt x="1366991" y="1158353"/>
                </a:cubicBezTo>
                <a:cubicBezTo>
                  <a:pt x="1381709" y="1182802"/>
                  <a:pt x="1399194" y="1206155"/>
                  <a:pt x="1418716" y="1226985"/>
                </a:cubicBezTo>
                <a:cubicBezTo>
                  <a:pt x="1431336" y="1240426"/>
                  <a:pt x="1441188" y="1252924"/>
                  <a:pt x="1439911" y="1271625"/>
                </a:cubicBezTo>
                <a:cubicBezTo>
                  <a:pt x="1439181" y="1282390"/>
                  <a:pt x="1443347" y="1288958"/>
                  <a:pt x="1452257" y="1295131"/>
                </a:cubicBezTo>
                <a:cubicBezTo>
                  <a:pt x="1463113" y="1302642"/>
                  <a:pt x="1474972" y="1312737"/>
                  <a:pt x="1471870" y="1327333"/>
                </a:cubicBezTo>
                <a:cubicBezTo>
                  <a:pt x="1466792" y="1351143"/>
                  <a:pt x="1481175" y="1369571"/>
                  <a:pt x="1484642" y="1391617"/>
                </a:cubicBezTo>
                <a:cubicBezTo>
                  <a:pt x="1487835" y="1390705"/>
                  <a:pt x="1490420" y="1390614"/>
                  <a:pt x="1492122" y="1389367"/>
                </a:cubicBezTo>
                <a:cubicBezTo>
                  <a:pt x="1515628" y="1371973"/>
                  <a:pt x="1539317" y="1354883"/>
                  <a:pt x="1562305" y="1336851"/>
                </a:cubicBezTo>
                <a:cubicBezTo>
                  <a:pt x="1603600" y="1304466"/>
                  <a:pt x="1644895" y="1272051"/>
                  <a:pt x="1685399" y="1238662"/>
                </a:cubicBezTo>
                <a:cubicBezTo>
                  <a:pt x="1717906" y="1211903"/>
                  <a:pt x="1750443" y="1184960"/>
                  <a:pt x="1780791" y="1155829"/>
                </a:cubicBezTo>
                <a:cubicBezTo>
                  <a:pt x="1831634" y="1106993"/>
                  <a:pt x="1862438" y="1044443"/>
                  <a:pt x="1893637" y="982470"/>
                </a:cubicBezTo>
                <a:cubicBezTo>
                  <a:pt x="1898290" y="973195"/>
                  <a:pt x="1901330" y="963130"/>
                  <a:pt x="1905344" y="953521"/>
                </a:cubicBezTo>
                <a:cubicBezTo>
                  <a:pt x="1909480" y="943638"/>
                  <a:pt x="1913889" y="933847"/>
                  <a:pt x="1918177" y="924025"/>
                </a:cubicBezTo>
                <a:cubicBezTo>
                  <a:pt x="1922160" y="914963"/>
                  <a:pt x="1928059" y="906266"/>
                  <a:pt x="1929853" y="896809"/>
                </a:cubicBezTo>
                <a:cubicBezTo>
                  <a:pt x="1946305" y="809324"/>
                  <a:pt x="1961600" y="721625"/>
                  <a:pt x="1978142" y="634140"/>
                </a:cubicBezTo>
                <a:cubicBezTo>
                  <a:pt x="1987447" y="585000"/>
                  <a:pt x="1998729" y="536255"/>
                  <a:pt x="2008399" y="487175"/>
                </a:cubicBezTo>
                <a:cubicBezTo>
                  <a:pt x="2010193" y="477992"/>
                  <a:pt x="2014207" y="477293"/>
                  <a:pt x="2021535" y="479026"/>
                </a:cubicBezTo>
                <a:cubicBezTo>
                  <a:pt x="2062404" y="488635"/>
                  <a:pt x="2103334" y="497910"/>
                  <a:pt x="2144143" y="507762"/>
                </a:cubicBezTo>
                <a:cubicBezTo>
                  <a:pt x="2173730" y="514908"/>
                  <a:pt x="2203105" y="522875"/>
                  <a:pt x="2232632" y="530386"/>
                </a:cubicBezTo>
                <a:cubicBezTo>
                  <a:pt x="2269882" y="539873"/>
                  <a:pt x="2307102" y="549422"/>
                  <a:pt x="2344413" y="558636"/>
                </a:cubicBezTo>
                <a:cubicBezTo>
                  <a:pt x="2372420" y="565569"/>
                  <a:pt x="2400669" y="571468"/>
                  <a:pt x="2428554" y="578827"/>
                </a:cubicBezTo>
                <a:cubicBezTo>
                  <a:pt x="2451604" y="584878"/>
                  <a:pt x="2476204" y="586946"/>
                  <a:pt x="2495939" y="602545"/>
                </a:cubicBezTo>
                <a:cubicBezTo>
                  <a:pt x="2495939" y="605769"/>
                  <a:pt x="2495939" y="608962"/>
                  <a:pt x="2495939" y="612185"/>
                </a:cubicBezTo>
                <a:cubicBezTo>
                  <a:pt x="2495179" y="613553"/>
                  <a:pt x="2494084" y="614861"/>
                  <a:pt x="2493750" y="616321"/>
                </a:cubicBezTo>
                <a:cubicBezTo>
                  <a:pt x="2483776" y="659653"/>
                  <a:pt x="2473893" y="703015"/>
                  <a:pt x="2463949" y="746348"/>
                </a:cubicBezTo>
                <a:cubicBezTo>
                  <a:pt x="2440200" y="849858"/>
                  <a:pt x="2416451" y="953339"/>
                  <a:pt x="2392672" y="1056849"/>
                </a:cubicBezTo>
                <a:cubicBezTo>
                  <a:pt x="2391243" y="1063113"/>
                  <a:pt x="2391303" y="1067249"/>
                  <a:pt x="2398358" y="1071415"/>
                </a:cubicBezTo>
                <a:cubicBezTo>
                  <a:pt x="2416147" y="1081936"/>
                  <a:pt x="2426881" y="1096958"/>
                  <a:pt x="2422411" y="1119400"/>
                </a:cubicBezTo>
                <a:cubicBezTo>
                  <a:pt x="2421013" y="1126424"/>
                  <a:pt x="2421712" y="1133844"/>
                  <a:pt x="2420800" y="1140990"/>
                </a:cubicBezTo>
                <a:cubicBezTo>
                  <a:pt x="2418975" y="1155282"/>
                  <a:pt x="2418823" y="1170273"/>
                  <a:pt x="2414019" y="1183531"/>
                </a:cubicBezTo>
                <a:cubicBezTo>
                  <a:pt x="2409518" y="1195908"/>
                  <a:pt x="2404774" y="1206307"/>
                  <a:pt x="2410947" y="1219657"/>
                </a:cubicBezTo>
                <a:cubicBezTo>
                  <a:pt x="2413441" y="1225100"/>
                  <a:pt x="2411616" y="1233158"/>
                  <a:pt x="2410157" y="1239666"/>
                </a:cubicBezTo>
                <a:cubicBezTo>
                  <a:pt x="2404044" y="1266942"/>
                  <a:pt x="2396290" y="1293884"/>
                  <a:pt x="2391182" y="1321343"/>
                </a:cubicBezTo>
                <a:cubicBezTo>
                  <a:pt x="2387654" y="1340287"/>
                  <a:pt x="2380295" y="1356647"/>
                  <a:pt x="2367220" y="1370209"/>
                </a:cubicBezTo>
                <a:cubicBezTo>
                  <a:pt x="2346633" y="1391587"/>
                  <a:pt x="2324374" y="1411474"/>
                  <a:pt x="2304730" y="1433672"/>
                </a:cubicBezTo>
                <a:cubicBezTo>
                  <a:pt x="2291320" y="1448816"/>
                  <a:pt x="2274474" y="1458577"/>
                  <a:pt x="2257597" y="1467213"/>
                </a:cubicBezTo>
                <a:cubicBezTo>
                  <a:pt x="2238409" y="1477004"/>
                  <a:pt x="2222536" y="1490384"/>
                  <a:pt x="2208852" y="1505558"/>
                </a:cubicBezTo>
                <a:cubicBezTo>
                  <a:pt x="2178443" y="1539311"/>
                  <a:pt x="2149890" y="1574798"/>
                  <a:pt x="2121093" y="1609981"/>
                </a:cubicBezTo>
                <a:cubicBezTo>
                  <a:pt x="2106649" y="1627618"/>
                  <a:pt x="2093421" y="1646228"/>
                  <a:pt x="2079524" y="1664321"/>
                </a:cubicBezTo>
                <a:cubicBezTo>
                  <a:pt x="2054164" y="1697375"/>
                  <a:pt x="2030080" y="1731554"/>
                  <a:pt x="2002895" y="1763057"/>
                </a:cubicBezTo>
                <a:cubicBezTo>
                  <a:pt x="1975132" y="1795230"/>
                  <a:pt x="1944298" y="1824756"/>
                  <a:pt x="1914801" y="1855439"/>
                </a:cubicBezTo>
                <a:cubicBezTo>
                  <a:pt x="1912247" y="1858084"/>
                  <a:pt x="1909662" y="1860730"/>
                  <a:pt x="1907078" y="1863375"/>
                </a:cubicBezTo>
                <a:cubicBezTo>
                  <a:pt x="1907686" y="1864531"/>
                  <a:pt x="1908324" y="1865656"/>
                  <a:pt x="1908933" y="1866811"/>
                </a:cubicBezTo>
                <a:cubicBezTo>
                  <a:pt x="1917112" y="1864470"/>
                  <a:pt x="1925201" y="1861825"/>
                  <a:pt x="1933442" y="1859848"/>
                </a:cubicBezTo>
                <a:cubicBezTo>
                  <a:pt x="1951687" y="1855469"/>
                  <a:pt x="1969841" y="1849205"/>
                  <a:pt x="1988329" y="1847776"/>
                </a:cubicBezTo>
                <a:cubicBezTo>
                  <a:pt x="2016214" y="1845647"/>
                  <a:pt x="2043825" y="1849266"/>
                  <a:pt x="2066905" y="1867784"/>
                </a:cubicBezTo>
                <a:cubicBezTo>
                  <a:pt x="2082474" y="1880252"/>
                  <a:pt x="2096584" y="1893601"/>
                  <a:pt x="2108443" y="1910448"/>
                </a:cubicBezTo>
                <a:cubicBezTo>
                  <a:pt x="2124499" y="1933345"/>
                  <a:pt x="2138487" y="1956760"/>
                  <a:pt x="2148339" y="1982851"/>
                </a:cubicBezTo>
                <a:cubicBezTo>
                  <a:pt x="2154847" y="2000092"/>
                  <a:pt x="2161688" y="2017243"/>
                  <a:pt x="2169017" y="2034150"/>
                </a:cubicBezTo>
                <a:cubicBezTo>
                  <a:pt x="2191458" y="2085966"/>
                  <a:pt x="2192614" y="2138056"/>
                  <a:pt x="2172970" y="2191028"/>
                </a:cubicBezTo>
                <a:cubicBezTo>
                  <a:pt x="2161141" y="2222896"/>
                  <a:pt x="2149343" y="2254855"/>
                  <a:pt x="2139764" y="2287423"/>
                </a:cubicBezTo>
                <a:cubicBezTo>
                  <a:pt x="2126323" y="2333157"/>
                  <a:pt x="2107166" y="2376155"/>
                  <a:pt x="2083934" y="2417571"/>
                </a:cubicBezTo>
                <a:cubicBezTo>
                  <a:pt x="2073351" y="2436455"/>
                  <a:pt x="2073534" y="2436516"/>
                  <a:pt x="2086488" y="2452267"/>
                </a:cubicBezTo>
                <a:cubicBezTo>
                  <a:pt x="2088252" y="2454426"/>
                  <a:pt x="2089894" y="2456798"/>
                  <a:pt x="2091141" y="2459292"/>
                </a:cubicBezTo>
                <a:cubicBezTo>
                  <a:pt x="2097009" y="2471090"/>
                  <a:pt x="2101540" y="2483771"/>
                  <a:pt x="2108778" y="2494657"/>
                </a:cubicBezTo>
                <a:cubicBezTo>
                  <a:pt x="2123039" y="2516034"/>
                  <a:pt x="2121336" y="2557633"/>
                  <a:pt x="2097587" y="2579831"/>
                </a:cubicBezTo>
                <a:cubicBezTo>
                  <a:pt x="2080558" y="2595765"/>
                  <a:pt x="2062891" y="2610027"/>
                  <a:pt x="2040997" y="2619423"/>
                </a:cubicBezTo>
                <a:cubicBezTo>
                  <a:pt x="2023968" y="2626721"/>
                  <a:pt x="2005723" y="2635084"/>
                  <a:pt x="1993255" y="2648007"/>
                </a:cubicBezTo>
                <a:cubicBezTo>
                  <a:pt x="1981791" y="2659897"/>
                  <a:pt x="1977352" y="2678507"/>
                  <a:pt x="1969172" y="2695505"/>
                </a:cubicBezTo>
                <a:cubicBezTo>
                  <a:pt x="1977291" y="2697178"/>
                  <a:pt x="1983494" y="2698455"/>
                  <a:pt x="1989698" y="2699702"/>
                </a:cubicBezTo>
                <a:cubicBezTo>
                  <a:pt x="2001466" y="2702074"/>
                  <a:pt x="2013872" y="2702834"/>
                  <a:pt x="2024911" y="2707061"/>
                </a:cubicBezTo>
                <a:cubicBezTo>
                  <a:pt x="2054164" y="2718312"/>
                  <a:pt x="2083569" y="2729563"/>
                  <a:pt x="2111575" y="2743490"/>
                </a:cubicBezTo>
                <a:cubicBezTo>
                  <a:pt x="2179447" y="2777244"/>
                  <a:pt x="2195320" y="2842987"/>
                  <a:pt x="2158343" y="2907635"/>
                </a:cubicBezTo>
                <a:cubicBezTo>
                  <a:pt x="2145572" y="2930199"/>
                  <a:pt x="2125350" y="2948717"/>
                  <a:pt x="2107257" y="2967875"/>
                </a:cubicBezTo>
                <a:cubicBezTo>
                  <a:pt x="2096036" y="2979734"/>
                  <a:pt x="2083842" y="2991806"/>
                  <a:pt x="2069733" y="2999530"/>
                </a:cubicBezTo>
                <a:cubicBezTo>
                  <a:pt x="2044616" y="3013305"/>
                  <a:pt x="2017886" y="3024161"/>
                  <a:pt x="1991583" y="3035655"/>
                </a:cubicBezTo>
                <a:cubicBezTo>
                  <a:pt x="1971057" y="3044656"/>
                  <a:pt x="1949011" y="3050799"/>
                  <a:pt x="1929641" y="3061746"/>
                </a:cubicBezTo>
                <a:cubicBezTo>
                  <a:pt x="1899141" y="3079018"/>
                  <a:pt x="1866877" y="3084127"/>
                  <a:pt x="1832668" y="3085191"/>
                </a:cubicBezTo>
                <a:cubicBezTo>
                  <a:pt x="1771759" y="3087076"/>
                  <a:pt x="1711703" y="3080113"/>
                  <a:pt x="1651615" y="3071811"/>
                </a:cubicBezTo>
                <a:cubicBezTo>
                  <a:pt x="1624613" y="3068071"/>
                  <a:pt x="1597488" y="3065182"/>
                  <a:pt x="1570303" y="3063114"/>
                </a:cubicBezTo>
                <a:cubicBezTo>
                  <a:pt x="1526788" y="3059800"/>
                  <a:pt x="1484490" y="3051650"/>
                  <a:pt x="1444320" y="3034287"/>
                </a:cubicBezTo>
                <a:cubicBezTo>
                  <a:pt x="1418138" y="3022975"/>
                  <a:pt x="1390801" y="3019083"/>
                  <a:pt x="1362552" y="3016528"/>
                </a:cubicBezTo>
                <a:cubicBezTo>
                  <a:pt x="1324663" y="3013092"/>
                  <a:pt x="1286834" y="3007710"/>
                  <a:pt x="1249493" y="3000564"/>
                </a:cubicBezTo>
                <a:cubicBezTo>
                  <a:pt x="1212516" y="2993479"/>
                  <a:pt x="1176512" y="2981224"/>
                  <a:pt x="1139474" y="2974717"/>
                </a:cubicBezTo>
                <a:cubicBezTo>
                  <a:pt x="1083432" y="2964895"/>
                  <a:pt x="1026902" y="2957475"/>
                  <a:pt x="970433" y="2950299"/>
                </a:cubicBezTo>
                <a:cubicBezTo>
                  <a:pt x="947992" y="2947440"/>
                  <a:pt x="925550" y="2942484"/>
                  <a:pt x="902379" y="2947471"/>
                </a:cubicBezTo>
                <a:cubicBezTo>
                  <a:pt x="864825" y="2955529"/>
                  <a:pt x="826753" y="2955772"/>
                  <a:pt x="788499" y="2952579"/>
                </a:cubicBezTo>
                <a:cubicBezTo>
                  <a:pt x="758090" y="2950025"/>
                  <a:pt x="727591" y="2948839"/>
                  <a:pt x="697121" y="2947410"/>
                </a:cubicBezTo>
                <a:cubicBezTo>
                  <a:pt x="655796" y="2945433"/>
                  <a:pt x="613924" y="2947471"/>
                  <a:pt x="573267" y="2941298"/>
                </a:cubicBezTo>
                <a:cubicBezTo>
                  <a:pt x="486907" y="2928161"/>
                  <a:pt x="401216" y="2910676"/>
                  <a:pt x="315220" y="2895259"/>
                </a:cubicBezTo>
                <a:cubicBezTo>
                  <a:pt x="280250" y="2888995"/>
                  <a:pt x="252700" y="2870172"/>
                  <a:pt x="230380" y="2843990"/>
                </a:cubicBezTo>
                <a:cubicBezTo>
                  <a:pt x="205111" y="2814403"/>
                  <a:pt x="181605" y="2783295"/>
                  <a:pt x="157491" y="2752734"/>
                </a:cubicBezTo>
                <a:cubicBezTo>
                  <a:pt x="154542" y="2749025"/>
                  <a:pt x="151440" y="2744767"/>
                  <a:pt x="150436" y="2740297"/>
                </a:cubicBezTo>
                <a:cubicBezTo>
                  <a:pt x="143138" y="2707912"/>
                  <a:pt x="136023" y="2675496"/>
                  <a:pt x="129606" y="2642959"/>
                </a:cubicBezTo>
                <a:cubicBezTo>
                  <a:pt x="125562" y="2622525"/>
                  <a:pt x="123768" y="2602182"/>
                  <a:pt x="104793" y="2587737"/>
                </a:cubicBezTo>
                <a:cubicBezTo>
                  <a:pt x="93694" y="2579284"/>
                  <a:pt x="88403" y="2565661"/>
                  <a:pt x="87521" y="2550609"/>
                </a:cubicBezTo>
                <a:cubicBezTo>
                  <a:pt x="86122" y="2526586"/>
                  <a:pt x="84328" y="2502472"/>
                  <a:pt x="80922" y="2478662"/>
                </a:cubicBezTo>
                <a:cubicBezTo>
                  <a:pt x="79037" y="2465434"/>
                  <a:pt x="75236" y="2451902"/>
                  <a:pt x="69246" y="2440043"/>
                </a:cubicBezTo>
                <a:cubicBezTo>
                  <a:pt x="62647" y="2426998"/>
                  <a:pt x="52582" y="2415656"/>
                  <a:pt x="43915" y="2403675"/>
                </a:cubicBezTo>
                <a:cubicBezTo>
                  <a:pt x="25761" y="2378496"/>
                  <a:pt x="23998" y="2336198"/>
                  <a:pt x="40783" y="2308678"/>
                </a:cubicBezTo>
                <a:cubicBezTo>
                  <a:pt x="36982" y="2305637"/>
                  <a:pt x="33120" y="2302384"/>
                  <a:pt x="29137" y="2299312"/>
                </a:cubicBezTo>
                <a:cubicBezTo>
                  <a:pt x="15149" y="2288578"/>
                  <a:pt x="1039" y="2276111"/>
                  <a:pt x="218" y="2258200"/>
                </a:cubicBezTo>
                <a:cubicBezTo>
                  <a:pt x="-725" y="2237309"/>
                  <a:pt x="1404" y="2215628"/>
                  <a:pt x="6300" y="2195285"/>
                </a:cubicBezTo>
                <a:cubicBezTo>
                  <a:pt x="14541" y="2161014"/>
                  <a:pt x="26947" y="2127991"/>
                  <a:pt x="46804" y="2098251"/>
                </a:cubicBezTo>
                <a:cubicBezTo>
                  <a:pt x="50240" y="2093082"/>
                  <a:pt x="52308" y="2086513"/>
                  <a:pt x="53342" y="2080310"/>
                </a:cubicBezTo>
                <a:cubicBezTo>
                  <a:pt x="59667" y="2042877"/>
                  <a:pt x="66813" y="2005505"/>
                  <a:pt x="71192" y="1967829"/>
                </a:cubicBezTo>
                <a:cubicBezTo>
                  <a:pt x="76422" y="1922611"/>
                  <a:pt x="85970" y="1878549"/>
                  <a:pt x="98681" y="1834943"/>
                </a:cubicBezTo>
                <a:cubicBezTo>
                  <a:pt x="103029" y="1820043"/>
                  <a:pt x="106374" y="1804596"/>
                  <a:pt x="108016" y="1789178"/>
                </a:cubicBezTo>
                <a:cubicBezTo>
                  <a:pt x="109993" y="1770720"/>
                  <a:pt x="108959" y="1751958"/>
                  <a:pt x="110449" y="1733409"/>
                </a:cubicBezTo>
                <a:cubicBezTo>
                  <a:pt x="116987" y="1651884"/>
                  <a:pt x="136357" y="1573034"/>
                  <a:pt x="159559" y="1494793"/>
                </a:cubicBezTo>
                <a:cubicBezTo>
                  <a:pt x="183338" y="1414575"/>
                  <a:pt x="216058" y="1337976"/>
                  <a:pt x="248413" y="1261104"/>
                </a:cubicBezTo>
                <a:cubicBezTo>
                  <a:pt x="257079" y="1240517"/>
                  <a:pt x="262492" y="1218380"/>
                  <a:pt x="272679" y="1198644"/>
                </a:cubicBezTo>
                <a:cubicBezTo>
                  <a:pt x="294573" y="1156285"/>
                  <a:pt x="317775" y="1114534"/>
                  <a:pt x="342071" y="1073483"/>
                </a:cubicBezTo>
                <a:cubicBezTo>
                  <a:pt x="359191" y="1044534"/>
                  <a:pt x="378409" y="1016771"/>
                  <a:pt x="397840" y="989281"/>
                </a:cubicBezTo>
                <a:cubicBezTo>
                  <a:pt x="409152" y="973256"/>
                  <a:pt x="423444" y="959390"/>
                  <a:pt x="435030" y="943577"/>
                </a:cubicBezTo>
                <a:cubicBezTo>
                  <a:pt x="469787" y="896079"/>
                  <a:pt x="511720" y="857217"/>
                  <a:pt x="566699" y="834593"/>
                </a:cubicBezTo>
                <a:cubicBezTo>
                  <a:pt x="586252" y="826535"/>
                  <a:pt x="606808" y="820544"/>
                  <a:pt x="627394" y="815557"/>
                </a:cubicBezTo>
                <a:cubicBezTo>
                  <a:pt x="638281" y="812912"/>
                  <a:pt x="650171" y="814706"/>
                  <a:pt x="661574" y="814067"/>
                </a:cubicBezTo>
                <a:cubicBezTo>
                  <a:pt x="671973" y="813490"/>
                  <a:pt x="682464" y="810935"/>
                  <a:pt x="692682" y="811848"/>
                </a:cubicBezTo>
                <a:cubicBezTo>
                  <a:pt x="702777" y="812760"/>
                  <a:pt x="708798" y="809263"/>
                  <a:pt x="715366" y="802238"/>
                </a:cubicBezTo>
                <a:cubicBezTo>
                  <a:pt x="738051" y="778003"/>
                  <a:pt x="766057" y="759788"/>
                  <a:pt x="799203" y="760427"/>
                </a:cubicBezTo>
                <a:cubicBezTo>
                  <a:pt x="825141" y="760913"/>
                  <a:pt x="835723" y="748811"/>
                  <a:pt x="844420" y="729197"/>
                </a:cubicBezTo>
                <a:cubicBezTo>
                  <a:pt x="846214" y="725153"/>
                  <a:pt x="847978" y="721108"/>
                  <a:pt x="850107" y="717277"/>
                </a:cubicBezTo>
                <a:cubicBezTo>
                  <a:pt x="855276" y="708063"/>
                  <a:pt x="853756" y="700157"/>
                  <a:pt x="847552" y="691703"/>
                </a:cubicBezTo>
                <a:cubicBezTo>
                  <a:pt x="843234" y="685834"/>
                  <a:pt x="839464" y="678628"/>
                  <a:pt x="838247" y="671542"/>
                </a:cubicBezTo>
                <a:cubicBezTo>
                  <a:pt x="832531" y="638184"/>
                  <a:pt x="824351" y="605161"/>
                  <a:pt x="809298" y="575208"/>
                </a:cubicBezTo>
                <a:cubicBezTo>
                  <a:pt x="796010" y="548722"/>
                  <a:pt x="787009" y="521446"/>
                  <a:pt x="779316" y="493227"/>
                </a:cubicBezTo>
                <a:cubicBezTo>
                  <a:pt x="776031" y="481215"/>
                  <a:pt x="769494" y="470116"/>
                  <a:pt x="764507" y="458531"/>
                </a:cubicBezTo>
                <a:cubicBezTo>
                  <a:pt x="763108" y="455246"/>
                  <a:pt x="761223" y="451871"/>
                  <a:pt x="760979" y="448465"/>
                </a:cubicBezTo>
                <a:cubicBezTo>
                  <a:pt x="757513" y="396011"/>
                  <a:pt x="751978" y="343586"/>
                  <a:pt x="751948" y="291131"/>
                </a:cubicBezTo>
                <a:cubicBezTo>
                  <a:pt x="751917" y="264554"/>
                  <a:pt x="759124" y="236974"/>
                  <a:pt x="768156" y="211644"/>
                </a:cubicBezTo>
                <a:cubicBezTo>
                  <a:pt x="777795" y="184671"/>
                  <a:pt x="792209" y="159098"/>
                  <a:pt x="807048" y="134406"/>
                </a:cubicBezTo>
                <a:cubicBezTo>
                  <a:pt x="815015" y="121148"/>
                  <a:pt x="827452" y="110201"/>
                  <a:pt x="839129" y="99618"/>
                </a:cubicBezTo>
                <a:cubicBezTo>
                  <a:pt x="856827" y="83563"/>
                  <a:pt x="877018" y="70031"/>
                  <a:pt x="893530" y="52941"/>
                </a:cubicBezTo>
                <a:cubicBezTo>
                  <a:pt x="905937" y="40078"/>
                  <a:pt x="919408" y="30409"/>
                  <a:pt x="935494" y="23749"/>
                </a:cubicBezTo>
                <a:cubicBezTo>
                  <a:pt x="957206" y="14748"/>
                  <a:pt x="977488" y="1825"/>
                  <a:pt x="1001754" y="0"/>
                </a:cubicBezTo>
                <a:close/>
                <a:moveTo>
                  <a:pt x="1652588" y="1630537"/>
                </a:moveTo>
                <a:cubicBezTo>
                  <a:pt x="1658852" y="1631936"/>
                  <a:pt x="1670712" y="1631540"/>
                  <a:pt x="1678405" y="1637044"/>
                </a:cubicBezTo>
                <a:cubicBezTo>
                  <a:pt x="1690508" y="1645680"/>
                  <a:pt x="1703796" y="1651641"/>
                  <a:pt x="1716142" y="1659334"/>
                </a:cubicBezTo>
                <a:cubicBezTo>
                  <a:pt x="1728883" y="1667301"/>
                  <a:pt x="1740956" y="1670251"/>
                  <a:pt x="1752997" y="1662801"/>
                </a:cubicBezTo>
                <a:cubicBezTo>
                  <a:pt x="1771303" y="1651458"/>
                  <a:pt x="1789579" y="1639994"/>
                  <a:pt x="1807277" y="1627770"/>
                </a:cubicBezTo>
                <a:cubicBezTo>
                  <a:pt x="1824518" y="1615819"/>
                  <a:pt x="1839905" y="1600767"/>
                  <a:pt x="1858150" y="1590793"/>
                </a:cubicBezTo>
                <a:cubicBezTo>
                  <a:pt x="1886461" y="1575315"/>
                  <a:pt x="1909601" y="1554212"/>
                  <a:pt x="1931100" y="1531131"/>
                </a:cubicBezTo>
                <a:cubicBezTo>
                  <a:pt x="1963090" y="1496770"/>
                  <a:pt x="1994928" y="1462165"/>
                  <a:pt x="2025032" y="1426161"/>
                </a:cubicBezTo>
                <a:cubicBezTo>
                  <a:pt x="2043217" y="1404389"/>
                  <a:pt x="2058999" y="1380396"/>
                  <a:pt x="2073899" y="1356191"/>
                </a:cubicBezTo>
                <a:cubicBezTo>
                  <a:pt x="2079524" y="1347068"/>
                  <a:pt x="2080406" y="1334662"/>
                  <a:pt x="2082018" y="1323532"/>
                </a:cubicBezTo>
                <a:cubicBezTo>
                  <a:pt x="2082991" y="1316812"/>
                  <a:pt x="2079464" y="1309331"/>
                  <a:pt x="2080923" y="1302854"/>
                </a:cubicBezTo>
                <a:cubicBezTo>
                  <a:pt x="2087248" y="1274301"/>
                  <a:pt x="2094455" y="1245960"/>
                  <a:pt x="2101784" y="1217650"/>
                </a:cubicBezTo>
                <a:cubicBezTo>
                  <a:pt x="2103760" y="1209956"/>
                  <a:pt x="2102513" y="1205395"/>
                  <a:pt x="2094212" y="1203418"/>
                </a:cubicBezTo>
                <a:cubicBezTo>
                  <a:pt x="2074720" y="1198736"/>
                  <a:pt x="2055471" y="1192897"/>
                  <a:pt x="2035797" y="1189339"/>
                </a:cubicBezTo>
                <a:cubicBezTo>
                  <a:pt x="2028742" y="1188062"/>
                  <a:pt x="2019711" y="1190191"/>
                  <a:pt x="2013355" y="1193840"/>
                </a:cubicBezTo>
                <a:cubicBezTo>
                  <a:pt x="1978690" y="1213666"/>
                  <a:pt x="1944328" y="1234101"/>
                  <a:pt x="1910362" y="1255113"/>
                </a:cubicBezTo>
                <a:cubicBezTo>
                  <a:pt x="1898320" y="1262563"/>
                  <a:pt x="1885944" y="1270773"/>
                  <a:pt x="1876730" y="1281264"/>
                </a:cubicBezTo>
                <a:cubicBezTo>
                  <a:pt x="1863046" y="1296834"/>
                  <a:pt x="1851126" y="1314136"/>
                  <a:pt x="1840118" y="1331773"/>
                </a:cubicBezTo>
                <a:cubicBezTo>
                  <a:pt x="1815761" y="1370787"/>
                  <a:pt x="1792681" y="1410562"/>
                  <a:pt x="1768567" y="1449728"/>
                </a:cubicBezTo>
                <a:cubicBezTo>
                  <a:pt x="1759991" y="1463655"/>
                  <a:pt x="1750504" y="1477095"/>
                  <a:pt x="1740530" y="1490080"/>
                </a:cubicBezTo>
                <a:cubicBezTo>
                  <a:pt x="1725022" y="1510271"/>
                  <a:pt x="1708966" y="1530037"/>
                  <a:pt x="1692728" y="1549650"/>
                </a:cubicBezTo>
                <a:cubicBezTo>
                  <a:pt x="1680078" y="1564946"/>
                  <a:pt x="1666455" y="1579420"/>
                  <a:pt x="1654078" y="1594929"/>
                </a:cubicBezTo>
                <a:cubicBezTo>
                  <a:pt x="1650825" y="1599003"/>
                  <a:pt x="1649639" y="1605511"/>
                  <a:pt x="1649335" y="1611015"/>
                </a:cubicBezTo>
                <a:cubicBezTo>
                  <a:pt x="1649031" y="1616427"/>
                  <a:pt x="1651068" y="1622023"/>
                  <a:pt x="1652588" y="1630537"/>
                </a:cubicBezTo>
                <a:close/>
                <a:moveTo>
                  <a:pt x="1126034" y="2120693"/>
                </a:moveTo>
                <a:cubicBezTo>
                  <a:pt x="1135217" y="2120693"/>
                  <a:pt x="1141755" y="2121818"/>
                  <a:pt x="1147715" y="2120480"/>
                </a:cubicBezTo>
                <a:cubicBezTo>
                  <a:pt x="1165261" y="2116527"/>
                  <a:pt x="1182746" y="2112148"/>
                  <a:pt x="1199988" y="2106917"/>
                </a:cubicBezTo>
                <a:cubicBezTo>
                  <a:pt x="1221426" y="2100410"/>
                  <a:pt x="1242772" y="2093416"/>
                  <a:pt x="1263785" y="2085662"/>
                </a:cubicBezTo>
                <a:cubicBezTo>
                  <a:pt x="1278350" y="2080279"/>
                  <a:pt x="1292277" y="2073194"/>
                  <a:pt x="1306509" y="2066900"/>
                </a:cubicBezTo>
                <a:cubicBezTo>
                  <a:pt x="1328798" y="2057017"/>
                  <a:pt x="1350723" y="2046100"/>
                  <a:pt x="1373590" y="2037829"/>
                </a:cubicBezTo>
                <a:cubicBezTo>
                  <a:pt x="1382986" y="2034454"/>
                  <a:pt x="1394481" y="2036947"/>
                  <a:pt x="1405002" y="2036613"/>
                </a:cubicBezTo>
                <a:cubicBezTo>
                  <a:pt x="1408894" y="2036491"/>
                  <a:pt x="1412999" y="2036552"/>
                  <a:pt x="1416649" y="2035427"/>
                </a:cubicBezTo>
                <a:cubicBezTo>
                  <a:pt x="1436110" y="2029436"/>
                  <a:pt x="1455754" y="2023902"/>
                  <a:pt x="1474729" y="2016573"/>
                </a:cubicBezTo>
                <a:cubicBezTo>
                  <a:pt x="1491271" y="2010188"/>
                  <a:pt x="1506962" y="2001643"/>
                  <a:pt x="1523048" y="1994041"/>
                </a:cubicBezTo>
                <a:cubicBezTo>
                  <a:pt x="1522653" y="1992916"/>
                  <a:pt x="1522288" y="1991791"/>
                  <a:pt x="1521892" y="1990666"/>
                </a:cubicBezTo>
                <a:cubicBezTo>
                  <a:pt x="1519277" y="1989996"/>
                  <a:pt x="1516480" y="1989753"/>
                  <a:pt x="1514108" y="1988628"/>
                </a:cubicBezTo>
                <a:cubicBezTo>
                  <a:pt x="1503526" y="1983580"/>
                  <a:pt x="1492700" y="1978897"/>
                  <a:pt x="1482696" y="1972876"/>
                </a:cubicBezTo>
                <a:cubicBezTo>
                  <a:pt x="1474242" y="1967798"/>
                  <a:pt x="1467218" y="1960348"/>
                  <a:pt x="1458764" y="1955240"/>
                </a:cubicBezTo>
                <a:cubicBezTo>
                  <a:pt x="1444411" y="1946573"/>
                  <a:pt x="1429177" y="1939397"/>
                  <a:pt x="1414854" y="1930700"/>
                </a:cubicBezTo>
                <a:cubicBezTo>
                  <a:pt x="1394663" y="1918445"/>
                  <a:pt x="1385845" y="1909414"/>
                  <a:pt x="1396001" y="1886090"/>
                </a:cubicBezTo>
                <a:cubicBezTo>
                  <a:pt x="1397248" y="1883232"/>
                  <a:pt x="1394602" y="1877059"/>
                  <a:pt x="1391835" y="1874444"/>
                </a:cubicBezTo>
                <a:cubicBezTo>
                  <a:pt x="1383351" y="1866386"/>
                  <a:pt x="1373286" y="1859939"/>
                  <a:pt x="1365106" y="1851638"/>
                </a:cubicBezTo>
                <a:cubicBezTo>
                  <a:pt x="1359693" y="1846134"/>
                  <a:pt x="1355588" y="1845039"/>
                  <a:pt x="1350145" y="1850148"/>
                </a:cubicBezTo>
                <a:cubicBezTo>
                  <a:pt x="1339654" y="1860030"/>
                  <a:pt x="1328889" y="1869700"/>
                  <a:pt x="1318976" y="1880161"/>
                </a:cubicBezTo>
                <a:cubicBezTo>
                  <a:pt x="1292825" y="1907741"/>
                  <a:pt x="1262903" y="1917168"/>
                  <a:pt x="1226869" y="1901173"/>
                </a:cubicBezTo>
                <a:cubicBezTo>
                  <a:pt x="1218506" y="1897463"/>
                  <a:pt x="1212090" y="1899531"/>
                  <a:pt x="1209505" y="1909414"/>
                </a:cubicBezTo>
                <a:cubicBezTo>
                  <a:pt x="1202968" y="1934531"/>
                  <a:pt x="1196217" y="1959588"/>
                  <a:pt x="1189588" y="1984675"/>
                </a:cubicBezTo>
                <a:cubicBezTo>
                  <a:pt x="1186425" y="1996686"/>
                  <a:pt x="1182503" y="2008576"/>
                  <a:pt x="1180465" y="2020770"/>
                </a:cubicBezTo>
                <a:cubicBezTo>
                  <a:pt x="1175813" y="2048685"/>
                  <a:pt x="1166173" y="2073955"/>
                  <a:pt x="1146469" y="2094967"/>
                </a:cubicBezTo>
                <a:cubicBezTo>
                  <a:pt x="1139566" y="2102174"/>
                  <a:pt x="1133971" y="2110536"/>
                  <a:pt x="1126034" y="2120693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304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0" name="그래픽 2">
            <a:extLst>
              <a:ext uri="{FF2B5EF4-FFF2-40B4-BE49-F238E27FC236}">
                <a16:creationId xmlns:a16="http://schemas.microsoft.com/office/drawing/2014/main" xmlns="" id="{AD01D7AD-0743-4A42-8A0D-B50FE061BC28}"/>
              </a:ext>
            </a:extLst>
          </p:cNvPr>
          <p:cNvSpPr/>
          <p:nvPr/>
        </p:nvSpPr>
        <p:spPr>
          <a:xfrm>
            <a:off x="8734294" y="823768"/>
            <a:ext cx="3337093" cy="1993528"/>
          </a:xfrm>
          <a:custGeom>
            <a:avLst/>
            <a:gdLst>
              <a:gd name="connsiteX0" fmla="*/ 11355735 w 11478418"/>
              <a:gd name="connsiteY0" fmla="*/ 539 h 6857032"/>
              <a:gd name="connsiteX1" fmla="*/ 11379073 w 11478418"/>
              <a:gd name="connsiteY1" fmla="*/ 29712 h 6857032"/>
              <a:gd name="connsiteX2" fmla="*/ 11438049 w 11478418"/>
              <a:gd name="connsiteY2" fmla="*/ 132223 h 6857032"/>
              <a:gd name="connsiteX3" fmla="*/ 11477724 w 11478418"/>
              <a:gd name="connsiteY3" fmla="*/ 498911 h 6857032"/>
              <a:gd name="connsiteX4" fmla="*/ 11384279 w 11478418"/>
              <a:gd name="connsiteY4" fmla="*/ 739479 h 6857032"/>
              <a:gd name="connsiteX5" fmla="*/ 11328895 w 11478418"/>
              <a:gd name="connsiteY5" fmla="*/ 797826 h 6857032"/>
              <a:gd name="connsiteX6" fmla="*/ 10851079 w 11478418"/>
              <a:gd name="connsiteY6" fmla="*/ 1288299 h 6857032"/>
              <a:gd name="connsiteX7" fmla="*/ 10400461 w 11478418"/>
              <a:gd name="connsiteY7" fmla="*/ 1736762 h 6857032"/>
              <a:gd name="connsiteX8" fmla="*/ 10093827 w 11478418"/>
              <a:gd name="connsiteY8" fmla="*/ 2017365 h 6857032"/>
              <a:gd name="connsiteX9" fmla="*/ 10009628 w 11478418"/>
              <a:gd name="connsiteY9" fmla="*/ 2138996 h 6857032"/>
              <a:gd name="connsiteX10" fmla="*/ 9907655 w 11478418"/>
              <a:gd name="connsiteY10" fmla="*/ 2638445 h 6857032"/>
              <a:gd name="connsiteX11" fmla="*/ 9822290 w 11478418"/>
              <a:gd name="connsiteY11" fmla="*/ 3331247 h 6857032"/>
              <a:gd name="connsiteX12" fmla="*/ 9878751 w 11478418"/>
              <a:gd name="connsiteY12" fmla="*/ 3664452 h 6857032"/>
              <a:gd name="connsiteX13" fmla="*/ 9943830 w 11478418"/>
              <a:gd name="connsiteY13" fmla="*/ 3869115 h 6857032"/>
              <a:gd name="connsiteX14" fmla="*/ 9951281 w 11478418"/>
              <a:gd name="connsiteY14" fmla="*/ 3889671 h 6857032"/>
              <a:gd name="connsiteX15" fmla="*/ 10067705 w 11478418"/>
              <a:gd name="connsiteY15" fmla="*/ 4126021 h 6857032"/>
              <a:gd name="connsiteX16" fmla="*/ 10163663 w 11478418"/>
              <a:gd name="connsiteY16" fmla="*/ 4440825 h 6857032"/>
              <a:gd name="connsiteX17" fmla="*/ 10172999 w 11478418"/>
              <a:gd name="connsiteY17" fmla="*/ 4478615 h 6857032"/>
              <a:gd name="connsiteX18" fmla="*/ 10158727 w 11478418"/>
              <a:gd name="connsiteY18" fmla="*/ 4484181 h 6857032"/>
              <a:gd name="connsiteX19" fmla="*/ 10076772 w 11478418"/>
              <a:gd name="connsiteY19" fmla="*/ 4296483 h 6857032"/>
              <a:gd name="connsiteX20" fmla="*/ 10072014 w 11478418"/>
              <a:gd name="connsiteY20" fmla="*/ 4296842 h 6857032"/>
              <a:gd name="connsiteX21" fmla="*/ 10080631 w 11478418"/>
              <a:gd name="connsiteY21" fmla="*/ 4399623 h 6857032"/>
              <a:gd name="connsiteX22" fmla="*/ 10006755 w 11478418"/>
              <a:gd name="connsiteY22" fmla="*/ 5046914 h 6857032"/>
              <a:gd name="connsiteX23" fmla="*/ 9826688 w 11478418"/>
              <a:gd name="connsiteY23" fmla="*/ 5731098 h 6857032"/>
              <a:gd name="connsiteX24" fmla="*/ 9853617 w 11478418"/>
              <a:gd name="connsiteY24" fmla="*/ 5822030 h 6857032"/>
              <a:gd name="connsiteX25" fmla="*/ 9919504 w 11478418"/>
              <a:gd name="connsiteY25" fmla="*/ 6014933 h 6857032"/>
              <a:gd name="connsiteX26" fmla="*/ 9925877 w 11478418"/>
              <a:gd name="connsiteY26" fmla="*/ 6181536 h 6857032"/>
              <a:gd name="connsiteX27" fmla="*/ 9942305 w 11478418"/>
              <a:gd name="connsiteY27" fmla="*/ 6282700 h 6857032"/>
              <a:gd name="connsiteX28" fmla="*/ 10015731 w 11478418"/>
              <a:gd name="connsiteY28" fmla="*/ 6521832 h 6857032"/>
              <a:gd name="connsiteX29" fmla="*/ 10037903 w 11478418"/>
              <a:gd name="connsiteY29" fmla="*/ 6630448 h 6857032"/>
              <a:gd name="connsiteX30" fmla="*/ 9991765 w 11478418"/>
              <a:gd name="connsiteY30" fmla="*/ 6690051 h 6857032"/>
              <a:gd name="connsiteX31" fmla="*/ 9983327 w 11478418"/>
              <a:gd name="connsiteY31" fmla="*/ 6781431 h 6857032"/>
              <a:gd name="connsiteX32" fmla="*/ 9856939 w 11478418"/>
              <a:gd name="connsiteY32" fmla="*/ 6855218 h 6857032"/>
              <a:gd name="connsiteX33" fmla="*/ 9824264 w 11478418"/>
              <a:gd name="connsiteY33" fmla="*/ 6850371 h 6857032"/>
              <a:gd name="connsiteX34" fmla="*/ 9756582 w 11478418"/>
              <a:gd name="connsiteY34" fmla="*/ 6743730 h 6857032"/>
              <a:gd name="connsiteX35" fmla="*/ 9709545 w 11478418"/>
              <a:gd name="connsiteY35" fmla="*/ 6512676 h 6857032"/>
              <a:gd name="connsiteX36" fmla="*/ 9694286 w 11478418"/>
              <a:gd name="connsiteY36" fmla="*/ 6380095 h 6857032"/>
              <a:gd name="connsiteX37" fmla="*/ 9687284 w 11478418"/>
              <a:gd name="connsiteY37" fmla="*/ 6341855 h 6857032"/>
              <a:gd name="connsiteX38" fmla="*/ 9671665 w 11478418"/>
              <a:gd name="connsiteY38" fmla="*/ 6258733 h 6857032"/>
              <a:gd name="connsiteX39" fmla="*/ 9597070 w 11478418"/>
              <a:gd name="connsiteY39" fmla="*/ 6145002 h 6857032"/>
              <a:gd name="connsiteX40" fmla="*/ 9452999 w 11478418"/>
              <a:gd name="connsiteY40" fmla="*/ 6041413 h 6857032"/>
              <a:gd name="connsiteX41" fmla="*/ 9376519 w 11478418"/>
              <a:gd name="connsiteY41" fmla="*/ 5935491 h 6857032"/>
              <a:gd name="connsiteX42" fmla="*/ 9357489 w 11478418"/>
              <a:gd name="connsiteY42" fmla="*/ 5855601 h 6857032"/>
              <a:gd name="connsiteX43" fmla="*/ 9314941 w 11478418"/>
              <a:gd name="connsiteY43" fmla="*/ 5816733 h 6857032"/>
              <a:gd name="connsiteX44" fmla="*/ 9134335 w 11478418"/>
              <a:gd name="connsiteY44" fmla="*/ 5875529 h 6857032"/>
              <a:gd name="connsiteX45" fmla="*/ 8966835 w 11478418"/>
              <a:gd name="connsiteY45" fmla="*/ 6000750 h 6857032"/>
              <a:gd name="connsiteX46" fmla="*/ 8890086 w 11478418"/>
              <a:gd name="connsiteY46" fmla="*/ 6032976 h 6857032"/>
              <a:gd name="connsiteX47" fmla="*/ 8668458 w 11478418"/>
              <a:gd name="connsiteY47" fmla="*/ 5901381 h 6857032"/>
              <a:gd name="connsiteX48" fmla="*/ 8584079 w 11478418"/>
              <a:gd name="connsiteY48" fmla="*/ 5835404 h 6857032"/>
              <a:gd name="connsiteX49" fmla="*/ 8423042 w 11478418"/>
              <a:gd name="connsiteY49" fmla="*/ 5796895 h 6857032"/>
              <a:gd name="connsiteX50" fmla="*/ 8063356 w 11478418"/>
              <a:gd name="connsiteY50" fmla="*/ 5834058 h 6857032"/>
              <a:gd name="connsiteX51" fmla="*/ 7213826 w 11478418"/>
              <a:gd name="connsiteY51" fmla="*/ 6169597 h 6857032"/>
              <a:gd name="connsiteX52" fmla="*/ 6763658 w 11478418"/>
              <a:gd name="connsiteY52" fmla="*/ 5999314 h 6857032"/>
              <a:gd name="connsiteX53" fmla="*/ 6426592 w 11478418"/>
              <a:gd name="connsiteY53" fmla="*/ 5215042 h 6857032"/>
              <a:gd name="connsiteX54" fmla="*/ 6257117 w 11478418"/>
              <a:gd name="connsiteY54" fmla="*/ 5003917 h 6857032"/>
              <a:gd name="connsiteX55" fmla="*/ 6102632 w 11478418"/>
              <a:gd name="connsiteY55" fmla="*/ 5021510 h 6857032"/>
              <a:gd name="connsiteX56" fmla="*/ 5921758 w 11478418"/>
              <a:gd name="connsiteY56" fmla="*/ 5408305 h 6857032"/>
              <a:gd name="connsiteX57" fmla="*/ 5808834 w 11478418"/>
              <a:gd name="connsiteY57" fmla="*/ 5901022 h 6857032"/>
              <a:gd name="connsiteX58" fmla="*/ 5703630 w 11478418"/>
              <a:gd name="connsiteY58" fmla="*/ 6184408 h 6857032"/>
              <a:gd name="connsiteX59" fmla="*/ 5566200 w 11478418"/>
              <a:gd name="connsiteY59" fmla="*/ 6326685 h 6857032"/>
              <a:gd name="connsiteX60" fmla="*/ 5406240 w 11478418"/>
              <a:gd name="connsiteY60" fmla="*/ 6334584 h 6857032"/>
              <a:gd name="connsiteX61" fmla="*/ 5084615 w 11478418"/>
              <a:gd name="connsiteY61" fmla="*/ 6165737 h 6857032"/>
              <a:gd name="connsiteX62" fmla="*/ 4960650 w 11478418"/>
              <a:gd name="connsiteY62" fmla="*/ 6072831 h 6857032"/>
              <a:gd name="connsiteX63" fmla="*/ 4905176 w 11478418"/>
              <a:gd name="connsiteY63" fmla="*/ 6088091 h 6857032"/>
              <a:gd name="connsiteX64" fmla="*/ 4824208 w 11478418"/>
              <a:gd name="connsiteY64" fmla="*/ 6222199 h 6857032"/>
              <a:gd name="connsiteX65" fmla="*/ 4713439 w 11478418"/>
              <a:gd name="connsiteY65" fmla="*/ 6441673 h 6857032"/>
              <a:gd name="connsiteX66" fmla="*/ 4667389 w 11478418"/>
              <a:gd name="connsiteY66" fmla="*/ 6499751 h 6857032"/>
              <a:gd name="connsiteX67" fmla="*/ 4626008 w 11478418"/>
              <a:gd name="connsiteY67" fmla="*/ 6505675 h 6857032"/>
              <a:gd name="connsiteX68" fmla="*/ 4467754 w 11478418"/>
              <a:gd name="connsiteY68" fmla="*/ 6363758 h 6857032"/>
              <a:gd name="connsiteX69" fmla="*/ 4462547 w 11478418"/>
              <a:gd name="connsiteY69" fmla="*/ 6342214 h 6857032"/>
              <a:gd name="connsiteX70" fmla="*/ 4540014 w 11478418"/>
              <a:gd name="connsiteY70" fmla="*/ 6071126 h 6857032"/>
              <a:gd name="connsiteX71" fmla="*/ 4670172 w 11478418"/>
              <a:gd name="connsiteY71" fmla="*/ 5839174 h 6857032"/>
              <a:gd name="connsiteX72" fmla="*/ 4737585 w 11478418"/>
              <a:gd name="connsiteY72" fmla="*/ 5708477 h 6857032"/>
              <a:gd name="connsiteX73" fmla="*/ 4897545 w 11478418"/>
              <a:gd name="connsiteY73" fmla="*/ 5693846 h 6857032"/>
              <a:gd name="connsiteX74" fmla="*/ 5029409 w 11478418"/>
              <a:gd name="connsiteY74" fmla="*/ 5740792 h 6857032"/>
              <a:gd name="connsiteX75" fmla="*/ 5204001 w 11478418"/>
              <a:gd name="connsiteY75" fmla="*/ 5742049 h 6857032"/>
              <a:gd name="connsiteX76" fmla="*/ 5243587 w 11478418"/>
              <a:gd name="connsiteY76" fmla="*/ 5749500 h 6857032"/>
              <a:gd name="connsiteX77" fmla="*/ 5323119 w 11478418"/>
              <a:gd name="connsiteY77" fmla="*/ 5695551 h 6857032"/>
              <a:gd name="connsiteX78" fmla="*/ 5437748 w 11478418"/>
              <a:gd name="connsiteY78" fmla="*/ 4270811 h 6857032"/>
              <a:gd name="connsiteX79" fmla="*/ 5353279 w 11478418"/>
              <a:gd name="connsiteY79" fmla="*/ 4117493 h 6857032"/>
              <a:gd name="connsiteX80" fmla="*/ 5333711 w 11478418"/>
              <a:gd name="connsiteY80" fmla="*/ 4100976 h 6857032"/>
              <a:gd name="connsiteX81" fmla="*/ 5375362 w 11478418"/>
              <a:gd name="connsiteY81" fmla="*/ 4077817 h 6857032"/>
              <a:gd name="connsiteX82" fmla="*/ 5435324 w 11478418"/>
              <a:gd name="connsiteY82" fmla="*/ 4018573 h 6857032"/>
              <a:gd name="connsiteX83" fmla="*/ 5445018 w 11478418"/>
              <a:gd name="connsiteY83" fmla="*/ 3791289 h 6857032"/>
              <a:gd name="connsiteX84" fmla="*/ 5443762 w 11478418"/>
              <a:gd name="connsiteY84" fmla="*/ 3778004 h 6857032"/>
              <a:gd name="connsiteX85" fmla="*/ 5472038 w 11478418"/>
              <a:gd name="connsiteY85" fmla="*/ 3481961 h 6857032"/>
              <a:gd name="connsiteX86" fmla="*/ 5469345 w 11478418"/>
              <a:gd name="connsiteY86" fmla="*/ 3448030 h 6857032"/>
              <a:gd name="connsiteX87" fmla="*/ 5447801 w 11478418"/>
              <a:gd name="connsiteY87" fmla="*/ 3297136 h 6857032"/>
              <a:gd name="connsiteX88" fmla="*/ 5510457 w 11478418"/>
              <a:gd name="connsiteY88" fmla="*/ 2963392 h 6857032"/>
              <a:gd name="connsiteX89" fmla="*/ 5534873 w 11478418"/>
              <a:gd name="connsiteY89" fmla="*/ 2869409 h 6857032"/>
              <a:gd name="connsiteX90" fmla="*/ 5471230 w 11478418"/>
              <a:gd name="connsiteY90" fmla="*/ 2766988 h 6857032"/>
              <a:gd name="connsiteX91" fmla="*/ 5379491 w 11478418"/>
              <a:gd name="connsiteY91" fmla="*/ 2816897 h 6857032"/>
              <a:gd name="connsiteX92" fmla="*/ 5290444 w 11478418"/>
              <a:gd name="connsiteY92" fmla="*/ 2882245 h 6857032"/>
              <a:gd name="connsiteX93" fmla="*/ 5111813 w 11478418"/>
              <a:gd name="connsiteY93" fmla="*/ 3004863 h 6857032"/>
              <a:gd name="connsiteX94" fmla="*/ 5012175 w 11478418"/>
              <a:gd name="connsiteY94" fmla="*/ 3070661 h 6857032"/>
              <a:gd name="connsiteX95" fmla="*/ 4922590 w 11478418"/>
              <a:gd name="connsiteY95" fmla="*/ 3129277 h 6857032"/>
              <a:gd name="connsiteX96" fmla="*/ 4790457 w 11478418"/>
              <a:gd name="connsiteY96" fmla="*/ 3197947 h 6857032"/>
              <a:gd name="connsiteX97" fmla="*/ 4442709 w 11478418"/>
              <a:gd name="connsiteY97" fmla="*/ 3279273 h 6857032"/>
              <a:gd name="connsiteX98" fmla="*/ 4376733 w 11478418"/>
              <a:gd name="connsiteY98" fmla="*/ 3290314 h 6857032"/>
              <a:gd name="connsiteX99" fmla="*/ 4329606 w 11478418"/>
              <a:gd name="connsiteY99" fmla="*/ 3267334 h 6857032"/>
              <a:gd name="connsiteX100" fmla="*/ 4245587 w 11478418"/>
              <a:gd name="connsiteY100" fmla="*/ 3239956 h 6857032"/>
              <a:gd name="connsiteX101" fmla="*/ 4225480 w 11478418"/>
              <a:gd name="connsiteY101" fmla="*/ 3263834 h 6857032"/>
              <a:gd name="connsiteX102" fmla="*/ 4245138 w 11478418"/>
              <a:gd name="connsiteY102" fmla="*/ 3282235 h 6857032"/>
              <a:gd name="connsiteX103" fmla="*/ 4340647 w 11478418"/>
              <a:gd name="connsiteY103" fmla="*/ 3306203 h 6857032"/>
              <a:gd name="connsiteX104" fmla="*/ 4369192 w 11478418"/>
              <a:gd name="connsiteY104" fmla="*/ 3329541 h 6857032"/>
              <a:gd name="connsiteX105" fmla="*/ 4343071 w 11478418"/>
              <a:gd name="connsiteY105" fmla="*/ 3357009 h 6857032"/>
              <a:gd name="connsiteX106" fmla="*/ 4240201 w 11478418"/>
              <a:gd name="connsiteY106" fmla="*/ 3377026 h 6857032"/>
              <a:gd name="connsiteX107" fmla="*/ 4255191 w 11478418"/>
              <a:gd name="connsiteY107" fmla="*/ 3420024 h 6857032"/>
              <a:gd name="connsiteX108" fmla="*/ 4276466 w 11478418"/>
              <a:gd name="connsiteY108" fmla="*/ 3496593 h 6857032"/>
              <a:gd name="connsiteX109" fmla="*/ 4196037 w 11478418"/>
              <a:gd name="connsiteY109" fmla="*/ 3519124 h 6857032"/>
              <a:gd name="connsiteX110" fmla="*/ 4156271 w 11478418"/>
              <a:gd name="connsiteY110" fmla="*/ 3588063 h 6857032"/>
              <a:gd name="connsiteX111" fmla="*/ 4083742 w 11478418"/>
              <a:gd name="connsiteY111" fmla="*/ 3625405 h 6857032"/>
              <a:gd name="connsiteX112" fmla="*/ 3884016 w 11478418"/>
              <a:gd name="connsiteY112" fmla="*/ 3556107 h 6857032"/>
              <a:gd name="connsiteX113" fmla="*/ 3806190 w 11478418"/>
              <a:gd name="connsiteY113" fmla="*/ 3453057 h 6857032"/>
              <a:gd name="connsiteX114" fmla="*/ 3779709 w 11478418"/>
              <a:gd name="connsiteY114" fmla="*/ 3463470 h 6857032"/>
              <a:gd name="connsiteX115" fmla="*/ 3696947 w 11478418"/>
              <a:gd name="connsiteY115" fmla="*/ 3441029 h 6857032"/>
              <a:gd name="connsiteX116" fmla="*/ 3484474 w 11478418"/>
              <a:gd name="connsiteY116" fmla="*/ 3289775 h 6857032"/>
              <a:gd name="connsiteX117" fmla="*/ 3349289 w 11478418"/>
              <a:gd name="connsiteY117" fmla="*/ 3233314 h 6857032"/>
              <a:gd name="connsiteX118" fmla="*/ 3308895 w 11478418"/>
              <a:gd name="connsiteY118" fmla="*/ 3264193 h 6857032"/>
              <a:gd name="connsiteX119" fmla="*/ 3332234 w 11478418"/>
              <a:gd name="connsiteY119" fmla="*/ 3484564 h 6857032"/>
              <a:gd name="connsiteX120" fmla="*/ 3379181 w 11478418"/>
              <a:gd name="connsiteY120" fmla="*/ 3631868 h 6857032"/>
              <a:gd name="connsiteX121" fmla="*/ 3431693 w 11478418"/>
              <a:gd name="connsiteY121" fmla="*/ 3709783 h 6857032"/>
              <a:gd name="connsiteX122" fmla="*/ 3487078 w 11478418"/>
              <a:gd name="connsiteY122" fmla="*/ 3801163 h 6857032"/>
              <a:gd name="connsiteX123" fmla="*/ 3490309 w 11478418"/>
              <a:gd name="connsiteY123" fmla="*/ 3836890 h 6857032"/>
              <a:gd name="connsiteX124" fmla="*/ 3573162 w 11478418"/>
              <a:gd name="connsiteY124" fmla="*/ 3938593 h 6857032"/>
              <a:gd name="connsiteX125" fmla="*/ 3457904 w 11478418"/>
              <a:gd name="connsiteY125" fmla="*/ 3970190 h 6857032"/>
              <a:gd name="connsiteX126" fmla="*/ 3272092 w 11478418"/>
              <a:gd name="connsiteY126" fmla="*/ 3906277 h 6857032"/>
              <a:gd name="connsiteX127" fmla="*/ 3189329 w 11478418"/>
              <a:gd name="connsiteY127" fmla="*/ 3914446 h 6857032"/>
              <a:gd name="connsiteX128" fmla="*/ 2871383 w 11478418"/>
              <a:gd name="connsiteY128" fmla="*/ 4052324 h 6857032"/>
              <a:gd name="connsiteX129" fmla="*/ 2797508 w 11478418"/>
              <a:gd name="connsiteY129" fmla="*/ 4075842 h 6857032"/>
              <a:gd name="connsiteX130" fmla="*/ 2833772 w 11478418"/>
              <a:gd name="connsiteY130" fmla="*/ 4182393 h 6857032"/>
              <a:gd name="connsiteX131" fmla="*/ 2886015 w 11478418"/>
              <a:gd name="connsiteY131" fmla="*/ 4213810 h 6857032"/>
              <a:gd name="connsiteX132" fmla="*/ 3500363 w 11478418"/>
              <a:gd name="connsiteY132" fmla="*/ 4899700 h 6857032"/>
              <a:gd name="connsiteX133" fmla="*/ 3601437 w 11478418"/>
              <a:gd name="connsiteY133" fmla="*/ 5160825 h 6857032"/>
              <a:gd name="connsiteX134" fmla="*/ 3531242 w 11478418"/>
              <a:gd name="connsiteY134" fmla="*/ 5382902 h 6857032"/>
              <a:gd name="connsiteX135" fmla="*/ 3105220 w 11478418"/>
              <a:gd name="connsiteY135" fmla="*/ 5694654 h 6857032"/>
              <a:gd name="connsiteX136" fmla="*/ 3019046 w 11478418"/>
              <a:gd name="connsiteY136" fmla="*/ 5729033 h 6857032"/>
              <a:gd name="connsiteX137" fmla="*/ 2726683 w 11478418"/>
              <a:gd name="connsiteY137" fmla="*/ 5758745 h 6857032"/>
              <a:gd name="connsiteX138" fmla="*/ 2603796 w 11478418"/>
              <a:gd name="connsiteY138" fmla="*/ 5777506 h 6857032"/>
              <a:gd name="connsiteX139" fmla="*/ 2138368 w 11478418"/>
              <a:gd name="connsiteY139" fmla="*/ 5936838 h 6857032"/>
              <a:gd name="connsiteX140" fmla="*/ 2062157 w 11478418"/>
              <a:gd name="connsiteY140" fmla="*/ 5996980 h 6857032"/>
              <a:gd name="connsiteX141" fmla="*/ 1984601 w 11478418"/>
              <a:gd name="connsiteY141" fmla="*/ 6098773 h 6857032"/>
              <a:gd name="connsiteX142" fmla="*/ 1988192 w 11478418"/>
              <a:gd name="connsiteY142" fmla="*/ 6176958 h 6857032"/>
              <a:gd name="connsiteX143" fmla="*/ 1992859 w 11478418"/>
              <a:gd name="connsiteY143" fmla="*/ 6192397 h 6857032"/>
              <a:gd name="connsiteX144" fmla="*/ 1948247 w 11478418"/>
              <a:gd name="connsiteY144" fmla="*/ 6414205 h 6857032"/>
              <a:gd name="connsiteX145" fmla="*/ 1937475 w 11478418"/>
              <a:gd name="connsiteY145" fmla="*/ 6442930 h 6857032"/>
              <a:gd name="connsiteX146" fmla="*/ 1839003 w 11478418"/>
              <a:gd name="connsiteY146" fmla="*/ 6632422 h 6857032"/>
              <a:gd name="connsiteX147" fmla="*/ 1802110 w 11478418"/>
              <a:gd name="connsiteY147" fmla="*/ 6680446 h 6857032"/>
              <a:gd name="connsiteX148" fmla="*/ 1732543 w 11478418"/>
              <a:gd name="connsiteY148" fmla="*/ 6660429 h 6857032"/>
              <a:gd name="connsiteX149" fmla="*/ 1644753 w 11478418"/>
              <a:gd name="connsiteY149" fmla="*/ 6199758 h 6857032"/>
              <a:gd name="connsiteX150" fmla="*/ 1616208 w 11478418"/>
              <a:gd name="connsiteY150" fmla="*/ 5843483 h 6857032"/>
              <a:gd name="connsiteX151" fmla="*/ 1558490 w 11478418"/>
              <a:gd name="connsiteY151" fmla="*/ 5812155 h 6857032"/>
              <a:gd name="connsiteX152" fmla="*/ 1372946 w 11478418"/>
              <a:gd name="connsiteY152" fmla="*/ 5901471 h 6857032"/>
              <a:gd name="connsiteX153" fmla="*/ 1335964 w 11478418"/>
              <a:gd name="connsiteY153" fmla="*/ 5933876 h 6857032"/>
              <a:gd name="connsiteX154" fmla="*/ 1291171 w 11478418"/>
              <a:gd name="connsiteY154" fmla="*/ 6005687 h 6857032"/>
              <a:gd name="connsiteX155" fmla="*/ 1184262 w 11478418"/>
              <a:gd name="connsiteY155" fmla="*/ 6124535 h 6857032"/>
              <a:gd name="connsiteX156" fmla="*/ 1133096 w 11478418"/>
              <a:gd name="connsiteY156" fmla="*/ 6156132 h 6857032"/>
              <a:gd name="connsiteX157" fmla="*/ 995577 w 11478418"/>
              <a:gd name="connsiteY157" fmla="*/ 6253706 h 6857032"/>
              <a:gd name="connsiteX158" fmla="*/ 870266 w 11478418"/>
              <a:gd name="connsiteY158" fmla="*/ 6311604 h 6857032"/>
              <a:gd name="connsiteX159" fmla="*/ 895041 w 11478418"/>
              <a:gd name="connsiteY159" fmla="*/ 6019870 h 6857032"/>
              <a:gd name="connsiteX160" fmla="*/ 1108770 w 11478418"/>
              <a:gd name="connsiteY160" fmla="*/ 5432093 h 6857032"/>
              <a:gd name="connsiteX161" fmla="*/ 1258946 w 11478418"/>
              <a:gd name="connsiteY161" fmla="*/ 5362436 h 6857032"/>
              <a:gd name="connsiteX162" fmla="*/ 1459749 w 11478418"/>
              <a:gd name="connsiteY162" fmla="*/ 5407318 h 6857032"/>
              <a:gd name="connsiteX163" fmla="*/ 1606154 w 11478418"/>
              <a:gd name="connsiteY163" fmla="*/ 5415756 h 6857032"/>
              <a:gd name="connsiteX164" fmla="*/ 1719437 w 11478418"/>
              <a:gd name="connsiteY164" fmla="*/ 5392507 h 6857032"/>
              <a:gd name="connsiteX165" fmla="*/ 1895285 w 11478418"/>
              <a:gd name="connsiteY165" fmla="*/ 5372489 h 6857032"/>
              <a:gd name="connsiteX166" fmla="*/ 1916560 w 11478418"/>
              <a:gd name="connsiteY166" fmla="*/ 5366385 h 6857032"/>
              <a:gd name="connsiteX167" fmla="*/ 2173017 w 11478418"/>
              <a:gd name="connsiteY167" fmla="*/ 5278147 h 6857032"/>
              <a:gd name="connsiteX168" fmla="*/ 2346801 w 11478418"/>
              <a:gd name="connsiteY168" fmla="*/ 5236137 h 6857032"/>
              <a:gd name="connsiteX169" fmla="*/ 2422831 w 11478418"/>
              <a:gd name="connsiteY169" fmla="*/ 5224468 h 6857032"/>
              <a:gd name="connsiteX170" fmla="*/ 1800045 w 11478418"/>
              <a:gd name="connsiteY170" fmla="*/ 4688843 h 6857032"/>
              <a:gd name="connsiteX171" fmla="*/ 1687750 w 11478418"/>
              <a:gd name="connsiteY171" fmla="*/ 4533462 h 6857032"/>
              <a:gd name="connsiteX172" fmla="*/ 1590356 w 11478418"/>
              <a:gd name="connsiteY172" fmla="*/ 4153129 h 6857032"/>
              <a:gd name="connsiteX173" fmla="*/ 1645830 w 11478418"/>
              <a:gd name="connsiteY173" fmla="*/ 4028985 h 6857032"/>
              <a:gd name="connsiteX174" fmla="*/ 1734428 w 11478418"/>
              <a:gd name="connsiteY174" fmla="*/ 3921537 h 6857032"/>
              <a:gd name="connsiteX175" fmla="*/ 1633892 w 11478418"/>
              <a:gd name="connsiteY175" fmla="*/ 3820732 h 6857032"/>
              <a:gd name="connsiteX176" fmla="*/ 1761177 w 11478418"/>
              <a:gd name="connsiteY176" fmla="*/ 3545425 h 6857032"/>
              <a:gd name="connsiteX177" fmla="*/ 1786042 w 11478418"/>
              <a:gd name="connsiteY177" fmla="*/ 3416343 h 6857032"/>
              <a:gd name="connsiteX178" fmla="*/ 1794211 w 11478418"/>
              <a:gd name="connsiteY178" fmla="*/ 3316885 h 6857032"/>
              <a:gd name="connsiteX179" fmla="*/ 1911443 w 11478418"/>
              <a:gd name="connsiteY179" fmla="*/ 3230531 h 6857032"/>
              <a:gd name="connsiteX180" fmla="*/ 1992680 w 11478418"/>
              <a:gd name="connsiteY180" fmla="*/ 3149204 h 6857032"/>
              <a:gd name="connsiteX181" fmla="*/ 2024995 w 11478418"/>
              <a:gd name="connsiteY181" fmla="*/ 3096154 h 6857032"/>
              <a:gd name="connsiteX182" fmla="*/ 2072480 w 11478418"/>
              <a:gd name="connsiteY182" fmla="*/ 2817884 h 6857032"/>
              <a:gd name="connsiteX183" fmla="*/ 2028496 w 11478418"/>
              <a:gd name="connsiteY183" fmla="*/ 2777311 h 6857032"/>
              <a:gd name="connsiteX184" fmla="*/ 1260741 w 11478418"/>
              <a:gd name="connsiteY184" fmla="*/ 2752625 h 6857032"/>
              <a:gd name="connsiteX185" fmla="*/ 1153742 w 11478418"/>
              <a:gd name="connsiteY185" fmla="*/ 2757652 h 6857032"/>
              <a:gd name="connsiteX186" fmla="*/ 763895 w 11478418"/>
              <a:gd name="connsiteY186" fmla="*/ 2705140 h 6857032"/>
              <a:gd name="connsiteX187" fmla="*/ 613270 w 11478418"/>
              <a:gd name="connsiteY187" fmla="*/ 2663849 h 6857032"/>
              <a:gd name="connsiteX188" fmla="*/ 522070 w 11478418"/>
              <a:gd name="connsiteY188" fmla="*/ 2680006 h 6857032"/>
              <a:gd name="connsiteX189" fmla="*/ 413006 w 11478418"/>
              <a:gd name="connsiteY189" fmla="*/ 2701190 h 6857032"/>
              <a:gd name="connsiteX190" fmla="*/ 414622 w 11478418"/>
              <a:gd name="connsiteY190" fmla="*/ 2664118 h 6857032"/>
              <a:gd name="connsiteX191" fmla="*/ 298287 w 11478418"/>
              <a:gd name="connsiteY191" fmla="*/ 2668965 h 6857032"/>
              <a:gd name="connsiteX192" fmla="*/ 241915 w 11478418"/>
              <a:gd name="connsiteY192" fmla="*/ 2565556 h 6857032"/>
              <a:gd name="connsiteX193" fmla="*/ 182401 w 11478418"/>
              <a:gd name="connsiteY193" fmla="*/ 2641048 h 6857032"/>
              <a:gd name="connsiteX194" fmla="*/ 105204 w 11478418"/>
              <a:gd name="connsiteY194" fmla="*/ 2609451 h 6857032"/>
              <a:gd name="connsiteX195" fmla="*/ 92547 w 11478418"/>
              <a:gd name="connsiteY195" fmla="*/ 2548232 h 6857032"/>
              <a:gd name="connsiteX196" fmla="*/ 66874 w 11478418"/>
              <a:gd name="connsiteY196" fmla="*/ 2501824 h 6857032"/>
              <a:gd name="connsiteX197" fmla="*/ 44613 w 11478418"/>
              <a:gd name="connsiteY197" fmla="*/ 2478754 h 6857032"/>
              <a:gd name="connsiteX198" fmla="*/ 27827 w 11478418"/>
              <a:gd name="connsiteY198" fmla="*/ 2359547 h 6857032"/>
              <a:gd name="connsiteX199" fmla="*/ 0 w 11478418"/>
              <a:gd name="connsiteY199" fmla="*/ 2322295 h 6857032"/>
              <a:gd name="connsiteX200" fmla="*/ 0 w 11478418"/>
              <a:gd name="connsiteY200" fmla="*/ 2250573 h 6857032"/>
              <a:gd name="connsiteX201" fmla="*/ 76659 w 11478418"/>
              <a:gd name="connsiteY201" fmla="*/ 2035228 h 6857032"/>
              <a:gd name="connsiteX202" fmla="*/ 126927 w 11478418"/>
              <a:gd name="connsiteY202" fmla="*/ 2030740 h 6857032"/>
              <a:gd name="connsiteX203" fmla="*/ 233746 w 11478418"/>
              <a:gd name="connsiteY203" fmla="*/ 2084509 h 6857032"/>
              <a:gd name="connsiteX204" fmla="*/ 259150 w 11478418"/>
              <a:gd name="connsiteY204" fmla="*/ 2174184 h 6857032"/>
              <a:gd name="connsiteX205" fmla="*/ 278718 w 11478418"/>
              <a:gd name="connsiteY205" fmla="*/ 2211795 h 6857032"/>
              <a:gd name="connsiteX206" fmla="*/ 395681 w 11478418"/>
              <a:gd name="connsiteY206" fmla="*/ 2292942 h 6857032"/>
              <a:gd name="connsiteX207" fmla="*/ 527007 w 11478418"/>
              <a:gd name="connsiteY207" fmla="*/ 2369601 h 6857032"/>
              <a:gd name="connsiteX208" fmla="*/ 784541 w 11478418"/>
              <a:gd name="connsiteY208" fmla="*/ 2389977 h 6857032"/>
              <a:gd name="connsiteX209" fmla="*/ 788131 w 11478418"/>
              <a:gd name="connsiteY209" fmla="*/ 2387464 h 6857032"/>
              <a:gd name="connsiteX210" fmla="*/ 992345 w 11478418"/>
              <a:gd name="connsiteY210" fmla="*/ 2345723 h 6857032"/>
              <a:gd name="connsiteX211" fmla="*/ 1134353 w 11478418"/>
              <a:gd name="connsiteY211" fmla="*/ 2346621 h 6857032"/>
              <a:gd name="connsiteX212" fmla="*/ 1465404 w 11478418"/>
              <a:gd name="connsiteY212" fmla="*/ 2362150 h 6857032"/>
              <a:gd name="connsiteX213" fmla="*/ 1834605 w 11478418"/>
              <a:gd name="connsiteY213" fmla="*/ 2343749 h 6857032"/>
              <a:gd name="connsiteX214" fmla="*/ 2088907 w 11478418"/>
              <a:gd name="connsiteY214" fmla="*/ 2278131 h 6857032"/>
              <a:gd name="connsiteX215" fmla="*/ 2278310 w 11478418"/>
              <a:gd name="connsiteY215" fmla="*/ 2209641 h 6857032"/>
              <a:gd name="connsiteX216" fmla="*/ 2484499 w 11478418"/>
              <a:gd name="connsiteY216" fmla="*/ 2123646 h 6857032"/>
              <a:gd name="connsiteX217" fmla="*/ 2525073 w 11478418"/>
              <a:gd name="connsiteY217" fmla="*/ 2088818 h 6857032"/>
              <a:gd name="connsiteX218" fmla="*/ 2577046 w 11478418"/>
              <a:gd name="connsiteY218" fmla="*/ 2046718 h 6857032"/>
              <a:gd name="connsiteX219" fmla="*/ 2679108 w 11478418"/>
              <a:gd name="connsiteY219" fmla="*/ 2036305 h 6857032"/>
              <a:gd name="connsiteX220" fmla="*/ 2670132 w 11478418"/>
              <a:gd name="connsiteY220" fmla="*/ 1987833 h 6857032"/>
              <a:gd name="connsiteX221" fmla="*/ 2633508 w 11478418"/>
              <a:gd name="connsiteY221" fmla="*/ 1825628 h 6857032"/>
              <a:gd name="connsiteX222" fmla="*/ 2631533 w 11478418"/>
              <a:gd name="connsiteY222" fmla="*/ 1816921 h 6857032"/>
              <a:gd name="connsiteX223" fmla="*/ 2596345 w 11478418"/>
              <a:gd name="connsiteY223" fmla="*/ 1635507 h 6857032"/>
              <a:gd name="connsiteX224" fmla="*/ 2631174 w 11478418"/>
              <a:gd name="connsiteY224" fmla="*/ 1453196 h 6857032"/>
              <a:gd name="connsiteX225" fmla="*/ 2717348 w 11478418"/>
              <a:gd name="connsiteY225" fmla="*/ 1369266 h 6857032"/>
              <a:gd name="connsiteX226" fmla="*/ 2794994 w 11478418"/>
              <a:gd name="connsiteY226" fmla="*/ 1314600 h 6857032"/>
              <a:gd name="connsiteX227" fmla="*/ 2938707 w 11478418"/>
              <a:gd name="connsiteY227" fmla="*/ 1245661 h 6857032"/>
              <a:gd name="connsiteX228" fmla="*/ 2997323 w 11478418"/>
              <a:gd name="connsiteY228" fmla="*/ 1215500 h 6857032"/>
              <a:gd name="connsiteX229" fmla="*/ 3052438 w 11478418"/>
              <a:gd name="connsiteY229" fmla="*/ 1193867 h 6857032"/>
              <a:gd name="connsiteX230" fmla="*/ 3204589 w 11478418"/>
              <a:gd name="connsiteY230" fmla="*/ 1220975 h 6857032"/>
              <a:gd name="connsiteX231" fmla="*/ 3212937 w 11478418"/>
              <a:gd name="connsiteY231" fmla="*/ 1223579 h 6857032"/>
              <a:gd name="connsiteX232" fmla="*/ 3339684 w 11478418"/>
              <a:gd name="connsiteY232" fmla="*/ 1339554 h 6857032"/>
              <a:gd name="connsiteX233" fmla="*/ 3406020 w 11478418"/>
              <a:gd name="connsiteY233" fmla="*/ 1400235 h 6857032"/>
              <a:gd name="connsiteX234" fmla="*/ 3509339 w 11478418"/>
              <a:gd name="connsiteY234" fmla="*/ 1470520 h 6857032"/>
              <a:gd name="connsiteX235" fmla="*/ 3468407 w 11478418"/>
              <a:gd name="connsiteY235" fmla="*/ 1603821 h 6857032"/>
              <a:gd name="connsiteX236" fmla="*/ 3464188 w 11478418"/>
              <a:gd name="connsiteY236" fmla="*/ 1793403 h 6857032"/>
              <a:gd name="connsiteX237" fmla="*/ 3387439 w 11478418"/>
              <a:gd name="connsiteY237" fmla="*/ 2048065 h 6857032"/>
              <a:gd name="connsiteX238" fmla="*/ 3397583 w 11478418"/>
              <a:gd name="connsiteY238" fmla="*/ 2089895 h 6857032"/>
              <a:gd name="connsiteX239" fmla="*/ 3528010 w 11478418"/>
              <a:gd name="connsiteY239" fmla="*/ 2382437 h 6857032"/>
              <a:gd name="connsiteX240" fmla="*/ 3523881 w 11478418"/>
              <a:gd name="connsiteY240" fmla="*/ 2832516 h 6857032"/>
              <a:gd name="connsiteX241" fmla="*/ 3530344 w 11478418"/>
              <a:gd name="connsiteY241" fmla="*/ 2871294 h 6857032"/>
              <a:gd name="connsiteX242" fmla="*/ 3630521 w 11478418"/>
              <a:gd name="connsiteY242" fmla="*/ 3023893 h 6857032"/>
              <a:gd name="connsiteX243" fmla="*/ 3691471 w 11478418"/>
              <a:gd name="connsiteY243" fmla="*/ 3060517 h 6857032"/>
              <a:gd name="connsiteX244" fmla="*/ 3886619 w 11478418"/>
              <a:gd name="connsiteY244" fmla="*/ 3160964 h 6857032"/>
              <a:gd name="connsiteX245" fmla="*/ 3951070 w 11478418"/>
              <a:gd name="connsiteY245" fmla="*/ 3236994 h 6857032"/>
              <a:gd name="connsiteX246" fmla="*/ 4010045 w 11478418"/>
              <a:gd name="connsiteY246" fmla="*/ 3137984 h 6857032"/>
              <a:gd name="connsiteX247" fmla="*/ 4054478 w 11478418"/>
              <a:gd name="connsiteY247" fmla="*/ 3051182 h 6857032"/>
              <a:gd name="connsiteX248" fmla="*/ 4131765 w 11478418"/>
              <a:gd name="connsiteY248" fmla="*/ 3021470 h 6857032"/>
              <a:gd name="connsiteX249" fmla="*/ 4320630 w 11478418"/>
              <a:gd name="connsiteY249" fmla="*/ 2995528 h 6857032"/>
              <a:gd name="connsiteX250" fmla="*/ 4557159 w 11478418"/>
              <a:gd name="connsiteY250" fmla="*/ 2882694 h 6857032"/>
              <a:gd name="connsiteX251" fmla="*/ 4564340 w 11478418"/>
              <a:gd name="connsiteY251" fmla="*/ 2877578 h 6857032"/>
              <a:gd name="connsiteX252" fmla="*/ 4669185 w 11478418"/>
              <a:gd name="connsiteY252" fmla="*/ 2839966 h 6857032"/>
              <a:gd name="connsiteX253" fmla="*/ 4707335 w 11478418"/>
              <a:gd name="connsiteY253" fmla="*/ 2832336 h 6857032"/>
              <a:gd name="connsiteX254" fmla="*/ 4861371 w 11478418"/>
              <a:gd name="connsiteY254" fmla="*/ 2757383 h 6857032"/>
              <a:gd name="connsiteX255" fmla="*/ 4883273 w 11478418"/>
              <a:gd name="connsiteY255" fmla="*/ 2736827 h 6857032"/>
              <a:gd name="connsiteX256" fmla="*/ 5560186 w 11478418"/>
              <a:gd name="connsiteY256" fmla="*/ 2231633 h 6857032"/>
              <a:gd name="connsiteX257" fmla="*/ 5575087 w 11478418"/>
              <a:gd name="connsiteY257" fmla="*/ 2212244 h 6857032"/>
              <a:gd name="connsiteX258" fmla="*/ 5408305 w 11478418"/>
              <a:gd name="connsiteY258" fmla="*/ 2301739 h 6857032"/>
              <a:gd name="connsiteX259" fmla="*/ 5345649 w 11478418"/>
              <a:gd name="connsiteY259" fmla="*/ 2337465 h 6857032"/>
              <a:gd name="connsiteX260" fmla="*/ 5380658 w 11478418"/>
              <a:gd name="connsiteY260" fmla="*/ 2267179 h 6857032"/>
              <a:gd name="connsiteX261" fmla="*/ 5500403 w 11478418"/>
              <a:gd name="connsiteY261" fmla="*/ 2181275 h 6857032"/>
              <a:gd name="connsiteX262" fmla="*/ 5480296 w 11478418"/>
              <a:gd name="connsiteY262" fmla="*/ 2058118 h 6857032"/>
              <a:gd name="connsiteX263" fmla="*/ 5466293 w 11478418"/>
              <a:gd name="connsiteY263" fmla="*/ 2014852 h 6857032"/>
              <a:gd name="connsiteX264" fmla="*/ 5420962 w 11478418"/>
              <a:gd name="connsiteY264" fmla="*/ 2034061 h 6857032"/>
              <a:gd name="connsiteX265" fmla="*/ 5262977 w 11478418"/>
              <a:gd name="connsiteY265" fmla="*/ 2056951 h 6857032"/>
              <a:gd name="connsiteX266" fmla="*/ 5231649 w 11478418"/>
              <a:gd name="connsiteY266" fmla="*/ 2033702 h 6857032"/>
              <a:gd name="connsiteX267" fmla="*/ 5148257 w 11478418"/>
              <a:gd name="connsiteY267" fmla="*/ 1963866 h 6857032"/>
              <a:gd name="connsiteX268" fmla="*/ 5148347 w 11478418"/>
              <a:gd name="connsiteY268" fmla="*/ 1942681 h 6857032"/>
              <a:gd name="connsiteX269" fmla="*/ 5174738 w 11478418"/>
              <a:gd name="connsiteY269" fmla="*/ 1854622 h 6857032"/>
              <a:gd name="connsiteX270" fmla="*/ 5149155 w 11478418"/>
              <a:gd name="connsiteY270" fmla="*/ 1963058 h 6857032"/>
              <a:gd name="connsiteX271" fmla="*/ 5116840 w 11478418"/>
              <a:gd name="connsiteY271" fmla="*/ 1904890 h 6857032"/>
              <a:gd name="connsiteX272" fmla="*/ 5238920 w 11478418"/>
              <a:gd name="connsiteY272" fmla="*/ 1741070 h 6857032"/>
              <a:gd name="connsiteX273" fmla="*/ 5313334 w 11478418"/>
              <a:gd name="connsiteY273" fmla="*/ 1602205 h 6857032"/>
              <a:gd name="connsiteX274" fmla="*/ 5420064 w 11478418"/>
              <a:gd name="connsiteY274" fmla="*/ 1467738 h 6857032"/>
              <a:gd name="connsiteX275" fmla="*/ 5569791 w 11478418"/>
              <a:gd name="connsiteY275" fmla="*/ 1408314 h 6857032"/>
              <a:gd name="connsiteX276" fmla="*/ 5907575 w 11478418"/>
              <a:gd name="connsiteY276" fmla="*/ 1228067 h 6857032"/>
              <a:gd name="connsiteX277" fmla="*/ 6036476 w 11478418"/>
              <a:gd name="connsiteY277" fmla="*/ 1158589 h 6857032"/>
              <a:gd name="connsiteX278" fmla="*/ 6589425 w 11478418"/>
              <a:gd name="connsiteY278" fmla="*/ 1253021 h 6857032"/>
              <a:gd name="connsiteX279" fmla="*/ 6773531 w 11478418"/>
              <a:gd name="connsiteY279" fmla="*/ 1364239 h 6857032"/>
              <a:gd name="connsiteX280" fmla="*/ 7035375 w 11478418"/>
              <a:gd name="connsiteY280" fmla="*/ 1540088 h 6857032"/>
              <a:gd name="connsiteX281" fmla="*/ 7083219 w 11478418"/>
              <a:gd name="connsiteY281" fmla="*/ 1715757 h 6857032"/>
              <a:gd name="connsiteX282" fmla="*/ 7077833 w 11478418"/>
              <a:gd name="connsiteY282" fmla="*/ 1750855 h 6857032"/>
              <a:gd name="connsiteX283" fmla="*/ 7048390 w 11478418"/>
              <a:gd name="connsiteY283" fmla="*/ 1894567 h 6857032"/>
              <a:gd name="connsiteX284" fmla="*/ 7019576 w 11478418"/>
              <a:gd name="connsiteY284" fmla="*/ 2063953 h 6857032"/>
              <a:gd name="connsiteX285" fmla="*/ 6958536 w 11478418"/>
              <a:gd name="connsiteY285" fmla="*/ 2137021 h 6857032"/>
              <a:gd name="connsiteX286" fmla="*/ 6911320 w 11478418"/>
              <a:gd name="connsiteY286" fmla="*/ 2215475 h 6857032"/>
              <a:gd name="connsiteX287" fmla="*/ 6937890 w 11478418"/>
              <a:gd name="connsiteY287" fmla="*/ 2290518 h 6857032"/>
              <a:gd name="connsiteX288" fmla="*/ 6892021 w 11478418"/>
              <a:gd name="connsiteY288" fmla="*/ 2275438 h 6857032"/>
              <a:gd name="connsiteX289" fmla="*/ 6779008 w 11478418"/>
              <a:gd name="connsiteY289" fmla="*/ 2267090 h 6857032"/>
              <a:gd name="connsiteX290" fmla="*/ 6763927 w 11478418"/>
              <a:gd name="connsiteY290" fmla="*/ 2290967 h 6857032"/>
              <a:gd name="connsiteX291" fmla="*/ 6757464 w 11478418"/>
              <a:gd name="connsiteY291" fmla="*/ 2362150 h 6857032"/>
              <a:gd name="connsiteX292" fmla="*/ 6820209 w 11478418"/>
              <a:gd name="connsiteY292" fmla="*/ 2527317 h 6857032"/>
              <a:gd name="connsiteX293" fmla="*/ 7036092 w 11478418"/>
              <a:gd name="connsiteY293" fmla="*/ 2699844 h 6857032"/>
              <a:gd name="connsiteX294" fmla="*/ 7070382 w 11478418"/>
              <a:gd name="connsiteY294" fmla="*/ 2995438 h 6857032"/>
              <a:gd name="connsiteX295" fmla="*/ 7040940 w 11478418"/>
              <a:gd name="connsiteY295" fmla="*/ 3095525 h 6857032"/>
              <a:gd name="connsiteX296" fmla="*/ 7074602 w 11478418"/>
              <a:gd name="connsiteY296" fmla="*/ 3590217 h 6857032"/>
              <a:gd name="connsiteX297" fmla="*/ 7111046 w 11478418"/>
              <a:gd name="connsiteY297" fmla="*/ 3624238 h 6857032"/>
              <a:gd name="connsiteX298" fmla="*/ 7180434 w 11478418"/>
              <a:gd name="connsiteY298" fmla="*/ 3692728 h 6857032"/>
              <a:gd name="connsiteX299" fmla="*/ 7232587 w 11478418"/>
              <a:gd name="connsiteY299" fmla="*/ 3723786 h 6857032"/>
              <a:gd name="connsiteX300" fmla="*/ 7285099 w 11478418"/>
              <a:gd name="connsiteY300" fmla="*/ 3720555 h 6857032"/>
              <a:gd name="connsiteX301" fmla="*/ 7424323 w 11478418"/>
              <a:gd name="connsiteY301" fmla="*/ 3695421 h 6857032"/>
              <a:gd name="connsiteX302" fmla="*/ 7500713 w 11478418"/>
              <a:gd name="connsiteY302" fmla="*/ 3638959 h 6857032"/>
              <a:gd name="connsiteX303" fmla="*/ 8011203 w 11478418"/>
              <a:gd name="connsiteY303" fmla="*/ 3132778 h 6857032"/>
              <a:gd name="connsiteX304" fmla="*/ 8140733 w 11478418"/>
              <a:gd name="connsiteY304" fmla="*/ 2975421 h 6857032"/>
              <a:gd name="connsiteX305" fmla="*/ 8540005 w 11478418"/>
              <a:gd name="connsiteY305" fmla="*/ 2226337 h 6857032"/>
              <a:gd name="connsiteX306" fmla="*/ 8693053 w 11478418"/>
              <a:gd name="connsiteY306" fmla="*/ 2075892 h 6857032"/>
              <a:gd name="connsiteX307" fmla="*/ 8705531 w 11478418"/>
              <a:gd name="connsiteY307" fmla="*/ 2071314 h 6857032"/>
              <a:gd name="connsiteX308" fmla="*/ 8817377 w 11478418"/>
              <a:gd name="connsiteY308" fmla="*/ 1842863 h 6857032"/>
              <a:gd name="connsiteX309" fmla="*/ 8766391 w 11478418"/>
              <a:gd name="connsiteY309" fmla="*/ 1878051 h 6857032"/>
              <a:gd name="connsiteX310" fmla="*/ 8568101 w 11478418"/>
              <a:gd name="connsiteY310" fmla="*/ 1980203 h 6857032"/>
              <a:gd name="connsiteX311" fmla="*/ 8461551 w 11478418"/>
              <a:gd name="connsiteY311" fmla="*/ 1964314 h 6857032"/>
              <a:gd name="connsiteX312" fmla="*/ 8683718 w 11478418"/>
              <a:gd name="connsiteY312" fmla="*/ 1824820 h 6857032"/>
              <a:gd name="connsiteX313" fmla="*/ 8676357 w 11478418"/>
              <a:gd name="connsiteY313" fmla="*/ 1811087 h 6857032"/>
              <a:gd name="connsiteX314" fmla="*/ 8501855 w 11478418"/>
              <a:gd name="connsiteY314" fmla="*/ 1890079 h 6857032"/>
              <a:gd name="connsiteX315" fmla="*/ 8496559 w 11478418"/>
              <a:gd name="connsiteY315" fmla="*/ 1877871 h 6857032"/>
              <a:gd name="connsiteX316" fmla="*/ 8715674 w 11478418"/>
              <a:gd name="connsiteY316" fmla="*/ 1759203 h 6857032"/>
              <a:gd name="connsiteX317" fmla="*/ 8736948 w 11478418"/>
              <a:gd name="connsiteY317" fmla="*/ 1731376 h 6857032"/>
              <a:gd name="connsiteX318" fmla="*/ 8742872 w 11478418"/>
              <a:gd name="connsiteY318" fmla="*/ 1704267 h 6857032"/>
              <a:gd name="connsiteX319" fmla="*/ 8811991 w 11478418"/>
              <a:gd name="connsiteY319" fmla="*/ 1586765 h 6857032"/>
              <a:gd name="connsiteX320" fmla="*/ 8818992 w 11478418"/>
              <a:gd name="connsiteY320" fmla="*/ 1559297 h 6857032"/>
              <a:gd name="connsiteX321" fmla="*/ 8755170 w 11478418"/>
              <a:gd name="connsiteY321" fmla="*/ 1416931 h 6857032"/>
              <a:gd name="connsiteX322" fmla="*/ 8767827 w 11478418"/>
              <a:gd name="connsiteY322" fmla="*/ 1365855 h 6857032"/>
              <a:gd name="connsiteX323" fmla="*/ 8730306 w 11478418"/>
              <a:gd name="connsiteY323" fmla="*/ 1308047 h 6857032"/>
              <a:gd name="connsiteX324" fmla="*/ 8683897 w 11478418"/>
              <a:gd name="connsiteY324" fmla="*/ 1238659 h 6857032"/>
              <a:gd name="connsiteX325" fmla="*/ 8691168 w 11478418"/>
              <a:gd name="connsiteY325" fmla="*/ 1095844 h 6857032"/>
              <a:gd name="connsiteX326" fmla="*/ 8744309 w 11478418"/>
              <a:gd name="connsiteY326" fmla="*/ 999078 h 6857032"/>
              <a:gd name="connsiteX327" fmla="*/ 8835599 w 11478418"/>
              <a:gd name="connsiteY327" fmla="*/ 938397 h 6857032"/>
              <a:gd name="connsiteX328" fmla="*/ 8811901 w 11478418"/>
              <a:gd name="connsiteY328" fmla="*/ 919995 h 6857032"/>
              <a:gd name="connsiteX329" fmla="*/ 8916746 w 11478418"/>
              <a:gd name="connsiteY329" fmla="*/ 899619 h 6857032"/>
              <a:gd name="connsiteX330" fmla="*/ 9108572 w 11478418"/>
              <a:gd name="connsiteY330" fmla="*/ 861918 h 6857032"/>
              <a:gd name="connsiteX331" fmla="*/ 9275265 w 11478418"/>
              <a:gd name="connsiteY331" fmla="*/ 869817 h 6857032"/>
              <a:gd name="connsiteX332" fmla="*/ 9407757 w 11478418"/>
              <a:gd name="connsiteY332" fmla="*/ 857070 h 6857032"/>
              <a:gd name="connsiteX333" fmla="*/ 9457128 w 11478418"/>
              <a:gd name="connsiteY333" fmla="*/ 841631 h 6857032"/>
              <a:gd name="connsiteX334" fmla="*/ 9703082 w 11478418"/>
              <a:gd name="connsiteY334" fmla="*/ 902491 h 6857032"/>
              <a:gd name="connsiteX335" fmla="*/ 9789615 w 11478418"/>
              <a:gd name="connsiteY335" fmla="*/ 1098178 h 6857032"/>
              <a:gd name="connsiteX336" fmla="*/ 9785575 w 11478418"/>
              <a:gd name="connsiteY336" fmla="*/ 1180492 h 6857032"/>
              <a:gd name="connsiteX337" fmla="*/ 9804965 w 11478418"/>
              <a:gd name="connsiteY337" fmla="*/ 1507234 h 6857032"/>
              <a:gd name="connsiteX338" fmla="*/ 9769059 w 11478418"/>
              <a:gd name="connsiteY338" fmla="*/ 1601935 h 6857032"/>
              <a:gd name="connsiteX339" fmla="*/ 9856130 w 11478418"/>
              <a:gd name="connsiteY339" fmla="*/ 1603641 h 6857032"/>
              <a:gd name="connsiteX340" fmla="*/ 9785845 w 11478418"/>
              <a:gd name="connsiteY340" fmla="*/ 1718988 h 6857032"/>
              <a:gd name="connsiteX341" fmla="*/ 9854695 w 11478418"/>
              <a:gd name="connsiteY341" fmla="*/ 1602205 h 6857032"/>
              <a:gd name="connsiteX342" fmla="*/ 9929378 w 11478418"/>
              <a:gd name="connsiteY342" fmla="*/ 1618452 h 6857032"/>
              <a:gd name="connsiteX343" fmla="*/ 9915465 w 11478418"/>
              <a:gd name="connsiteY343" fmla="*/ 1649780 h 6857032"/>
              <a:gd name="connsiteX344" fmla="*/ 9924530 w 11478418"/>
              <a:gd name="connsiteY344" fmla="*/ 1662257 h 6857032"/>
              <a:gd name="connsiteX345" fmla="*/ 10119948 w 11478418"/>
              <a:gd name="connsiteY345" fmla="*/ 1552386 h 6857032"/>
              <a:gd name="connsiteX346" fmla="*/ 10405219 w 11478418"/>
              <a:gd name="connsiteY346" fmla="*/ 1307418 h 6857032"/>
              <a:gd name="connsiteX347" fmla="*/ 10506922 w 11478418"/>
              <a:gd name="connsiteY347" fmla="*/ 1201407 h 6857032"/>
              <a:gd name="connsiteX348" fmla="*/ 10724780 w 11478418"/>
              <a:gd name="connsiteY348" fmla="*/ 998629 h 6857032"/>
              <a:gd name="connsiteX349" fmla="*/ 11158791 w 11478418"/>
              <a:gd name="connsiteY349" fmla="*/ 690647 h 6857032"/>
              <a:gd name="connsiteX350" fmla="*/ 11295771 w 11478418"/>
              <a:gd name="connsiteY350" fmla="*/ 368932 h 6857032"/>
              <a:gd name="connsiteX351" fmla="*/ 11312019 w 11478418"/>
              <a:gd name="connsiteY351" fmla="*/ 216691 h 6857032"/>
              <a:gd name="connsiteX352" fmla="*/ 11331229 w 11478418"/>
              <a:gd name="connsiteY352" fmla="*/ 79441 h 6857032"/>
              <a:gd name="connsiteX353" fmla="*/ 11337512 w 11478418"/>
              <a:gd name="connsiteY353" fmla="*/ 0 h 6857032"/>
              <a:gd name="connsiteX354" fmla="*/ 11355735 w 11478418"/>
              <a:gd name="connsiteY354" fmla="*/ 539 h 6857032"/>
              <a:gd name="connsiteX355" fmla="*/ 5665929 w 11478418"/>
              <a:gd name="connsiteY355" fmla="*/ 1895016 h 6857032"/>
              <a:gd name="connsiteX356" fmla="*/ 5698693 w 11478418"/>
              <a:gd name="connsiteY356" fmla="*/ 1885501 h 6857032"/>
              <a:gd name="connsiteX357" fmla="*/ 5681638 w 11478418"/>
              <a:gd name="connsiteY357" fmla="*/ 1862881 h 6857032"/>
              <a:gd name="connsiteX358" fmla="*/ 5602466 w 11478418"/>
              <a:gd name="connsiteY358" fmla="*/ 1827513 h 6857032"/>
              <a:gd name="connsiteX359" fmla="*/ 5610544 w 11478418"/>
              <a:gd name="connsiteY359" fmla="*/ 1862073 h 6857032"/>
              <a:gd name="connsiteX360" fmla="*/ 5576613 w 11478418"/>
              <a:gd name="connsiteY360" fmla="*/ 1845107 h 6857032"/>
              <a:gd name="connsiteX361" fmla="*/ 5598246 w 11478418"/>
              <a:gd name="connsiteY361" fmla="*/ 1903903 h 6857032"/>
              <a:gd name="connsiteX362" fmla="*/ 5639089 w 11478418"/>
              <a:gd name="connsiteY362" fmla="*/ 1920509 h 6857032"/>
              <a:gd name="connsiteX363" fmla="*/ 5666557 w 11478418"/>
              <a:gd name="connsiteY363" fmla="*/ 1929486 h 6857032"/>
              <a:gd name="connsiteX364" fmla="*/ 5665929 w 11478418"/>
              <a:gd name="connsiteY364" fmla="*/ 1895016 h 6857032"/>
              <a:gd name="connsiteX365" fmla="*/ 5794292 w 11478418"/>
              <a:gd name="connsiteY365" fmla="*/ 2071942 h 6857032"/>
              <a:gd name="connsiteX366" fmla="*/ 5777685 w 11478418"/>
              <a:gd name="connsiteY366" fmla="*/ 2058746 h 6857032"/>
              <a:gd name="connsiteX367" fmla="*/ 5715927 w 11478418"/>
              <a:gd name="connsiteY367" fmla="*/ 2068172 h 6857032"/>
              <a:gd name="connsiteX368" fmla="*/ 5700758 w 11478418"/>
              <a:gd name="connsiteY368" fmla="*/ 2105963 h 6857032"/>
              <a:gd name="connsiteX369" fmla="*/ 5732714 w 11478418"/>
              <a:gd name="connsiteY369" fmla="*/ 2137829 h 6857032"/>
              <a:gd name="connsiteX370" fmla="*/ 5822657 w 11478418"/>
              <a:gd name="connsiteY370" fmla="*/ 2120235 h 6857032"/>
              <a:gd name="connsiteX371" fmla="*/ 5792766 w 11478418"/>
              <a:gd name="connsiteY371" fmla="*/ 2070416 h 6857032"/>
              <a:gd name="connsiteX372" fmla="*/ 5842944 w 11478418"/>
              <a:gd name="connsiteY372" fmla="*/ 2107130 h 6857032"/>
              <a:gd name="connsiteX373" fmla="*/ 5855511 w 11478418"/>
              <a:gd name="connsiteY373" fmla="*/ 2103090 h 6857032"/>
              <a:gd name="connsiteX374" fmla="*/ 5848689 w 11478418"/>
              <a:gd name="connsiteY374" fmla="*/ 2055964 h 6857032"/>
              <a:gd name="connsiteX375" fmla="*/ 5794292 w 11478418"/>
              <a:gd name="connsiteY375" fmla="*/ 2071942 h 6857032"/>
              <a:gd name="connsiteX376" fmla="*/ 5878311 w 11478418"/>
              <a:gd name="connsiteY376" fmla="*/ 1966828 h 6857032"/>
              <a:gd name="connsiteX377" fmla="*/ 5836032 w 11478418"/>
              <a:gd name="connsiteY377" fmla="*/ 1955517 h 6857032"/>
              <a:gd name="connsiteX378" fmla="*/ 5739715 w 11478418"/>
              <a:gd name="connsiteY378" fmla="*/ 1986486 h 6857032"/>
              <a:gd name="connsiteX379" fmla="*/ 5702822 w 11478418"/>
              <a:gd name="connsiteY379" fmla="*/ 1976522 h 6857032"/>
              <a:gd name="connsiteX380" fmla="*/ 5678227 w 11478418"/>
              <a:gd name="connsiteY380" fmla="*/ 2056054 h 6857032"/>
              <a:gd name="connsiteX381" fmla="*/ 5757040 w 11478418"/>
              <a:gd name="connsiteY381" fmla="*/ 2034869 h 6857032"/>
              <a:gd name="connsiteX382" fmla="*/ 5742229 w 11478418"/>
              <a:gd name="connsiteY382" fmla="*/ 2003631 h 6857032"/>
              <a:gd name="connsiteX383" fmla="*/ 5963946 w 11478418"/>
              <a:gd name="connsiteY383" fmla="*/ 2035857 h 6857032"/>
              <a:gd name="connsiteX384" fmla="*/ 5968345 w 11478418"/>
              <a:gd name="connsiteY384" fmla="*/ 2019519 h 6857032"/>
              <a:gd name="connsiteX385" fmla="*/ 5876875 w 11478418"/>
              <a:gd name="connsiteY385" fmla="*/ 1965481 h 6857032"/>
              <a:gd name="connsiteX386" fmla="*/ 5934684 w 11478418"/>
              <a:gd name="connsiteY386" fmla="*/ 1983883 h 6857032"/>
              <a:gd name="connsiteX387" fmla="*/ 5992312 w 11478418"/>
              <a:gd name="connsiteY387" fmla="*/ 1999322 h 6857032"/>
              <a:gd name="connsiteX388" fmla="*/ 5780289 w 11478418"/>
              <a:gd name="connsiteY388" fmla="*/ 1909468 h 6857032"/>
              <a:gd name="connsiteX389" fmla="*/ 5878311 w 11478418"/>
              <a:gd name="connsiteY389" fmla="*/ 1966828 h 6857032"/>
              <a:gd name="connsiteX390" fmla="*/ 8693592 w 11478418"/>
              <a:gd name="connsiteY390" fmla="*/ 2705768 h 6857032"/>
              <a:gd name="connsiteX391" fmla="*/ 8649697 w 11478418"/>
              <a:gd name="connsiteY391" fmla="*/ 2769681 h 6857032"/>
              <a:gd name="connsiteX392" fmla="*/ 8408141 w 11478418"/>
              <a:gd name="connsiteY392" fmla="*/ 3108272 h 6857032"/>
              <a:gd name="connsiteX393" fmla="*/ 8259761 w 11478418"/>
              <a:gd name="connsiteY393" fmla="*/ 3304856 h 6857032"/>
              <a:gd name="connsiteX394" fmla="*/ 7736075 w 11478418"/>
              <a:gd name="connsiteY394" fmla="*/ 3708526 h 6857032"/>
              <a:gd name="connsiteX395" fmla="*/ 7502598 w 11478418"/>
              <a:gd name="connsiteY395" fmla="*/ 3864357 h 6857032"/>
              <a:gd name="connsiteX396" fmla="*/ 7427555 w 11478418"/>
              <a:gd name="connsiteY396" fmla="*/ 3913638 h 6857032"/>
              <a:gd name="connsiteX397" fmla="*/ 7275584 w 11478418"/>
              <a:gd name="connsiteY397" fmla="*/ 3974498 h 6857032"/>
              <a:gd name="connsiteX398" fmla="*/ 7151530 w 11478418"/>
              <a:gd name="connsiteY398" fmla="*/ 4050978 h 6857032"/>
              <a:gd name="connsiteX399" fmla="*/ 7080706 w 11478418"/>
              <a:gd name="connsiteY399" fmla="*/ 4043707 h 6857032"/>
              <a:gd name="connsiteX400" fmla="*/ 6969846 w 11478418"/>
              <a:gd name="connsiteY400" fmla="*/ 4024946 h 6857032"/>
              <a:gd name="connsiteX401" fmla="*/ 6897227 w 11478418"/>
              <a:gd name="connsiteY401" fmla="*/ 4083293 h 6857032"/>
              <a:gd name="connsiteX402" fmla="*/ 6802885 w 11478418"/>
              <a:gd name="connsiteY402" fmla="*/ 4103041 h 6857032"/>
              <a:gd name="connsiteX403" fmla="*/ 6729726 w 11478418"/>
              <a:gd name="connsiteY403" fmla="*/ 4035089 h 6857032"/>
              <a:gd name="connsiteX404" fmla="*/ 6719404 w 11478418"/>
              <a:gd name="connsiteY404" fmla="*/ 3699011 h 6857032"/>
              <a:gd name="connsiteX405" fmla="*/ 6717788 w 11478418"/>
              <a:gd name="connsiteY405" fmla="*/ 3681328 h 6857032"/>
              <a:gd name="connsiteX406" fmla="*/ 6701271 w 11478418"/>
              <a:gd name="connsiteY406" fmla="*/ 3371012 h 6857032"/>
              <a:gd name="connsiteX407" fmla="*/ 6694449 w 11478418"/>
              <a:gd name="connsiteY407" fmla="*/ 3302073 h 6857032"/>
              <a:gd name="connsiteX408" fmla="*/ 6616534 w 11478418"/>
              <a:gd name="connsiteY408" fmla="*/ 3444440 h 6857032"/>
              <a:gd name="connsiteX409" fmla="*/ 6618239 w 11478418"/>
              <a:gd name="connsiteY409" fmla="*/ 3471190 h 6857032"/>
              <a:gd name="connsiteX410" fmla="*/ 6546697 w 11478418"/>
              <a:gd name="connsiteY410" fmla="*/ 3593987 h 6857032"/>
              <a:gd name="connsiteX411" fmla="*/ 6539247 w 11478418"/>
              <a:gd name="connsiteY411" fmla="*/ 3643447 h 6857032"/>
              <a:gd name="connsiteX412" fmla="*/ 6578922 w 11478418"/>
              <a:gd name="connsiteY412" fmla="*/ 3671992 h 6857032"/>
              <a:gd name="connsiteX413" fmla="*/ 6648131 w 11478418"/>
              <a:gd name="connsiteY413" fmla="*/ 3768669 h 6857032"/>
              <a:gd name="connsiteX414" fmla="*/ 6675509 w 11478418"/>
              <a:gd name="connsiteY414" fmla="*/ 3881682 h 6857032"/>
              <a:gd name="connsiteX415" fmla="*/ 6682062 w 11478418"/>
              <a:gd name="connsiteY415" fmla="*/ 3951878 h 6857032"/>
              <a:gd name="connsiteX416" fmla="*/ 6701720 w 11478418"/>
              <a:gd name="connsiteY416" fmla="*/ 4029883 h 6857032"/>
              <a:gd name="connsiteX417" fmla="*/ 6766620 w 11478418"/>
              <a:gd name="connsiteY417" fmla="*/ 4243433 h 6857032"/>
              <a:gd name="connsiteX418" fmla="*/ 6787176 w 11478418"/>
              <a:gd name="connsiteY418" fmla="*/ 4374578 h 6857032"/>
              <a:gd name="connsiteX419" fmla="*/ 6856923 w 11478418"/>
              <a:gd name="connsiteY419" fmla="*/ 4538398 h 6857032"/>
              <a:gd name="connsiteX420" fmla="*/ 7166430 w 11478418"/>
              <a:gd name="connsiteY420" fmla="*/ 5669430 h 6857032"/>
              <a:gd name="connsiteX421" fmla="*/ 7183486 w 11478418"/>
              <a:gd name="connsiteY421" fmla="*/ 5716287 h 6857032"/>
              <a:gd name="connsiteX422" fmla="*/ 7306194 w 11478418"/>
              <a:gd name="connsiteY422" fmla="*/ 5635858 h 6857032"/>
              <a:gd name="connsiteX423" fmla="*/ 7686525 w 11478418"/>
              <a:gd name="connsiteY423" fmla="*/ 5525986 h 6857032"/>
              <a:gd name="connsiteX424" fmla="*/ 8159763 w 11478418"/>
              <a:gd name="connsiteY424" fmla="*/ 5462792 h 6857032"/>
              <a:gd name="connsiteX425" fmla="*/ 8186244 w 11478418"/>
              <a:gd name="connsiteY425" fmla="*/ 5463600 h 6857032"/>
              <a:gd name="connsiteX426" fmla="*/ 8236781 w 11478418"/>
              <a:gd name="connsiteY426" fmla="*/ 5440171 h 6857032"/>
              <a:gd name="connsiteX427" fmla="*/ 8277355 w 11478418"/>
              <a:gd name="connsiteY427" fmla="*/ 5386941 h 6857032"/>
              <a:gd name="connsiteX428" fmla="*/ 8354731 w 11478418"/>
              <a:gd name="connsiteY428" fmla="*/ 5358845 h 6857032"/>
              <a:gd name="connsiteX429" fmla="*/ 8499611 w 11478418"/>
              <a:gd name="connsiteY429" fmla="*/ 5450135 h 6857032"/>
              <a:gd name="connsiteX430" fmla="*/ 8601045 w 11478418"/>
              <a:gd name="connsiteY430" fmla="*/ 5565213 h 6857032"/>
              <a:gd name="connsiteX431" fmla="*/ 8610650 w 11478418"/>
              <a:gd name="connsiteY431" fmla="*/ 5517908 h 6857032"/>
              <a:gd name="connsiteX432" fmla="*/ 8601493 w 11478418"/>
              <a:gd name="connsiteY432" fmla="*/ 5285148 h 6857032"/>
              <a:gd name="connsiteX433" fmla="*/ 8665047 w 11478418"/>
              <a:gd name="connsiteY433" fmla="*/ 4416139 h 6857032"/>
              <a:gd name="connsiteX434" fmla="*/ 8680576 w 11478418"/>
              <a:gd name="connsiteY434" fmla="*/ 4243433 h 6857032"/>
              <a:gd name="connsiteX435" fmla="*/ 8717738 w 11478418"/>
              <a:gd name="connsiteY435" fmla="*/ 4026651 h 6857032"/>
              <a:gd name="connsiteX436" fmla="*/ 8711814 w 11478418"/>
              <a:gd name="connsiteY436" fmla="*/ 4005467 h 6857032"/>
              <a:gd name="connsiteX437" fmla="*/ 8551584 w 11478418"/>
              <a:gd name="connsiteY437" fmla="*/ 4117044 h 6857032"/>
              <a:gd name="connsiteX438" fmla="*/ 8556252 w 11478418"/>
              <a:gd name="connsiteY438" fmla="*/ 4089935 h 6857032"/>
              <a:gd name="connsiteX439" fmla="*/ 8664867 w 11478418"/>
              <a:gd name="connsiteY439" fmla="*/ 4012199 h 6857032"/>
              <a:gd name="connsiteX440" fmla="*/ 8761813 w 11478418"/>
              <a:gd name="connsiteY440" fmla="*/ 3867589 h 6857032"/>
              <a:gd name="connsiteX441" fmla="*/ 8838920 w 11478418"/>
              <a:gd name="connsiteY441" fmla="*/ 3117967 h 6857032"/>
              <a:gd name="connsiteX442" fmla="*/ 8693592 w 11478418"/>
              <a:gd name="connsiteY442" fmla="*/ 2705768 h 6857032"/>
              <a:gd name="connsiteX443" fmla="*/ 9429301 w 11478418"/>
              <a:gd name="connsiteY443" fmla="*/ 4620713 h 6857032"/>
              <a:gd name="connsiteX444" fmla="*/ 9307042 w 11478418"/>
              <a:gd name="connsiteY444" fmla="*/ 4613172 h 6857032"/>
              <a:gd name="connsiteX445" fmla="*/ 9269250 w 11478418"/>
              <a:gd name="connsiteY445" fmla="*/ 4653566 h 6857032"/>
              <a:gd name="connsiteX446" fmla="*/ 9165393 w 11478418"/>
              <a:gd name="connsiteY446" fmla="*/ 5206874 h 6857032"/>
              <a:gd name="connsiteX447" fmla="*/ 9115484 w 11478418"/>
              <a:gd name="connsiteY447" fmla="*/ 5500583 h 6857032"/>
              <a:gd name="connsiteX448" fmla="*/ 9145196 w 11478418"/>
              <a:gd name="connsiteY448" fmla="*/ 5532539 h 6857032"/>
              <a:gd name="connsiteX449" fmla="*/ 9256863 w 11478418"/>
              <a:gd name="connsiteY449" fmla="*/ 5537476 h 6857032"/>
              <a:gd name="connsiteX450" fmla="*/ 9338639 w 11478418"/>
              <a:gd name="connsiteY450" fmla="*/ 5476526 h 6857032"/>
              <a:gd name="connsiteX451" fmla="*/ 9375712 w 11478418"/>
              <a:gd name="connsiteY451" fmla="*/ 5408395 h 6857032"/>
              <a:gd name="connsiteX452" fmla="*/ 9424543 w 11478418"/>
              <a:gd name="connsiteY452" fmla="*/ 5304986 h 6857032"/>
              <a:gd name="connsiteX453" fmla="*/ 9421402 w 11478418"/>
              <a:gd name="connsiteY453" fmla="*/ 5157593 h 6857032"/>
              <a:gd name="connsiteX454" fmla="*/ 9430648 w 11478418"/>
              <a:gd name="connsiteY454" fmla="*/ 4638755 h 6857032"/>
              <a:gd name="connsiteX455" fmla="*/ 9429301 w 11478418"/>
              <a:gd name="connsiteY455" fmla="*/ 4620713 h 6857032"/>
              <a:gd name="connsiteX456" fmla="*/ 6092399 w 11478418"/>
              <a:gd name="connsiteY456" fmla="*/ 1323935 h 6857032"/>
              <a:gd name="connsiteX457" fmla="*/ 5919334 w 11478418"/>
              <a:gd name="connsiteY457" fmla="*/ 1391258 h 6857032"/>
              <a:gd name="connsiteX458" fmla="*/ 5899944 w 11478418"/>
              <a:gd name="connsiteY458" fmla="*/ 1421240 h 6857032"/>
              <a:gd name="connsiteX459" fmla="*/ 5845458 w 11478418"/>
              <a:gd name="connsiteY459" fmla="*/ 1542871 h 6857032"/>
              <a:gd name="connsiteX460" fmla="*/ 5876516 w 11478418"/>
              <a:gd name="connsiteY460" fmla="*/ 1602564 h 6857032"/>
              <a:gd name="connsiteX461" fmla="*/ 5918346 w 11478418"/>
              <a:gd name="connsiteY461" fmla="*/ 1563875 h 6857032"/>
              <a:gd name="connsiteX462" fmla="*/ 5935761 w 11478418"/>
              <a:gd name="connsiteY462" fmla="*/ 1530573 h 6857032"/>
              <a:gd name="connsiteX463" fmla="*/ 6092399 w 11478418"/>
              <a:gd name="connsiteY463" fmla="*/ 1323935 h 6857032"/>
              <a:gd name="connsiteX464" fmla="*/ 5507584 w 11478418"/>
              <a:gd name="connsiteY464" fmla="*/ 1912520 h 6857032"/>
              <a:gd name="connsiteX465" fmla="*/ 5498967 w 11478418"/>
              <a:gd name="connsiteY465" fmla="*/ 2115837 h 6857032"/>
              <a:gd name="connsiteX466" fmla="*/ 5529487 w 11478418"/>
              <a:gd name="connsiteY466" fmla="*/ 2166733 h 6857032"/>
              <a:gd name="connsiteX467" fmla="*/ 5625535 w 11478418"/>
              <a:gd name="connsiteY467" fmla="*/ 2134238 h 6857032"/>
              <a:gd name="connsiteX468" fmla="*/ 5638910 w 11478418"/>
              <a:gd name="connsiteY468" fmla="*/ 2056502 h 6857032"/>
              <a:gd name="connsiteX469" fmla="*/ 5507584 w 11478418"/>
              <a:gd name="connsiteY469" fmla="*/ 1912520 h 6857032"/>
              <a:gd name="connsiteX470" fmla="*/ 5296638 w 11478418"/>
              <a:gd name="connsiteY470" fmla="*/ 1718180 h 6857032"/>
              <a:gd name="connsiteX471" fmla="*/ 5317733 w 11478418"/>
              <a:gd name="connsiteY471" fmla="*/ 1737121 h 6857032"/>
              <a:gd name="connsiteX472" fmla="*/ 5364769 w 11478418"/>
              <a:gd name="connsiteY472" fmla="*/ 1679043 h 6857032"/>
              <a:gd name="connsiteX473" fmla="*/ 5525717 w 11478418"/>
              <a:gd name="connsiteY473" fmla="*/ 1577071 h 6857032"/>
              <a:gd name="connsiteX474" fmla="*/ 5550671 w 11478418"/>
              <a:gd name="connsiteY474" fmla="*/ 1560823 h 6857032"/>
              <a:gd name="connsiteX475" fmla="*/ 5647976 w 11478418"/>
              <a:gd name="connsiteY475" fmla="*/ 1500502 h 6857032"/>
              <a:gd name="connsiteX476" fmla="*/ 5714132 w 11478418"/>
              <a:gd name="connsiteY476" fmla="*/ 1422945 h 6857032"/>
              <a:gd name="connsiteX477" fmla="*/ 5689806 w 11478418"/>
              <a:gd name="connsiteY477" fmla="*/ 1431204 h 6857032"/>
              <a:gd name="connsiteX478" fmla="*/ 5544119 w 11478418"/>
              <a:gd name="connsiteY478" fmla="*/ 1480305 h 6857032"/>
              <a:gd name="connsiteX479" fmla="*/ 5460458 w 11478418"/>
              <a:gd name="connsiteY479" fmla="*/ 1515851 h 6857032"/>
              <a:gd name="connsiteX480" fmla="*/ 5296638 w 11478418"/>
              <a:gd name="connsiteY480" fmla="*/ 1718180 h 6857032"/>
              <a:gd name="connsiteX481" fmla="*/ 7065445 w 11478418"/>
              <a:gd name="connsiteY481" fmla="*/ 1708845 h 6857032"/>
              <a:gd name="connsiteX482" fmla="*/ 6947495 w 11478418"/>
              <a:gd name="connsiteY482" fmla="*/ 1502477 h 6857032"/>
              <a:gd name="connsiteX483" fmla="*/ 7065445 w 11478418"/>
              <a:gd name="connsiteY483" fmla="*/ 1708845 h 6857032"/>
              <a:gd name="connsiteX484" fmla="*/ 5301755 w 11478418"/>
              <a:gd name="connsiteY484" fmla="*/ 1782631 h 6857032"/>
              <a:gd name="connsiteX485" fmla="*/ 5197718 w 11478418"/>
              <a:gd name="connsiteY485" fmla="*/ 1879128 h 6857032"/>
              <a:gd name="connsiteX486" fmla="*/ 5196282 w 11478418"/>
              <a:gd name="connsiteY486" fmla="*/ 1911982 h 6857032"/>
              <a:gd name="connsiteX487" fmla="*/ 5229135 w 11478418"/>
              <a:gd name="connsiteY487" fmla="*/ 1910545 h 6857032"/>
              <a:gd name="connsiteX488" fmla="*/ 5301755 w 11478418"/>
              <a:gd name="connsiteY488" fmla="*/ 1782631 h 6857032"/>
              <a:gd name="connsiteX489" fmla="*/ 5653721 w 11478418"/>
              <a:gd name="connsiteY489" fmla="*/ 2037921 h 6857032"/>
              <a:gd name="connsiteX490" fmla="*/ 5554351 w 11478418"/>
              <a:gd name="connsiteY490" fmla="*/ 1913238 h 6857032"/>
              <a:gd name="connsiteX491" fmla="*/ 5653721 w 11478418"/>
              <a:gd name="connsiteY491" fmla="*/ 2037921 h 6857032"/>
              <a:gd name="connsiteX492" fmla="*/ 5223031 w 11478418"/>
              <a:gd name="connsiteY492" fmla="*/ 1984601 h 6857032"/>
              <a:gd name="connsiteX493" fmla="*/ 5357768 w 11478418"/>
              <a:gd name="connsiteY493" fmla="*/ 1966289 h 6857032"/>
              <a:gd name="connsiteX494" fmla="*/ 5359114 w 11478418"/>
              <a:gd name="connsiteY494" fmla="*/ 1901749 h 6857032"/>
              <a:gd name="connsiteX495" fmla="*/ 5223031 w 11478418"/>
              <a:gd name="connsiteY495" fmla="*/ 1984601 h 6857032"/>
              <a:gd name="connsiteX496" fmla="*/ 6315554 w 11478418"/>
              <a:gd name="connsiteY496" fmla="*/ 1224207 h 6857032"/>
              <a:gd name="connsiteX497" fmla="*/ 6107390 w 11478418"/>
              <a:gd name="connsiteY497" fmla="*/ 1197637 h 6857032"/>
              <a:gd name="connsiteX498" fmla="*/ 6315554 w 11478418"/>
              <a:gd name="connsiteY498" fmla="*/ 1224207 h 6857032"/>
              <a:gd name="connsiteX499" fmla="*/ 5904164 w 11478418"/>
              <a:gd name="connsiteY499" fmla="*/ 1372857 h 6857032"/>
              <a:gd name="connsiteX500" fmla="*/ 5896534 w 11478418"/>
              <a:gd name="connsiteY500" fmla="*/ 1361008 h 6857032"/>
              <a:gd name="connsiteX501" fmla="*/ 5848779 w 11478418"/>
              <a:gd name="connsiteY501" fmla="*/ 1374562 h 6857032"/>
              <a:gd name="connsiteX502" fmla="*/ 5815297 w 11478418"/>
              <a:gd name="connsiteY502" fmla="*/ 1465942 h 6857032"/>
              <a:gd name="connsiteX503" fmla="*/ 5834865 w 11478418"/>
              <a:gd name="connsiteY503" fmla="*/ 1474380 h 6857032"/>
              <a:gd name="connsiteX504" fmla="*/ 5904164 w 11478418"/>
              <a:gd name="connsiteY504" fmla="*/ 1372857 h 6857032"/>
              <a:gd name="connsiteX505" fmla="*/ 8674831 w 11478418"/>
              <a:gd name="connsiteY505" fmla="*/ 2105514 h 6857032"/>
              <a:gd name="connsiteX506" fmla="*/ 8680666 w 11478418"/>
              <a:gd name="connsiteY506" fmla="*/ 2116734 h 6857032"/>
              <a:gd name="connsiteX507" fmla="*/ 8804720 w 11478418"/>
              <a:gd name="connsiteY507" fmla="*/ 2043487 h 6857032"/>
              <a:gd name="connsiteX508" fmla="*/ 8674831 w 11478418"/>
              <a:gd name="connsiteY508" fmla="*/ 2105514 h 6857032"/>
              <a:gd name="connsiteX509" fmla="*/ 6239613 w 11478418"/>
              <a:gd name="connsiteY509" fmla="*/ 1151947 h 6857032"/>
              <a:gd name="connsiteX510" fmla="*/ 6413576 w 11478418"/>
              <a:gd name="connsiteY510" fmla="*/ 1200419 h 6857032"/>
              <a:gd name="connsiteX511" fmla="*/ 6416449 w 11478418"/>
              <a:gd name="connsiteY511" fmla="*/ 1187493 h 6857032"/>
              <a:gd name="connsiteX512" fmla="*/ 6239613 w 11478418"/>
              <a:gd name="connsiteY512" fmla="*/ 1151947 h 6857032"/>
              <a:gd name="connsiteX513" fmla="*/ 8777162 w 11478418"/>
              <a:gd name="connsiteY513" fmla="*/ 1073582 h 6857032"/>
              <a:gd name="connsiteX514" fmla="*/ 8871954 w 11478418"/>
              <a:gd name="connsiteY514" fmla="*/ 971341 h 6857032"/>
              <a:gd name="connsiteX515" fmla="*/ 8777162 w 11478418"/>
              <a:gd name="connsiteY515" fmla="*/ 1073582 h 6857032"/>
              <a:gd name="connsiteX516" fmla="*/ 8748797 w 11478418"/>
              <a:gd name="connsiteY516" fmla="*/ 1067658 h 6857032"/>
              <a:gd name="connsiteX517" fmla="*/ 8735691 w 11478418"/>
              <a:gd name="connsiteY517" fmla="*/ 1065683 h 6857032"/>
              <a:gd name="connsiteX518" fmla="*/ 8720701 w 11478418"/>
              <a:gd name="connsiteY518" fmla="*/ 1154101 h 6857032"/>
              <a:gd name="connsiteX519" fmla="*/ 8737307 w 11478418"/>
              <a:gd name="connsiteY519" fmla="*/ 1155986 h 6857032"/>
              <a:gd name="connsiteX520" fmla="*/ 8748797 w 11478418"/>
              <a:gd name="connsiteY520" fmla="*/ 1067658 h 6857032"/>
              <a:gd name="connsiteX521" fmla="*/ 5721672 w 11478418"/>
              <a:gd name="connsiteY521" fmla="*/ 1953094 h 6857032"/>
              <a:gd name="connsiteX522" fmla="*/ 5802820 w 11478418"/>
              <a:gd name="connsiteY522" fmla="*/ 1944387 h 6857032"/>
              <a:gd name="connsiteX523" fmla="*/ 5721672 w 11478418"/>
              <a:gd name="connsiteY523" fmla="*/ 1953094 h 6857032"/>
              <a:gd name="connsiteX524" fmla="*/ 5646540 w 11478418"/>
              <a:gd name="connsiteY524" fmla="*/ 1753278 h 6857032"/>
              <a:gd name="connsiteX525" fmla="*/ 5645462 w 11478418"/>
              <a:gd name="connsiteY525" fmla="*/ 1770423 h 6857032"/>
              <a:gd name="connsiteX526" fmla="*/ 5756950 w 11478418"/>
              <a:gd name="connsiteY526" fmla="*/ 1784516 h 6857032"/>
              <a:gd name="connsiteX527" fmla="*/ 5758745 w 11478418"/>
              <a:gd name="connsiteY527" fmla="*/ 1772039 h 6857032"/>
              <a:gd name="connsiteX528" fmla="*/ 5646540 w 11478418"/>
              <a:gd name="connsiteY528" fmla="*/ 1753278 h 6857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</a:cxnLst>
            <a:rect l="l" t="t" r="r" b="b"/>
            <a:pathLst>
              <a:path w="11478418" h="6857032">
                <a:moveTo>
                  <a:pt x="11355735" y="539"/>
                </a:moveTo>
                <a:cubicBezTo>
                  <a:pt x="11363364" y="10502"/>
                  <a:pt x="11368930" y="24775"/>
                  <a:pt x="11379073" y="29712"/>
                </a:cubicBezTo>
                <a:cubicBezTo>
                  <a:pt x="11422698" y="51076"/>
                  <a:pt x="11433649" y="87700"/>
                  <a:pt x="11438049" y="132223"/>
                </a:cubicBezTo>
                <a:cubicBezTo>
                  <a:pt x="11450257" y="254572"/>
                  <a:pt x="11470902" y="376292"/>
                  <a:pt x="11477724" y="498911"/>
                </a:cubicBezTo>
                <a:cubicBezTo>
                  <a:pt x="11482751" y="589573"/>
                  <a:pt x="11461387" y="676644"/>
                  <a:pt x="11384279" y="739479"/>
                </a:cubicBezTo>
                <a:cubicBezTo>
                  <a:pt x="11363634" y="756265"/>
                  <a:pt x="11346309" y="777450"/>
                  <a:pt x="11328895" y="797826"/>
                </a:cubicBezTo>
                <a:cubicBezTo>
                  <a:pt x="11180335" y="971789"/>
                  <a:pt x="11024414" y="1137225"/>
                  <a:pt x="10851079" y="1288299"/>
                </a:cubicBezTo>
                <a:cubicBezTo>
                  <a:pt x="10691658" y="1427344"/>
                  <a:pt x="10546149" y="1582816"/>
                  <a:pt x="10400461" y="1736762"/>
                </a:cubicBezTo>
                <a:cubicBezTo>
                  <a:pt x="10304684" y="1838016"/>
                  <a:pt x="10210251" y="1939360"/>
                  <a:pt x="10093827" y="2017365"/>
                </a:cubicBezTo>
                <a:cubicBezTo>
                  <a:pt x="10049573" y="2046987"/>
                  <a:pt x="10020309" y="2085855"/>
                  <a:pt x="10009628" y="2138996"/>
                </a:cubicBezTo>
                <a:cubicBezTo>
                  <a:pt x="9976056" y="2305509"/>
                  <a:pt x="9940778" y="2471752"/>
                  <a:pt x="9907655" y="2638445"/>
                </a:cubicBezTo>
                <a:cubicBezTo>
                  <a:pt x="9862055" y="2867254"/>
                  <a:pt x="9833151" y="3097859"/>
                  <a:pt x="9822290" y="3331247"/>
                </a:cubicBezTo>
                <a:cubicBezTo>
                  <a:pt x="9816813" y="3447940"/>
                  <a:pt x="9844371" y="3556017"/>
                  <a:pt x="9878751" y="3664452"/>
                </a:cubicBezTo>
                <a:cubicBezTo>
                  <a:pt x="9900384" y="3732673"/>
                  <a:pt x="9922108" y="3800894"/>
                  <a:pt x="9943830" y="3869115"/>
                </a:cubicBezTo>
                <a:cubicBezTo>
                  <a:pt x="9946074" y="3876206"/>
                  <a:pt x="9946434" y="3886529"/>
                  <a:pt x="9951281" y="3889671"/>
                </a:cubicBezTo>
                <a:cubicBezTo>
                  <a:pt x="10037993" y="3944966"/>
                  <a:pt x="10044635" y="4040744"/>
                  <a:pt x="10067705" y="4126021"/>
                </a:cubicBezTo>
                <a:cubicBezTo>
                  <a:pt x="10096340" y="4232122"/>
                  <a:pt x="10112318" y="4341635"/>
                  <a:pt x="10163663" y="4440825"/>
                </a:cubicBezTo>
                <a:cubicBezTo>
                  <a:pt x="10169498" y="4452045"/>
                  <a:pt x="10170037" y="4465958"/>
                  <a:pt x="10172999" y="4478615"/>
                </a:cubicBezTo>
                <a:cubicBezTo>
                  <a:pt x="10168241" y="4480500"/>
                  <a:pt x="10163483" y="4482296"/>
                  <a:pt x="10158727" y="4484181"/>
                </a:cubicBezTo>
                <a:cubicBezTo>
                  <a:pt x="10131438" y="4421615"/>
                  <a:pt x="10104149" y="4359049"/>
                  <a:pt x="10076772" y="4296483"/>
                </a:cubicBezTo>
                <a:cubicBezTo>
                  <a:pt x="10075155" y="4296573"/>
                  <a:pt x="10073630" y="4296753"/>
                  <a:pt x="10072014" y="4296842"/>
                </a:cubicBezTo>
                <a:cubicBezTo>
                  <a:pt x="10074886" y="4331132"/>
                  <a:pt x="10078656" y="4365333"/>
                  <a:pt x="10080631" y="4399623"/>
                </a:cubicBezTo>
                <a:cubicBezTo>
                  <a:pt x="10093378" y="4619635"/>
                  <a:pt x="10061243" y="4834711"/>
                  <a:pt x="10006755" y="5046914"/>
                </a:cubicBezTo>
                <a:cubicBezTo>
                  <a:pt x="9948049" y="5275364"/>
                  <a:pt x="9887997" y="5503366"/>
                  <a:pt x="9826688" y="5731098"/>
                </a:cubicBezTo>
                <a:cubicBezTo>
                  <a:pt x="9816275" y="5769787"/>
                  <a:pt x="9818070" y="5794112"/>
                  <a:pt x="9853617" y="5822030"/>
                </a:cubicBezTo>
                <a:cubicBezTo>
                  <a:pt x="9914477" y="5869694"/>
                  <a:pt x="9934495" y="5937646"/>
                  <a:pt x="9919504" y="6014933"/>
                </a:cubicBezTo>
                <a:cubicBezTo>
                  <a:pt x="9908733" y="6070677"/>
                  <a:pt x="9901372" y="6125253"/>
                  <a:pt x="9925877" y="6181536"/>
                </a:cubicBezTo>
                <a:cubicBezTo>
                  <a:pt x="9939072" y="6211876"/>
                  <a:pt x="9933059" y="6249936"/>
                  <a:pt x="9942305" y="6282700"/>
                </a:cubicBezTo>
                <a:cubicBezTo>
                  <a:pt x="9964924" y="6362949"/>
                  <a:pt x="9992393" y="6441763"/>
                  <a:pt x="10015731" y="6521832"/>
                </a:cubicBezTo>
                <a:cubicBezTo>
                  <a:pt x="10026055" y="6557200"/>
                  <a:pt x="10032338" y="6593914"/>
                  <a:pt x="10037903" y="6630448"/>
                </a:cubicBezTo>
                <a:cubicBezTo>
                  <a:pt x="10042481" y="6660519"/>
                  <a:pt x="10044815" y="6692026"/>
                  <a:pt x="9991765" y="6690051"/>
                </a:cubicBezTo>
                <a:cubicBezTo>
                  <a:pt x="10030722" y="6730714"/>
                  <a:pt x="10005318" y="6753066"/>
                  <a:pt x="9983327" y="6781431"/>
                </a:cubicBezTo>
                <a:cubicBezTo>
                  <a:pt x="9950204" y="6824069"/>
                  <a:pt x="9902539" y="6837175"/>
                  <a:pt x="9856939" y="6855218"/>
                </a:cubicBezTo>
                <a:cubicBezTo>
                  <a:pt x="9847783" y="6858898"/>
                  <a:pt x="9829470" y="6856833"/>
                  <a:pt x="9824264" y="6850371"/>
                </a:cubicBezTo>
                <a:cubicBezTo>
                  <a:pt x="9798143" y="6817516"/>
                  <a:pt x="9762955" y="6793101"/>
                  <a:pt x="9756582" y="6743730"/>
                </a:cubicBezTo>
                <a:cubicBezTo>
                  <a:pt x="9746528" y="6665994"/>
                  <a:pt x="9723907" y="6589964"/>
                  <a:pt x="9709545" y="6512676"/>
                </a:cubicBezTo>
                <a:cubicBezTo>
                  <a:pt x="9701466" y="6469051"/>
                  <a:pt x="9699492" y="6424259"/>
                  <a:pt x="9694286" y="6380095"/>
                </a:cubicBezTo>
                <a:cubicBezTo>
                  <a:pt x="9692759" y="6367258"/>
                  <a:pt x="9689797" y="6354512"/>
                  <a:pt x="9687284" y="6341855"/>
                </a:cubicBezTo>
                <a:cubicBezTo>
                  <a:pt x="9681718" y="6314118"/>
                  <a:pt x="9669511" y="6285842"/>
                  <a:pt x="9671665" y="6258733"/>
                </a:cubicBezTo>
                <a:cubicBezTo>
                  <a:pt x="9675524" y="6211248"/>
                  <a:pt x="9642132" y="6157658"/>
                  <a:pt x="9597070" y="6145002"/>
                </a:cubicBezTo>
                <a:cubicBezTo>
                  <a:pt x="9537198" y="6128126"/>
                  <a:pt x="9487917" y="6095272"/>
                  <a:pt x="9452999" y="6041413"/>
                </a:cubicBezTo>
                <a:cubicBezTo>
                  <a:pt x="9429301" y="6004880"/>
                  <a:pt x="9397973" y="5973103"/>
                  <a:pt x="9376519" y="5935491"/>
                </a:cubicBezTo>
                <a:cubicBezTo>
                  <a:pt x="9363414" y="5912512"/>
                  <a:pt x="9358207" y="5882621"/>
                  <a:pt x="9357489" y="5855601"/>
                </a:cubicBezTo>
                <a:cubicBezTo>
                  <a:pt x="9356592" y="5823735"/>
                  <a:pt x="9346359" y="5814399"/>
                  <a:pt x="9314941" y="5816733"/>
                </a:cubicBezTo>
                <a:cubicBezTo>
                  <a:pt x="9249593" y="5821670"/>
                  <a:pt x="9187835" y="5835584"/>
                  <a:pt x="9134335" y="5875529"/>
                </a:cubicBezTo>
                <a:cubicBezTo>
                  <a:pt x="9078502" y="5917269"/>
                  <a:pt x="9024104" y="5961075"/>
                  <a:pt x="8966835" y="6000750"/>
                </a:cubicBezTo>
                <a:cubicBezTo>
                  <a:pt x="8944394" y="6016369"/>
                  <a:pt x="8916746" y="6029565"/>
                  <a:pt x="8890086" y="6032976"/>
                </a:cubicBezTo>
                <a:cubicBezTo>
                  <a:pt x="8814325" y="6042670"/>
                  <a:pt x="8698529" y="5972026"/>
                  <a:pt x="8668458" y="5901381"/>
                </a:cubicBezTo>
                <a:cubicBezTo>
                  <a:pt x="8652211" y="5863141"/>
                  <a:pt x="8622768" y="5844381"/>
                  <a:pt x="8584079" y="5835404"/>
                </a:cubicBezTo>
                <a:cubicBezTo>
                  <a:pt x="8530310" y="5823017"/>
                  <a:pt x="8476990" y="5808565"/>
                  <a:pt x="8423042" y="5796895"/>
                </a:cubicBezTo>
                <a:cubicBezTo>
                  <a:pt x="8299257" y="5770235"/>
                  <a:pt x="8178614" y="5789355"/>
                  <a:pt x="8063356" y="5834058"/>
                </a:cubicBezTo>
                <a:cubicBezTo>
                  <a:pt x="7779521" y="5944199"/>
                  <a:pt x="7499187" y="6063585"/>
                  <a:pt x="7213826" y="6169597"/>
                </a:cubicBezTo>
                <a:cubicBezTo>
                  <a:pt x="6994621" y="6251013"/>
                  <a:pt x="6874337" y="6205862"/>
                  <a:pt x="6763658" y="5999314"/>
                </a:cubicBezTo>
                <a:cubicBezTo>
                  <a:pt x="6694988" y="5871130"/>
                  <a:pt x="6491761" y="5336853"/>
                  <a:pt x="6426592" y="5215042"/>
                </a:cubicBezTo>
                <a:cubicBezTo>
                  <a:pt x="6384672" y="5136588"/>
                  <a:pt x="6321658" y="5066392"/>
                  <a:pt x="6257117" y="5003917"/>
                </a:cubicBezTo>
                <a:cubicBezTo>
                  <a:pt x="6192577" y="4941441"/>
                  <a:pt x="6158825" y="4951225"/>
                  <a:pt x="6102632" y="5021510"/>
                </a:cubicBezTo>
                <a:cubicBezTo>
                  <a:pt x="6011073" y="5135871"/>
                  <a:pt x="5957842" y="5269260"/>
                  <a:pt x="5921758" y="5408305"/>
                </a:cubicBezTo>
                <a:cubicBezTo>
                  <a:pt x="5879478" y="5571317"/>
                  <a:pt x="5851562" y="5738100"/>
                  <a:pt x="5808834" y="5901022"/>
                </a:cubicBezTo>
                <a:cubicBezTo>
                  <a:pt x="5783340" y="5998237"/>
                  <a:pt x="5749859" y="6095631"/>
                  <a:pt x="5703630" y="6184408"/>
                </a:cubicBezTo>
                <a:cubicBezTo>
                  <a:pt x="5674007" y="6241319"/>
                  <a:pt x="5621944" y="6295806"/>
                  <a:pt x="5566200" y="6326685"/>
                </a:cubicBezTo>
                <a:cubicBezTo>
                  <a:pt x="5524101" y="6350023"/>
                  <a:pt x="5459381" y="6341316"/>
                  <a:pt x="5406240" y="6334584"/>
                </a:cubicBezTo>
                <a:cubicBezTo>
                  <a:pt x="5279224" y="6318606"/>
                  <a:pt x="5178149" y="6248949"/>
                  <a:pt x="5084615" y="6165737"/>
                </a:cubicBezTo>
                <a:cubicBezTo>
                  <a:pt x="5046195" y="6131537"/>
                  <a:pt x="5002390" y="6103261"/>
                  <a:pt x="4960650" y="6072831"/>
                </a:cubicBezTo>
                <a:cubicBezTo>
                  <a:pt x="4936414" y="6055237"/>
                  <a:pt x="4918640" y="6066458"/>
                  <a:pt x="4905176" y="6088091"/>
                </a:cubicBezTo>
                <a:cubicBezTo>
                  <a:pt x="4877618" y="6132434"/>
                  <a:pt x="4848714" y="6176150"/>
                  <a:pt x="4824208" y="6222199"/>
                </a:cubicBezTo>
                <a:cubicBezTo>
                  <a:pt x="4785789" y="6294549"/>
                  <a:pt x="4751588" y="6369143"/>
                  <a:pt x="4713439" y="6441673"/>
                </a:cubicBezTo>
                <a:cubicBezTo>
                  <a:pt x="4702039" y="6463306"/>
                  <a:pt x="4685702" y="6483593"/>
                  <a:pt x="4667389" y="6499751"/>
                </a:cubicBezTo>
                <a:cubicBezTo>
                  <a:pt x="4658413" y="6507650"/>
                  <a:pt x="4636960" y="6510792"/>
                  <a:pt x="4626008" y="6505675"/>
                </a:cubicBezTo>
                <a:cubicBezTo>
                  <a:pt x="4559223" y="6474706"/>
                  <a:pt x="4504737" y="6428567"/>
                  <a:pt x="4467754" y="6363758"/>
                </a:cubicBezTo>
                <a:cubicBezTo>
                  <a:pt x="4464163" y="6357564"/>
                  <a:pt x="4461829" y="6349216"/>
                  <a:pt x="4462547" y="6342214"/>
                </a:cubicBezTo>
                <a:cubicBezTo>
                  <a:pt x="4472062" y="6247154"/>
                  <a:pt x="4478256" y="6149310"/>
                  <a:pt x="4540014" y="6071126"/>
                </a:cubicBezTo>
                <a:cubicBezTo>
                  <a:pt x="4596117" y="6000032"/>
                  <a:pt x="4645936" y="5928669"/>
                  <a:pt x="4670172" y="5839174"/>
                </a:cubicBezTo>
                <a:cubicBezTo>
                  <a:pt x="4682739" y="5792856"/>
                  <a:pt x="4711464" y="5750038"/>
                  <a:pt x="4737585" y="5708477"/>
                </a:cubicBezTo>
                <a:cubicBezTo>
                  <a:pt x="4776633" y="5646271"/>
                  <a:pt x="4851048" y="5635858"/>
                  <a:pt x="4897545" y="5693846"/>
                </a:cubicBezTo>
                <a:cubicBezTo>
                  <a:pt x="4935875" y="5741690"/>
                  <a:pt x="4975641" y="5745730"/>
                  <a:pt x="5029409" y="5740792"/>
                </a:cubicBezTo>
                <a:cubicBezTo>
                  <a:pt x="5087038" y="5735497"/>
                  <a:pt x="5145744" y="5740523"/>
                  <a:pt x="5204001" y="5742049"/>
                </a:cubicBezTo>
                <a:cubicBezTo>
                  <a:pt x="5217286" y="5742408"/>
                  <a:pt x="5230841" y="5745460"/>
                  <a:pt x="5243587" y="5749500"/>
                </a:cubicBezTo>
                <a:cubicBezTo>
                  <a:pt x="5314321" y="5772210"/>
                  <a:pt x="5316386" y="5772569"/>
                  <a:pt x="5323119" y="5695551"/>
                </a:cubicBezTo>
                <a:cubicBezTo>
                  <a:pt x="5340712" y="5493223"/>
                  <a:pt x="5412972" y="4451776"/>
                  <a:pt x="5437748" y="4270811"/>
                </a:cubicBezTo>
                <a:cubicBezTo>
                  <a:pt x="5449507" y="4184547"/>
                  <a:pt x="5416115" y="4149539"/>
                  <a:pt x="5353279" y="4117493"/>
                </a:cubicBezTo>
                <a:cubicBezTo>
                  <a:pt x="5348253" y="4114980"/>
                  <a:pt x="5344393" y="4110132"/>
                  <a:pt x="5333711" y="4100976"/>
                </a:cubicBezTo>
                <a:cubicBezTo>
                  <a:pt x="5349958" y="4091641"/>
                  <a:pt x="5361807" y="4080510"/>
                  <a:pt x="5375362" y="4077817"/>
                </a:cubicBezTo>
                <a:cubicBezTo>
                  <a:pt x="5409472" y="4070995"/>
                  <a:pt x="5428681" y="4049541"/>
                  <a:pt x="5435324" y="4018573"/>
                </a:cubicBezTo>
                <a:cubicBezTo>
                  <a:pt x="5451302" y="3943619"/>
                  <a:pt x="5474461" y="3868487"/>
                  <a:pt x="5445018" y="3791289"/>
                </a:cubicBezTo>
                <a:cubicBezTo>
                  <a:pt x="5443493" y="3787250"/>
                  <a:pt x="5443403" y="3782403"/>
                  <a:pt x="5443762" y="3778004"/>
                </a:cubicBezTo>
                <a:cubicBezTo>
                  <a:pt x="5453187" y="3679353"/>
                  <a:pt x="5462882" y="3580702"/>
                  <a:pt x="5472038" y="3481961"/>
                </a:cubicBezTo>
                <a:cubicBezTo>
                  <a:pt x="5473115" y="3470651"/>
                  <a:pt x="5475180" y="3455570"/>
                  <a:pt x="5469345" y="3448030"/>
                </a:cubicBezTo>
                <a:cubicBezTo>
                  <a:pt x="5433169" y="3401353"/>
                  <a:pt x="5439543" y="3347943"/>
                  <a:pt x="5447801" y="3297136"/>
                </a:cubicBezTo>
                <a:cubicBezTo>
                  <a:pt x="5465754" y="3185379"/>
                  <a:pt x="5488465" y="3074431"/>
                  <a:pt x="5510457" y="2963392"/>
                </a:cubicBezTo>
                <a:cubicBezTo>
                  <a:pt x="5516741" y="2931705"/>
                  <a:pt x="5531282" y="2901186"/>
                  <a:pt x="5534873" y="2869409"/>
                </a:cubicBezTo>
                <a:cubicBezTo>
                  <a:pt x="5539451" y="2828297"/>
                  <a:pt x="5502917" y="2764025"/>
                  <a:pt x="5471230" y="2766988"/>
                </a:cubicBezTo>
                <a:cubicBezTo>
                  <a:pt x="5438556" y="2770040"/>
                  <a:pt x="5397623" y="2790685"/>
                  <a:pt x="5379491" y="2816897"/>
                </a:cubicBezTo>
                <a:cubicBezTo>
                  <a:pt x="5355165" y="2852084"/>
                  <a:pt x="5324734" y="2863933"/>
                  <a:pt x="5290444" y="2882245"/>
                </a:cubicBezTo>
                <a:cubicBezTo>
                  <a:pt x="5227161" y="2916086"/>
                  <a:pt x="5171237" y="2963662"/>
                  <a:pt x="5111813" y="3004863"/>
                </a:cubicBezTo>
                <a:cubicBezTo>
                  <a:pt x="5079139" y="3027484"/>
                  <a:pt x="5045478" y="3048758"/>
                  <a:pt x="5012175" y="3070661"/>
                </a:cubicBezTo>
                <a:cubicBezTo>
                  <a:pt x="4982373" y="3090319"/>
                  <a:pt x="4953469" y="3111504"/>
                  <a:pt x="4922590" y="3129277"/>
                </a:cubicBezTo>
                <a:cubicBezTo>
                  <a:pt x="4879503" y="3154052"/>
                  <a:pt x="4837314" y="3184931"/>
                  <a:pt x="4790457" y="3197947"/>
                </a:cubicBezTo>
                <a:cubicBezTo>
                  <a:pt x="4675827" y="3229723"/>
                  <a:pt x="4558865" y="3252972"/>
                  <a:pt x="4442709" y="3279273"/>
                </a:cubicBezTo>
                <a:cubicBezTo>
                  <a:pt x="4420897" y="3284210"/>
                  <a:pt x="4398456" y="3291750"/>
                  <a:pt x="4376733" y="3290314"/>
                </a:cubicBezTo>
                <a:cubicBezTo>
                  <a:pt x="4360037" y="3289237"/>
                  <a:pt x="4335710" y="3280081"/>
                  <a:pt x="4329606" y="3267334"/>
                </a:cubicBezTo>
                <a:cubicBezTo>
                  <a:pt x="4309679" y="3226222"/>
                  <a:pt x="4277633" y="3232955"/>
                  <a:pt x="4245587" y="3239956"/>
                </a:cubicBezTo>
                <a:cubicBezTo>
                  <a:pt x="4237149" y="3241751"/>
                  <a:pt x="4228262" y="3254408"/>
                  <a:pt x="4225480" y="3263834"/>
                </a:cubicBezTo>
                <a:cubicBezTo>
                  <a:pt x="4224313" y="3267873"/>
                  <a:pt x="4237059" y="3279901"/>
                  <a:pt x="4245138" y="3282235"/>
                </a:cubicBezTo>
                <a:cubicBezTo>
                  <a:pt x="4276645" y="3291302"/>
                  <a:pt x="4309319" y="3296598"/>
                  <a:pt x="4340647" y="3306203"/>
                </a:cubicBezTo>
                <a:cubicBezTo>
                  <a:pt x="4351509" y="3309524"/>
                  <a:pt x="4359767" y="3321462"/>
                  <a:pt x="4369192" y="3329541"/>
                </a:cubicBezTo>
                <a:cubicBezTo>
                  <a:pt x="4360575" y="3339056"/>
                  <a:pt x="4353573" y="3354047"/>
                  <a:pt x="4343071" y="3357009"/>
                </a:cubicBezTo>
                <a:cubicBezTo>
                  <a:pt x="4312102" y="3365806"/>
                  <a:pt x="4279697" y="3369756"/>
                  <a:pt x="4240201" y="3377026"/>
                </a:cubicBezTo>
                <a:cubicBezTo>
                  <a:pt x="4244420" y="3390132"/>
                  <a:pt x="4244599" y="3411496"/>
                  <a:pt x="4255191" y="3420024"/>
                </a:cubicBezTo>
                <a:cubicBezTo>
                  <a:pt x="4282839" y="3442106"/>
                  <a:pt x="4296034" y="3471100"/>
                  <a:pt x="4276466" y="3496593"/>
                </a:cubicBezTo>
                <a:cubicBezTo>
                  <a:pt x="4264617" y="3512032"/>
                  <a:pt x="4230596" y="3510417"/>
                  <a:pt x="4196037" y="3519124"/>
                </a:cubicBezTo>
                <a:cubicBezTo>
                  <a:pt x="4187240" y="3534204"/>
                  <a:pt x="4169736" y="3560146"/>
                  <a:pt x="4156271" y="3588063"/>
                </a:cubicBezTo>
                <a:cubicBezTo>
                  <a:pt x="4140832" y="3620019"/>
                  <a:pt x="4116326" y="3629354"/>
                  <a:pt x="4083742" y="3625405"/>
                </a:cubicBezTo>
                <a:cubicBezTo>
                  <a:pt x="4012020" y="3616787"/>
                  <a:pt x="3939939" y="3604579"/>
                  <a:pt x="3884016" y="3556107"/>
                </a:cubicBezTo>
                <a:cubicBezTo>
                  <a:pt x="3853855" y="3529985"/>
                  <a:pt x="3834466" y="3491387"/>
                  <a:pt x="3806190" y="3453057"/>
                </a:cubicBezTo>
                <a:cubicBezTo>
                  <a:pt x="3803138" y="3454224"/>
                  <a:pt x="3791289" y="3458622"/>
                  <a:pt x="3779709" y="3463470"/>
                </a:cubicBezTo>
                <a:cubicBezTo>
                  <a:pt x="3746138" y="3477563"/>
                  <a:pt x="3722350" y="3467689"/>
                  <a:pt x="3696947" y="3441029"/>
                </a:cubicBezTo>
                <a:cubicBezTo>
                  <a:pt x="3666876" y="3409521"/>
                  <a:pt x="3522894" y="3309254"/>
                  <a:pt x="3484474" y="3289775"/>
                </a:cubicBezTo>
                <a:cubicBezTo>
                  <a:pt x="3441028" y="3267783"/>
                  <a:pt x="3395428" y="3249202"/>
                  <a:pt x="3349289" y="3233314"/>
                </a:cubicBezTo>
                <a:cubicBezTo>
                  <a:pt x="3327477" y="3225773"/>
                  <a:pt x="3312576" y="3233942"/>
                  <a:pt x="3308895" y="3264193"/>
                </a:cubicBezTo>
                <a:cubicBezTo>
                  <a:pt x="3299650" y="3339954"/>
                  <a:pt x="3294982" y="3412214"/>
                  <a:pt x="3332234" y="3484564"/>
                </a:cubicBezTo>
                <a:cubicBezTo>
                  <a:pt x="3355483" y="3529716"/>
                  <a:pt x="3360330" y="3583934"/>
                  <a:pt x="3379181" y="3631868"/>
                </a:cubicBezTo>
                <a:cubicBezTo>
                  <a:pt x="3390581" y="3660682"/>
                  <a:pt x="3407546" y="3692997"/>
                  <a:pt x="3431693" y="3709783"/>
                </a:cubicBezTo>
                <a:cubicBezTo>
                  <a:pt x="3466252" y="3733840"/>
                  <a:pt x="3482948" y="3762026"/>
                  <a:pt x="3487078" y="3801163"/>
                </a:cubicBezTo>
                <a:cubicBezTo>
                  <a:pt x="3488334" y="3813012"/>
                  <a:pt x="3489052" y="3824951"/>
                  <a:pt x="3490309" y="3836890"/>
                </a:cubicBezTo>
                <a:cubicBezTo>
                  <a:pt x="3495336" y="3885362"/>
                  <a:pt x="3471728" y="3952057"/>
                  <a:pt x="3573162" y="3938593"/>
                </a:cubicBezTo>
                <a:cubicBezTo>
                  <a:pt x="3531062" y="3977640"/>
                  <a:pt x="3495067" y="3981949"/>
                  <a:pt x="3457904" y="3970190"/>
                </a:cubicBezTo>
                <a:cubicBezTo>
                  <a:pt x="3395428" y="3950531"/>
                  <a:pt x="3333491" y="3929167"/>
                  <a:pt x="3272092" y="3906277"/>
                </a:cubicBezTo>
                <a:cubicBezTo>
                  <a:pt x="3241841" y="3895057"/>
                  <a:pt x="3222542" y="3895326"/>
                  <a:pt x="3189329" y="3914446"/>
                </a:cubicBezTo>
                <a:cubicBezTo>
                  <a:pt x="3089331" y="3971985"/>
                  <a:pt x="2987269" y="4029165"/>
                  <a:pt x="2871383" y="4052324"/>
                </a:cubicBezTo>
                <a:cubicBezTo>
                  <a:pt x="2845801" y="4057441"/>
                  <a:pt x="2821385" y="4068123"/>
                  <a:pt x="2797508" y="4075842"/>
                </a:cubicBezTo>
                <a:cubicBezTo>
                  <a:pt x="2810254" y="4115608"/>
                  <a:pt x="2817166" y="4151604"/>
                  <a:pt x="2833772" y="4182393"/>
                </a:cubicBezTo>
                <a:cubicBezTo>
                  <a:pt x="2842031" y="4197742"/>
                  <a:pt x="2871832" y="4199717"/>
                  <a:pt x="2886015" y="4213810"/>
                </a:cubicBezTo>
                <a:cubicBezTo>
                  <a:pt x="3104232" y="4430412"/>
                  <a:pt x="3337081" y="4634087"/>
                  <a:pt x="3500363" y="4899700"/>
                </a:cubicBezTo>
                <a:cubicBezTo>
                  <a:pt x="3550002" y="4980399"/>
                  <a:pt x="3589409" y="5065405"/>
                  <a:pt x="3601437" y="5160825"/>
                </a:cubicBezTo>
                <a:cubicBezTo>
                  <a:pt x="3612119" y="5245652"/>
                  <a:pt x="3593089" y="5321682"/>
                  <a:pt x="3531242" y="5382902"/>
                </a:cubicBezTo>
                <a:cubicBezTo>
                  <a:pt x="3500542" y="5413242"/>
                  <a:pt x="3215720" y="5620867"/>
                  <a:pt x="3105220" y="5694654"/>
                </a:cubicBezTo>
                <a:cubicBezTo>
                  <a:pt x="3079906" y="5711529"/>
                  <a:pt x="3049027" y="5723737"/>
                  <a:pt x="3019046" y="5729033"/>
                </a:cubicBezTo>
                <a:cubicBezTo>
                  <a:pt x="2922549" y="5745909"/>
                  <a:pt x="2827758" y="5773826"/>
                  <a:pt x="2726683" y="5758745"/>
                </a:cubicBezTo>
                <a:cubicBezTo>
                  <a:pt x="2687366" y="5752911"/>
                  <a:pt x="2643023" y="5764760"/>
                  <a:pt x="2603796" y="5777506"/>
                </a:cubicBezTo>
                <a:cubicBezTo>
                  <a:pt x="2447875" y="5828223"/>
                  <a:pt x="2292403" y="5880735"/>
                  <a:pt x="2138368" y="5936838"/>
                </a:cubicBezTo>
                <a:cubicBezTo>
                  <a:pt x="2109553" y="5947340"/>
                  <a:pt x="2090882" y="5984503"/>
                  <a:pt x="2062157" y="5996980"/>
                </a:cubicBezTo>
                <a:cubicBezTo>
                  <a:pt x="2014852" y="6017626"/>
                  <a:pt x="2002644" y="6059366"/>
                  <a:pt x="1984601" y="6098773"/>
                </a:cubicBezTo>
                <a:cubicBezTo>
                  <a:pt x="1972662" y="6124715"/>
                  <a:pt x="1961083" y="6151824"/>
                  <a:pt x="1988192" y="6176958"/>
                </a:cubicBezTo>
                <a:cubicBezTo>
                  <a:pt x="1991692" y="6180189"/>
                  <a:pt x="1993757" y="6187550"/>
                  <a:pt x="1992859" y="6192397"/>
                </a:cubicBezTo>
                <a:cubicBezTo>
                  <a:pt x="1978407" y="6266363"/>
                  <a:pt x="1963596" y="6340329"/>
                  <a:pt x="1948247" y="6414205"/>
                </a:cubicBezTo>
                <a:cubicBezTo>
                  <a:pt x="1946182" y="6424079"/>
                  <a:pt x="1942142" y="6433863"/>
                  <a:pt x="1937475" y="6442930"/>
                </a:cubicBezTo>
                <a:cubicBezTo>
                  <a:pt x="1904980" y="6506303"/>
                  <a:pt x="1872755" y="6569767"/>
                  <a:pt x="1839003" y="6632422"/>
                </a:cubicBezTo>
                <a:cubicBezTo>
                  <a:pt x="1829488" y="6650106"/>
                  <a:pt x="1818088" y="6669854"/>
                  <a:pt x="1802110" y="6680446"/>
                </a:cubicBezTo>
                <a:cubicBezTo>
                  <a:pt x="1774822" y="6698579"/>
                  <a:pt x="1748790" y="6694449"/>
                  <a:pt x="1732543" y="6660429"/>
                </a:cubicBezTo>
                <a:cubicBezTo>
                  <a:pt x="1663065" y="6514382"/>
                  <a:pt x="1638649" y="6362142"/>
                  <a:pt x="1644753" y="6199758"/>
                </a:cubicBezTo>
                <a:cubicBezTo>
                  <a:pt x="1649151" y="6081538"/>
                  <a:pt x="1627339" y="5962242"/>
                  <a:pt x="1616208" y="5843483"/>
                </a:cubicBezTo>
                <a:cubicBezTo>
                  <a:pt x="1612797" y="5806859"/>
                  <a:pt x="1581828" y="5805423"/>
                  <a:pt x="1558490" y="5812155"/>
                </a:cubicBezTo>
                <a:cubicBezTo>
                  <a:pt x="1492064" y="5831275"/>
                  <a:pt x="1422676" y="5846355"/>
                  <a:pt x="1372946" y="5901471"/>
                </a:cubicBezTo>
                <a:cubicBezTo>
                  <a:pt x="1361995" y="5913589"/>
                  <a:pt x="1349877" y="5925707"/>
                  <a:pt x="1335964" y="5933876"/>
                </a:cubicBezTo>
                <a:cubicBezTo>
                  <a:pt x="1307778" y="5950572"/>
                  <a:pt x="1299429" y="5974808"/>
                  <a:pt x="1291171" y="6005687"/>
                </a:cubicBezTo>
                <a:cubicBezTo>
                  <a:pt x="1276540" y="6060803"/>
                  <a:pt x="1260202" y="6119239"/>
                  <a:pt x="1184262" y="6124535"/>
                </a:cubicBezTo>
                <a:cubicBezTo>
                  <a:pt x="1166399" y="6125792"/>
                  <a:pt x="1146471" y="6141680"/>
                  <a:pt x="1133096" y="6156132"/>
                </a:cubicBezTo>
                <a:cubicBezTo>
                  <a:pt x="1094408" y="6198052"/>
                  <a:pt x="1025109" y="6190422"/>
                  <a:pt x="995577" y="6253706"/>
                </a:cubicBezTo>
                <a:cubicBezTo>
                  <a:pt x="976996" y="6293472"/>
                  <a:pt x="930767" y="6323094"/>
                  <a:pt x="870266" y="6311604"/>
                </a:cubicBezTo>
                <a:cubicBezTo>
                  <a:pt x="864611" y="6212864"/>
                  <a:pt x="868291" y="6115110"/>
                  <a:pt x="895041" y="6019870"/>
                </a:cubicBezTo>
                <a:cubicBezTo>
                  <a:pt x="909134" y="5969781"/>
                  <a:pt x="1057963" y="5579845"/>
                  <a:pt x="1108770" y="5432093"/>
                </a:cubicBezTo>
                <a:cubicBezTo>
                  <a:pt x="1138482" y="5345470"/>
                  <a:pt x="1177709" y="5322311"/>
                  <a:pt x="1258946" y="5362436"/>
                </a:cubicBezTo>
                <a:cubicBezTo>
                  <a:pt x="1322858" y="5394122"/>
                  <a:pt x="1380038" y="5430118"/>
                  <a:pt x="1459749" y="5407318"/>
                </a:cubicBezTo>
                <a:cubicBezTo>
                  <a:pt x="1504092" y="5394661"/>
                  <a:pt x="1557053" y="5412614"/>
                  <a:pt x="1606154" y="5415756"/>
                </a:cubicBezTo>
                <a:cubicBezTo>
                  <a:pt x="1645651" y="5418269"/>
                  <a:pt x="1686224" y="5427335"/>
                  <a:pt x="1719437" y="5392507"/>
                </a:cubicBezTo>
                <a:cubicBezTo>
                  <a:pt x="1726439" y="5385146"/>
                  <a:pt x="1849506" y="5377606"/>
                  <a:pt x="1895285" y="5372489"/>
                </a:cubicBezTo>
                <a:cubicBezTo>
                  <a:pt x="1902646" y="5371681"/>
                  <a:pt x="1911892" y="5370963"/>
                  <a:pt x="1916560" y="5366385"/>
                </a:cubicBezTo>
                <a:cubicBezTo>
                  <a:pt x="1970688" y="5313065"/>
                  <a:pt x="2150755" y="5284251"/>
                  <a:pt x="2173017" y="5278147"/>
                </a:cubicBezTo>
                <a:cubicBezTo>
                  <a:pt x="2230466" y="5262348"/>
                  <a:pt x="2288723" y="5249332"/>
                  <a:pt x="2346801" y="5236137"/>
                </a:cubicBezTo>
                <a:cubicBezTo>
                  <a:pt x="2367985" y="5231379"/>
                  <a:pt x="2389798" y="5229405"/>
                  <a:pt x="2422831" y="5224468"/>
                </a:cubicBezTo>
                <a:cubicBezTo>
                  <a:pt x="2372024" y="5183446"/>
                  <a:pt x="1853725" y="4730764"/>
                  <a:pt x="1800045" y="4688843"/>
                </a:cubicBezTo>
                <a:cubicBezTo>
                  <a:pt x="1747354" y="4647732"/>
                  <a:pt x="1701843" y="4608325"/>
                  <a:pt x="1687750" y="4533462"/>
                </a:cubicBezTo>
                <a:cubicBezTo>
                  <a:pt x="1663424" y="4405098"/>
                  <a:pt x="1624287" y="4279608"/>
                  <a:pt x="1590356" y="4153129"/>
                </a:cubicBezTo>
                <a:cubicBezTo>
                  <a:pt x="1575006" y="4095860"/>
                  <a:pt x="1618093" y="4065789"/>
                  <a:pt x="1645830" y="4028985"/>
                </a:cubicBezTo>
                <a:cubicBezTo>
                  <a:pt x="1671593" y="3994875"/>
                  <a:pt x="1700138" y="3962919"/>
                  <a:pt x="1734428" y="3921537"/>
                </a:cubicBezTo>
                <a:cubicBezTo>
                  <a:pt x="1657948" y="3931322"/>
                  <a:pt x="1609924" y="3875757"/>
                  <a:pt x="1633892" y="3820732"/>
                </a:cubicBezTo>
                <a:cubicBezTo>
                  <a:pt x="1674196" y="3728005"/>
                  <a:pt x="1716206" y="3635997"/>
                  <a:pt x="1761177" y="3545425"/>
                </a:cubicBezTo>
                <a:cubicBezTo>
                  <a:pt x="1782003" y="3503504"/>
                  <a:pt x="1789633" y="3462482"/>
                  <a:pt x="1786042" y="3416343"/>
                </a:cubicBezTo>
                <a:cubicBezTo>
                  <a:pt x="1783439" y="3382772"/>
                  <a:pt x="1776796" y="3338607"/>
                  <a:pt x="1794211" y="3316885"/>
                </a:cubicBezTo>
                <a:cubicBezTo>
                  <a:pt x="1823743" y="3279991"/>
                  <a:pt x="1867459" y="3249471"/>
                  <a:pt x="1911443" y="3230531"/>
                </a:cubicBezTo>
                <a:cubicBezTo>
                  <a:pt x="1952645" y="3212758"/>
                  <a:pt x="1984511" y="3198126"/>
                  <a:pt x="1992680" y="3149204"/>
                </a:cubicBezTo>
                <a:cubicBezTo>
                  <a:pt x="1995822" y="3130264"/>
                  <a:pt x="2012877" y="3113119"/>
                  <a:pt x="2024995" y="3096154"/>
                </a:cubicBezTo>
                <a:cubicBezTo>
                  <a:pt x="2085945" y="3010967"/>
                  <a:pt x="2090882" y="2916535"/>
                  <a:pt x="2072480" y="2817884"/>
                </a:cubicBezTo>
                <a:cubicBezTo>
                  <a:pt x="2067813" y="2792750"/>
                  <a:pt x="2054348" y="2784312"/>
                  <a:pt x="2028496" y="2777311"/>
                </a:cubicBezTo>
                <a:cubicBezTo>
                  <a:pt x="1877333" y="2736468"/>
                  <a:pt x="1364957" y="2755408"/>
                  <a:pt x="1260741" y="2752625"/>
                </a:cubicBezTo>
                <a:cubicBezTo>
                  <a:pt x="1225104" y="2751728"/>
                  <a:pt x="1188750" y="2761692"/>
                  <a:pt x="1153742" y="2757652"/>
                </a:cubicBezTo>
                <a:cubicBezTo>
                  <a:pt x="1023494" y="2742482"/>
                  <a:pt x="893425" y="2725517"/>
                  <a:pt x="763895" y="2705140"/>
                </a:cubicBezTo>
                <a:cubicBezTo>
                  <a:pt x="712729" y="2697061"/>
                  <a:pt x="662820" y="2679737"/>
                  <a:pt x="613270" y="2663849"/>
                </a:cubicBezTo>
                <a:cubicBezTo>
                  <a:pt x="578891" y="2652807"/>
                  <a:pt x="549807" y="2655141"/>
                  <a:pt x="522070" y="2680006"/>
                </a:cubicBezTo>
                <a:cubicBezTo>
                  <a:pt x="491011" y="2707743"/>
                  <a:pt x="454836" y="2715642"/>
                  <a:pt x="413006" y="2701190"/>
                </a:cubicBezTo>
                <a:cubicBezTo>
                  <a:pt x="413634" y="2686469"/>
                  <a:pt x="414263" y="2672376"/>
                  <a:pt x="414622" y="2664118"/>
                </a:cubicBezTo>
                <a:cubicBezTo>
                  <a:pt x="373689" y="2667259"/>
                  <a:pt x="327640" y="2684225"/>
                  <a:pt x="298287" y="2668965"/>
                </a:cubicBezTo>
                <a:cubicBezTo>
                  <a:pt x="271448" y="2655051"/>
                  <a:pt x="262561" y="2606399"/>
                  <a:pt x="241915" y="2565556"/>
                </a:cubicBezTo>
                <a:cubicBezTo>
                  <a:pt x="222526" y="2590152"/>
                  <a:pt x="204214" y="2613311"/>
                  <a:pt x="182401" y="2641048"/>
                </a:cubicBezTo>
                <a:cubicBezTo>
                  <a:pt x="160589" y="2632880"/>
                  <a:pt x="128094" y="2627314"/>
                  <a:pt x="105204" y="2609451"/>
                </a:cubicBezTo>
                <a:cubicBezTo>
                  <a:pt x="92368" y="2599487"/>
                  <a:pt x="90303" y="2568698"/>
                  <a:pt x="92547" y="2548232"/>
                </a:cubicBezTo>
                <a:cubicBezTo>
                  <a:pt x="95240" y="2523636"/>
                  <a:pt x="93894" y="2508825"/>
                  <a:pt x="66874" y="2501824"/>
                </a:cubicBezTo>
                <a:cubicBezTo>
                  <a:pt x="57808" y="2499400"/>
                  <a:pt x="46139" y="2487731"/>
                  <a:pt x="44613" y="2478754"/>
                </a:cubicBezTo>
                <a:cubicBezTo>
                  <a:pt x="37611" y="2439258"/>
                  <a:pt x="35816" y="2398774"/>
                  <a:pt x="27827" y="2359547"/>
                </a:cubicBezTo>
                <a:cubicBezTo>
                  <a:pt x="25044" y="2345813"/>
                  <a:pt x="9695" y="2334682"/>
                  <a:pt x="0" y="2322295"/>
                </a:cubicBezTo>
                <a:cubicBezTo>
                  <a:pt x="0" y="2298418"/>
                  <a:pt x="0" y="2274451"/>
                  <a:pt x="0" y="2250573"/>
                </a:cubicBezTo>
                <a:cubicBezTo>
                  <a:pt x="87161" y="2201562"/>
                  <a:pt x="91380" y="2120594"/>
                  <a:pt x="76659" y="2035228"/>
                </a:cubicBezTo>
                <a:cubicBezTo>
                  <a:pt x="97933" y="2033343"/>
                  <a:pt x="112565" y="2032894"/>
                  <a:pt x="126927" y="2030740"/>
                </a:cubicBezTo>
                <a:cubicBezTo>
                  <a:pt x="174951" y="2023469"/>
                  <a:pt x="213101" y="2039806"/>
                  <a:pt x="233746" y="2084509"/>
                </a:cubicBezTo>
                <a:cubicBezTo>
                  <a:pt x="246583" y="2112336"/>
                  <a:pt x="249814" y="2144472"/>
                  <a:pt x="259150" y="2174184"/>
                </a:cubicBezTo>
                <a:cubicBezTo>
                  <a:pt x="263369" y="2187648"/>
                  <a:pt x="268485" y="2203985"/>
                  <a:pt x="278718" y="2211795"/>
                </a:cubicBezTo>
                <a:cubicBezTo>
                  <a:pt x="316420" y="2240609"/>
                  <a:pt x="355467" y="2267808"/>
                  <a:pt x="395681" y="2292942"/>
                </a:cubicBezTo>
                <a:cubicBezTo>
                  <a:pt x="438589" y="2319871"/>
                  <a:pt x="484458" y="2342133"/>
                  <a:pt x="527007" y="2369601"/>
                </a:cubicBezTo>
                <a:cubicBezTo>
                  <a:pt x="609770" y="2423010"/>
                  <a:pt x="699175" y="2378128"/>
                  <a:pt x="784541" y="2389977"/>
                </a:cubicBezTo>
                <a:cubicBezTo>
                  <a:pt x="785618" y="2390157"/>
                  <a:pt x="786964" y="2388451"/>
                  <a:pt x="788131" y="2387464"/>
                </a:cubicBezTo>
                <a:cubicBezTo>
                  <a:pt x="848274" y="2334592"/>
                  <a:pt x="920444" y="2341953"/>
                  <a:pt x="992345" y="2345723"/>
                </a:cubicBezTo>
                <a:cubicBezTo>
                  <a:pt x="1039741" y="2348147"/>
                  <a:pt x="1089381" y="2356854"/>
                  <a:pt x="1134353" y="2346621"/>
                </a:cubicBezTo>
                <a:cubicBezTo>
                  <a:pt x="1247276" y="2321128"/>
                  <a:pt x="1355442" y="2330284"/>
                  <a:pt x="1465404" y="2362150"/>
                </a:cubicBezTo>
                <a:cubicBezTo>
                  <a:pt x="1589458" y="2398056"/>
                  <a:pt x="1711987" y="2388541"/>
                  <a:pt x="1834605" y="2343749"/>
                </a:cubicBezTo>
                <a:cubicBezTo>
                  <a:pt x="1916560" y="2313767"/>
                  <a:pt x="2002644" y="2290788"/>
                  <a:pt x="2088907" y="2278131"/>
                </a:cubicBezTo>
                <a:cubicBezTo>
                  <a:pt x="2158564" y="2267898"/>
                  <a:pt x="2218976" y="2243661"/>
                  <a:pt x="2278310" y="2209641"/>
                </a:cubicBezTo>
                <a:cubicBezTo>
                  <a:pt x="2343300" y="2172388"/>
                  <a:pt x="2424626" y="2173645"/>
                  <a:pt x="2484499" y="2123646"/>
                </a:cubicBezTo>
                <a:cubicBezTo>
                  <a:pt x="2498143" y="2112246"/>
                  <a:pt x="2511518" y="2100397"/>
                  <a:pt x="2525073" y="2088818"/>
                </a:cubicBezTo>
                <a:cubicBezTo>
                  <a:pt x="2542218" y="2074186"/>
                  <a:pt x="2557298" y="2052373"/>
                  <a:pt x="2577046" y="2046718"/>
                </a:cubicBezTo>
                <a:cubicBezTo>
                  <a:pt x="2608464" y="2037652"/>
                  <a:pt x="2642933" y="2039447"/>
                  <a:pt x="2679108" y="2036305"/>
                </a:cubicBezTo>
                <a:cubicBezTo>
                  <a:pt x="2675159" y="2013326"/>
                  <a:pt x="2676685" y="1997976"/>
                  <a:pt x="2670132" y="1987833"/>
                </a:cubicBezTo>
                <a:cubicBezTo>
                  <a:pt x="2638176" y="1937834"/>
                  <a:pt x="2638624" y="1881282"/>
                  <a:pt x="2633508" y="1825628"/>
                </a:cubicBezTo>
                <a:cubicBezTo>
                  <a:pt x="2633239" y="1822666"/>
                  <a:pt x="2632161" y="1819794"/>
                  <a:pt x="2631533" y="1816921"/>
                </a:cubicBezTo>
                <a:cubicBezTo>
                  <a:pt x="2618876" y="1756420"/>
                  <a:pt x="2596615" y="1696009"/>
                  <a:pt x="2596345" y="1635507"/>
                </a:cubicBezTo>
                <a:cubicBezTo>
                  <a:pt x="2596076" y="1574647"/>
                  <a:pt x="2614209" y="1512710"/>
                  <a:pt x="2631174" y="1453196"/>
                </a:cubicBezTo>
                <a:cubicBezTo>
                  <a:pt x="2642933" y="1412084"/>
                  <a:pt x="2673543" y="1384795"/>
                  <a:pt x="2717348" y="1369266"/>
                </a:cubicBezTo>
                <a:cubicBezTo>
                  <a:pt x="2746072" y="1359033"/>
                  <a:pt x="2770219" y="1334527"/>
                  <a:pt x="2794994" y="1314600"/>
                </a:cubicBezTo>
                <a:cubicBezTo>
                  <a:pt x="2837542" y="1280489"/>
                  <a:pt x="2873358" y="1237133"/>
                  <a:pt x="2938707" y="1245661"/>
                </a:cubicBezTo>
                <a:cubicBezTo>
                  <a:pt x="2956570" y="1247994"/>
                  <a:pt x="2977306" y="1225284"/>
                  <a:pt x="2997323" y="1215500"/>
                </a:cubicBezTo>
                <a:cubicBezTo>
                  <a:pt x="3015455" y="1206613"/>
                  <a:pt x="3038076" y="1189019"/>
                  <a:pt x="3052438" y="1193867"/>
                </a:cubicBezTo>
                <a:cubicBezTo>
                  <a:pt x="3102257" y="1210563"/>
                  <a:pt x="3147499" y="1244943"/>
                  <a:pt x="3204589" y="1220975"/>
                </a:cubicBezTo>
                <a:cubicBezTo>
                  <a:pt x="3206654" y="1220078"/>
                  <a:pt x="3210783" y="1221783"/>
                  <a:pt x="3212937" y="1223579"/>
                </a:cubicBezTo>
                <a:cubicBezTo>
                  <a:pt x="3257101" y="1259843"/>
                  <a:pt x="3312396" y="1282015"/>
                  <a:pt x="3339684" y="1339554"/>
                </a:cubicBezTo>
                <a:cubicBezTo>
                  <a:pt x="3351623" y="1364688"/>
                  <a:pt x="3381874" y="1382192"/>
                  <a:pt x="3406020" y="1400235"/>
                </a:cubicBezTo>
                <a:cubicBezTo>
                  <a:pt x="3437168" y="1423663"/>
                  <a:pt x="3470381" y="1444219"/>
                  <a:pt x="3509339" y="1470520"/>
                </a:cubicBezTo>
                <a:cubicBezTo>
                  <a:pt x="3449646" y="1509209"/>
                  <a:pt x="3456917" y="1550141"/>
                  <a:pt x="3468407" y="1603821"/>
                </a:cubicBezTo>
                <a:cubicBezTo>
                  <a:pt x="3481333" y="1664232"/>
                  <a:pt x="3477024" y="1732094"/>
                  <a:pt x="3464188" y="1793403"/>
                </a:cubicBezTo>
                <a:cubicBezTo>
                  <a:pt x="3446055" y="1879846"/>
                  <a:pt x="3412214" y="1962878"/>
                  <a:pt x="3387439" y="2048065"/>
                </a:cubicBezTo>
                <a:cubicBezTo>
                  <a:pt x="3383849" y="2060452"/>
                  <a:pt x="3388426" y="2083162"/>
                  <a:pt x="3397583" y="2089895"/>
                </a:cubicBezTo>
                <a:cubicBezTo>
                  <a:pt x="3496682" y="2163322"/>
                  <a:pt x="3532588" y="2261255"/>
                  <a:pt x="3528010" y="2382437"/>
                </a:cubicBezTo>
                <a:cubicBezTo>
                  <a:pt x="3522355" y="2532343"/>
                  <a:pt x="3524509" y="2682430"/>
                  <a:pt x="3523881" y="2832516"/>
                </a:cubicBezTo>
                <a:cubicBezTo>
                  <a:pt x="3523791" y="2845532"/>
                  <a:pt x="3523881" y="2861061"/>
                  <a:pt x="3530344" y="2871294"/>
                </a:cubicBezTo>
                <a:cubicBezTo>
                  <a:pt x="3562659" y="2922908"/>
                  <a:pt x="3597578" y="2972817"/>
                  <a:pt x="3630521" y="3023893"/>
                </a:cubicBezTo>
                <a:cubicBezTo>
                  <a:pt x="3645242" y="3046694"/>
                  <a:pt x="3662746" y="3056747"/>
                  <a:pt x="3691471" y="3060517"/>
                </a:cubicBezTo>
                <a:cubicBezTo>
                  <a:pt x="3720824" y="3064377"/>
                  <a:pt x="3847751" y="3144178"/>
                  <a:pt x="3886619" y="3160964"/>
                </a:cubicBezTo>
                <a:cubicBezTo>
                  <a:pt x="3921268" y="3175864"/>
                  <a:pt x="3953942" y="3186277"/>
                  <a:pt x="3951070" y="3236994"/>
                </a:cubicBezTo>
                <a:cubicBezTo>
                  <a:pt x="3974947" y="3204499"/>
                  <a:pt x="3992720" y="3171376"/>
                  <a:pt x="4010045" y="3137984"/>
                </a:cubicBezTo>
                <a:cubicBezTo>
                  <a:pt x="4025036" y="3109170"/>
                  <a:pt x="4038410" y="3079368"/>
                  <a:pt x="4054478" y="3051182"/>
                </a:cubicBezTo>
                <a:cubicBezTo>
                  <a:pt x="4071623" y="3021201"/>
                  <a:pt x="4100886" y="3011326"/>
                  <a:pt x="4131765" y="3021470"/>
                </a:cubicBezTo>
                <a:cubicBezTo>
                  <a:pt x="4199717" y="3043911"/>
                  <a:pt x="4260218" y="3016174"/>
                  <a:pt x="4320630" y="2995528"/>
                </a:cubicBezTo>
                <a:cubicBezTo>
                  <a:pt x="4403482" y="2967162"/>
                  <a:pt x="4463714" y="2890144"/>
                  <a:pt x="4557159" y="2882694"/>
                </a:cubicBezTo>
                <a:cubicBezTo>
                  <a:pt x="4559672" y="2882514"/>
                  <a:pt x="4562724" y="2879911"/>
                  <a:pt x="4564340" y="2877578"/>
                </a:cubicBezTo>
                <a:cubicBezTo>
                  <a:pt x="4590462" y="2840146"/>
                  <a:pt x="4630317" y="2842120"/>
                  <a:pt x="4669185" y="2839966"/>
                </a:cubicBezTo>
                <a:cubicBezTo>
                  <a:pt x="4682111" y="2839248"/>
                  <a:pt x="4696114" y="2837902"/>
                  <a:pt x="4707335" y="2832336"/>
                </a:cubicBezTo>
                <a:cubicBezTo>
                  <a:pt x="4758321" y="2807023"/>
                  <a:pt x="4792611" y="2748227"/>
                  <a:pt x="4861371" y="2757383"/>
                </a:cubicBezTo>
                <a:cubicBezTo>
                  <a:pt x="4867654" y="2758191"/>
                  <a:pt x="4875464" y="2743469"/>
                  <a:pt x="4883273" y="2736827"/>
                </a:cubicBezTo>
                <a:cubicBezTo>
                  <a:pt x="4943505" y="2685751"/>
                  <a:pt x="5468627" y="2300033"/>
                  <a:pt x="5560186" y="2231633"/>
                </a:cubicBezTo>
                <a:cubicBezTo>
                  <a:pt x="5564046" y="2228760"/>
                  <a:pt x="5566380" y="2223734"/>
                  <a:pt x="5575087" y="2212244"/>
                </a:cubicBezTo>
                <a:cubicBezTo>
                  <a:pt x="5506328" y="2230825"/>
                  <a:pt x="5454623" y="2260088"/>
                  <a:pt x="5408305" y="2301739"/>
                </a:cubicBezTo>
                <a:cubicBezTo>
                  <a:pt x="5390891" y="2317447"/>
                  <a:pt x="5366744" y="2325796"/>
                  <a:pt x="5345649" y="2337465"/>
                </a:cubicBezTo>
                <a:cubicBezTo>
                  <a:pt x="5356960" y="2313588"/>
                  <a:pt x="5362525" y="2283247"/>
                  <a:pt x="5380658" y="2267179"/>
                </a:cubicBezTo>
                <a:cubicBezTo>
                  <a:pt x="5419077" y="2233249"/>
                  <a:pt x="5464048" y="2206768"/>
                  <a:pt x="5500403" y="2181275"/>
                </a:cubicBezTo>
                <a:cubicBezTo>
                  <a:pt x="5493581" y="2138816"/>
                  <a:pt x="5487746" y="2098333"/>
                  <a:pt x="5480296" y="2058118"/>
                </a:cubicBezTo>
                <a:cubicBezTo>
                  <a:pt x="5477603" y="2043307"/>
                  <a:pt x="5471050" y="2029304"/>
                  <a:pt x="5466293" y="2014852"/>
                </a:cubicBezTo>
                <a:cubicBezTo>
                  <a:pt x="5450853" y="2021045"/>
                  <a:pt x="5428771" y="2022661"/>
                  <a:pt x="5420962" y="2034061"/>
                </a:cubicBezTo>
                <a:cubicBezTo>
                  <a:pt x="5375631" y="2100038"/>
                  <a:pt x="5318271" y="2071942"/>
                  <a:pt x="5262977" y="2056951"/>
                </a:cubicBezTo>
                <a:cubicBezTo>
                  <a:pt x="5251307" y="2053810"/>
                  <a:pt x="5241702" y="2042050"/>
                  <a:pt x="5231649" y="2033702"/>
                </a:cubicBezTo>
                <a:cubicBezTo>
                  <a:pt x="5203732" y="2010543"/>
                  <a:pt x="5175995" y="1987115"/>
                  <a:pt x="5148257" y="1963866"/>
                </a:cubicBezTo>
                <a:cubicBezTo>
                  <a:pt x="5148168" y="1956505"/>
                  <a:pt x="5145744" y="1943848"/>
                  <a:pt x="5148347" y="1942681"/>
                </a:cubicBezTo>
                <a:cubicBezTo>
                  <a:pt x="5191793" y="1923561"/>
                  <a:pt x="5170429" y="1888823"/>
                  <a:pt x="5174738" y="1854622"/>
                </a:cubicBezTo>
                <a:cubicBezTo>
                  <a:pt x="5117109" y="1906775"/>
                  <a:pt x="5112531" y="1930114"/>
                  <a:pt x="5149155" y="1963058"/>
                </a:cubicBezTo>
                <a:cubicBezTo>
                  <a:pt x="5104812" y="1962519"/>
                  <a:pt x="5112801" y="1930024"/>
                  <a:pt x="5116840" y="1904890"/>
                </a:cubicBezTo>
                <a:cubicBezTo>
                  <a:pt x="5128779" y="1830027"/>
                  <a:pt x="5193409" y="1791159"/>
                  <a:pt x="5238920" y="1741070"/>
                </a:cubicBezTo>
                <a:cubicBezTo>
                  <a:pt x="5276800" y="1699330"/>
                  <a:pt x="5310821" y="1655525"/>
                  <a:pt x="5313334" y="1602205"/>
                </a:cubicBezTo>
                <a:cubicBezTo>
                  <a:pt x="5316835" y="1526892"/>
                  <a:pt x="5364590" y="1494757"/>
                  <a:pt x="5420064" y="1467738"/>
                </a:cubicBezTo>
                <a:cubicBezTo>
                  <a:pt x="5468268" y="1444309"/>
                  <a:pt x="5518535" y="1424022"/>
                  <a:pt x="5569791" y="1408314"/>
                </a:cubicBezTo>
                <a:cubicBezTo>
                  <a:pt x="5694474" y="1370164"/>
                  <a:pt x="5805513" y="1309034"/>
                  <a:pt x="5907575" y="1228067"/>
                </a:cubicBezTo>
                <a:cubicBezTo>
                  <a:pt x="5945366" y="1198086"/>
                  <a:pt x="5990517" y="1172413"/>
                  <a:pt x="6036476" y="1158589"/>
                </a:cubicBezTo>
                <a:cubicBezTo>
                  <a:pt x="6235305" y="1098627"/>
                  <a:pt x="6421835" y="1134443"/>
                  <a:pt x="6589425" y="1253021"/>
                </a:cubicBezTo>
                <a:cubicBezTo>
                  <a:pt x="6648849" y="1295031"/>
                  <a:pt x="6705670" y="1333630"/>
                  <a:pt x="6773531" y="1364239"/>
                </a:cubicBezTo>
                <a:cubicBezTo>
                  <a:pt x="6868143" y="1406877"/>
                  <a:pt x="6952073" y="1475637"/>
                  <a:pt x="7035375" y="1540088"/>
                </a:cubicBezTo>
                <a:cubicBezTo>
                  <a:pt x="7091028" y="1583175"/>
                  <a:pt x="7122805" y="1641701"/>
                  <a:pt x="7083219" y="1715757"/>
                </a:cubicBezTo>
                <a:cubicBezTo>
                  <a:pt x="7077923" y="1725631"/>
                  <a:pt x="7080077" y="1739185"/>
                  <a:pt x="7077833" y="1750855"/>
                </a:cubicBezTo>
                <a:cubicBezTo>
                  <a:pt x="7068498" y="1798879"/>
                  <a:pt x="7061496" y="1847621"/>
                  <a:pt x="7048390" y="1894567"/>
                </a:cubicBezTo>
                <a:cubicBezTo>
                  <a:pt x="7032951" y="1950221"/>
                  <a:pt x="7007637" y="2002105"/>
                  <a:pt x="7019576" y="2063953"/>
                </a:cubicBezTo>
                <a:cubicBezTo>
                  <a:pt x="7027385" y="2104437"/>
                  <a:pt x="6999648" y="2130738"/>
                  <a:pt x="6958536" y="2137021"/>
                </a:cubicBezTo>
                <a:cubicBezTo>
                  <a:pt x="6911769" y="2144113"/>
                  <a:pt x="6896150" y="2169785"/>
                  <a:pt x="6911320" y="2215475"/>
                </a:cubicBezTo>
                <a:cubicBezTo>
                  <a:pt x="6918681" y="2237557"/>
                  <a:pt x="6926849" y="2259370"/>
                  <a:pt x="6937890" y="2290518"/>
                </a:cubicBezTo>
                <a:cubicBezTo>
                  <a:pt x="6917334" y="2284145"/>
                  <a:pt x="6900100" y="2284055"/>
                  <a:pt x="6892021" y="2275438"/>
                </a:cubicBezTo>
                <a:cubicBezTo>
                  <a:pt x="6856295" y="2237647"/>
                  <a:pt x="6816349" y="2272565"/>
                  <a:pt x="6779008" y="2267090"/>
                </a:cubicBezTo>
                <a:cubicBezTo>
                  <a:pt x="6775058" y="2266461"/>
                  <a:pt x="6765273" y="2281991"/>
                  <a:pt x="6763927" y="2290967"/>
                </a:cubicBezTo>
                <a:cubicBezTo>
                  <a:pt x="6760336" y="2314485"/>
                  <a:pt x="6764286" y="2339889"/>
                  <a:pt x="6757464" y="2362150"/>
                </a:cubicBezTo>
                <a:cubicBezTo>
                  <a:pt x="6731701" y="2446978"/>
                  <a:pt x="6742025" y="2488898"/>
                  <a:pt x="6820209" y="2527317"/>
                </a:cubicBezTo>
                <a:cubicBezTo>
                  <a:pt x="6905845" y="2569416"/>
                  <a:pt x="6969039" y="2636919"/>
                  <a:pt x="7036092" y="2699844"/>
                </a:cubicBezTo>
                <a:cubicBezTo>
                  <a:pt x="7110148" y="2769411"/>
                  <a:pt x="7120651" y="2905853"/>
                  <a:pt x="7070382" y="2995438"/>
                </a:cubicBezTo>
                <a:cubicBezTo>
                  <a:pt x="7053686" y="3025240"/>
                  <a:pt x="7039414" y="3062492"/>
                  <a:pt x="7040940" y="3095525"/>
                </a:cubicBezTo>
                <a:cubicBezTo>
                  <a:pt x="7048570" y="3260602"/>
                  <a:pt x="7061047" y="3425499"/>
                  <a:pt x="7074602" y="3590217"/>
                </a:cubicBezTo>
                <a:cubicBezTo>
                  <a:pt x="7075679" y="3602964"/>
                  <a:pt x="7097133" y="3622353"/>
                  <a:pt x="7111046" y="3624238"/>
                </a:cubicBezTo>
                <a:cubicBezTo>
                  <a:pt x="7153953" y="3629803"/>
                  <a:pt x="7174958" y="3652424"/>
                  <a:pt x="7180434" y="3692728"/>
                </a:cubicBezTo>
                <a:cubicBezTo>
                  <a:pt x="7184832" y="3725582"/>
                  <a:pt x="7194527" y="3743624"/>
                  <a:pt x="7232587" y="3723786"/>
                </a:cubicBezTo>
                <a:cubicBezTo>
                  <a:pt x="7246770" y="3716426"/>
                  <a:pt x="7267685" y="3723158"/>
                  <a:pt x="7285099" y="3720555"/>
                </a:cubicBezTo>
                <a:cubicBezTo>
                  <a:pt x="7331866" y="3713643"/>
                  <a:pt x="7380070" y="3710232"/>
                  <a:pt x="7424323" y="3695421"/>
                </a:cubicBezTo>
                <a:cubicBezTo>
                  <a:pt x="7452958" y="3685816"/>
                  <a:pt x="7478362" y="3661310"/>
                  <a:pt x="7500713" y="3638959"/>
                </a:cubicBezTo>
                <a:cubicBezTo>
                  <a:pt x="7603763" y="3535461"/>
                  <a:pt x="7940020" y="3193279"/>
                  <a:pt x="8011203" y="3132778"/>
                </a:cubicBezTo>
                <a:cubicBezTo>
                  <a:pt x="8064613" y="3087447"/>
                  <a:pt x="8109495" y="3038884"/>
                  <a:pt x="8140733" y="2975421"/>
                </a:cubicBezTo>
                <a:cubicBezTo>
                  <a:pt x="8173587" y="2908636"/>
                  <a:pt x="8491622" y="2296892"/>
                  <a:pt x="8540005" y="2226337"/>
                </a:cubicBezTo>
                <a:cubicBezTo>
                  <a:pt x="8579771" y="2168439"/>
                  <a:pt x="8641080" y="2125262"/>
                  <a:pt x="8693053" y="2075892"/>
                </a:cubicBezTo>
                <a:cubicBezTo>
                  <a:pt x="8696016" y="2073109"/>
                  <a:pt x="8701311" y="2072750"/>
                  <a:pt x="8705531" y="2071314"/>
                </a:cubicBezTo>
                <a:cubicBezTo>
                  <a:pt x="8807862" y="2036485"/>
                  <a:pt x="8849064" y="1953363"/>
                  <a:pt x="8817377" y="1842863"/>
                </a:cubicBezTo>
                <a:cubicBezTo>
                  <a:pt x="8800142" y="1854981"/>
                  <a:pt x="8784343" y="1868536"/>
                  <a:pt x="8766391" y="1878051"/>
                </a:cubicBezTo>
                <a:cubicBezTo>
                  <a:pt x="8700683" y="1912969"/>
                  <a:pt x="8634706" y="1947169"/>
                  <a:pt x="8568101" y="1980203"/>
                </a:cubicBezTo>
                <a:cubicBezTo>
                  <a:pt x="8526002" y="2001118"/>
                  <a:pt x="8482645" y="1994026"/>
                  <a:pt x="8461551" y="1964314"/>
                </a:cubicBezTo>
                <a:cubicBezTo>
                  <a:pt x="8571063" y="1970508"/>
                  <a:pt x="8615407" y="1879936"/>
                  <a:pt x="8683718" y="1824820"/>
                </a:cubicBezTo>
                <a:cubicBezTo>
                  <a:pt x="8681294" y="1820243"/>
                  <a:pt x="8678780" y="1815665"/>
                  <a:pt x="8676357" y="1811087"/>
                </a:cubicBezTo>
                <a:cubicBezTo>
                  <a:pt x="8618190" y="1837388"/>
                  <a:pt x="8560022" y="1863778"/>
                  <a:pt x="8501855" y="1890079"/>
                </a:cubicBezTo>
                <a:cubicBezTo>
                  <a:pt x="8500060" y="1886040"/>
                  <a:pt x="8498354" y="1882000"/>
                  <a:pt x="8496559" y="1877871"/>
                </a:cubicBezTo>
                <a:cubicBezTo>
                  <a:pt x="8560381" y="1822217"/>
                  <a:pt x="8617561" y="1755074"/>
                  <a:pt x="8715674" y="1759203"/>
                </a:cubicBezTo>
                <a:cubicBezTo>
                  <a:pt x="8722496" y="1759472"/>
                  <a:pt x="8731562" y="1741968"/>
                  <a:pt x="8736948" y="1731376"/>
                </a:cubicBezTo>
                <a:cubicBezTo>
                  <a:pt x="8740987" y="1723387"/>
                  <a:pt x="8738564" y="1711987"/>
                  <a:pt x="8742872" y="1704267"/>
                </a:cubicBezTo>
                <a:cubicBezTo>
                  <a:pt x="8765313" y="1664771"/>
                  <a:pt x="8789460" y="1626262"/>
                  <a:pt x="8811991" y="1586765"/>
                </a:cubicBezTo>
                <a:cubicBezTo>
                  <a:pt x="8816569" y="1578687"/>
                  <a:pt x="8816838" y="1568274"/>
                  <a:pt x="8818992" y="1559297"/>
                </a:cubicBezTo>
                <a:cubicBezTo>
                  <a:pt x="8743411" y="1532368"/>
                  <a:pt x="8725099" y="1488384"/>
                  <a:pt x="8755170" y="1416931"/>
                </a:cubicBezTo>
                <a:cubicBezTo>
                  <a:pt x="8761992" y="1400684"/>
                  <a:pt x="8771687" y="1380846"/>
                  <a:pt x="8767827" y="1365855"/>
                </a:cubicBezTo>
                <a:cubicBezTo>
                  <a:pt x="8762351" y="1344581"/>
                  <a:pt x="8768635" y="1312984"/>
                  <a:pt x="8730306" y="1308047"/>
                </a:cubicBezTo>
                <a:cubicBezTo>
                  <a:pt x="8692156" y="1303200"/>
                  <a:pt x="8681384" y="1274565"/>
                  <a:pt x="8683897" y="1238659"/>
                </a:cubicBezTo>
                <a:cubicBezTo>
                  <a:pt x="8687218" y="1191084"/>
                  <a:pt x="8689552" y="1143419"/>
                  <a:pt x="8691168" y="1095844"/>
                </a:cubicBezTo>
                <a:cubicBezTo>
                  <a:pt x="8692605" y="1054283"/>
                  <a:pt x="8706608" y="1021250"/>
                  <a:pt x="8744309" y="999078"/>
                </a:cubicBezTo>
                <a:cubicBezTo>
                  <a:pt x="8775547" y="980766"/>
                  <a:pt x="8804720" y="959133"/>
                  <a:pt x="8835599" y="938397"/>
                </a:cubicBezTo>
                <a:cubicBezTo>
                  <a:pt x="8827969" y="932473"/>
                  <a:pt x="8823391" y="928882"/>
                  <a:pt x="8811901" y="919995"/>
                </a:cubicBezTo>
                <a:cubicBezTo>
                  <a:pt x="8852834" y="912096"/>
                  <a:pt x="8884790" y="905813"/>
                  <a:pt x="8916746" y="899619"/>
                </a:cubicBezTo>
                <a:cubicBezTo>
                  <a:pt x="8980748" y="887321"/>
                  <a:pt x="9045558" y="878075"/>
                  <a:pt x="9108572" y="861918"/>
                </a:cubicBezTo>
                <a:cubicBezTo>
                  <a:pt x="9166022" y="847196"/>
                  <a:pt x="9221316" y="846837"/>
                  <a:pt x="9275265" y="869817"/>
                </a:cubicBezTo>
                <a:cubicBezTo>
                  <a:pt x="9322841" y="890104"/>
                  <a:pt x="9365029" y="880409"/>
                  <a:pt x="9407757" y="857070"/>
                </a:cubicBezTo>
                <a:cubicBezTo>
                  <a:pt x="9422838" y="848812"/>
                  <a:pt x="9442316" y="838489"/>
                  <a:pt x="9457128" y="841631"/>
                </a:cubicBezTo>
                <a:cubicBezTo>
                  <a:pt x="9539800" y="859135"/>
                  <a:pt x="9624269" y="873497"/>
                  <a:pt x="9703082" y="902491"/>
                </a:cubicBezTo>
                <a:cubicBezTo>
                  <a:pt x="9779920" y="930677"/>
                  <a:pt x="9811607" y="1021160"/>
                  <a:pt x="9789615" y="1098178"/>
                </a:cubicBezTo>
                <a:cubicBezTo>
                  <a:pt x="9782254" y="1124030"/>
                  <a:pt x="9782344" y="1153473"/>
                  <a:pt x="9785575" y="1180492"/>
                </a:cubicBezTo>
                <a:cubicBezTo>
                  <a:pt x="9798682" y="1289107"/>
                  <a:pt x="9833958" y="1396465"/>
                  <a:pt x="9804965" y="1507234"/>
                </a:cubicBezTo>
                <a:cubicBezTo>
                  <a:pt x="9796706" y="1538831"/>
                  <a:pt x="9781896" y="1568723"/>
                  <a:pt x="9769059" y="1601935"/>
                </a:cubicBezTo>
                <a:cubicBezTo>
                  <a:pt x="9801554" y="1594216"/>
                  <a:pt x="9830009" y="1565222"/>
                  <a:pt x="9856130" y="1603641"/>
                </a:cubicBezTo>
                <a:cubicBezTo>
                  <a:pt x="9799759" y="1608399"/>
                  <a:pt x="9766545" y="1662796"/>
                  <a:pt x="9785845" y="1718988"/>
                </a:cubicBezTo>
                <a:cubicBezTo>
                  <a:pt x="9852091" y="1708396"/>
                  <a:pt x="9882701" y="1656512"/>
                  <a:pt x="9854695" y="1602205"/>
                </a:cubicBezTo>
                <a:cubicBezTo>
                  <a:pt x="9879648" y="1607591"/>
                  <a:pt x="9904513" y="1613066"/>
                  <a:pt x="9929378" y="1618452"/>
                </a:cubicBezTo>
                <a:cubicBezTo>
                  <a:pt x="9924352" y="1629852"/>
                  <a:pt x="9919864" y="1639816"/>
                  <a:pt x="9915465" y="1649780"/>
                </a:cubicBezTo>
                <a:cubicBezTo>
                  <a:pt x="9918517" y="1653909"/>
                  <a:pt x="9921479" y="1658128"/>
                  <a:pt x="9924530" y="1662257"/>
                </a:cubicBezTo>
                <a:cubicBezTo>
                  <a:pt x="9990059" y="1626172"/>
                  <a:pt x="10061243" y="1597358"/>
                  <a:pt x="10119948" y="1552386"/>
                </a:cubicBezTo>
                <a:cubicBezTo>
                  <a:pt x="10219318" y="1476265"/>
                  <a:pt x="10311594" y="1390810"/>
                  <a:pt x="10405219" y="1307418"/>
                </a:cubicBezTo>
                <a:cubicBezTo>
                  <a:pt x="10441753" y="1274924"/>
                  <a:pt x="10478915" y="1240993"/>
                  <a:pt x="10506922" y="1201407"/>
                </a:cubicBezTo>
                <a:cubicBezTo>
                  <a:pt x="10565898" y="1118195"/>
                  <a:pt x="10640761" y="1055360"/>
                  <a:pt x="10724780" y="998629"/>
                </a:cubicBezTo>
                <a:cubicBezTo>
                  <a:pt x="10871725" y="899350"/>
                  <a:pt x="11013283" y="792081"/>
                  <a:pt x="11158791" y="690647"/>
                </a:cubicBezTo>
                <a:cubicBezTo>
                  <a:pt x="11272882" y="611206"/>
                  <a:pt x="11297028" y="496936"/>
                  <a:pt x="11295771" y="368932"/>
                </a:cubicBezTo>
                <a:cubicBezTo>
                  <a:pt x="11295233" y="317227"/>
                  <a:pt x="11286437" y="253584"/>
                  <a:pt x="11312019" y="216691"/>
                </a:cubicBezTo>
                <a:cubicBezTo>
                  <a:pt x="11346040" y="167680"/>
                  <a:pt x="11326381" y="124683"/>
                  <a:pt x="11331229" y="79441"/>
                </a:cubicBezTo>
                <a:cubicBezTo>
                  <a:pt x="11334011" y="53051"/>
                  <a:pt x="11335448" y="26480"/>
                  <a:pt x="11337512" y="0"/>
                </a:cubicBezTo>
                <a:cubicBezTo>
                  <a:pt x="11343796" y="539"/>
                  <a:pt x="11349810" y="539"/>
                  <a:pt x="11355735" y="539"/>
                </a:cubicBezTo>
                <a:close/>
                <a:moveTo>
                  <a:pt x="5665929" y="1895016"/>
                </a:moveTo>
                <a:cubicBezTo>
                  <a:pt x="5676880" y="1891874"/>
                  <a:pt x="5687832" y="1888643"/>
                  <a:pt x="5698693" y="1885501"/>
                </a:cubicBezTo>
                <a:cubicBezTo>
                  <a:pt x="5693127" y="1877782"/>
                  <a:pt x="5689178" y="1866920"/>
                  <a:pt x="5681638" y="1862881"/>
                </a:cubicBezTo>
                <a:cubicBezTo>
                  <a:pt x="5658658" y="1850852"/>
                  <a:pt x="5634242" y="1841427"/>
                  <a:pt x="5602466" y="1827513"/>
                </a:cubicBezTo>
                <a:cubicBezTo>
                  <a:pt x="5606774" y="1845736"/>
                  <a:pt x="5608659" y="1853904"/>
                  <a:pt x="5610544" y="1862073"/>
                </a:cubicBezTo>
                <a:cubicBezTo>
                  <a:pt x="5599773" y="1856687"/>
                  <a:pt x="5589001" y="1851301"/>
                  <a:pt x="5576613" y="1845107"/>
                </a:cubicBezTo>
                <a:cubicBezTo>
                  <a:pt x="5563149" y="1877512"/>
                  <a:pt x="5566650" y="1895914"/>
                  <a:pt x="5598246" y="1903903"/>
                </a:cubicBezTo>
                <a:cubicBezTo>
                  <a:pt x="5612339" y="1907494"/>
                  <a:pt x="5625355" y="1915213"/>
                  <a:pt x="5639089" y="1920509"/>
                </a:cubicBezTo>
                <a:cubicBezTo>
                  <a:pt x="5648065" y="1924010"/>
                  <a:pt x="5657401" y="1926524"/>
                  <a:pt x="5666557" y="1929486"/>
                </a:cubicBezTo>
                <a:cubicBezTo>
                  <a:pt x="5666288" y="1917996"/>
                  <a:pt x="5666108" y="1906506"/>
                  <a:pt x="5665929" y="1895016"/>
                </a:cubicBezTo>
                <a:close/>
                <a:moveTo>
                  <a:pt x="5794292" y="2071942"/>
                </a:moveTo>
                <a:cubicBezTo>
                  <a:pt x="5788727" y="2067274"/>
                  <a:pt x="5782982" y="2058477"/>
                  <a:pt x="5777685" y="2058746"/>
                </a:cubicBezTo>
                <a:cubicBezTo>
                  <a:pt x="5756771" y="2059824"/>
                  <a:pt x="5734240" y="2059913"/>
                  <a:pt x="5715927" y="2068172"/>
                </a:cubicBezTo>
                <a:cubicBezTo>
                  <a:pt x="5706412" y="2072481"/>
                  <a:pt x="5697526" y="2095191"/>
                  <a:pt x="5700758" y="2105963"/>
                </a:cubicBezTo>
                <a:cubicBezTo>
                  <a:pt x="5704707" y="2119248"/>
                  <a:pt x="5721762" y="2138188"/>
                  <a:pt x="5732714" y="2137829"/>
                </a:cubicBezTo>
                <a:cubicBezTo>
                  <a:pt x="5761797" y="2137021"/>
                  <a:pt x="5790522" y="2127147"/>
                  <a:pt x="5822657" y="2120235"/>
                </a:cubicBezTo>
                <a:cubicBezTo>
                  <a:pt x="5809282" y="2097974"/>
                  <a:pt x="5801024" y="2084150"/>
                  <a:pt x="5792766" y="2070416"/>
                </a:cubicBezTo>
                <a:cubicBezTo>
                  <a:pt x="5809462" y="2082624"/>
                  <a:pt x="5826248" y="2094922"/>
                  <a:pt x="5842944" y="2107130"/>
                </a:cubicBezTo>
                <a:cubicBezTo>
                  <a:pt x="5847163" y="2105783"/>
                  <a:pt x="5851292" y="2104437"/>
                  <a:pt x="5855511" y="2103090"/>
                </a:cubicBezTo>
                <a:cubicBezTo>
                  <a:pt x="5853267" y="2087381"/>
                  <a:pt x="5850933" y="2071673"/>
                  <a:pt x="5848689" y="2055964"/>
                </a:cubicBezTo>
                <a:cubicBezTo>
                  <a:pt x="5830198" y="2060003"/>
                  <a:pt x="5801832" y="2030650"/>
                  <a:pt x="5794292" y="2071942"/>
                </a:cubicBezTo>
                <a:close/>
                <a:moveTo>
                  <a:pt x="5878311" y="1966828"/>
                </a:moveTo>
                <a:cubicBezTo>
                  <a:pt x="5864218" y="1962878"/>
                  <a:pt x="5850305" y="1956236"/>
                  <a:pt x="5836032" y="1955517"/>
                </a:cubicBezTo>
                <a:cubicBezTo>
                  <a:pt x="5800486" y="1953722"/>
                  <a:pt x="5765208" y="1955697"/>
                  <a:pt x="5739715" y="1986486"/>
                </a:cubicBezTo>
                <a:cubicBezTo>
                  <a:pt x="5727597" y="1983255"/>
                  <a:pt x="5715568" y="1979933"/>
                  <a:pt x="5702822" y="1976522"/>
                </a:cubicBezTo>
                <a:cubicBezTo>
                  <a:pt x="5695102" y="2001567"/>
                  <a:pt x="5688370" y="2023110"/>
                  <a:pt x="5678227" y="2056054"/>
                </a:cubicBezTo>
                <a:cubicBezTo>
                  <a:pt x="5708656" y="2047885"/>
                  <a:pt x="5730829" y="2041871"/>
                  <a:pt x="5757040" y="2034869"/>
                </a:cubicBezTo>
                <a:cubicBezTo>
                  <a:pt x="5750577" y="2021315"/>
                  <a:pt x="5746447" y="2012518"/>
                  <a:pt x="5742229" y="2003631"/>
                </a:cubicBezTo>
                <a:cubicBezTo>
                  <a:pt x="5812604" y="2051476"/>
                  <a:pt x="5888724" y="2039088"/>
                  <a:pt x="5963946" y="2035857"/>
                </a:cubicBezTo>
                <a:cubicBezTo>
                  <a:pt x="5965383" y="2030381"/>
                  <a:pt x="5966909" y="2024995"/>
                  <a:pt x="5968345" y="2019519"/>
                </a:cubicBezTo>
                <a:cubicBezTo>
                  <a:pt x="5937915" y="2001567"/>
                  <a:pt x="5907485" y="1983614"/>
                  <a:pt x="5876875" y="1965481"/>
                </a:cubicBezTo>
                <a:cubicBezTo>
                  <a:pt x="5896174" y="1971675"/>
                  <a:pt x="5915294" y="1978138"/>
                  <a:pt x="5934684" y="1983883"/>
                </a:cubicBezTo>
                <a:cubicBezTo>
                  <a:pt x="5953803" y="1989448"/>
                  <a:pt x="5973103" y="1994206"/>
                  <a:pt x="5992312" y="1999322"/>
                </a:cubicBezTo>
                <a:cubicBezTo>
                  <a:pt x="5917000" y="1923202"/>
                  <a:pt x="5817541" y="1884963"/>
                  <a:pt x="5780289" y="1909468"/>
                </a:cubicBezTo>
                <a:cubicBezTo>
                  <a:pt x="5813771" y="1928947"/>
                  <a:pt x="5846086" y="1947888"/>
                  <a:pt x="5878311" y="1966828"/>
                </a:cubicBezTo>
                <a:close/>
                <a:moveTo>
                  <a:pt x="8693592" y="2705768"/>
                </a:moveTo>
                <a:cubicBezTo>
                  <a:pt x="8678063" y="2728389"/>
                  <a:pt x="8664149" y="2749214"/>
                  <a:pt x="8649697" y="2769681"/>
                </a:cubicBezTo>
                <a:cubicBezTo>
                  <a:pt x="8569358" y="2882694"/>
                  <a:pt x="8489468" y="2995977"/>
                  <a:pt x="8408141" y="3108272"/>
                </a:cubicBezTo>
                <a:cubicBezTo>
                  <a:pt x="8360028" y="3174697"/>
                  <a:pt x="8309401" y="3239418"/>
                  <a:pt x="8259761" y="3304856"/>
                </a:cubicBezTo>
                <a:cubicBezTo>
                  <a:pt x="8253477" y="3313114"/>
                  <a:pt x="7920361" y="3603143"/>
                  <a:pt x="7736075" y="3708526"/>
                </a:cubicBezTo>
                <a:cubicBezTo>
                  <a:pt x="7655018" y="3754845"/>
                  <a:pt x="7580155" y="3811935"/>
                  <a:pt x="7502598" y="3864357"/>
                </a:cubicBezTo>
                <a:cubicBezTo>
                  <a:pt x="7477285" y="3881503"/>
                  <a:pt x="7450894" y="3915793"/>
                  <a:pt x="7427555" y="3913638"/>
                </a:cubicBezTo>
                <a:cubicBezTo>
                  <a:pt x="7363104" y="3907893"/>
                  <a:pt x="7321633" y="3942093"/>
                  <a:pt x="7275584" y="3974498"/>
                </a:cubicBezTo>
                <a:cubicBezTo>
                  <a:pt x="7235818" y="4002415"/>
                  <a:pt x="7195424" y="4031050"/>
                  <a:pt x="7151530" y="4050978"/>
                </a:cubicBezTo>
                <a:cubicBezTo>
                  <a:pt x="7132140" y="4059774"/>
                  <a:pt x="7092644" y="4057261"/>
                  <a:pt x="7080706" y="4043707"/>
                </a:cubicBezTo>
                <a:cubicBezTo>
                  <a:pt x="7042825" y="4000530"/>
                  <a:pt x="7014998" y="3991284"/>
                  <a:pt x="6969846" y="4024946"/>
                </a:cubicBezTo>
                <a:cubicBezTo>
                  <a:pt x="6944982" y="4043527"/>
                  <a:pt x="6921643" y="4064173"/>
                  <a:pt x="6897227" y="4083293"/>
                </a:cubicBezTo>
                <a:cubicBezTo>
                  <a:pt x="6869131" y="4105375"/>
                  <a:pt x="6838431" y="4122969"/>
                  <a:pt x="6802885" y="4103041"/>
                </a:cubicBezTo>
                <a:cubicBezTo>
                  <a:pt x="6773262" y="4086435"/>
                  <a:pt x="6724879" y="4080690"/>
                  <a:pt x="6729726" y="4035089"/>
                </a:cubicBezTo>
                <a:cubicBezTo>
                  <a:pt x="6741755" y="3922256"/>
                  <a:pt x="6675868" y="3812384"/>
                  <a:pt x="6719404" y="3699011"/>
                </a:cubicBezTo>
                <a:cubicBezTo>
                  <a:pt x="6721289" y="3694074"/>
                  <a:pt x="6719494" y="3686983"/>
                  <a:pt x="6717788" y="3681328"/>
                </a:cubicBezTo>
                <a:cubicBezTo>
                  <a:pt x="6686191" y="3579266"/>
                  <a:pt x="6685204" y="3475857"/>
                  <a:pt x="6701271" y="3371012"/>
                </a:cubicBezTo>
                <a:cubicBezTo>
                  <a:pt x="6704503" y="3350008"/>
                  <a:pt x="6697232" y="3327387"/>
                  <a:pt x="6694449" y="3302073"/>
                </a:cubicBezTo>
                <a:cubicBezTo>
                  <a:pt x="6629101" y="3336273"/>
                  <a:pt x="6592028" y="3374693"/>
                  <a:pt x="6616534" y="3444440"/>
                </a:cubicBezTo>
                <a:cubicBezTo>
                  <a:pt x="6619406" y="3452518"/>
                  <a:pt x="6618509" y="3462213"/>
                  <a:pt x="6618239" y="3471190"/>
                </a:cubicBezTo>
                <a:cubicBezTo>
                  <a:pt x="6616803" y="3525048"/>
                  <a:pt x="6601902" y="3571187"/>
                  <a:pt x="6546697" y="3593987"/>
                </a:cubicBezTo>
                <a:cubicBezTo>
                  <a:pt x="6517075" y="3606195"/>
                  <a:pt x="6524435" y="3626302"/>
                  <a:pt x="6539247" y="3643447"/>
                </a:cubicBezTo>
                <a:cubicBezTo>
                  <a:pt x="6549659" y="3655476"/>
                  <a:pt x="6564201" y="3665888"/>
                  <a:pt x="6578922" y="3671992"/>
                </a:cubicBezTo>
                <a:cubicBezTo>
                  <a:pt x="6622638" y="3690304"/>
                  <a:pt x="6640411" y="3724325"/>
                  <a:pt x="6648131" y="3768669"/>
                </a:cubicBezTo>
                <a:cubicBezTo>
                  <a:pt x="6654773" y="3806818"/>
                  <a:pt x="6667610" y="3843801"/>
                  <a:pt x="6675509" y="3881682"/>
                </a:cubicBezTo>
                <a:cubicBezTo>
                  <a:pt x="6680356" y="3904751"/>
                  <a:pt x="6687358" y="3930245"/>
                  <a:pt x="6682062" y="3951878"/>
                </a:cubicBezTo>
                <a:cubicBezTo>
                  <a:pt x="6674252" y="3983834"/>
                  <a:pt x="6685383" y="4005377"/>
                  <a:pt x="6701720" y="4029883"/>
                </a:cubicBezTo>
                <a:cubicBezTo>
                  <a:pt x="6744358" y="4094244"/>
                  <a:pt x="6772095" y="4162286"/>
                  <a:pt x="6766620" y="4243433"/>
                </a:cubicBezTo>
                <a:cubicBezTo>
                  <a:pt x="6763747" y="4286699"/>
                  <a:pt x="6773352" y="4332928"/>
                  <a:pt x="6787176" y="4374578"/>
                </a:cubicBezTo>
                <a:cubicBezTo>
                  <a:pt x="6805847" y="4430771"/>
                  <a:pt x="6841124" y="4481757"/>
                  <a:pt x="6856923" y="4538398"/>
                </a:cubicBezTo>
                <a:cubicBezTo>
                  <a:pt x="6961858" y="4914960"/>
                  <a:pt x="7063471" y="5292330"/>
                  <a:pt x="7166430" y="5669430"/>
                </a:cubicBezTo>
                <a:cubicBezTo>
                  <a:pt x="7170380" y="5683882"/>
                  <a:pt x="7176664" y="5697795"/>
                  <a:pt x="7183486" y="5716287"/>
                </a:cubicBezTo>
                <a:cubicBezTo>
                  <a:pt x="7216609" y="5667455"/>
                  <a:pt x="7261491" y="5654798"/>
                  <a:pt x="7306194" y="5635858"/>
                </a:cubicBezTo>
                <a:cubicBezTo>
                  <a:pt x="7429171" y="5583705"/>
                  <a:pt x="7557444" y="5557225"/>
                  <a:pt x="7686525" y="5525986"/>
                </a:cubicBezTo>
                <a:cubicBezTo>
                  <a:pt x="7843523" y="5488016"/>
                  <a:pt x="8004291" y="5498967"/>
                  <a:pt x="8159763" y="5462792"/>
                </a:cubicBezTo>
                <a:cubicBezTo>
                  <a:pt x="8168112" y="5460817"/>
                  <a:pt x="8178434" y="5466203"/>
                  <a:pt x="8186244" y="5463600"/>
                </a:cubicBezTo>
                <a:cubicBezTo>
                  <a:pt x="8203838" y="5457586"/>
                  <a:pt x="8223406" y="5452020"/>
                  <a:pt x="8236781" y="5440171"/>
                </a:cubicBezTo>
                <a:cubicBezTo>
                  <a:pt x="8253208" y="5425720"/>
                  <a:pt x="8265236" y="5405702"/>
                  <a:pt x="8277355" y="5386941"/>
                </a:cubicBezTo>
                <a:cubicBezTo>
                  <a:pt x="8296385" y="5357319"/>
                  <a:pt x="8321608" y="5350946"/>
                  <a:pt x="8354731" y="5358845"/>
                </a:cubicBezTo>
                <a:cubicBezTo>
                  <a:pt x="8413796" y="5372848"/>
                  <a:pt x="8461192" y="5403278"/>
                  <a:pt x="8499611" y="5450135"/>
                </a:cubicBezTo>
                <a:cubicBezTo>
                  <a:pt x="8532016" y="5489632"/>
                  <a:pt x="8567114" y="5526884"/>
                  <a:pt x="8601045" y="5565213"/>
                </a:cubicBezTo>
                <a:cubicBezTo>
                  <a:pt x="8610650" y="5546363"/>
                  <a:pt x="8611188" y="5532090"/>
                  <a:pt x="8610650" y="5517908"/>
                </a:cubicBezTo>
                <a:cubicBezTo>
                  <a:pt x="8607687" y="5440261"/>
                  <a:pt x="8603558" y="5362705"/>
                  <a:pt x="8601493" y="5285148"/>
                </a:cubicBezTo>
                <a:cubicBezTo>
                  <a:pt x="8593864" y="4993414"/>
                  <a:pt x="8601224" y="4702936"/>
                  <a:pt x="8665047" y="4416139"/>
                </a:cubicBezTo>
                <a:cubicBezTo>
                  <a:pt x="8677524" y="4360126"/>
                  <a:pt x="8680486" y="4301061"/>
                  <a:pt x="8680576" y="4243433"/>
                </a:cubicBezTo>
                <a:cubicBezTo>
                  <a:pt x="8680666" y="4168479"/>
                  <a:pt x="8676357" y="4094154"/>
                  <a:pt x="8717738" y="4026651"/>
                </a:cubicBezTo>
                <a:cubicBezTo>
                  <a:pt x="8719264" y="4024228"/>
                  <a:pt x="8715674" y="4018752"/>
                  <a:pt x="8711814" y="4005467"/>
                </a:cubicBezTo>
                <a:cubicBezTo>
                  <a:pt x="8656250" y="4044156"/>
                  <a:pt x="8603917" y="4080600"/>
                  <a:pt x="8551584" y="4117044"/>
                </a:cubicBezTo>
                <a:cubicBezTo>
                  <a:pt x="8548712" y="4104029"/>
                  <a:pt x="8550418" y="4094244"/>
                  <a:pt x="8556252" y="4089935"/>
                </a:cubicBezTo>
                <a:cubicBezTo>
                  <a:pt x="8591799" y="4063096"/>
                  <a:pt x="8626089" y="4033563"/>
                  <a:pt x="8664867" y="4012199"/>
                </a:cubicBezTo>
                <a:cubicBezTo>
                  <a:pt x="8723753" y="3979794"/>
                  <a:pt x="8746912" y="3933476"/>
                  <a:pt x="8761813" y="3867589"/>
                </a:cubicBezTo>
                <a:cubicBezTo>
                  <a:pt x="8815402" y="3630611"/>
                  <a:pt x="8838023" y="3128379"/>
                  <a:pt x="8838920" y="3117967"/>
                </a:cubicBezTo>
                <a:cubicBezTo>
                  <a:pt x="8852834" y="2960250"/>
                  <a:pt x="8782997" y="2832157"/>
                  <a:pt x="8693592" y="2705768"/>
                </a:cubicBezTo>
                <a:close/>
                <a:moveTo>
                  <a:pt x="9429301" y="4620713"/>
                </a:moveTo>
                <a:cubicBezTo>
                  <a:pt x="9386573" y="4618289"/>
                  <a:pt x="9346538" y="4618199"/>
                  <a:pt x="9307042" y="4613172"/>
                </a:cubicBezTo>
                <a:cubicBezTo>
                  <a:pt x="9272213" y="4608774"/>
                  <a:pt x="9263327" y="4622867"/>
                  <a:pt x="9269250" y="4653566"/>
                </a:cubicBezTo>
                <a:cubicBezTo>
                  <a:pt x="9246181" y="4838840"/>
                  <a:pt x="9206057" y="5065405"/>
                  <a:pt x="9165393" y="5206874"/>
                </a:cubicBezTo>
                <a:cubicBezTo>
                  <a:pt x="9129488" y="5350497"/>
                  <a:pt x="9127423" y="5367821"/>
                  <a:pt x="9115484" y="5500583"/>
                </a:cubicBezTo>
                <a:cubicBezTo>
                  <a:pt x="9113420" y="5523922"/>
                  <a:pt x="9121499" y="5532539"/>
                  <a:pt x="9145196" y="5532539"/>
                </a:cubicBezTo>
                <a:cubicBezTo>
                  <a:pt x="9182449" y="5532539"/>
                  <a:pt x="9219701" y="5534963"/>
                  <a:pt x="9256863" y="5537476"/>
                </a:cubicBezTo>
                <a:cubicBezTo>
                  <a:pt x="9307760" y="5540977"/>
                  <a:pt x="9323199" y="5527602"/>
                  <a:pt x="9338639" y="5476526"/>
                </a:cubicBezTo>
                <a:cubicBezTo>
                  <a:pt x="9346179" y="5451662"/>
                  <a:pt x="9356861" y="5416474"/>
                  <a:pt x="9375712" y="5408395"/>
                </a:cubicBezTo>
                <a:cubicBezTo>
                  <a:pt x="9426967" y="5386313"/>
                  <a:pt x="9422748" y="5344393"/>
                  <a:pt x="9424543" y="5304986"/>
                </a:cubicBezTo>
                <a:cubicBezTo>
                  <a:pt x="9426697" y="5255975"/>
                  <a:pt x="9426338" y="5206425"/>
                  <a:pt x="9421402" y="5157593"/>
                </a:cubicBezTo>
                <a:cubicBezTo>
                  <a:pt x="9403808" y="4984168"/>
                  <a:pt x="9398781" y="4838840"/>
                  <a:pt x="9430648" y="4638755"/>
                </a:cubicBezTo>
                <a:cubicBezTo>
                  <a:pt x="9431993" y="4634985"/>
                  <a:pt x="9430109" y="4630228"/>
                  <a:pt x="9429301" y="4620713"/>
                </a:cubicBezTo>
                <a:close/>
                <a:moveTo>
                  <a:pt x="6092399" y="1323935"/>
                </a:moveTo>
                <a:cubicBezTo>
                  <a:pt x="5992222" y="1310740"/>
                  <a:pt x="5965832" y="1322319"/>
                  <a:pt x="5919334" y="1391258"/>
                </a:cubicBezTo>
                <a:cubicBezTo>
                  <a:pt x="5912691" y="1401133"/>
                  <a:pt x="5905061" y="1410648"/>
                  <a:pt x="5899944" y="1421240"/>
                </a:cubicBezTo>
                <a:cubicBezTo>
                  <a:pt x="5880466" y="1461365"/>
                  <a:pt x="5856947" y="1500502"/>
                  <a:pt x="5845458" y="1542871"/>
                </a:cubicBezTo>
                <a:cubicBezTo>
                  <a:pt x="5841149" y="1558759"/>
                  <a:pt x="5865295" y="1582457"/>
                  <a:pt x="5876516" y="1602564"/>
                </a:cubicBezTo>
                <a:cubicBezTo>
                  <a:pt x="5890609" y="1589817"/>
                  <a:pt x="5905959" y="1578148"/>
                  <a:pt x="5918346" y="1563875"/>
                </a:cubicBezTo>
                <a:cubicBezTo>
                  <a:pt x="5926335" y="1554719"/>
                  <a:pt x="5928310" y="1540447"/>
                  <a:pt x="5935761" y="1530573"/>
                </a:cubicBezTo>
                <a:cubicBezTo>
                  <a:pt x="5985670" y="1463788"/>
                  <a:pt x="6036386" y="1397542"/>
                  <a:pt x="6092399" y="1323935"/>
                </a:cubicBezTo>
                <a:close/>
                <a:moveTo>
                  <a:pt x="5507584" y="1912520"/>
                </a:moveTo>
                <a:cubicBezTo>
                  <a:pt x="5503904" y="1984870"/>
                  <a:pt x="5498159" y="2050398"/>
                  <a:pt x="5498967" y="2115837"/>
                </a:cubicBezTo>
                <a:cubicBezTo>
                  <a:pt x="5499147" y="2133879"/>
                  <a:pt x="5520959" y="2167721"/>
                  <a:pt x="5529487" y="2166733"/>
                </a:cubicBezTo>
                <a:cubicBezTo>
                  <a:pt x="5562879" y="2162694"/>
                  <a:pt x="5600580" y="2154525"/>
                  <a:pt x="5625535" y="2134238"/>
                </a:cubicBezTo>
                <a:cubicBezTo>
                  <a:pt x="5642231" y="2120684"/>
                  <a:pt x="5668801" y="2088548"/>
                  <a:pt x="5638910" y="2056502"/>
                </a:cubicBezTo>
                <a:cubicBezTo>
                  <a:pt x="5597977" y="2012338"/>
                  <a:pt x="5557762" y="1967546"/>
                  <a:pt x="5507584" y="1912520"/>
                </a:cubicBezTo>
                <a:close/>
                <a:moveTo>
                  <a:pt x="5296638" y="1718180"/>
                </a:moveTo>
                <a:cubicBezTo>
                  <a:pt x="5303640" y="1724464"/>
                  <a:pt x="5310731" y="1730837"/>
                  <a:pt x="5317733" y="1737121"/>
                </a:cubicBezTo>
                <a:cubicBezTo>
                  <a:pt x="5333441" y="1717732"/>
                  <a:pt x="5349060" y="1698432"/>
                  <a:pt x="5364769" y="1679043"/>
                </a:cubicBezTo>
                <a:cubicBezTo>
                  <a:pt x="5406958" y="1626980"/>
                  <a:pt x="5453726" y="1582726"/>
                  <a:pt x="5525717" y="1577071"/>
                </a:cubicBezTo>
                <a:cubicBezTo>
                  <a:pt x="5534424" y="1576353"/>
                  <a:pt x="5542233" y="1566209"/>
                  <a:pt x="5550671" y="1560823"/>
                </a:cubicBezTo>
                <a:cubicBezTo>
                  <a:pt x="5582897" y="1540267"/>
                  <a:pt x="5613417" y="1515762"/>
                  <a:pt x="5647976" y="1500502"/>
                </a:cubicBezTo>
                <a:cubicBezTo>
                  <a:pt x="5682356" y="1485332"/>
                  <a:pt x="5702104" y="1463339"/>
                  <a:pt x="5714132" y="1422945"/>
                </a:cubicBezTo>
                <a:cubicBezTo>
                  <a:pt x="5702194" y="1426895"/>
                  <a:pt x="5694743" y="1427434"/>
                  <a:pt x="5689806" y="1431204"/>
                </a:cubicBezTo>
                <a:cubicBezTo>
                  <a:pt x="5646719" y="1464327"/>
                  <a:pt x="5597079" y="1474290"/>
                  <a:pt x="5544119" y="1480305"/>
                </a:cubicBezTo>
                <a:cubicBezTo>
                  <a:pt x="5514766" y="1483626"/>
                  <a:pt x="5479129" y="1495206"/>
                  <a:pt x="5460458" y="1515851"/>
                </a:cubicBezTo>
                <a:cubicBezTo>
                  <a:pt x="5402201" y="1580033"/>
                  <a:pt x="5350766" y="1650318"/>
                  <a:pt x="5296638" y="1718180"/>
                </a:cubicBezTo>
                <a:close/>
                <a:moveTo>
                  <a:pt x="7065445" y="1708845"/>
                </a:moveTo>
                <a:cubicBezTo>
                  <a:pt x="7109969" y="1632007"/>
                  <a:pt x="7055302" y="1541883"/>
                  <a:pt x="6947495" y="1502477"/>
                </a:cubicBezTo>
                <a:cubicBezTo>
                  <a:pt x="6956651" y="1590715"/>
                  <a:pt x="7043543" y="1627070"/>
                  <a:pt x="7065445" y="1708845"/>
                </a:cubicBezTo>
                <a:close/>
                <a:moveTo>
                  <a:pt x="5301755" y="1782631"/>
                </a:moveTo>
                <a:cubicBezTo>
                  <a:pt x="5248435" y="1797891"/>
                  <a:pt x="5210464" y="1826257"/>
                  <a:pt x="5197718" y="1879128"/>
                </a:cubicBezTo>
                <a:cubicBezTo>
                  <a:pt x="5195205" y="1889630"/>
                  <a:pt x="5196641" y="1901030"/>
                  <a:pt x="5196282" y="1911982"/>
                </a:cubicBezTo>
                <a:cubicBezTo>
                  <a:pt x="5207233" y="1911623"/>
                  <a:pt x="5218813" y="1913328"/>
                  <a:pt x="5229135" y="1910545"/>
                </a:cubicBezTo>
                <a:cubicBezTo>
                  <a:pt x="5296997" y="1892144"/>
                  <a:pt x="5275094" y="1824013"/>
                  <a:pt x="5301755" y="1782631"/>
                </a:cubicBezTo>
                <a:close/>
                <a:moveTo>
                  <a:pt x="5653721" y="2037921"/>
                </a:moveTo>
                <a:cubicBezTo>
                  <a:pt x="5679394" y="1960544"/>
                  <a:pt x="5637383" y="1909468"/>
                  <a:pt x="5554351" y="1913238"/>
                </a:cubicBezTo>
                <a:cubicBezTo>
                  <a:pt x="5569163" y="1968354"/>
                  <a:pt x="5595105" y="2013056"/>
                  <a:pt x="5653721" y="2037921"/>
                </a:cubicBezTo>
                <a:close/>
                <a:moveTo>
                  <a:pt x="5223031" y="1984601"/>
                </a:moveTo>
                <a:cubicBezTo>
                  <a:pt x="5280301" y="2010453"/>
                  <a:pt x="5322580" y="1996719"/>
                  <a:pt x="5357768" y="1966289"/>
                </a:cubicBezTo>
                <a:cubicBezTo>
                  <a:pt x="5366834" y="1958390"/>
                  <a:pt x="5359114" y="1931102"/>
                  <a:pt x="5359114" y="1901749"/>
                </a:cubicBezTo>
                <a:cubicBezTo>
                  <a:pt x="5308487" y="1932628"/>
                  <a:pt x="5269529" y="1956325"/>
                  <a:pt x="5223031" y="1984601"/>
                </a:cubicBezTo>
                <a:close/>
                <a:moveTo>
                  <a:pt x="6315554" y="1224207"/>
                </a:moveTo>
                <a:cubicBezTo>
                  <a:pt x="6244640" y="1168463"/>
                  <a:pt x="6138808" y="1155986"/>
                  <a:pt x="6107390" y="1197637"/>
                </a:cubicBezTo>
                <a:cubicBezTo>
                  <a:pt x="6175611" y="1206344"/>
                  <a:pt x="6243742" y="1215051"/>
                  <a:pt x="6315554" y="1224207"/>
                </a:cubicBezTo>
                <a:close/>
                <a:moveTo>
                  <a:pt x="5904164" y="1372857"/>
                </a:moveTo>
                <a:cubicBezTo>
                  <a:pt x="5901650" y="1368907"/>
                  <a:pt x="5899047" y="1364957"/>
                  <a:pt x="5896534" y="1361008"/>
                </a:cubicBezTo>
                <a:cubicBezTo>
                  <a:pt x="5880017" y="1365227"/>
                  <a:pt x="5854434" y="1364419"/>
                  <a:pt x="5848779" y="1374562"/>
                </a:cubicBezTo>
                <a:cubicBezTo>
                  <a:pt x="5833160" y="1402569"/>
                  <a:pt x="5825889" y="1435153"/>
                  <a:pt x="5815297" y="1465942"/>
                </a:cubicBezTo>
                <a:cubicBezTo>
                  <a:pt x="5821850" y="1468725"/>
                  <a:pt x="5828313" y="1471598"/>
                  <a:pt x="5834865" y="1474380"/>
                </a:cubicBezTo>
                <a:cubicBezTo>
                  <a:pt x="5857935" y="1440629"/>
                  <a:pt x="5881094" y="1406788"/>
                  <a:pt x="5904164" y="1372857"/>
                </a:cubicBezTo>
                <a:close/>
                <a:moveTo>
                  <a:pt x="8674831" y="2105514"/>
                </a:moveTo>
                <a:cubicBezTo>
                  <a:pt x="8676806" y="2109284"/>
                  <a:pt x="8678691" y="2112964"/>
                  <a:pt x="8680666" y="2116734"/>
                </a:cubicBezTo>
                <a:cubicBezTo>
                  <a:pt x="8774739" y="2118171"/>
                  <a:pt x="8807772" y="2099320"/>
                  <a:pt x="8804720" y="2043487"/>
                </a:cubicBezTo>
                <a:cubicBezTo>
                  <a:pt x="8760556" y="2064581"/>
                  <a:pt x="8717738" y="2085048"/>
                  <a:pt x="8674831" y="2105514"/>
                </a:cubicBezTo>
                <a:close/>
                <a:moveTo>
                  <a:pt x="6239613" y="1151947"/>
                </a:moveTo>
                <a:cubicBezTo>
                  <a:pt x="6297601" y="1168104"/>
                  <a:pt x="6355588" y="1184262"/>
                  <a:pt x="6413576" y="1200419"/>
                </a:cubicBezTo>
                <a:cubicBezTo>
                  <a:pt x="6414564" y="1196111"/>
                  <a:pt x="6415462" y="1191802"/>
                  <a:pt x="6416449" y="1187493"/>
                </a:cubicBezTo>
                <a:cubicBezTo>
                  <a:pt x="6363578" y="1145304"/>
                  <a:pt x="6300832" y="1147458"/>
                  <a:pt x="6239613" y="1151947"/>
                </a:cubicBezTo>
                <a:close/>
                <a:moveTo>
                  <a:pt x="8777162" y="1073582"/>
                </a:moveTo>
                <a:cubicBezTo>
                  <a:pt x="8807952" y="1040369"/>
                  <a:pt x="8837933" y="1008054"/>
                  <a:pt x="8871954" y="971341"/>
                </a:cubicBezTo>
                <a:cubicBezTo>
                  <a:pt x="8789280" y="990012"/>
                  <a:pt x="8757953" y="1024750"/>
                  <a:pt x="8777162" y="1073582"/>
                </a:cubicBezTo>
                <a:close/>
                <a:moveTo>
                  <a:pt x="8748797" y="1067658"/>
                </a:moveTo>
                <a:cubicBezTo>
                  <a:pt x="8744398" y="1067029"/>
                  <a:pt x="8740090" y="1066311"/>
                  <a:pt x="8735691" y="1065683"/>
                </a:cubicBezTo>
                <a:cubicBezTo>
                  <a:pt x="8715315" y="1093600"/>
                  <a:pt x="8710378" y="1123132"/>
                  <a:pt x="8720701" y="1154101"/>
                </a:cubicBezTo>
                <a:cubicBezTo>
                  <a:pt x="8726266" y="1154729"/>
                  <a:pt x="8731742" y="1155358"/>
                  <a:pt x="8737307" y="1155986"/>
                </a:cubicBezTo>
                <a:cubicBezTo>
                  <a:pt x="8741077" y="1126543"/>
                  <a:pt x="8744937" y="1097101"/>
                  <a:pt x="8748797" y="1067658"/>
                </a:cubicBezTo>
                <a:close/>
                <a:moveTo>
                  <a:pt x="5721672" y="1953094"/>
                </a:moveTo>
                <a:cubicBezTo>
                  <a:pt x="5752013" y="1949862"/>
                  <a:pt x="5773108" y="1947618"/>
                  <a:pt x="5802820" y="1944387"/>
                </a:cubicBezTo>
                <a:cubicBezTo>
                  <a:pt x="5755693" y="1907314"/>
                  <a:pt x="5747794" y="1907942"/>
                  <a:pt x="5721672" y="1953094"/>
                </a:cubicBezTo>
                <a:close/>
                <a:moveTo>
                  <a:pt x="5646540" y="1753278"/>
                </a:moveTo>
                <a:cubicBezTo>
                  <a:pt x="5646181" y="1759023"/>
                  <a:pt x="5645821" y="1764678"/>
                  <a:pt x="5645462" y="1770423"/>
                </a:cubicBezTo>
                <a:cubicBezTo>
                  <a:pt x="5682625" y="1775091"/>
                  <a:pt x="5719788" y="1779849"/>
                  <a:pt x="5756950" y="1784516"/>
                </a:cubicBezTo>
                <a:cubicBezTo>
                  <a:pt x="5757578" y="1780387"/>
                  <a:pt x="5758117" y="1776258"/>
                  <a:pt x="5758745" y="1772039"/>
                </a:cubicBezTo>
                <a:cubicBezTo>
                  <a:pt x="5721403" y="1765845"/>
                  <a:pt x="5683971" y="1759562"/>
                  <a:pt x="5646540" y="1753278"/>
                </a:cubicBezTo>
                <a:close/>
              </a:path>
            </a:pathLst>
          </a:custGeom>
          <a:solidFill>
            <a:schemeClr val="accent1"/>
          </a:solidFill>
          <a:ln w="897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81" name="Graphic 226">
            <a:extLst>
              <a:ext uri="{FF2B5EF4-FFF2-40B4-BE49-F238E27FC236}">
                <a16:creationId xmlns:a16="http://schemas.microsoft.com/office/drawing/2014/main" xmlns="" id="{B1A0FC66-1783-42A1-8B39-9A14D42AAA6B}"/>
              </a:ext>
            </a:extLst>
          </p:cNvPr>
          <p:cNvGrpSpPr/>
          <p:nvPr/>
        </p:nvGrpSpPr>
        <p:grpSpPr>
          <a:xfrm>
            <a:off x="9906127" y="3056575"/>
            <a:ext cx="847781" cy="1000691"/>
            <a:chOff x="3190967" y="4976140"/>
            <a:chExt cx="1594302" cy="1881859"/>
          </a:xfrm>
          <a:solidFill>
            <a:schemeClr val="accent3"/>
          </a:solidFill>
        </p:grpSpPr>
        <p:sp>
          <p:nvSpPr>
            <p:cNvPr id="82" name="Freeform: Shape 308">
              <a:extLst>
                <a:ext uri="{FF2B5EF4-FFF2-40B4-BE49-F238E27FC236}">
                  <a16:creationId xmlns:a16="http://schemas.microsoft.com/office/drawing/2014/main" xmlns="" id="{835E09E9-BEFB-4429-B39F-97B8D310D379}"/>
                </a:ext>
              </a:extLst>
            </p:cNvPr>
            <p:cNvSpPr/>
            <p:nvPr/>
          </p:nvSpPr>
          <p:spPr>
            <a:xfrm>
              <a:off x="3412046" y="5909633"/>
              <a:ext cx="1154075" cy="444412"/>
            </a:xfrm>
            <a:custGeom>
              <a:avLst/>
              <a:gdLst>
                <a:gd name="connsiteX0" fmla="*/ 582806 w 1154075"/>
                <a:gd name="connsiteY0" fmla="*/ 444413 h 444412"/>
                <a:gd name="connsiteX1" fmla="*/ 321275 w 1154075"/>
                <a:gd name="connsiteY1" fmla="*/ 437861 h 444412"/>
                <a:gd name="connsiteX2" fmla="*/ 135091 w 1154075"/>
                <a:gd name="connsiteY2" fmla="*/ 427669 h 444412"/>
                <a:gd name="connsiteX3" fmla="*/ 24618 w 1154075"/>
                <a:gd name="connsiteY3" fmla="*/ 418933 h 444412"/>
                <a:gd name="connsiteX4" fmla="*/ 48 w 1154075"/>
                <a:gd name="connsiteY4" fmla="*/ 391816 h 444412"/>
                <a:gd name="connsiteX5" fmla="*/ 15336 w 1154075"/>
                <a:gd name="connsiteY5" fmla="*/ 305003 h 444412"/>
                <a:gd name="connsiteX6" fmla="*/ 131633 w 1154075"/>
                <a:gd name="connsiteY6" fmla="*/ 106625 h 444412"/>
                <a:gd name="connsiteX7" fmla="*/ 266129 w 1154075"/>
                <a:gd name="connsiteY7" fmla="*/ 13260 h 444412"/>
                <a:gd name="connsiteX8" fmla="*/ 331649 w 1154075"/>
                <a:gd name="connsiteY8" fmla="*/ 3068 h 444412"/>
                <a:gd name="connsiteX9" fmla="*/ 374782 w 1154075"/>
                <a:gd name="connsiteY9" fmla="*/ 33098 h 444412"/>
                <a:gd name="connsiteX10" fmla="*/ 546224 w 1154075"/>
                <a:gd name="connsiteY10" fmla="*/ 364334 h 444412"/>
                <a:gd name="connsiteX11" fmla="*/ 573524 w 1154075"/>
                <a:gd name="connsiteY11" fmla="*/ 391998 h 444412"/>
                <a:gd name="connsiteX12" fmla="*/ 596092 w 1154075"/>
                <a:gd name="connsiteY12" fmla="*/ 384172 h 444412"/>
                <a:gd name="connsiteX13" fmla="*/ 773540 w 1154075"/>
                <a:gd name="connsiteY13" fmla="*/ 43835 h 444412"/>
                <a:gd name="connsiteX14" fmla="*/ 801385 w 1154075"/>
                <a:gd name="connsiteY14" fmla="*/ 9438 h 444412"/>
                <a:gd name="connsiteX15" fmla="*/ 852345 w 1154075"/>
                <a:gd name="connsiteY15" fmla="*/ 1612 h 444412"/>
                <a:gd name="connsiteX16" fmla="*/ 914588 w 1154075"/>
                <a:gd name="connsiteY16" fmla="*/ 26182 h 444412"/>
                <a:gd name="connsiteX17" fmla="*/ 1136444 w 1154075"/>
                <a:gd name="connsiteY17" fmla="*/ 298451 h 444412"/>
                <a:gd name="connsiteX18" fmla="*/ 1153915 w 1154075"/>
                <a:gd name="connsiteY18" fmla="*/ 391270 h 444412"/>
                <a:gd name="connsiteX19" fmla="*/ 1130984 w 1154075"/>
                <a:gd name="connsiteY19" fmla="*/ 418751 h 444412"/>
                <a:gd name="connsiteX20" fmla="*/ 1064736 w 1154075"/>
                <a:gd name="connsiteY20" fmla="*/ 424393 h 444412"/>
                <a:gd name="connsiteX21" fmla="*/ 844701 w 1154075"/>
                <a:gd name="connsiteY21" fmla="*/ 437133 h 444412"/>
                <a:gd name="connsiteX22" fmla="*/ 582806 w 1154075"/>
                <a:gd name="connsiteY22" fmla="*/ 444413 h 444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54075" h="444412">
                  <a:moveTo>
                    <a:pt x="582806" y="444413"/>
                  </a:moveTo>
                  <a:cubicBezTo>
                    <a:pt x="491807" y="442229"/>
                    <a:pt x="406450" y="440955"/>
                    <a:pt x="321275" y="437861"/>
                  </a:cubicBezTo>
                  <a:cubicBezTo>
                    <a:pt x="259213" y="435677"/>
                    <a:pt x="197152" y="431491"/>
                    <a:pt x="135091" y="427669"/>
                  </a:cubicBezTo>
                  <a:cubicBezTo>
                    <a:pt x="98327" y="425303"/>
                    <a:pt x="61382" y="422027"/>
                    <a:pt x="24618" y="418933"/>
                  </a:cubicBezTo>
                  <a:cubicBezTo>
                    <a:pt x="6782" y="417477"/>
                    <a:pt x="-680" y="409651"/>
                    <a:pt x="48" y="391816"/>
                  </a:cubicBezTo>
                  <a:cubicBezTo>
                    <a:pt x="1140" y="362150"/>
                    <a:pt x="6964" y="333394"/>
                    <a:pt x="15336" y="305003"/>
                  </a:cubicBezTo>
                  <a:cubicBezTo>
                    <a:pt x="37358" y="229109"/>
                    <a:pt x="76305" y="162862"/>
                    <a:pt x="131633" y="106625"/>
                  </a:cubicBezTo>
                  <a:cubicBezTo>
                    <a:pt x="170580" y="67131"/>
                    <a:pt x="214806" y="34917"/>
                    <a:pt x="266129" y="13260"/>
                  </a:cubicBezTo>
                  <a:cubicBezTo>
                    <a:pt x="286877" y="4524"/>
                    <a:pt x="308899" y="-26"/>
                    <a:pt x="331649" y="3068"/>
                  </a:cubicBezTo>
                  <a:cubicBezTo>
                    <a:pt x="351122" y="5616"/>
                    <a:pt x="365500" y="15080"/>
                    <a:pt x="374782" y="33098"/>
                  </a:cubicBezTo>
                  <a:cubicBezTo>
                    <a:pt x="431748" y="143570"/>
                    <a:pt x="489077" y="253861"/>
                    <a:pt x="546224" y="364334"/>
                  </a:cubicBezTo>
                  <a:cubicBezTo>
                    <a:pt x="552412" y="376346"/>
                    <a:pt x="560966" y="386174"/>
                    <a:pt x="573524" y="391998"/>
                  </a:cubicBezTo>
                  <a:cubicBezTo>
                    <a:pt x="584262" y="396912"/>
                    <a:pt x="590814" y="394546"/>
                    <a:pt x="596092" y="384172"/>
                  </a:cubicBezTo>
                  <a:cubicBezTo>
                    <a:pt x="655241" y="270787"/>
                    <a:pt x="714390" y="157220"/>
                    <a:pt x="773540" y="43835"/>
                  </a:cubicBezTo>
                  <a:cubicBezTo>
                    <a:pt x="780456" y="30550"/>
                    <a:pt x="788463" y="17810"/>
                    <a:pt x="801385" y="9438"/>
                  </a:cubicBezTo>
                  <a:cubicBezTo>
                    <a:pt x="817219" y="-754"/>
                    <a:pt x="834509" y="-1482"/>
                    <a:pt x="852345" y="1612"/>
                  </a:cubicBezTo>
                  <a:cubicBezTo>
                    <a:pt x="874730" y="5616"/>
                    <a:pt x="894932" y="15262"/>
                    <a:pt x="914588" y="26182"/>
                  </a:cubicBezTo>
                  <a:cubicBezTo>
                    <a:pt x="1025061" y="86969"/>
                    <a:pt x="1098224" y="178696"/>
                    <a:pt x="1136444" y="298451"/>
                  </a:cubicBezTo>
                  <a:cubicBezTo>
                    <a:pt x="1146089" y="328662"/>
                    <a:pt x="1151549" y="359602"/>
                    <a:pt x="1153915" y="391270"/>
                  </a:cubicBezTo>
                  <a:cubicBezTo>
                    <a:pt x="1155189" y="408923"/>
                    <a:pt x="1149001" y="416749"/>
                    <a:pt x="1130984" y="418751"/>
                  </a:cubicBezTo>
                  <a:cubicBezTo>
                    <a:pt x="1108962" y="421117"/>
                    <a:pt x="1086758" y="422937"/>
                    <a:pt x="1064736" y="424393"/>
                  </a:cubicBezTo>
                  <a:cubicBezTo>
                    <a:pt x="991391" y="428943"/>
                    <a:pt x="918046" y="434221"/>
                    <a:pt x="844701" y="437133"/>
                  </a:cubicBezTo>
                  <a:cubicBezTo>
                    <a:pt x="755522" y="440591"/>
                    <a:pt x="666343" y="442229"/>
                    <a:pt x="582806" y="444413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309">
              <a:extLst>
                <a:ext uri="{FF2B5EF4-FFF2-40B4-BE49-F238E27FC236}">
                  <a16:creationId xmlns:a16="http://schemas.microsoft.com/office/drawing/2014/main" xmlns="" id="{8115FE9B-9AFC-4576-B966-3DE8904CCF6E}"/>
                </a:ext>
              </a:extLst>
            </p:cNvPr>
            <p:cNvSpPr/>
            <p:nvPr/>
          </p:nvSpPr>
          <p:spPr>
            <a:xfrm>
              <a:off x="3190823" y="6353425"/>
              <a:ext cx="703986" cy="396758"/>
            </a:xfrm>
            <a:custGeom>
              <a:avLst/>
              <a:gdLst>
                <a:gd name="connsiteX0" fmla="*/ 680998 w 703986"/>
                <a:gd name="connsiteY0" fmla="*/ 303284 h 396758"/>
                <a:gd name="connsiteX1" fmla="*/ 679724 w 703986"/>
                <a:gd name="connsiteY1" fmla="*/ 328763 h 396758"/>
                <a:gd name="connsiteX2" fmla="*/ 632222 w 703986"/>
                <a:gd name="connsiteY2" fmla="*/ 367529 h 396758"/>
                <a:gd name="connsiteX3" fmla="*/ 576895 w 703986"/>
                <a:gd name="connsiteY3" fmla="*/ 371351 h 396758"/>
                <a:gd name="connsiteX4" fmla="*/ 417464 w 703986"/>
                <a:gd name="connsiteY4" fmla="*/ 373717 h 396758"/>
                <a:gd name="connsiteX5" fmla="*/ 214173 w 703986"/>
                <a:gd name="connsiteY5" fmla="*/ 393191 h 396758"/>
                <a:gd name="connsiteX6" fmla="*/ 127724 w 703986"/>
                <a:gd name="connsiteY6" fmla="*/ 394283 h 396758"/>
                <a:gd name="connsiteX7" fmla="*/ 17069 w 703986"/>
                <a:gd name="connsiteY7" fmla="*/ 305104 h 396758"/>
                <a:gd name="connsiteX8" fmla="*/ 143 w 703986"/>
                <a:gd name="connsiteY8" fmla="*/ 208463 h 396758"/>
                <a:gd name="connsiteX9" fmla="*/ 14339 w 703986"/>
                <a:gd name="connsiteY9" fmla="*/ 97444 h 396758"/>
                <a:gd name="connsiteX10" fmla="*/ 59293 w 703986"/>
                <a:gd name="connsiteY10" fmla="*/ 26647 h 396758"/>
                <a:gd name="connsiteX11" fmla="*/ 143922 w 703986"/>
                <a:gd name="connsiteY11" fmla="*/ 75 h 396758"/>
                <a:gd name="connsiteX12" fmla="*/ 238924 w 703986"/>
                <a:gd name="connsiteY12" fmla="*/ 5353 h 396758"/>
                <a:gd name="connsiteX13" fmla="*/ 380883 w 703986"/>
                <a:gd name="connsiteY13" fmla="*/ 15181 h 396758"/>
                <a:gd name="connsiteX14" fmla="*/ 618936 w 703986"/>
                <a:gd name="connsiteY14" fmla="*/ 31925 h 396758"/>
                <a:gd name="connsiteX15" fmla="*/ 638410 w 703986"/>
                <a:gd name="connsiteY15" fmla="*/ 33199 h 396758"/>
                <a:gd name="connsiteX16" fmla="*/ 672990 w 703986"/>
                <a:gd name="connsiteY16" fmla="*/ 57768 h 396758"/>
                <a:gd name="connsiteX17" fmla="*/ 693555 w 703986"/>
                <a:gd name="connsiteY17" fmla="*/ 121468 h 396758"/>
                <a:gd name="connsiteX18" fmla="*/ 703201 w 703986"/>
                <a:gd name="connsiteY18" fmla="*/ 231395 h 396758"/>
                <a:gd name="connsiteX19" fmla="*/ 703201 w 703986"/>
                <a:gd name="connsiteY19" fmla="*/ 233032 h 396758"/>
                <a:gd name="connsiteX20" fmla="*/ 668258 w 703986"/>
                <a:gd name="connsiteY20" fmla="*/ 269978 h 396758"/>
                <a:gd name="connsiteX21" fmla="*/ 539221 w 703986"/>
                <a:gd name="connsiteY21" fmla="*/ 282172 h 396758"/>
                <a:gd name="connsiteX22" fmla="*/ 348487 w 703986"/>
                <a:gd name="connsiteY22" fmla="*/ 300190 h 396758"/>
                <a:gd name="connsiteX23" fmla="*/ 183415 w 703986"/>
                <a:gd name="connsiteY23" fmla="*/ 315296 h 396758"/>
                <a:gd name="connsiteX24" fmla="*/ 127542 w 703986"/>
                <a:gd name="connsiteY24" fmla="*/ 308016 h 396758"/>
                <a:gd name="connsiteX25" fmla="*/ 82224 w 703986"/>
                <a:gd name="connsiteY25" fmla="*/ 244680 h 396758"/>
                <a:gd name="connsiteX26" fmla="*/ 84590 w 703986"/>
                <a:gd name="connsiteY26" fmla="*/ 182983 h 396758"/>
                <a:gd name="connsiteX27" fmla="*/ 92780 w 703986"/>
                <a:gd name="connsiteY27" fmla="*/ 140213 h 396758"/>
                <a:gd name="connsiteX28" fmla="*/ 93872 w 703986"/>
                <a:gd name="connsiteY28" fmla="*/ 136574 h 396758"/>
                <a:gd name="connsiteX29" fmla="*/ 114256 w 703986"/>
                <a:gd name="connsiteY29" fmla="*/ 139486 h 396758"/>
                <a:gd name="connsiteX30" fmla="*/ 116804 w 703986"/>
                <a:gd name="connsiteY30" fmla="*/ 144217 h 396758"/>
                <a:gd name="connsiteX31" fmla="*/ 126086 w 703986"/>
                <a:gd name="connsiteY31" fmla="*/ 186077 h 396758"/>
                <a:gd name="connsiteX32" fmla="*/ 136460 w 703986"/>
                <a:gd name="connsiteY32" fmla="*/ 204277 h 396758"/>
                <a:gd name="connsiteX33" fmla="*/ 193425 w 703986"/>
                <a:gd name="connsiteY33" fmla="*/ 207371 h 396758"/>
                <a:gd name="connsiteX34" fmla="*/ 216357 w 703986"/>
                <a:gd name="connsiteY34" fmla="*/ 152043 h 396758"/>
                <a:gd name="connsiteX35" fmla="*/ 192697 w 703986"/>
                <a:gd name="connsiteY35" fmla="*/ 83430 h 396758"/>
                <a:gd name="connsiteX36" fmla="*/ 90778 w 703986"/>
                <a:gd name="connsiteY36" fmla="*/ 75240 h 396758"/>
                <a:gd name="connsiteX37" fmla="*/ 52559 w 703986"/>
                <a:gd name="connsiteY37" fmla="*/ 137484 h 396758"/>
                <a:gd name="connsiteX38" fmla="*/ 49101 w 703986"/>
                <a:gd name="connsiteY38" fmla="*/ 258512 h 396758"/>
                <a:gd name="connsiteX39" fmla="*/ 127360 w 703986"/>
                <a:gd name="connsiteY39" fmla="*/ 344415 h 396758"/>
                <a:gd name="connsiteX40" fmla="*/ 183051 w 703986"/>
                <a:gd name="connsiteY40" fmla="*/ 347327 h 396758"/>
                <a:gd name="connsiteX41" fmla="*/ 266406 w 703986"/>
                <a:gd name="connsiteY41" fmla="*/ 339683 h 396758"/>
                <a:gd name="connsiteX42" fmla="*/ 431478 w 703986"/>
                <a:gd name="connsiteY42" fmla="*/ 324759 h 396758"/>
                <a:gd name="connsiteX43" fmla="*/ 625852 w 703986"/>
                <a:gd name="connsiteY43" fmla="*/ 307288 h 396758"/>
                <a:gd name="connsiteX44" fmla="*/ 670988 w 703986"/>
                <a:gd name="connsiteY44" fmla="*/ 303102 h 396758"/>
                <a:gd name="connsiteX45" fmla="*/ 680998 w 703986"/>
                <a:gd name="connsiteY45" fmla="*/ 303284 h 396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703986" h="396758">
                  <a:moveTo>
                    <a:pt x="680998" y="303284"/>
                  </a:moveTo>
                  <a:cubicBezTo>
                    <a:pt x="683910" y="312202"/>
                    <a:pt x="683000" y="320755"/>
                    <a:pt x="679724" y="328763"/>
                  </a:cubicBezTo>
                  <a:cubicBezTo>
                    <a:pt x="670988" y="350057"/>
                    <a:pt x="653880" y="361887"/>
                    <a:pt x="632222" y="367529"/>
                  </a:cubicBezTo>
                  <a:cubicBezTo>
                    <a:pt x="614022" y="372261"/>
                    <a:pt x="595459" y="371169"/>
                    <a:pt x="576895" y="371351"/>
                  </a:cubicBezTo>
                  <a:cubicBezTo>
                    <a:pt x="523751" y="371897"/>
                    <a:pt x="470608" y="371715"/>
                    <a:pt x="417464" y="373717"/>
                  </a:cubicBezTo>
                  <a:cubicBezTo>
                    <a:pt x="349397" y="376265"/>
                    <a:pt x="281694" y="384455"/>
                    <a:pt x="214173" y="393191"/>
                  </a:cubicBezTo>
                  <a:cubicBezTo>
                    <a:pt x="185417" y="396831"/>
                    <a:pt x="156661" y="398469"/>
                    <a:pt x="127724" y="394283"/>
                  </a:cubicBezTo>
                  <a:cubicBezTo>
                    <a:pt x="73124" y="386457"/>
                    <a:pt x="36907" y="356063"/>
                    <a:pt x="17069" y="305104"/>
                  </a:cubicBezTo>
                  <a:cubicBezTo>
                    <a:pt x="5057" y="273982"/>
                    <a:pt x="871" y="241404"/>
                    <a:pt x="143" y="208463"/>
                  </a:cubicBezTo>
                  <a:cubicBezTo>
                    <a:pt x="-767" y="170789"/>
                    <a:pt x="2509" y="133480"/>
                    <a:pt x="14339" y="97444"/>
                  </a:cubicBezTo>
                  <a:cubicBezTo>
                    <a:pt x="23257" y="70144"/>
                    <a:pt x="36725" y="45393"/>
                    <a:pt x="59293" y="26647"/>
                  </a:cubicBezTo>
                  <a:cubicBezTo>
                    <a:pt x="83862" y="6445"/>
                    <a:pt x="112982" y="-835"/>
                    <a:pt x="143922" y="75"/>
                  </a:cubicBezTo>
                  <a:cubicBezTo>
                    <a:pt x="175589" y="803"/>
                    <a:pt x="207257" y="3351"/>
                    <a:pt x="238924" y="5353"/>
                  </a:cubicBezTo>
                  <a:cubicBezTo>
                    <a:pt x="286244" y="8447"/>
                    <a:pt x="333563" y="11905"/>
                    <a:pt x="380883" y="15181"/>
                  </a:cubicBezTo>
                  <a:cubicBezTo>
                    <a:pt x="460234" y="20823"/>
                    <a:pt x="539585" y="26465"/>
                    <a:pt x="618936" y="31925"/>
                  </a:cubicBezTo>
                  <a:cubicBezTo>
                    <a:pt x="625488" y="32471"/>
                    <a:pt x="631858" y="33017"/>
                    <a:pt x="638410" y="33199"/>
                  </a:cubicBezTo>
                  <a:cubicBezTo>
                    <a:pt x="655336" y="33745"/>
                    <a:pt x="667348" y="41753"/>
                    <a:pt x="672990" y="57768"/>
                  </a:cubicBezTo>
                  <a:cubicBezTo>
                    <a:pt x="680270" y="78880"/>
                    <a:pt x="688095" y="99992"/>
                    <a:pt x="693555" y="121468"/>
                  </a:cubicBezTo>
                  <a:cubicBezTo>
                    <a:pt x="702655" y="157503"/>
                    <a:pt x="705567" y="194267"/>
                    <a:pt x="703201" y="231395"/>
                  </a:cubicBezTo>
                  <a:cubicBezTo>
                    <a:pt x="703201" y="231941"/>
                    <a:pt x="703201" y="232486"/>
                    <a:pt x="703201" y="233032"/>
                  </a:cubicBezTo>
                  <a:cubicBezTo>
                    <a:pt x="701927" y="257602"/>
                    <a:pt x="692645" y="267612"/>
                    <a:pt x="668258" y="269978"/>
                  </a:cubicBezTo>
                  <a:cubicBezTo>
                    <a:pt x="625306" y="274164"/>
                    <a:pt x="582173" y="278168"/>
                    <a:pt x="539221" y="282172"/>
                  </a:cubicBezTo>
                  <a:cubicBezTo>
                    <a:pt x="475704" y="288178"/>
                    <a:pt x="412005" y="294366"/>
                    <a:pt x="348487" y="300190"/>
                  </a:cubicBezTo>
                  <a:cubicBezTo>
                    <a:pt x="293524" y="305286"/>
                    <a:pt x="238378" y="310382"/>
                    <a:pt x="183415" y="315296"/>
                  </a:cubicBezTo>
                  <a:cubicBezTo>
                    <a:pt x="164487" y="316934"/>
                    <a:pt x="145378" y="315660"/>
                    <a:pt x="127542" y="308016"/>
                  </a:cubicBezTo>
                  <a:cubicBezTo>
                    <a:pt x="99696" y="296186"/>
                    <a:pt x="87138" y="273072"/>
                    <a:pt x="82224" y="244680"/>
                  </a:cubicBezTo>
                  <a:cubicBezTo>
                    <a:pt x="78584" y="223933"/>
                    <a:pt x="80950" y="203549"/>
                    <a:pt x="84590" y="182983"/>
                  </a:cubicBezTo>
                  <a:cubicBezTo>
                    <a:pt x="87138" y="168605"/>
                    <a:pt x="90050" y="154409"/>
                    <a:pt x="92780" y="140213"/>
                  </a:cubicBezTo>
                  <a:cubicBezTo>
                    <a:pt x="92962" y="139122"/>
                    <a:pt x="93508" y="138029"/>
                    <a:pt x="93872" y="136574"/>
                  </a:cubicBezTo>
                  <a:cubicBezTo>
                    <a:pt x="100788" y="137484"/>
                    <a:pt x="107522" y="138212"/>
                    <a:pt x="114256" y="139486"/>
                  </a:cubicBezTo>
                  <a:cubicBezTo>
                    <a:pt x="115348" y="139668"/>
                    <a:pt x="116440" y="142397"/>
                    <a:pt x="116804" y="144217"/>
                  </a:cubicBezTo>
                  <a:cubicBezTo>
                    <a:pt x="119898" y="158231"/>
                    <a:pt x="122082" y="172427"/>
                    <a:pt x="126086" y="186077"/>
                  </a:cubicBezTo>
                  <a:cubicBezTo>
                    <a:pt x="127906" y="192629"/>
                    <a:pt x="132092" y="198999"/>
                    <a:pt x="136460" y="204277"/>
                  </a:cubicBezTo>
                  <a:cubicBezTo>
                    <a:pt x="151747" y="223023"/>
                    <a:pt x="176135" y="224297"/>
                    <a:pt x="193425" y="207371"/>
                  </a:cubicBezTo>
                  <a:cubicBezTo>
                    <a:pt x="208895" y="192265"/>
                    <a:pt x="215993" y="173337"/>
                    <a:pt x="216357" y="152043"/>
                  </a:cubicBezTo>
                  <a:cubicBezTo>
                    <a:pt x="216721" y="126564"/>
                    <a:pt x="208895" y="103450"/>
                    <a:pt x="192697" y="83430"/>
                  </a:cubicBezTo>
                  <a:cubicBezTo>
                    <a:pt x="165943" y="50307"/>
                    <a:pt x="122628" y="46849"/>
                    <a:pt x="90778" y="75240"/>
                  </a:cubicBezTo>
                  <a:cubicBezTo>
                    <a:pt x="71850" y="92166"/>
                    <a:pt x="59839" y="113642"/>
                    <a:pt x="52559" y="137484"/>
                  </a:cubicBezTo>
                  <a:cubicBezTo>
                    <a:pt x="40365" y="177341"/>
                    <a:pt x="37271" y="218109"/>
                    <a:pt x="49101" y="258512"/>
                  </a:cubicBezTo>
                  <a:cubicBezTo>
                    <a:pt x="61113" y="299462"/>
                    <a:pt x="85682" y="330037"/>
                    <a:pt x="127360" y="344415"/>
                  </a:cubicBezTo>
                  <a:cubicBezTo>
                    <a:pt x="145560" y="350785"/>
                    <a:pt x="164305" y="348965"/>
                    <a:pt x="183051" y="347327"/>
                  </a:cubicBezTo>
                  <a:cubicBezTo>
                    <a:pt x="210897" y="344961"/>
                    <a:pt x="238743" y="342231"/>
                    <a:pt x="266406" y="339683"/>
                  </a:cubicBezTo>
                  <a:cubicBezTo>
                    <a:pt x="321370" y="334769"/>
                    <a:pt x="376515" y="329673"/>
                    <a:pt x="431478" y="324759"/>
                  </a:cubicBezTo>
                  <a:cubicBezTo>
                    <a:pt x="496270" y="318936"/>
                    <a:pt x="561061" y="313112"/>
                    <a:pt x="625852" y="307288"/>
                  </a:cubicBezTo>
                  <a:cubicBezTo>
                    <a:pt x="640958" y="306014"/>
                    <a:pt x="655882" y="304376"/>
                    <a:pt x="670988" y="303102"/>
                  </a:cubicBezTo>
                  <a:cubicBezTo>
                    <a:pt x="674446" y="303648"/>
                    <a:pt x="677540" y="303466"/>
                    <a:pt x="680998" y="303284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310">
              <a:extLst>
                <a:ext uri="{FF2B5EF4-FFF2-40B4-BE49-F238E27FC236}">
                  <a16:creationId xmlns:a16="http://schemas.microsoft.com/office/drawing/2014/main" xmlns="" id="{C5118DED-6593-4DF1-BDAC-1C773FB6A7C9}"/>
                </a:ext>
              </a:extLst>
            </p:cNvPr>
            <p:cNvSpPr/>
            <p:nvPr/>
          </p:nvSpPr>
          <p:spPr>
            <a:xfrm>
              <a:off x="3362591" y="4975968"/>
              <a:ext cx="1254875" cy="280289"/>
            </a:xfrm>
            <a:custGeom>
              <a:avLst/>
              <a:gdLst>
                <a:gd name="connsiteX0" fmla="*/ 1254876 w 1254875"/>
                <a:gd name="connsiteY0" fmla="*/ 125751 h 280289"/>
                <a:gd name="connsiteX1" fmla="*/ 1202096 w 1254875"/>
                <a:gd name="connsiteY1" fmla="*/ 139582 h 280289"/>
                <a:gd name="connsiteX2" fmla="*/ 1042666 w 1254875"/>
                <a:gd name="connsiteY2" fmla="*/ 180714 h 280289"/>
                <a:gd name="connsiteX3" fmla="*/ 831003 w 1254875"/>
                <a:gd name="connsiteY3" fmla="*/ 235313 h 280289"/>
                <a:gd name="connsiteX4" fmla="*/ 691046 w 1254875"/>
                <a:gd name="connsiteY4" fmla="*/ 271531 h 280289"/>
                <a:gd name="connsiteX5" fmla="*/ 560736 w 1254875"/>
                <a:gd name="connsiteY5" fmla="*/ 271713 h 280289"/>
                <a:gd name="connsiteX6" fmla="*/ 236051 w 1254875"/>
                <a:gd name="connsiteY6" fmla="*/ 187266 h 280289"/>
                <a:gd name="connsiteX7" fmla="*/ 31850 w 1254875"/>
                <a:gd name="connsiteY7" fmla="*/ 134122 h 280289"/>
                <a:gd name="connsiteX8" fmla="*/ 12012 w 1254875"/>
                <a:gd name="connsiteY8" fmla="*/ 126842 h 280289"/>
                <a:gd name="connsiteX9" fmla="*/ 0 w 1254875"/>
                <a:gd name="connsiteY9" fmla="*/ 117743 h 280289"/>
                <a:gd name="connsiteX10" fmla="*/ 546 w 1254875"/>
                <a:gd name="connsiteY10" fmla="*/ 116105 h 280289"/>
                <a:gd name="connsiteX11" fmla="*/ 23842 w 1254875"/>
                <a:gd name="connsiteY11" fmla="*/ 111555 h 280289"/>
                <a:gd name="connsiteX12" fmla="*/ 331418 w 1254875"/>
                <a:gd name="connsiteY12" fmla="*/ 53315 h 280289"/>
                <a:gd name="connsiteX13" fmla="*/ 516692 w 1254875"/>
                <a:gd name="connsiteY13" fmla="*/ 17280 h 280289"/>
                <a:gd name="connsiteX14" fmla="*/ 596771 w 1254875"/>
                <a:gd name="connsiteY14" fmla="*/ 1992 h 280289"/>
                <a:gd name="connsiteX15" fmla="*/ 677214 w 1254875"/>
                <a:gd name="connsiteY15" fmla="*/ 6178 h 280289"/>
                <a:gd name="connsiteX16" fmla="*/ 893610 w 1254875"/>
                <a:gd name="connsiteY16" fmla="*/ 47491 h 280289"/>
                <a:gd name="connsiteX17" fmla="*/ 1198639 w 1254875"/>
                <a:gd name="connsiteY17" fmla="*/ 106641 h 280289"/>
                <a:gd name="connsiteX18" fmla="*/ 1234674 w 1254875"/>
                <a:gd name="connsiteY18" fmla="*/ 113739 h 280289"/>
                <a:gd name="connsiteX19" fmla="*/ 1254876 w 1254875"/>
                <a:gd name="connsiteY19" fmla="*/ 125751 h 280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54875" h="280289">
                  <a:moveTo>
                    <a:pt x="1254876" y="125751"/>
                  </a:moveTo>
                  <a:cubicBezTo>
                    <a:pt x="1236676" y="130482"/>
                    <a:pt x="1219386" y="135032"/>
                    <a:pt x="1202096" y="139582"/>
                  </a:cubicBezTo>
                  <a:cubicBezTo>
                    <a:pt x="1148953" y="153232"/>
                    <a:pt x="1095810" y="166882"/>
                    <a:pt x="1042666" y="180714"/>
                  </a:cubicBezTo>
                  <a:cubicBezTo>
                    <a:pt x="972051" y="198914"/>
                    <a:pt x="901618" y="217113"/>
                    <a:pt x="831003" y="235313"/>
                  </a:cubicBezTo>
                  <a:cubicBezTo>
                    <a:pt x="784411" y="247325"/>
                    <a:pt x="737638" y="258791"/>
                    <a:pt x="691046" y="271531"/>
                  </a:cubicBezTo>
                  <a:cubicBezTo>
                    <a:pt x="647549" y="283361"/>
                    <a:pt x="604233" y="282997"/>
                    <a:pt x="560736" y="271713"/>
                  </a:cubicBezTo>
                  <a:cubicBezTo>
                    <a:pt x="452629" y="243321"/>
                    <a:pt x="344158" y="215294"/>
                    <a:pt x="236051" y="187266"/>
                  </a:cubicBezTo>
                  <a:cubicBezTo>
                    <a:pt x="167984" y="169612"/>
                    <a:pt x="99917" y="151958"/>
                    <a:pt x="31850" y="134122"/>
                  </a:cubicBezTo>
                  <a:cubicBezTo>
                    <a:pt x="25116" y="132302"/>
                    <a:pt x="18200" y="129936"/>
                    <a:pt x="12012" y="126842"/>
                  </a:cubicBezTo>
                  <a:cubicBezTo>
                    <a:pt x="7644" y="124659"/>
                    <a:pt x="4004" y="120837"/>
                    <a:pt x="0" y="117743"/>
                  </a:cubicBezTo>
                  <a:cubicBezTo>
                    <a:pt x="182" y="117197"/>
                    <a:pt x="364" y="116651"/>
                    <a:pt x="546" y="116105"/>
                  </a:cubicBezTo>
                  <a:cubicBezTo>
                    <a:pt x="8372" y="114649"/>
                    <a:pt x="16016" y="113011"/>
                    <a:pt x="23842" y="111555"/>
                  </a:cubicBezTo>
                  <a:cubicBezTo>
                    <a:pt x="126307" y="92263"/>
                    <a:pt x="228771" y="72971"/>
                    <a:pt x="331418" y="53315"/>
                  </a:cubicBezTo>
                  <a:cubicBezTo>
                    <a:pt x="393298" y="41485"/>
                    <a:pt x="454995" y="29292"/>
                    <a:pt x="516692" y="17280"/>
                  </a:cubicBezTo>
                  <a:cubicBezTo>
                    <a:pt x="543264" y="12184"/>
                    <a:pt x="569836" y="6360"/>
                    <a:pt x="596771" y="1992"/>
                  </a:cubicBezTo>
                  <a:cubicBezTo>
                    <a:pt x="623707" y="-2376"/>
                    <a:pt x="650643" y="1082"/>
                    <a:pt x="677214" y="6178"/>
                  </a:cubicBezTo>
                  <a:cubicBezTo>
                    <a:pt x="749286" y="19828"/>
                    <a:pt x="821539" y="33660"/>
                    <a:pt x="893610" y="47491"/>
                  </a:cubicBezTo>
                  <a:cubicBezTo>
                    <a:pt x="995165" y="67147"/>
                    <a:pt x="1096902" y="86985"/>
                    <a:pt x="1198639" y="106641"/>
                  </a:cubicBezTo>
                  <a:cubicBezTo>
                    <a:pt x="1210650" y="109007"/>
                    <a:pt x="1222662" y="111191"/>
                    <a:pt x="1234674" y="113739"/>
                  </a:cubicBezTo>
                  <a:cubicBezTo>
                    <a:pt x="1242318" y="115559"/>
                    <a:pt x="1249598" y="118653"/>
                    <a:pt x="1254876" y="125751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311">
              <a:extLst>
                <a:ext uri="{FF2B5EF4-FFF2-40B4-BE49-F238E27FC236}">
                  <a16:creationId xmlns:a16="http://schemas.microsoft.com/office/drawing/2014/main" xmlns="" id="{5E950CE3-6649-4B5C-A145-8B5B29EC0024}"/>
                </a:ext>
              </a:extLst>
            </p:cNvPr>
            <p:cNvSpPr/>
            <p:nvPr/>
          </p:nvSpPr>
          <p:spPr>
            <a:xfrm>
              <a:off x="4143362" y="6353641"/>
              <a:ext cx="641285" cy="328370"/>
            </a:xfrm>
            <a:custGeom>
              <a:avLst/>
              <a:gdLst>
                <a:gd name="connsiteX0" fmla="*/ 0 w 641285"/>
                <a:gd name="connsiteY0" fmla="*/ 33347 h 328370"/>
                <a:gd name="connsiteX1" fmla="*/ 64791 w 641285"/>
                <a:gd name="connsiteY1" fmla="*/ 28979 h 328370"/>
                <a:gd name="connsiteX2" fmla="*/ 309215 w 641285"/>
                <a:gd name="connsiteY2" fmla="*/ 12235 h 328370"/>
                <a:gd name="connsiteX3" fmla="*/ 455723 w 641285"/>
                <a:gd name="connsiteY3" fmla="*/ 2407 h 328370"/>
                <a:gd name="connsiteX4" fmla="*/ 508502 w 641285"/>
                <a:gd name="connsiteY4" fmla="*/ 41 h 328370"/>
                <a:gd name="connsiteX5" fmla="*/ 618611 w 641285"/>
                <a:gd name="connsiteY5" fmla="*/ 74661 h 328370"/>
                <a:gd name="connsiteX6" fmla="*/ 640451 w 641285"/>
                <a:gd name="connsiteY6" fmla="*/ 175669 h 328370"/>
                <a:gd name="connsiteX7" fmla="*/ 628985 w 641285"/>
                <a:gd name="connsiteY7" fmla="*/ 299064 h 328370"/>
                <a:gd name="connsiteX8" fmla="*/ 624253 w 641285"/>
                <a:gd name="connsiteY8" fmla="*/ 312532 h 328370"/>
                <a:gd name="connsiteX9" fmla="*/ 599137 w 641285"/>
                <a:gd name="connsiteY9" fmla="*/ 328366 h 328370"/>
                <a:gd name="connsiteX10" fmla="*/ 562556 w 641285"/>
                <a:gd name="connsiteY10" fmla="*/ 326000 h 328370"/>
                <a:gd name="connsiteX11" fmla="*/ 457543 w 641285"/>
                <a:gd name="connsiteY11" fmla="*/ 315990 h 328370"/>
                <a:gd name="connsiteX12" fmla="*/ 226223 w 641285"/>
                <a:gd name="connsiteY12" fmla="*/ 293422 h 328370"/>
                <a:gd name="connsiteX13" fmla="*/ 45135 w 641285"/>
                <a:gd name="connsiteY13" fmla="*/ 275950 h 328370"/>
                <a:gd name="connsiteX14" fmla="*/ 36036 w 641285"/>
                <a:gd name="connsiteY14" fmla="*/ 274312 h 328370"/>
                <a:gd name="connsiteX15" fmla="*/ 23842 w 641285"/>
                <a:gd name="connsiteY15" fmla="*/ 257022 h 328370"/>
                <a:gd name="connsiteX16" fmla="*/ 910 w 641285"/>
                <a:gd name="connsiteY16" fmla="*/ 37533 h 328370"/>
                <a:gd name="connsiteX17" fmla="*/ 0 w 641285"/>
                <a:gd name="connsiteY17" fmla="*/ 33347 h 328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41285" h="328370">
                  <a:moveTo>
                    <a:pt x="0" y="33347"/>
                  </a:moveTo>
                  <a:cubicBezTo>
                    <a:pt x="22022" y="31891"/>
                    <a:pt x="43498" y="30435"/>
                    <a:pt x="64791" y="28979"/>
                  </a:cubicBezTo>
                  <a:cubicBezTo>
                    <a:pt x="146326" y="23337"/>
                    <a:pt x="227680" y="17695"/>
                    <a:pt x="309215" y="12235"/>
                  </a:cubicBezTo>
                  <a:cubicBezTo>
                    <a:pt x="357990" y="8959"/>
                    <a:pt x="406947" y="5501"/>
                    <a:pt x="455723" y="2407"/>
                  </a:cubicBezTo>
                  <a:cubicBezTo>
                    <a:pt x="473195" y="1315"/>
                    <a:pt x="490848" y="405"/>
                    <a:pt x="508502" y="41"/>
                  </a:cubicBezTo>
                  <a:cubicBezTo>
                    <a:pt x="562738" y="-1233"/>
                    <a:pt x="597499" y="26977"/>
                    <a:pt x="618611" y="74661"/>
                  </a:cubicBezTo>
                  <a:cubicBezTo>
                    <a:pt x="632807" y="106874"/>
                    <a:pt x="638267" y="140908"/>
                    <a:pt x="640451" y="175669"/>
                  </a:cubicBezTo>
                  <a:cubicBezTo>
                    <a:pt x="643181" y="217347"/>
                    <a:pt x="639177" y="258479"/>
                    <a:pt x="628985" y="299064"/>
                  </a:cubicBezTo>
                  <a:cubicBezTo>
                    <a:pt x="627893" y="303614"/>
                    <a:pt x="626255" y="308164"/>
                    <a:pt x="624253" y="312532"/>
                  </a:cubicBezTo>
                  <a:cubicBezTo>
                    <a:pt x="619339" y="323088"/>
                    <a:pt x="610603" y="328548"/>
                    <a:pt x="599137" y="328366"/>
                  </a:cubicBezTo>
                  <a:cubicBezTo>
                    <a:pt x="586943" y="328184"/>
                    <a:pt x="574750" y="327092"/>
                    <a:pt x="562556" y="326000"/>
                  </a:cubicBezTo>
                  <a:cubicBezTo>
                    <a:pt x="527430" y="322724"/>
                    <a:pt x="492487" y="319448"/>
                    <a:pt x="457543" y="315990"/>
                  </a:cubicBezTo>
                  <a:cubicBezTo>
                    <a:pt x="380376" y="308528"/>
                    <a:pt x="303391" y="300884"/>
                    <a:pt x="226223" y="293422"/>
                  </a:cubicBezTo>
                  <a:cubicBezTo>
                    <a:pt x="165800" y="287598"/>
                    <a:pt x="105559" y="281774"/>
                    <a:pt x="45135" y="275950"/>
                  </a:cubicBezTo>
                  <a:cubicBezTo>
                    <a:pt x="42042" y="275586"/>
                    <a:pt x="39130" y="275222"/>
                    <a:pt x="36036" y="274312"/>
                  </a:cubicBezTo>
                  <a:cubicBezTo>
                    <a:pt x="26026" y="271582"/>
                    <a:pt x="22932" y="267214"/>
                    <a:pt x="23842" y="257022"/>
                  </a:cubicBezTo>
                  <a:cubicBezTo>
                    <a:pt x="30394" y="182403"/>
                    <a:pt x="22932" y="109240"/>
                    <a:pt x="910" y="37533"/>
                  </a:cubicBezTo>
                  <a:cubicBezTo>
                    <a:pt x="546" y="36259"/>
                    <a:pt x="364" y="35167"/>
                    <a:pt x="0" y="33347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312">
              <a:extLst>
                <a:ext uri="{FF2B5EF4-FFF2-40B4-BE49-F238E27FC236}">
                  <a16:creationId xmlns:a16="http://schemas.microsoft.com/office/drawing/2014/main" xmlns="" id="{044AE538-36DC-43AF-A530-6297909BDB09}"/>
                </a:ext>
              </a:extLst>
            </p:cNvPr>
            <p:cNvSpPr/>
            <p:nvPr/>
          </p:nvSpPr>
          <p:spPr>
            <a:xfrm>
              <a:off x="3677083" y="5409841"/>
              <a:ext cx="622645" cy="405092"/>
            </a:xfrm>
            <a:custGeom>
              <a:avLst/>
              <a:gdLst>
                <a:gd name="connsiteX0" fmla="*/ 609329 w 622645"/>
                <a:gd name="connsiteY0" fmla="*/ 0 h 405092"/>
                <a:gd name="connsiteX1" fmla="*/ 622615 w 622645"/>
                <a:gd name="connsiteY1" fmla="*/ 82263 h 405092"/>
                <a:gd name="connsiteX2" fmla="*/ 535802 w 622645"/>
                <a:gd name="connsiteY2" fmla="*/ 310671 h 405092"/>
                <a:gd name="connsiteX3" fmla="*/ 366544 w 622645"/>
                <a:gd name="connsiteY3" fmla="*/ 399668 h 405092"/>
                <a:gd name="connsiteX4" fmla="*/ 186730 w 622645"/>
                <a:gd name="connsiteY4" fmla="*/ 380012 h 405092"/>
                <a:gd name="connsiteX5" fmla="*/ 46409 w 622645"/>
                <a:gd name="connsiteY5" fmla="*/ 255707 h 405092"/>
                <a:gd name="connsiteX6" fmla="*/ 0 w 622645"/>
                <a:gd name="connsiteY6" fmla="*/ 97551 h 405092"/>
                <a:gd name="connsiteX7" fmla="*/ 6734 w 622645"/>
                <a:gd name="connsiteY7" fmla="*/ 17654 h 405092"/>
                <a:gd name="connsiteX8" fmla="*/ 27482 w 622645"/>
                <a:gd name="connsiteY8" fmla="*/ 9646 h 405092"/>
                <a:gd name="connsiteX9" fmla="*/ 108107 w 622645"/>
                <a:gd name="connsiteY9" fmla="*/ 56783 h 405092"/>
                <a:gd name="connsiteX10" fmla="*/ 355988 w 622645"/>
                <a:gd name="connsiteY10" fmla="*/ 97915 h 405092"/>
                <a:gd name="connsiteX11" fmla="*/ 556550 w 622645"/>
                <a:gd name="connsiteY11" fmla="*/ 35672 h 405092"/>
                <a:gd name="connsiteX12" fmla="*/ 602959 w 622645"/>
                <a:gd name="connsiteY12" fmla="*/ 4914 h 405092"/>
                <a:gd name="connsiteX13" fmla="*/ 609329 w 622645"/>
                <a:gd name="connsiteY13" fmla="*/ 0 h 405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2645" h="405092">
                  <a:moveTo>
                    <a:pt x="609329" y="0"/>
                  </a:moveTo>
                  <a:cubicBezTo>
                    <a:pt x="617883" y="27482"/>
                    <a:pt x="622251" y="54599"/>
                    <a:pt x="622615" y="82263"/>
                  </a:cubicBezTo>
                  <a:cubicBezTo>
                    <a:pt x="623707" y="169804"/>
                    <a:pt x="595861" y="246607"/>
                    <a:pt x="535802" y="310671"/>
                  </a:cubicBezTo>
                  <a:cubicBezTo>
                    <a:pt x="489756" y="359628"/>
                    <a:pt x="432427" y="387838"/>
                    <a:pt x="366544" y="399668"/>
                  </a:cubicBezTo>
                  <a:cubicBezTo>
                    <a:pt x="304665" y="410769"/>
                    <a:pt x="244423" y="405127"/>
                    <a:pt x="186730" y="380012"/>
                  </a:cubicBezTo>
                  <a:cubicBezTo>
                    <a:pt x="126489" y="353986"/>
                    <a:pt x="80443" y="311217"/>
                    <a:pt x="46409" y="255707"/>
                  </a:cubicBezTo>
                  <a:cubicBezTo>
                    <a:pt x="16744" y="207296"/>
                    <a:pt x="0" y="154516"/>
                    <a:pt x="0" y="97551"/>
                  </a:cubicBezTo>
                  <a:cubicBezTo>
                    <a:pt x="0" y="70979"/>
                    <a:pt x="3640" y="44226"/>
                    <a:pt x="6734" y="17654"/>
                  </a:cubicBezTo>
                  <a:cubicBezTo>
                    <a:pt x="8190" y="4550"/>
                    <a:pt x="16562" y="1638"/>
                    <a:pt x="27482" y="9646"/>
                  </a:cubicBezTo>
                  <a:cubicBezTo>
                    <a:pt x="52779" y="28210"/>
                    <a:pt x="79533" y="44044"/>
                    <a:pt x="108107" y="56783"/>
                  </a:cubicBezTo>
                  <a:cubicBezTo>
                    <a:pt x="187094" y="92273"/>
                    <a:pt x="269903" y="105377"/>
                    <a:pt x="355988" y="97915"/>
                  </a:cubicBezTo>
                  <a:cubicBezTo>
                    <a:pt x="427331" y="91727"/>
                    <a:pt x="494488" y="71707"/>
                    <a:pt x="556550" y="35672"/>
                  </a:cubicBezTo>
                  <a:cubicBezTo>
                    <a:pt x="572566" y="26390"/>
                    <a:pt x="587489" y="15288"/>
                    <a:pt x="602959" y="4914"/>
                  </a:cubicBezTo>
                  <a:cubicBezTo>
                    <a:pt x="604779" y="3640"/>
                    <a:pt x="606781" y="2002"/>
                    <a:pt x="609329" y="0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313">
              <a:extLst>
                <a:ext uri="{FF2B5EF4-FFF2-40B4-BE49-F238E27FC236}">
                  <a16:creationId xmlns:a16="http://schemas.microsoft.com/office/drawing/2014/main" xmlns="" id="{CE9C4986-8F17-4EDB-94A9-07E33E9EE762}"/>
                </a:ext>
              </a:extLst>
            </p:cNvPr>
            <p:cNvSpPr/>
            <p:nvPr/>
          </p:nvSpPr>
          <p:spPr>
            <a:xfrm>
              <a:off x="3662159" y="5201089"/>
              <a:ext cx="650824" cy="284358"/>
            </a:xfrm>
            <a:custGeom>
              <a:avLst/>
              <a:gdLst>
                <a:gd name="connsiteX0" fmla="*/ 0 w 650824"/>
                <a:gd name="connsiteY0" fmla="*/ 0 h 284358"/>
                <a:gd name="connsiteX1" fmla="*/ 41860 w 650824"/>
                <a:gd name="connsiteY1" fmla="*/ 11648 h 284358"/>
                <a:gd name="connsiteX2" fmla="*/ 220400 w 650824"/>
                <a:gd name="connsiteY2" fmla="*/ 61333 h 284358"/>
                <a:gd name="connsiteX3" fmla="*/ 291743 w 650824"/>
                <a:gd name="connsiteY3" fmla="*/ 80625 h 284358"/>
                <a:gd name="connsiteX4" fmla="*/ 379648 w 650824"/>
                <a:gd name="connsiteY4" fmla="*/ 76803 h 284358"/>
                <a:gd name="connsiteX5" fmla="*/ 615517 w 650824"/>
                <a:gd name="connsiteY5" fmla="*/ 13286 h 284358"/>
                <a:gd name="connsiteX6" fmla="*/ 644091 w 650824"/>
                <a:gd name="connsiteY6" fmla="*/ 6734 h 284358"/>
                <a:gd name="connsiteX7" fmla="*/ 650825 w 650824"/>
                <a:gd name="connsiteY7" fmla="*/ 5460 h 284358"/>
                <a:gd name="connsiteX8" fmla="*/ 649915 w 650824"/>
                <a:gd name="connsiteY8" fmla="*/ 25480 h 284358"/>
                <a:gd name="connsiteX9" fmla="*/ 643181 w 650824"/>
                <a:gd name="connsiteY9" fmla="*/ 133769 h 284358"/>
                <a:gd name="connsiteX10" fmla="*/ 605871 w 650824"/>
                <a:gd name="connsiteY10" fmla="*/ 197468 h 284358"/>
                <a:gd name="connsiteX11" fmla="*/ 494852 w 650824"/>
                <a:gd name="connsiteY11" fmla="*/ 255161 h 284358"/>
                <a:gd name="connsiteX12" fmla="*/ 301935 w 650824"/>
                <a:gd name="connsiteY12" fmla="*/ 283735 h 284358"/>
                <a:gd name="connsiteX13" fmla="*/ 59877 w 650824"/>
                <a:gd name="connsiteY13" fmla="*/ 206932 h 284358"/>
                <a:gd name="connsiteX14" fmla="*/ 17472 w 650824"/>
                <a:gd name="connsiteY14" fmla="*/ 156700 h 284358"/>
                <a:gd name="connsiteX15" fmla="*/ 11102 w 650824"/>
                <a:gd name="connsiteY15" fmla="*/ 123577 h 284358"/>
                <a:gd name="connsiteX16" fmla="*/ 182 w 650824"/>
                <a:gd name="connsiteY16" fmla="*/ 7098 h 284358"/>
                <a:gd name="connsiteX17" fmla="*/ 0 w 650824"/>
                <a:gd name="connsiteY17" fmla="*/ 0 h 284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50824" h="284358">
                  <a:moveTo>
                    <a:pt x="0" y="0"/>
                  </a:moveTo>
                  <a:cubicBezTo>
                    <a:pt x="14378" y="4004"/>
                    <a:pt x="28210" y="7644"/>
                    <a:pt x="41860" y="11648"/>
                  </a:cubicBezTo>
                  <a:cubicBezTo>
                    <a:pt x="101373" y="28210"/>
                    <a:pt x="160886" y="44771"/>
                    <a:pt x="220400" y="61333"/>
                  </a:cubicBezTo>
                  <a:cubicBezTo>
                    <a:pt x="244241" y="67885"/>
                    <a:pt x="268083" y="74073"/>
                    <a:pt x="291743" y="80625"/>
                  </a:cubicBezTo>
                  <a:cubicBezTo>
                    <a:pt x="321408" y="88633"/>
                    <a:pt x="350164" y="86085"/>
                    <a:pt x="379648" y="76803"/>
                  </a:cubicBezTo>
                  <a:cubicBezTo>
                    <a:pt x="457361" y="52233"/>
                    <a:pt x="536166" y="31850"/>
                    <a:pt x="615517" y="13286"/>
                  </a:cubicBezTo>
                  <a:cubicBezTo>
                    <a:pt x="624981" y="11102"/>
                    <a:pt x="634445" y="8918"/>
                    <a:pt x="644091" y="6734"/>
                  </a:cubicBezTo>
                  <a:cubicBezTo>
                    <a:pt x="646093" y="6188"/>
                    <a:pt x="648095" y="6006"/>
                    <a:pt x="650825" y="5460"/>
                  </a:cubicBezTo>
                  <a:cubicBezTo>
                    <a:pt x="650461" y="12558"/>
                    <a:pt x="650279" y="19110"/>
                    <a:pt x="649915" y="25480"/>
                  </a:cubicBezTo>
                  <a:cubicBezTo>
                    <a:pt x="647731" y="61515"/>
                    <a:pt x="646093" y="97733"/>
                    <a:pt x="643181" y="133769"/>
                  </a:cubicBezTo>
                  <a:cubicBezTo>
                    <a:pt x="640997" y="160704"/>
                    <a:pt x="627893" y="181816"/>
                    <a:pt x="605871" y="197468"/>
                  </a:cubicBezTo>
                  <a:cubicBezTo>
                    <a:pt x="571474" y="221856"/>
                    <a:pt x="534346" y="240965"/>
                    <a:pt x="494852" y="255161"/>
                  </a:cubicBezTo>
                  <a:cubicBezTo>
                    <a:pt x="432427" y="277365"/>
                    <a:pt x="368182" y="287011"/>
                    <a:pt x="301935" y="283735"/>
                  </a:cubicBezTo>
                  <a:cubicBezTo>
                    <a:pt x="214576" y="279367"/>
                    <a:pt x="133405" y="254979"/>
                    <a:pt x="59877" y="206932"/>
                  </a:cubicBezTo>
                  <a:cubicBezTo>
                    <a:pt x="40768" y="194374"/>
                    <a:pt x="24388" y="179086"/>
                    <a:pt x="17472" y="156700"/>
                  </a:cubicBezTo>
                  <a:cubicBezTo>
                    <a:pt x="14196" y="145962"/>
                    <a:pt x="12376" y="134679"/>
                    <a:pt x="11102" y="123577"/>
                  </a:cubicBezTo>
                  <a:cubicBezTo>
                    <a:pt x="7098" y="84811"/>
                    <a:pt x="3822" y="45863"/>
                    <a:pt x="182" y="7098"/>
                  </a:cubicBezTo>
                  <a:cubicBezTo>
                    <a:pt x="182" y="4732"/>
                    <a:pt x="182" y="2548"/>
                    <a:pt x="0" y="0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314">
              <a:extLst>
                <a:ext uri="{FF2B5EF4-FFF2-40B4-BE49-F238E27FC236}">
                  <a16:creationId xmlns:a16="http://schemas.microsoft.com/office/drawing/2014/main" xmlns="" id="{6A0C140E-907A-4252-BBAE-9143D28DF3C9}"/>
                </a:ext>
              </a:extLst>
            </p:cNvPr>
            <p:cNvSpPr/>
            <p:nvPr/>
          </p:nvSpPr>
          <p:spPr>
            <a:xfrm>
              <a:off x="3881649" y="6385532"/>
              <a:ext cx="265120" cy="327131"/>
            </a:xfrm>
            <a:custGeom>
              <a:avLst/>
              <a:gdLst>
                <a:gd name="connsiteX0" fmla="*/ 5824 w 265120"/>
                <a:gd name="connsiteY0" fmla="*/ 326868 h 327131"/>
                <a:gd name="connsiteX1" fmla="*/ 0 w 265120"/>
                <a:gd name="connsiteY1" fmla="*/ 0 h 327131"/>
                <a:gd name="connsiteX2" fmla="*/ 33306 w 265120"/>
                <a:gd name="connsiteY2" fmla="*/ 0 h 327131"/>
                <a:gd name="connsiteX3" fmla="*/ 209480 w 265120"/>
                <a:gd name="connsiteY3" fmla="*/ 182 h 327131"/>
                <a:gd name="connsiteX4" fmla="*/ 239873 w 265120"/>
                <a:gd name="connsiteY4" fmla="*/ 22022 h 327131"/>
                <a:gd name="connsiteX5" fmla="*/ 258983 w 265120"/>
                <a:gd name="connsiteY5" fmla="*/ 95185 h 327131"/>
                <a:gd name="connsiteX6" fmla="*/ 250429 w 265120"/>
                <a:gd name="connsiteY6" fmla="*/ 282279 h 327131"/>
                <a:gd name="connsiteX7" fmla="*/ 240965 w 265120"/>
                <a:gd name="connsiteY7" fmla="*/ 313037 h 327131"/>
                <a:gd name="connsiteX8" fmla="*/ 220946 w 265120"/>
                <a:gd name="connsiteY8" fmla="*/ 327050 h 327131"/>
                <a:gd name="connsiteX9" fmla="*/ 181270 w 265120"/>
                <a:gd name="connsiteY9" fmla="*/ 327050 h 327131"/>
                <a:gd name="connsiteX10" fmla="*/ 13650 w 265120"/>
                <a:gd name="connsiteY10" fmla="*/ 326686 h 327131"/>
                <a:gd name="connsiteX11" fmla="*/ 5824 w 265120"/>
                <a:gd name="connsiteY11" fmla="*/ 326868 h 327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5120" h="327131">
                  <a:moveTo>
                    <a:pt x="5824" y="326868"/>
                  </a:moveTo>
                  <a:cubicBezTo>
                    <a:pt x="48411" y="217124"/>
                    <a:pt x="46955" y="108835"/>
                    <a:pt x="0" y="0"/>
                  </a:cubicBezTo>
                  <a:cubicBezTo>
                    <a:pt x="11648" y="0"/>
                    <a:pt x="22386" y="0"/>
                    <a:pt x="33306" y="0"/>
                  </a:cubicBezTo>
                  <a:cubicBezTo>
                    <a:pt x="92091" y="0"/>
                    <a:pt x="150694" y="0"/>
                    <a:pt x="209480" y="182"/>
                  </a:cubicBezTo>
                  <a:cubicBezTo>
                    <a:pt x="226223" y="182"/>
                    <a:pt x="233685" y="5642"/>
                    <a:pt x="239873" y="22022"/>
                  </a:cubicBezTo>
                  <a:cubicBezTo>
                    <a:pt x="248791" y="45681"/>
                    <a:pt x="254797" y="70251"/>
                    <a:pt x="258983" y="95185"/>
                  </a:cubicBezTo>
                  <a:cubicBezTo>
                    <a:pt x="269357" y="158156"/>
                    <a:pt x="266627" y="220581"/>
                    <a:pt x="250429" y="282279"/>
                  </a:cubicBezTo>
                  <a:cubicBezTo>
                    <a:pt x="247699" y="292653"/>
                    <a:pt x="244241" y="302845"/>
                    <a:pt x="240965" y="313037"/>
                  </a:cubicBezTo>
                  <a:cubicBezTo>
                    <a:pt x="237871" y="322682"/>
                    <a:pt x="230591" y="327050"/>
                    <a:pt x="220946" y="327050"/>
                  </a:cubicBezTo>
                  <a:cubicBezTo>
                    <a:pt x="207660" y="327232"/>
                    <a:pt x="194556" y="327050"/>
                    <a:pt x="181270" y="327050"/>
                  </a:cubicBezTo>
                  <a:cubicBezTo>
                    <a:pt x="125397" y="326868"/>
                    <a:pt x="69523" y="326868"/>
                    <a:pt x="13650" y="326686"/>
                  </a:cubicBezTo>
                  <a:cubicBezTo>
                    <a:pt x="11284" y="326868"/>
                    <a:pt x="8918" y="326868"/>
                    <a:pt x="5824" y="326868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315">
              <a:extLst>
                <a:ext uri="{FF2B5EF4-FFF2-40B4-BE49-F238E27FC236}">
                  <a16:creationId xmlns:a16="http://schemas.microsoft.com/office/drawing/2014/main" xmlns="" id="{23519ACD-2619-4E07-84F6-79DC0B7F1C6A}"/>
                </a:ext>
              </a:extLst>
            </p:cNvPr>
            <p:cNvSpPr/>
            <p:nvPr/>
          </p:nvSpPr>
          <p:spPr>
            <a:xfrm>
              <a:off x="3912543" y="5838078"/>
              <a:ext cx="150444" cy="427712"/>
            </a:xfrm>
            <a:custGeom>
              <a:avLst/>
              <a:gdLst>
                <a:gd name="connsiteX0" fmla="*/ 75575 w 150444"/>
                <a:gd name="connsiteY0" fmla="*/ 368 h 427712"/>
                <a:gd name="connsiteX1" fmla="*/ 103602 w 150444"/>
                <a:gd name="connsiteY1" fmla="*/ 368 h 427712"/>
                <a:gd name="connsiteX2" fmla="*/ 145098 w 150444"/>
                <a:gd name="connsiteY2" fmla="*/ 28760 h 427712"/>
                <a:gd name="connsiteX3" fmla="*/ 117434 w 150444"/>
                <a:gd name="connsiteY3" fmla="*/ 85179 h 427712"/>
                <a:gd name="connsiteX4" fmla="*/ 103056 w 150444"/>
                <a:gd name="connsiteY4" fmla="*/ 103561 h 427712"/>
                <a:gd name="connsiteX5" fmla="*/ 122530 w 150444"/>
                <a:gd name="connsiteY5" fmla="*/ 194196 h 427712"/>
                <a:gd name="connsiteX6" fmla="*/ 139638 w 150444"/>
                <a:gd name="connsiteY6" fmla="*/ 226045 h 427712"/>
                <a:gd name="connsiteX7" fmla="*/ 141822 w 150444"/>
                <a:gd name="connsiteY7" fmla="*/ 307399 h 427712"/>
                <a:gd name="connsiteX8" fmla="*/ 93956 w 150444"/>
                <a:gd name="connsiteY8" fmla="*/ 409681 h 427712"/>
                <a:gd name="connsiteX9" fmla="*/ 77941 w 150444"/>
                <a:gd name="connsiteY9" fmla="*/ 426243 h 427712"/>
                <a:gd name="connsiteX10" fmla="*/ 64291 w 150444"/>
                <a:gd name="connsiteY10" fmla="*/ 421147 h 427712"/>
                <a:gd name="connsiteX11" fmla="*/ 8599 w 150444"/>
                <a:gd name="connsiteY11" fmla="*/ 304123 h 427712"/>
                <a:gd name="connsiteX12" fmla="*/ 8599 w 150444"/>
                <a:gd name="connsiteY12" fmla="*/ 233325 h 427712"/>
                <a:gd name="connsiteX13" fmla="*/ 34261 w 150444"/>
                <a:gd name="connsiteY13" fmla="*/ 182730 h 427712"/>
                <a:gd name="connsiteX14" fmla="*/ 51005 w 150444"/>
                <a:gd name="connsiteY14" fmla="*/ 125219 h 427712"/>
                <a:gd name="connsiteX15" fmla="*/ 49549 w 150444"/>
                <a:gd name="connsiteY15" fmla="*/ 101923 h 427712"/>
                <a:gd name="connsiteX16" fmla="*/ 34079 w 150444"/>
                <a:gd name="connsiteY16" fmla="*/ 85179 h 427712"/>
                <a:gd name="connsiteX17" fmla="*/ 4231 w 150444"/>
                <a:gd name="connsiteY17" fmla="*/ 37677 h 427712"/>
                <a:gd name="connsiteX18" fmla="*/ 44999 w 150444"/>
                <a:gd name="connsiteY18" fmla="*/ 368 h 427712"/>
                <a:gd name="connsiteX19" fmla="*/ 75575 w 150444"/>
                <a:gd name="connsiteY19" fmla="*/ 368 h 427712"/>
                <a:gd name="connsiteX20" fmla="*/ 75575 w 150444"/>
                <a:gd name="connsiteY20" fmla="*/ 368 h 42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0444" h="427712">
                  <a:moveTo>
                    <a:pt x="75575" y="368"/>
                  </a:moveTo>
                  <a:cubicBezTo>
                    <a:pt x="84857" y="368"/>
                    <a:pt x="94320" y="4"/>
                    <a:pt x="103602" y="368"/>
                  </a:cubicBezTo>
                  <a:cubicBezTo>
                    <a:pt x="123076" y="1278"/>
                    <a:pt x="137636" y="10196"/>
                    <a:pt x="145098" y="28760"/>
                  </a:cubicBezTo>
                  <a:cubicBezTo>
                    <a:pt x="154380" y="51691"/>
                    <a:pt x="141458" y="77717"/>
                    <a:pt x="117434" y="85179"/>
                  </a:cubicBezTo>
                  <a:cubicBezTo>
                    <a:pt x="106696" y="88455"/>
                    <a:pt x="103966" y="92095"/>
                    <a:pt x="103056" y="103561"/>
                  </a:cubicBezTo>
                  <a:cubicBezTo>
                    <a:pt x="100690" y="135774"/>
                    <a:pt x="107060" y="165986"/>
                    <a:pt x="122530" y="194196"/>
                  </a:cubicBezTo>
                  <a:cubicBezTo>
                    <a:pt x="128354" y="204752"/>
                    <a:pt x="133996" y="215308"/>
                    <a:pt x="139638" y="226045"/>
                  </a:cubicBezTo>
                  <a:cubicBezTo>
                    <a:pt x="153470" y="252799"/>
                    <a:pt x="153834" y="280281"/>
                    <a:pt x="141822" y="307399"/>
                  </a:cubicBezTo>
                  <a:cubicBezTo>
                    <a:pt x="126534" y="341796"/>
                    <a:pt x="110154" y="375830"/>
                    <a:pt x="93956" y="409681"/>
                  </a:cubicBezTo>
                  <a:cubicBezTo>
                    <a:pt x="90499" y="416779"/>
                    <a:pt x="85585" y="422967"/>
                    <a:pt x="77941" y="426243"/>
                  </a:cubicBezTo>
                  <a:cubicBezTo>
                    <a:pt x="70843" y="429155"/>
                    <a:pt x="67567" y="427881"/>
                    <a:pt x="64291" y="421147"/>
                  </a:cubicBezTo>
                  <a:cubicBezTo>
                    <a:pt x="45727" y="382200"/>
                    <a:pt x="27345" y="343070"/>
                    <a:pt x="8599" y="304123"/>
                  </a:cubicBezTo>
                  <a:cubicBezTo>
                    <a:pt x="-2866" y="280463"/>
                    <a:pt x="-2866" y="256803"/>
                    <a:pt x="8599" y="233325"/>
                  </a:cubicBezTo>
                  <a:cubicBezTo>
                    <a:pt x="16971" y="216400"/>
                    <a:pt x="26071" y="199838"/>
                    <a:pt x="34261" y="182730"/>
                  </a:cubicBezTo>
                  <a:cubicBezTo>
                    <a:pt x="42997" y="164530"/>
                    <a:pt x="48639" y="145238"/>
                    <a:pt x="51005" y="125219"/>
                  </a:cubicBezTo>
                  <a:cubicBezTo>
                    <a:pt x="51915" y="117575"/>
                    <a:pt x="51005" y="109567"/>
                    <a:pt x="49549" y="101923"/>
                  </a:cubicBezTo>
                  <a:cubicBezTo>
                    <a:pt x="47911" y="93551"/>
                    <a:pt x="42451" y="87909"/>
                    <a:pt x="34079" y="85179"/>
                  </a:cubicBezTo>
                  <a:cubicBezTo>
                    <a:pt x="13513" y="78263"/>
                    <a:pt x="1683" y="58789"/>
                    <a:pt x="4231" y="37677"/>
                  </a:cubicBezTo>
                  <a:cubicBezTo>
                    <a:pt x="6779" y="18204"/>
                    <a:pt x="24251" y="1642"/>
                    <a:pt x="44999" y="368"/>
                  </a:cubicBezTo>
                  <a:cubicBezTo>
                    <a:pt x="55191" y="-360"/>
                    <a:pt x="65383" y="186"/>
                    <a:pt x="75575" y="368"/>
                  </a:cubicBezTo>
                  <a:cubicBezTo>
                    <a:pt x="75575" y="368"/>
                    <a:pt x="75575" y="368"/>
                    <a:pt x="75575" y="368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316">
              <a:extLst>
                <a:ext uri="{FF2B5EF4-FFF2-40B4-BE49-F238E27FC236}">
                  <a16:creationId xmlns:a16="http://schemas.microsoft.com/office/drawing/2014/main" xmlns="" id="{61834864-335D-4362-B15F-9C592DC8567A}"/>
                </a:ext>
              </a:extLst>
            </p:cNvPr>
            <p:cNvSpPr/>
            <p:nvPr/>
          </p:nvSpPr>
          <p:spPr>
            <a:xfrm>
              <a:off x="4144618" y="6665749"/>
              <a:ext cx="593149" cy="84324"/>
            </a:xfrm>
            <a:custGeom>
              <a:avLst/>
              <a:gdLst>
                <a:gd name="connsiteX0" fmla="*/ 481403 w 593149"/>
                <a:gd name="connsiteY0" fmla="*/ 84325 h 84324"/>
                <a:gd name="connsiteX1" fmla="*/ 378574 w 593149"/>
                <a:gd name="connsiteY1" fmla="*/ 74497 h 84324"/>
                <a:gd name="connsiteX2" fmla="*/ 229336 w 593149"/>
                <a:gd name="connsiteY2" fmla="*/ 62667 h 84324"/>
                <a:gd name="connsiteX3" fmla="*/ 40604 w 593149"/>
                <a:gd name="connsiteY3" fmla="*/ 56843 h 84324"/>
                <a:gd name="connsiteX4" fmla="*/ 15306 w 593149"/>
                <a:gd name="connsiteY4" fmla="*/ 52839 h 84324"/>
                <a:gd name="connsiteX5" fmla="*/ 2748 w 593149"/>
                <a:gd name="connsiteY5" fmla="*/ 21172 h 84324"/>
                <a:gd name="connsiteX6" fmla="*/ 33142 w 593149"/>
                <a:gd name="connsiteY6" fmla="*/ 606 h 84324"/>
                <a:gd name="connsiteX7" fmla="*/ 72635 w 593149"/>
                <a:gd name="connsiteY7" fmla="*/ 970 h 84324"/>
                <a:gd name="connsiteX8" fmla="*/ 199670 w 593149"/>
                <a:gd name="connsiteY8" fmla="*/ 10980 h 84324"/>
                <a:gd name="connsiteX9" fmla="*/ 415702 w 593149"/>
                <a:gd name="connsiteY9" fmla="*/ 30817 h 84324"/>
                <a:gd name="connsiteX10" fmla="*/ 533272 w 593149"/>
                <a:gd name="connsiteY10" fmla="*/ 42829 h 84324"/>
                <a:gd name="connsiteX11" fmla="*/ 581138 w 593149"/>
                <a:gd name="connsiteY11" fmla="*/ 47925 h 84324"/>
                <a:gd name="connsiteX12" fmla="*/ 585506 w 593149"/>
                <a:gd name="connsiteY12" fmla="*/ 48835 h 84324"/>
                <a:gd name="connsiteX13" fmla="*/ 593150 w 593149"/>
                <a:gd name="connsiteY13" fmla="*/ 55205 h 84324"/>
                <a:gd name="connsiteX14" fmla="*/ 586962 w 593149"/>
                <a:gd name="connsiteY14" fmla="*/ 61029 h 84324"/>
                <a:gd name="connsiteX15" fmla="*/ 494143 w 593149"/>
                <a:gd name="connsiteY15" fmla="*/ 82869 h 84324"/>
                <a:gd name="connsiteX16" fmla="*/ 481585 w 593149"/>
                <a:gd name="connsiteY16" fmla="*/ 82869 h 84324"/>
                <a:gd name="connsiteX17" fmla="*/ 481403 w 593149"/>
                <a:gd name="connsiteY17" fmla="*/ 84325 h 84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93149" h="84324">
                  <a:moveTo>
                    <a:pt x="481403" y="84325"/>
                  </a:moveTo>
                  <a:cubicBezTo>
                    <a:pt x="447187" y="81049"/>
                    <a:pt x="412972" y="77409"/>
                    <a:pt x="378574" y="74497"/>
                  </a:cubicBezTo>
                  <a:cubicBezTo>
                    <a:pt x="328889" y="70129"/>
                    <a:pt x="279203" y="65033"/>
                    <a:pt x="229336" y="62667"/>
                  </a:cubicBezTo>
                  <a:cubicBezTo>
                    <a:pt x="166546" y="59573"/>
                    <a:pt x="103575" y="58845"/>
                    <a:pt x="40604" y="56843"/>
                  </a:cubicBezTo>
                  <a:cubicBezTo>
                    <a:pt x="32050" y="56479"/>
                    <a:pt x="23314" y="55569"/>
                    <a:pt x="15306" y="52839"/>
                  </a:cubicBezTo>
                  <a:cubicBezTo>
                    <a:pt x="1292" y="48107"/>
                    <a:pt x="-3622" y="34639"/>
                    <a:pt x="2748" y="21172"/>
                  </a:cubicBezTo>
                  <a:cubicBezTo>
                    <a:pt x="8936" y="8432"/>
                    <a:pt x="19856" y="1698"/>
                    <a:pt x="33142" y="606"/>
                  </a:cubicBezTo>
                  <a:cubicBezTo>
                    <a:pt x="46246" y="-486"/>
                    <a:pt x="59532" y="60"/>
                    <a:pt x="72635" y="970"/>
                  </a:cubicBezTo>
                  <a:cubicBezTo>
                    <a:pt x="115041" y="4064"/>
                    <a:pt x="157264" y="7340"/>
                    <a:pt x="199670" y="10980"/>
                  </a:cubicBezTo>
                  <a:cubicBezTo>
                    <a:pt x="271741" y="17350"/>
                    <a:pt x="343630" y="24084"/>
                    <a:pt x="415702" y="30817"/>
                  </a:cubicBezTo>
                  <a:cubicBezTo>
                    <a:pt x="455013" y="34457"/>
                    <a:pt x="494143" y="38825"/>
                    <a:pt x="533272" y="42829"/>
                  </a:cubicBezTo>
                  <a:cubicBezTo>
                    <a:pt x="549288" y="44467"/>
                    <a:pt x="565304" y="46287"/>
                    <a:pt x="581138" y="47925"/>
                  </a:cubicBezTo>
                  <a:cubicBezTo>
                    <a:pt x="582594" y="48107"/>
                    <a:pt x="584414" y="48107"/>
                    <a:pt x="585506" y="48835"/>
                  </a:cubicBezTo>
                  <a:cubicBezTo>
                    <a:pt x="588236" y="50655"/>
                    <a:pt x="590602" y="53021"/>
                    <a:pt x="593150" y="55205"/>
                  </a:cubicBezTo>
                  <a:cubicBezTo>
                    <a:pt x="591148" y="57207"/>
                    <a:pt x="589328" y="59755"/>
                    <a:pt x="586962" y="61029"/>
                  </a:cubicBezTo>
                  <a:cubicBezTo>
                    <a:pt x="558024" y="76863"/>
                    <a:pt x="526538" y="81959"/>
                    <a:pt x="494143" y="82869"/>
                  </a:cubicBezTo>
                  <a:cubicBezTo>
                    <a:pt x="489957" y="83051"/>
                    <a:pt x="485771" y="82869"/>
                    <a:pt x="481585" y="82869"/>
                  </a:cubicBezTo>
                  <a:cubicBezTo>
                    <a:pt x="481403" y="83415"/>
                    <a:pt x="481403" y="83779"/>
                    <a:pt x="481403" y="84325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317">
              <a:extLst>
                <a:ext uri="{FF2B5EF4-FFF2-40B4-BE49-F238E27FC236}">
                  <a16:creationId xmlns:a16="http://schemas.microsoft.com/office/drawing/2014/main" xmlns="" id="{01F48CA2-EABE-4CE1-8978-C5145E14C8A8}"/>
                </a:ext>
              </a:extLst>
            </p:cNvPr>
            <p:cNvSpPr/>
            <p:nvPr/>
          </p:nvSpPr>
          <p:spPr>
            <a:xfrm>
              <a:off x="4422461" y="5150858"/>
              <a:ext cx="97818" cy="424494"/>
            </a:xfrm>
            <a:custGeom>
              <a:avLst/>
              <a:gdLst>
                <a:gd name="connsiteX0" fmla="*/ 97819 w 97818"/>
                <a:gd name="connsiteY0" fmla="*/ 422963 h 424494"/>
                <a:gd name="connsiteX1" fmla="*/ 49589 w 97818"/>
                <a:gd name="connsiteY1" fmla="*/ 424419 h 424494"/>
                <a:gd name="connsiteX2" fmla="*/ 15191 w 97818"/>
                <a:gd name="connsiteY2" fmla="*/ 424237 h 424494"/>
                <a:gd name="connsiteX3" fmla="*/ 86 w 97818"/>
                <a:gd name="connsiteY3" fmla="*/ 408039 h 424494"/>
                <a:gd name="connsiteX4" fmla="*/ 14281 w 97818"/>
                <a:gd name="connsiteY4" fmla="*/ 341974 h 424494"/>
                <a:gd name="connsiteX5" fmla="*/ 25747 w 97818"/>
                <a:gd name="connsiteY5" fmla="*/ 281915 h 424494"/>
                <a:gd name="connsiteX6" fmla="*/ 19377 w 97818"/>
                <a:gd name="connsiteY6" fmla="*/ 245515 h 424494"/>
                <a:gd name="connsiteX7" fmla="*/ 20105 w 97818"/>
                <a:gd name="connsiteY7" fmla="*/ 222220 h 424494"/>
                <a:gd name="connsiteX8" fmla="*/ 32117 w 97818"/>
                <a:gd name="connsiteY8" fmla="*/ 199470 h 424494"/>
                <a:gd name="connsiteX9" fmla="*/ 36849 w 97818"/>
                <a:gd name="connsiteY9" fmla="*/ 179086 h 424494"/>
                <a:gd name="connsiteX10" fmla="*/ 36303 w 97818"/>
                <a:gd name="connsiteY10" fmla="*/ 36218 h 424494"/>
                <a:gd name="connsiteX11" fmla="*/ 42127 w 97818"/>
                <a:gd name="connsiteY11" fmla="*/ 9100 h 424494"/>
                <a:gd name="connsiteX12" fmla="*/ 56141 w 97818"/>
                <a:gd name="connsiteY12" fmla="*/ 0 h 424494"/>
                <a:gd name="connsiteX13" fmla="*/ 56869 w 97818"/>
                <a:gd name="connsiteY13" fmla="*/ 5824 h 424494"/>
                <a:gd name="connsiteX14" fmla="*/ 58507 w 97818"/>
                <a:gd name="connsiteY14" fmla="*/ 153788 h 424494"/>
                <a:gd name="connsiteX15" fmla="*/ 60509 w 97818"/>
                <a:gd name="connsiteY15" fmla="*/ 189824 h 424494"/>
                <a:gd name="connsiteX16" fmla="*/ 75069 w 97818"/>
                <a:gd name="connsiteY16" fmla="*/ 216396 h 424494"/>
                <a:gd name="connsiteX17" fmla="*/ 79073 w 97818"/>
                <a:gd name="connsiteY17" fmla="*/ 232775 h 424494"/>
                <a:gd name="connsiteX18" fmla="*/ 70337 w 97818"/>
                <a:gd name="connsiteY18" fmla="*/ 256435 h 424494"/>
                <a:gd name="connsiteX19" fmla="*/ 66879 w 97818"/>
                <a:gd name="connsiteY19" fmla="*/ 298841 h 424494"/>
                <a:gd name="connsiteX20" fmla="*/ 96545 w 97818"/>
                <a:gd name="connsiteY20" fmla="*/ 418049 h 424494"/>
                <a:gd name="connsiteX21" fmla="*/ 97819 w 97818"/>
                <a:gd name="connsiteY21" fmla="*/ 422963 h 42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7818" h="424494">
                  <a:moveTo>
                    <a:pt x="97819" y="422963"/>
                  </a:moveTo>
                  <a:cubicBezTo>
                    <a:pt x="81257" y="423509"/>
                    <a:pt x="65423" y="424055"/>
                    <a:pt x="49589" y="424419"/>
                  </a:cubicBezTo>
                  <a:cubicBezTo>
                    <a:pt x="38123" y="424601"/>
                    <a:pt x="26657" y="424419"/>
                    <a:pt x="15191" y="424237"/>
                  </a:cubicBezTo>
                  <a:cubicBezTo>
                    <a:pt x="3180" y="424055"/>
                    <a:pt x="-642" y="420051"/>
                    <a:pt x="86" y="408039"/>
                  </a:cubicBezTo>
                  <a:cubicBezTo>
                    <a:pt x="1724" y="385290"/>
                    <a:pt x="8275" y="363814"/>
                    <a:pt x="14281" y="341974"/>
                  </a:cubicBezTo>
                  <a:cubicBezTo>
                    <a:pt x="19741" y="322318"/>
                    <a:pt x="25383" y="302481"/>
                    <a:pt x="25747" y="281915"/>
                  </a:cubicBezTo>
                  <a:cubicBezTo>
                    <a:pt x="26111" y="269357"/>
                    <a:pt x="24473" y="256981"/>
                    <a:pt x="19377" y="245515"/>
                  </a:cubicBezTo>
                  <a:cubicBezTo>
                    <a:pt x="15919" y="237507"/>
                    <a:pt x="16283" y="229863"/>
                    <a:pt x="20105" y="222220"/>
                  </a:cubicBezTo>
                  <a:cubicBezTo>
                    <a:pt x="23927" y="214576"/>
                    <a:pt x="29023" y="207296"/>
                    <a:pt x="32117" y="199470"/>
                  </a:cubicBezTo>
                  <a:cubicBezTo>
                    <a:pt x="34665" y="193100"/>
                    <a:pt x="36849" y="186002"/>
                    <a:pt x="36849" y="179086"/>
                  </a:cubicBezTo>
                  <a:cubicBezTo>
                    <a:pt x="37031" y="131403"/>
                    <a:pt x="36667" y="83901"/>
                    <a:pt x="36303" y="36218"/>
                  </a:cubicBezTo>
                  <a:cubicBezTo>
                    <a:pt x="36303" y="26754"/>
                    <a:pt x="37395" y="17472"/>
                    <a:pt x="42127" y="9100"/>
                  </a:cubicBezTo>
                  <a:cubicBezTo>
                    <a:pt x="45039" y="3822"/>
                    <a:pt x="49225" y="364"/>
                    <a:pt x="56141" y="0"/>
                  </a:cubicBezTo>
                  <a:cubicBezTo>
                    <a:pt x="56505" y="2184"/>
                    <a:pt x="56869" y="4004"/>
                    <a:pt x="56869" y="5824"/>
                  </a:cubicBezTo>
                  <a:cubicBezTo>
                    <a:pt x="60327" y="55145"/>
                    <a:pt x="61055" y="104467"/>
                    <a:pt x="58507" y="153788"/>
                  </a:cubicBezTo>
                  <a:cubicBezTo>
                    <a:pt x="57961" y="165800"/>
                    <a:pt x="59053" y="177812"/>
                    <a:pt x="60509" y="189824"/>
                  </a:cubicBezTo>
                  <a:cubicBezTo>
                    <a:pt x="61783" y="200380"/>
                    <a:pt x="66879" y="209298"/>
                    <a:pt x="75069" y="216396"/>
                  </a:cubicBezTo>
                  <a:cubicBezTo>
                    <a:pt x="80165" y="220764"/>
                    <a:pt x="80711" y="226951"/>
                    <a:pt x="79073" y="232775"/>
                  </a:cubicBezTo>
                  <a:cubicBezTo>
                    <a:pt x="76889" y="240783"/>
                    <a:pt x="73977" y="248791"/>
                    <a:pt x="70337" y="256435"/>
                  </a:cubicBezTo>
                  <a:cubicBezTo>
                    <a:pt x="63603" y="270267"/>
                    <a:pt x="63057" y="284281"/>
                    <a:pt x="66879" y="298841"/>
                  </a:cubicBezTo>
                  <a:cubicBezTo>
                    <a:pt x="76889" y="338516"/>
                    <a:pt x="86717" y="378192"/>
                    <a:pt x="96545" y="418049"/>
                  </a:cubicBezTo>
                  <a:cubicBezTo>
                    <a:pt x="97272" y="419323"/>
                    <a:pt x="97272" y="420597"/>
                    <a:pt x="97819" y="422963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318">
              <a:extLst>
                <a:ext uri="{FF2B5EF4-FFF2-40B4-BE49-F238E27FC236}">
                  <a16:creationId xmlns:a16="http://schemas.microsoft.com/office/drawing/2014/main" xmlns="" id="{CFFA0118-ABD0-4E7B-906B-7A1005D7D828}"/>
                </a:ext>
              </a:extLst>
            </p:cNvPr>
            <p:cNvSpPr/>
            <p:nvPr/>
          </p:nvSpPr>
          <p:spPr>
            <a:xfrm>
              <a:off x="3879283" y="6735769"/>
              <a:ext cx="262077" cy="122957"/>
            </a:xfrm>
            <a:custGeom>
              <a:avLst/>
              <a:gdLst>
                <a:gd name="connsiteX0" fmla="*/ 261349 w 262077"/>
                <a:gd name="connsiteY0" fmla="*/ 95476 h 122957"/>
                <a:gd name="connsiteX1" fmla="*/ 213302 w 262077"/>
                <a:gd name="connsiteY1" fmla="*/ 71088 h 122957"/>
                <a:gd name="connsiteX2" fmla="*/ 162160 w 262077"/>
                <a:gd name="connsiteY2" fmla="*/ 45244 h 122957"/>
                <a:gd name="connsiteX3" fmla="*/ 133040 w 262077"/>
                <a:gd name="connsiteY3" fmla="*/ 53252 h 122957"/>
                <a:gd name="connsiteX4" fmla="*/ 96823 w 262077"/>
                <a:gd name="connsiteY4" fmla="*/ 117862 h 122957"/>
                <a:gd name="connsiteX5" fmla="*/ 93911 w 262077"/>
                <a:gd name="connsiteY5" fmla="*/ 122958 h 122957"/>
                <a:gd name="connsiteX6" fmla="*/ 82991 w 262077"/>
                <a:gd name="connsiteY6" fmla="*/ 104758 h 122957"/>
                <a:gd name="connsiteX7" fmla="*/ 61333 w 262077"/>
                <a:gd name="connsiteY7" fmla="*/ 55618 h 122957"/>
                <a:gd name="connsiteX8" fmla="*/ 2548 w 262077"/>
                <a:gd name="connsiteY8" fmla="*/ 6843 h 122957"/>
                <a:gd name="connsiteX9" fmla="*/ 0 w 262077"/>
                <a:gd name="connsiteY9" fmla="*/ 4113 h 122957"/>
                <a:gd name="connsiteX10" fmla="*/ 36764 w 262077"/>
                <a:gd name="connsiteY10" fmla="*/ 473 h 122957"/>
                <a:gd name="connsiteX11" fmla="*/ 183636 w 262077"/>
                <a:gd name="connsiteY11" fmla="*/ 109 h 122957"/>
                <a:gd name="connsiteX12" fmla="*/ 214030 w 262077"/>
                <a:gd name="connsiteY12" fmla="*/ 1565 h 122957"/>
                <a:gd name="connsiteX13" fmla="*/ 234959 w 262077"/>
                <a:gd name="connsiteY13" fmla="*/ 13395 h 122957"/>
                <a:gd name="connsiteX14" fmla="*/ 262077 w 262077"/>
                <a:gd name="connsiteY14" fmla="*/ 88560 h 122957"/>
                <a:gd name="connsiteX15" fmla="*/ 261895 w 262077"/>
                <a:gd name="connsiteY15" fmla="*/ 93110 h 122957"/>
                <a:gd name="connsiteX16" fmla="*/ 261349 w 262077"/>
                <a:gd name="connsiteY16" fmla="*/ 95476 h 122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2077" h="122957">
                  <a:moveTo>
                    <a:pt x="261349" y="95476"/>
                  </a:moveTo>
                  <a:cubicBezTo>
                    <a:pt x="244969" y="87104"/>
                    <a:pt x="229135" y="79096"/>
                    <a:pt x="213302" y="71088"/>
                  </a:cubicBezTo>
                  <a:cubicBezTo>
                    <a:pt x="196194" y="62352"/>
                    <a:pt x="179268" y="53616"/>
                    <a:pt x="162160" y="45244"/>
                  </a:cubicBezTo>
                  <a:cubicBezTo>
                    <a:pt x="148692" y="38692"/>
                    <a:pt x="140684" y="40330"/>
                    <a:pt x="133040" y="53252"/>
                  </a:cubicBezTo>
                  <a:cubicBezTo>
                    <a:pt x="120483" y="74364"/>
                    <a:pt x="108835" y="96204"/>
                    <a:pt x="96823" y="117862"/>
                  </a:cubicBezTo>
                  <a:cubicBezTo>
                    <a:pt x="95913" y="119500"/>
                    <a:pt x="95003" y="121138"/>
                    <a:pt x="93911" y="122958"/>
                  </a:cubicBezTo>
                  <a:cubicBezTo>
                    <a:pt x="87541" y="118043"/>
                    <a:pt x="84993" y="111492"/>
                    <a:pt x="82991" y="104758"/>
                  </a:cubicBezTo>
                  <a:cubicBezTo>
                    <a:pt x="77895" y="87468"/>
                    <a:pt x="71889" y="70542"/>
                    <a:pt x="61333" y="55618"/>
                  </a:cubicBezTo>
                  <a:cubicBezTo>
                    <a:pt x="46227" y="33960"/>
                    <a:pt x="26754" y="17399"/>
                    <a:pt x="2548" y="6843"/>
                  </a:cubicBezTo>
                  <a:cubicBezTo>
                    <a:pt x="1638" y="6479"/>
                    <a:pt x="910" y="6115"/>
                    <a:pt x="0" y="4113"/>
                  </a:cubicBezTo>
                  <a:cubicBezTo>
                    <a:pt x="12194" y="2839"/>
                    <a:pt x="24570" y="473"/>
                    <a:pt x="36764" y="473"/>
                  </a:cubicBezTo>
                  <a:cubicBezTo>
                    <a:pt x="85721" y="-73"/>
                    <a:pt x="134678" y="-73"/>
                    <a:pt x="183636" y="109"/>
                  </a:cubicBezTo>
                  <a:cubicBezTo>
                    <a:pt x="193828" y="109"/>
                    <a:pt x="203838" y="655"/>
                    <a:pt x="214030" y="1565"/>
                  </a:cubicBezTo>
                  <a:cubicBezTo>
                    <a:pt x="222583" y="2293"/>
                    <a:pt x="230409" y="5933"/>
                    <a:pt x="234959" y="13395"/>
                  </a:cubicBezTo>
                  <a:cubicBezTo>
                    <a:pt x="249337" y="36508"/>
                    <a:pt x="260985" y="60532"/>
                    <a:pt x="262077" y="88560"/>
                  </a:cubicBezTo>
                  <a:cubicBezTo>
                    <a:pt x="262077" y="90016"/>
                    <a:pt x="262077" y="91654"/>
                    <a:pt x="261895" y="93110"/>
                  </a:cubicBezTo>
                  <a:cubicBezTo>
                    <a:pt x="261713" y="93474"/>
                    <a:pt x="261531" y="94020"/>
                    <a:pt x="261349" y="95476"/>
                  </a:cubicBezTo>
                  <a:close/>
                </a:path>
              </a:pathLst>
            </a:custGeom>
            <a:grpFill/>
            <a:ln w="18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3" name="Graphic 1">
            <a:extLst>
              <a:ext uri="{FF2B5EF4-FFF2-40B4-BE49-F238E27FC236}">
                <a16:creationId xmlns:a16="http://schemas.microsoft.com/office/drawing/2014/main" xmlns="" id="{72836AD5-18B7-4EB0-AFC1-C7CA9C0509BE}"/>
              </a:ext>
            </a:extLst>
          </p:cNvPr>
          <p:cNvSpPr/>
          <p:nvPr/>
        </p:nvSpPr>
        <p:spPr>
          <a:xfrm>
            <a:off x="10888818" y="3048389"/>
            <a:ext cx="1091735" cy="1055863"/>
          </a:xfrm>
          <a:custGeom>
            <a:avLst/>
            <a:gdLst>
              <a:gd name="connsiteX0" fmla="*/ 2885485 w 2971219"/>
              <a:gd name="connsiteY0" fmla="*/ 602211 h 2873593"/>
              <a:gd name="connsiteX1" fmla="*/ 2333687 w 2971219"/>
              <a:gd name="connsiteY1" fmla="*/ 267312 h 2873593"/>
              <a:gd name="connsiteX2" fmla="*/ 2077313 w 2971219"/>
              <a:gd name="connsiteY2" fmla="*/ 338621 h 2873593"/>
              <a:gd name="connsiteX3" fmla="*/ 2048026 w 2971219"/>
              <a:gd name="connsiteY3" fmla="*/ 354326 h 2873593"/>
              <a:gd name="connsiteX4" fmla="*/ 2015767 w 2971219"/>
              <a:gd name="connsiteY4" fmla="*/ 384463 h 2873593"/>
              <a:gd name="connsiteX5" fmla="*/ 2042083 w 2971219"/>
              <a:gd name="connsiteY5" fmla="*/ 384463 h 2873593"/>
              <a:gd name="connsiteX6" fmla="*/ 2440651 w 2971219"/>
              <a:gd name="connsiteY6" fmla="*/ 552549 h 2873593"/>
              <a:gd name="connsiteX7" fmla="*/ 2448291 w 2971219"/>
              <a:gd name="connsiteY7" fmla="*/ 628952 h 2873593"/>
              <a:gd name="connsiteX8" fmla="*/ 2342601 w 2971219"/>
              <a:gd name="connsiteY8" fmla="*/ 698139 h 2873593"/>
              <a:gd name="connsiteX9" fmla="*/ 2234788 w 2971219"/>
              <a:gd name="connsiteY9" fmla="*/ 684132 h 2873593"/>
              <a:gd name="connsiteX10" fmla="*/ 1970350 w 2971219"/>
              <a:gd name="connsiteY10" fmla="*/ 539815 h 2873593"/>
              <a:gd name="connsiteX11" fmla="*/ 1708033 w 2971219"/>
              <a:gd name="connsiteY11" fmla="*/ 350082 h 2873593"/>
              <a:gd name="connsiteX12" fmla="*/ 1280178 w 2971219"/>
              <a:gd name="connsiteY12" fmla="*/ 101773 h 2873593"/>
              <a:gd name="connsiteX13" fmla="*/ 844258 w 2971219"/>
              <a:gd name="connsiteY13" fmla="*/ 327 h 2873593"/>
              <a:gd name="connsiteX14" fmla="*/ 489834 w 2971219"/>
              <a:gd name="connsiteY14" fmla="*/ 63996 h 2873593"/>
              <a:gd name="connsiteX15" fmla="*/ 59431 w 2971219"/>
              <a:gd name="connsiteY15" fmla="*/ 514772 h 2873593"/>
              <a:gd name="connsiteX16" fmla="*/ 33539 w 2971219"/>
              <a:gd name="connsiteY16" fmla="*/ 999505 h 2873593"/>
              <a:gd name="connsiteX17" fmla="*/ 528035 w 2971219"/>
              <a:gd name="connsiteY17" fmla="*/ 1489757 h 2873593"/>
              <a:gd name="connsiteX18" fmla="*/ 820912 w 2971219"/>
              <a:gd name="connsiteY18" fmla="*/ 1535598 h 2873593"/>
              <a:gd name="connsiteX19" fmla="*/ 833222 w 2971219"/>
              <a:gd name="connsiteY19" fmla="*/ 1544087 h 2873593"/>
              <a:gd name="connsiteX20" fmla="*/ 828977 w 2971219"/>
              <a:gd name="connsiteY20" fmla="*/ 1720663 h 2873593"/>
              <a:gd name="connsiteX21" fmla="*/ 828977 w 2971219"/>
              <a:gd name="connsiteY21" fmla="*/ 1843332 h 2873593"/>
              <a:gd name="connsiteX22" fmla="*/ 832373 w 2971219"/>
              <a:gd name="connsiteY22" fmla="*/ 1842483 h 2873593"/>
              <a:gd name="connsiteX23" fmla="*/ 1172789 w 2971219"/>
              <a:gd name="connsiteY23" fmla="*/ 1740188 h 2873593"/>
              <a:gd name="connsiteX24" fmla="*/ 1456329 w 2971219"/>
              <a:gd name="connsiteY24" fmla="*/ 1731274 h 2873593"/>
              <a:gd name="connsiteX25" fmla="*/ 1744961 w 2971219"/>
              <a:gd name="connsiteY25" fmla="*/ 1778814 h 2873593"/>
              <a:gd name="connsiteX26" fmla="*/ 2103630 w 2971219"/>
              <a:gd name="connsiteY26" fmla="*/ 1831022 h 2873593"/>
              <a:gd name="connsiteX27" fmla="*/ 2123155 w 2971219"/>
              <a:gd name="connsiteY27" fmla="*/ 1849699 h 2873593"/>
              <a:gd name="connsiteX28" fmla="*/ 2057788 w 2971219"/>
              <a:gd name="connsiteY28" fmla="*/ 2387914 h 2873593"/>
              <a:gd name="connsiteX29" fmla="*/ 2042508 w 2971219"/>
              <a:gd name="connsiteY29" fmla="*/ 2393007 h 2873593"/>
              <a:gd name="connsiteX30" fmla="*/ 1887155 w 2971219"/>
              <a:gd name="connsiteY30" fmla="*/ 2266518 h 2873593"/>
              <a:gd name="connsiteX31" fmla="*/ 1681292 w 2971219"/>
              <a:gd name="connsiteY31" fmla="*/ 2241900 h 2873593"/>
              <a:gd name="connsiteX32" fmla="*/ 1544192 w 2971219"/>
              <a:gd name="connsiteY32" fmla="*/ 2345468 h 2873593"/>
              <a:gd name="connsiteX33" fmla="*/ 1448688 w 2971219"/>
              <a:gd name="connsiteY33" fmla="*/ 2256331 h 2873593"/>
              <a:gd name="connsiteX34" fmla="*/ 1212689 w 2971219"/>
              <a:gd name="connsiteY34" fmla="*/ 2257605 h 2873593"/>
              <a:gd name="connsiteX35" fmla="*/ 1008524 w 2971219"/>
              <a:gd name="connsiteY35" fmla="*/ 2416353 h 2873593"/>
              <a:gd name="connsiteX36" fmla="*/ 987725 w 2971219"/>
              <a:gd name="connsiteY36" fmla="*/ 2431633 h 2873593"/>
              <a:gd name="connsiteX37" fmla="*/ 788229 w 2971219"/>
              <a:gd name="connsiteY37" fmla="*/ 2255058 h 2873593"/>
              <a:gd name="connsiteX38" fmla="*/ 610380 w 2971219"/>
              <a:gd name="connsiteY38" fmla="*/ 2334007 h 2873593"/>
              <a:gd name="connsiteX39" fmla="*/ 492805 w 2971219"/>
              <a:gd name="connsiteY39" fmla="*/ 2486813 h 2873593"/>
              <a:gd name="connsiteX40" fmla="*/ 534402 w 2971219"/>
              <a:gd name="connsiteY40" fmla="*/ 2685885 h 2873593"/>
              <a:gd name="connsiteX41" fmla="*/ 700790 w 2971219"/>
              <a:gd name="connsiteY41" fmla="*/ 2731726 h 2873593"/>
              <a:gd name="connsiteX42" fmla="*/ 851049 w 2971219"/>
              <a:gd name="connsiteY42" fmla="*/ 2678244 h 2873593"/>
              <a:gd name="connsiteX43" fmla="*/ 953344 w 2971219"/>
              <a:gd name="connsiteY43" fmla="*/ 2631978 h 2873593"/>
              <a:gd name="connsiteX44" fmla="*/ 1047574 w 2971219"/>
              <a:gd name="connsiteY44" fmla="*/ 2660417 h 2873593"/>
              <a:gd name="connsiteX45" fmla="*/ 1179156 w 2971219"/>
              <a:gd name="connsiteY45" fmla="*/ 2784359 h 2873593"/>
              <a:gd name="connsiteX46" fmla="*/ 1665163 w 2971219"/>
              <a:gd name="connsiteY46" fmla="*/ 2856093 h 2873593"/>
              <a:gd name="connsiteX47" fmla="*/ 2038688 w 2971219"/>
              <a:gd name="connsiteY47" fmla="*/ 2630280 h 2873593"/>
              <a:gd name="connsiteX48" fmla="*/ 2097688 w 2971219"/>
              <a:gd name="connsiteY48" fmla="*/ 2616698 h 2873593"/>
              <a:gd name="connsiteX49" fmla="*/ 2139285 w 2971219"/>
              <a:gd name="connsiteY49" fmla="*/ 2647259 h 2873593"/>
              <a:gd name="connsiteX50" fmla="*/ 2235637 w 2971219"/>
              <a:gd name="connsiteY50" fmla="*/ 2702439 h 2873593"/>
              <a:gd name="connsiteX51" fmla="*/ 2432586 w 2971219"/>
              <a:gd name="connsiteY51" fmla="*/ 2741489 h 2873593"/>
              <a:gd name="connsiteX52" fmla="*/ 2603219 w 2971219"/>
              <a:gd name="connsiteY52" fmla="*/ 2615424 h 2873593"/>
              <a:gd name="connsiteX53" fmla="*/ 2522148 w 2971219"/>
              <a:gd name="connsiteY53" fmla="*/ 2373907 h 2873593"/>
              <a:gd name="connsiteX54" fmla="*/ 2230544 w 2971219"/>
              <a:gd name="connsiteY54" fmla="*/ 2332734 h 2873593"/>
              <a:gd name="connsiteX55" fmla="*/ 2386320 w 2971219"/>
              <a:gd name="connsiteY55" fmla="*/ 2363720 h 2873593"/>
              <a:gd name="connsiteX56" fmla="*/ 2472486 w 2971219"/>
              <a:gd name="connsiteY56" fmla="*/ 2430360 h 2873593"/>
              <a:gd name="connsiteX57" fmla="*/ 2505593 w 2971219"/>
              <a:gd name="connsiteY57" fmla="*/ 2547935 h 2873593"/>
              <a:gd name="connsiteX58" fmla="*/ 2438529 w 2971219"/>
              <a:gd name="connsiteY58" fmla="*/ 2607784 h 2873593"/>
              <a:gd name="connsiteX59" fmla="*/ 2392263 w 2971219"/>
              <a:gd name="connsiteY59" fmla="*/ 2605662 h 2873593"/>
              <a:gd name="connsiteX60" fmla="*/ 2133342 w 2971219"/>
              <a:gd name="connsiteY60" fmla="*/ 2457525 h 2873593"/>
              <a:gd name="connsiteX61" fmla="*/ 2129947 w 2971219"/>
              <a:gd name="connsiteY61" fmla="*/ 2440122 h 2873593"/>
              <a:gd name="connsiteX62" fmla="*/ 2196587 w 2971219"/>
              <a:gd name="connsiteY62" fmla="*/ 2033065 h 2873593"/>
              <a:gd name="connsiteX63" fmla="*/ 2205500 w 2971219"/>
              <a:gd name="connsiteY63" fmla="*/ 1867950 h 2873593"/>
              <a:gd name="connsiteX64" fmla="*/ 2284450 w 2971219"/>
              <a:gd name="connsiteY64" fmla="*/ 1738490 h 2873593"/>
              <a:gd name="connsiteX65" fmla="*/ 2328169 w 2971219"/>
              <a:gd name="connsiteY65" fmla="*/ 1645109 h 2873593"/>
              <a:gd name="connsiteX66" fmla="*/ 2272141 w 2971219"/>
              <a:gd name="connsiteY66" fmla="*/ 1575073 h 2873593"/>
              <a:gd name="connsiteX67" fmla="*/ 2157536 w 2971219"/>
              <a:gd name="connsiteY67" fmla="*/ 1663361 h 2873593"/>
              <a:gd name="connsiteX68" fmla="*/ 2081983 w 2971219"/>
              <a:gd name="connsiteY68" fmla="*/ 1765656 h 2873593"/>
              <a:gd name="connsiteX69" fmla="*/ 1975019 w 2971219"/>
              <a:gd name="connsiteY69" fmla="*/ 1766504 h 2873593"/>
              <a:gd name="connsiteX70" fmla="*/ 1752177 w 2971219"/>
              <a:gd name="connsiteY70" fmla="*/ 1705382 h 2873593"/>
              <a:gd name="connsiteX71" fmla="*/ 1302250 w 2971219"/>
              <a:gd name="connsiteY71" fmla="*/ 1617519 h 2873593"/>
              <a:gd name="connsiteX72" fmla="*/ 970322 w 2971219"/>
              <a:gd name="connsiteY72" fmla="*/ 1671850 h 2873593"/>
              <a:gd name="connsiteX73" fmla="*/ 950373 w 2971219"/>
              <a:gd name="connsiteY73" fmla="*/ 1664210 h 2873593"/>
              <a:gd name="connsiteX74" fmla="*/ 947826 w 2971219"/>
              <a:gd name="connsiteY74" fmla="*/ 1585685 h 2873593"/>
              <a:gd name="connsiteX75" fmla="*/ 992394 w 2971219"/>
              <a:gd name="connsiteY75" fmla="*/ 1488908 h 2873593"/>
              <a:gd name="connsiteX76" fmla="*/ 1223725 w 2971219"/>
              <a:gd name="connsiteY76" fmla="*/ 1374728 h 2873593"/>
              <a:gd name="connsiteX77" fmla="*/ 1207171 w 2971219"/>
              <a:gd name="connsiteY77" fmla="*/ 1359447 h 2873593"/>
              <a:gd name="connsiteX78" fmla="*/ 980934 w 2971219"/>
              <a:gd name="connsiteY78" fmla="*/ 1439670 h 2873593"/>
              <a:gd name="connsiteX79" fmla="*/ 935941 w 2971219"/>
              <a:gd name="connsiteY79" fmla="*/ 1411656 h 2873593"/>
              <a:gd name="connsiteX80" fmla="*/ 881610 w 2971219"/>
              <a:gd name="connsiteY80" fmla="*/ 1016059 h 2873593"/>
              <a:gd name="connsiteX81" fmla="*/ 889250 w 2971219"/>
              <a:gd name="connsiteY81" fmla="*/ 1004599 h 2873593"/>
              <a:gd name="connsiteX82" fmla="*/ 1030595 w 2971219"/>
              <a:gd name="connsiteY82" fmla="*/ 982103 h 2873593"/>
              <a:gd name="connsiteX83" fmla="*/ 1670681 w 2971219"/>
              <a:gd name="connsiteY83" fmla="*/ 1216829 h 2873593"/>
              <a:gd name="connsiteX84" fmla="*/ 2008127 w 2971219"/>
              <a:gd name="connsiteY84" fmla="*/ 1354778 h 2873593"/>
              <a:gd name="connsiteX85" fmla="*/ 2478004 w 2971219"/>
              <a:gd name="connsiteY85" fmla="*/ 1456649 h 2873593"/>
              <a:gd name="connsiteX86" fmla="*/ 2755600 w 2971219"/>
              <a:gd name="connsiteY86" fmla="*/ 1364541 h 2873593"/>
              <a:gd name="connsiteX87" fmla="*/ 2885485 w 2971219"/>
              <a:gd name="connsiteY87" fmla="*/ 602211 h 2873593"/>
              <a:gd name="connsiteX88" fmla="*/ 899013 w 2971219"/>
              <a:gd name="connsiteY88" fmla="*/ 2515252 h 2873593"/>
              <a:gd name="connsiteX89" fmla="*/ 834071 w 2971219"/>
              <a:gd name="connsiteY89" fmla="*/ 2575950 h 2873593"/>
              <a:gd name="connsiteX90" fmla="*/ 739416 w 2971219"/>
              <a:gd name="connsiteY90" fmla="*/ 2623914 h 2873593"/>
              <a:gd name="connsiteX91" fmla="*/ 655373 w 2971219"/>
              <a:gd name="connsiteY91" fmla="*/ 2643014 h 2873593"/>
              <a:gd name="connsiteX92" fmla="*/ 581092 w 2971219"/>
              <a:gd name="connsiteY92" fmla="*/ 2510583 h 2873593"/>
              <a:gd name="connsiteX93" fmla="*/ 647308 w 2971219"/>
              <a:gd name="connsiteY93" fmla="*/ 2407439 h 2873593"/>
              <a:gd name="connsiteX94" fmla="*/ 780589 w 2971219"/>
              <a:gd name="connsiteY94" fmla="*/ 2339525 h 2873593"/>
              <a:gd name="connsiteX95" fmla="*/ 865905 w 2971219"/>
              <a:gd name="connsiteY95" fmla="*/ 2349712 h 2873593"/>
              <a:gd name="connsiteX96" fmla="*/ 918538 w 2971219"/>
              <a:gd name="connsiteY96" fmla="*/ 2458374 h 2873593"/>
              <a:gd name="connsiteX97" fmla="*/ 899013 w 2971219"/>
              <a:gd name="connsiteY97" fmla="*/ 2515252 h 2873593"/>
              <a:gd name="connsiteX98" fmla="*/ 1958040 w 2971219"/>
              <a:gd name="connsiteY98" fmla="*/ 2570431 h 2873593"/>
              <a:gd name="connsiteX99" fmla="*/ 1940637 w 2971219"/>
              <a:gd name="connsiteY99" fmla="*/ 2600568 h 2873593"/>
              <a:gd name="connsiteX100" fmla="*/ 1627810 w 2971219"/>
              <a:gd name="connsiteY100" fmla="*/ 2761014 h 2873593"/>
              <a:gd name="connsiteX101" fmla="*/ 1154113 w 2971219"/>
              <a:gd name="connsiteY101" fmla="*/ 2652777 h 2873593"/>
              <a:gd name="connsiteX102" fmla="*/ 1092991 w 2971219"/>
              <a:gd name="connsiteY102" fmla="*/ 2598446 h 2873593"/>
              <a:gd name="connsiteX103" fmla="*/ 1090869 w 2971219"/>
              <a:gd name="connsiteY103" fmla="*/ 2564913 h 2873593"/>
              <a:gd name="connsiteX104" fmla="*/ 1115487 w 2971219"/>
              <a:gd name="connsiteY104" fmla="*/ 2544964 h 2873593"/>
              <a:gd name="connsiteX105" fmla="*/ 1460573 w 2971219"/>
              <a:gd name="connsiteY105" fmla="*/ 2416777 h 2873593"/>
              <a:gd name="connsiteX106" fmla="*/ 1501322 w 2971219"/>
              <a:gd name="connsiteY106" fmla="*/ 2414230 h 2873593"/>
              <a:gd name="connsiteX107" fmla="*/ 1542494 w 2971219"/>
              <a:gd name="connsiteY107" fmla="*/ 2414230 h 2873593"/>
              <a:gd name="connsiteX108" fmla="*/ 1942760 w 2971219"/>
              <a:gd name="connsiteY108" fmla="*/ 2533928 h 2873593"/>
              <a:gd name="connsiteX109" fmla="*/ 1958040 w 2971219"/>
              <a:gd name="connsiteY109" fmla="*/ 2570431 h 2873593"/>
              <a:gd name="connsiteX110" fmla="*/ 2487766 w 2971219"/>
              <a:gd name="connsiteY110" fmla="*/ 1322944 h 2873593"/>
              <a:gd name="connsiteX111" fmla="*/ 2202105 w 2971219"/>
              <a:gd name="connsiteY111" fmla="*/ 1286440 h 2873593"/>
              <a:gd name="connsiteX112" fmla="*/ 1796745 w 2971219"/>
              <a:gd name="connsiteY112" fmla="*/ 1154009 h 2873593"/>
              <a:gd name="connsiteX113" fmla="*/ 1114214 w 2971219"/>
              <a:gd name="connsiteY113" fmla="*/ 935412 h 2873593"/>
              <a:gd name="connsiteX114" fmla="*/ 921509 w 2971219"/>
              <a:gd name="connsiteY114" fmla="*/ 919707 h 2873593"/>
              <a:gd name="connsiteX115" fmla="*/ 764884 w 2971219"/>
              <a:gd name="connsiteY115" fmla="*/ 817412 h 2873593"/>
              <a:gd name="connsiteX116" fmla="*/ 669805 w 2971219"/>
              <a:gd name="connsiteY116" fmla="*/ 780060 h 2873593"/>
              <a:gd name="connsiteX117" fmla="*/ 595100 w 2971219"/>
              <a:gd name="connsiteY117" fmla="*/ 842880 h 2873593"/>
              <a:gd name="connsiteX118" fmla="*/ 701215 w 2971219"/>
              <a:gd name="connsiteY118" fmla="*/ 962577 h 2873593"/>
              <a:gd name="connsiteX119" fmla="*/ 766157 w 2971219"/>
              <a:gd name="connsiteY119" fmla="*/ 986772 h 2873593"/>
              <a:gd name="connsiteX120" fmla="*/ 809876 w 2971219"/>
              <a:gd name="connsiteY120" fmla="*/ 1087369 h 2873593"/>
              <a:gd name="connsiteX121" fmla="*/ 833222 w 2971219"/>
              <a:gd name="connsiteY121" fmla="*/ 1455800 h 2873593"/>
              <a:gd name="connsiteX122" fmla="*/ 817092 w 2971219"/>
              <a:gd name="connsiteY122" fmla="*/ 1471929 h 2873593"/>
              <a:gd name="connsiteX123" fmla="*/ 426165 w 2971219"/>
              <a:gd name="connsiteY123" fmla="*/ 1302994 h 2873593"/>
              <a:gd name="connsiteX124" fmla="*/ 195683 w 2971219"/>
              <a:gd name="connsiteY124" fmla="*/ 953239 h 2873593"/>
              <a:gd name="connsiteX125" fmla="*/ 251287 w 2971219"/>
              <a:gd name="connsiteY125" fmla="*/ 521564 h 2873593"/>
              <a:gd name="connsiteX126" fmla="*/ 684236 w 2971219"/>
              <a:gd name="connsiteY126" fmla="*/ 165866 h 2873593"/>
              <a:gd name="connsiteX127" fmla="*/ 983905 w 2971219"/>
              <a:gd name="connsiteY127" fmla="*/ 156953 h 2873593"/>
              <a:gd name="connsiteX128" fmla="*/ 1495379 w 2971219"/>
              <a:gd name="connsiteY128" fmla="*/ 359844 h 2873593"/>
              <a:gd name="connsiteX129" fmla="*/ 1873573 w 2971219"/>
              <a:gd name="connsiteY129" fmla="*/ 582686 h 2873593"/>
              <a:gd name="connsiteX130" fmla="*/ 2137587 w 2971219"/>
              <a:gd name="connsiteY130" fmla="*/ 729973 h 2873593"/>
              <a:gd name="connsiteX131" fmla="*/ 2337083 w 2971219"/>
              <a:gd name="connsiteY131" fmla="*/ 763930 h 2873593"/>
              <a:gd name="connsiteX132" fmla="*/ 2481399 w 2971219"/>
              <a:gd name="connsiteY132" fmla="*/ 700261 h 2873593"/>
              <a:gd name="connsiteX133" fmla="*/ 2479277 w 2971219"/>
              <a:gd name="connsiteY133" fmla="*/ 502887 h 2873593"/>
              <a:gd name="connsiteX134" fmla="*/ 2175788 w 2971219"/>
              <a:gd name="connsiteY134" fmla="*/ 350506 h 2873593"/>
              <a:gd name="connsiteX135" fmla="*/ 2177062 w 2971219"/>
              <a:gd name="connsiteY135" fmla="*/ 342017 h 2873593"/>
              <a:gd name="connsiteX136" fmla="*/ 2655428 w 2971219"/>
              <a:gd name="connsiteY136" fmla="*/ 445585 h 2873593"/>
              <a:gd name="connsiteX137" fmla="*/ 2861291 w 2971219"/>
              <a:gd name="connsiteY137" fmla="*/ 774542 h 2873593"/>
              <a:gd name="connsiteX138" fmla="*/ 2487766 w 2971219"/>
              <a:gd name="connsiteY138" fmla="*/ 1322944 h 2873593"/>
              <a:gd name="connsiteX139" fmla="*/ 758092 w 2971219"/>
              <a:gd name="connsiteY139" fmla="*/ 919283 h 2873593"/>
              <a:gd name="connsiteX140" fmla="*/ 674898 w 2971219"/>
              <a:gd name="connsiteY140" fmla="*/ 891693 h 2873593"/>
              <a:gd name="connsiteX141" fmla="*/ 660042 w 2971219"/>
              <a:gd name="connsiteY141" fmla="*/ 856462 h 2873593"/>
              <a:gd name="connsiteX142" fmla="*/ 682538 w 2971219"/>
              <a:gd name="connsiteY142" fmla="*/ 839060 h 2873593"/>
              <a:gd name="connsiteX143" fmla="*/ 758092 w 2971219"/>
              <a:gd name="connsiteY143" fmla="*/ 919283 h 2873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2971219" h="2873593">
                <a:moveTo>
                  <a:pt x="2885485" y="602211"/>
                </a:moveTo>
                <a:cubicBezTo>
                  <a:pt x="2765363" y="381492"/>
                  <a:pt x="2543795" y="252456"/>
                  <a:pt x="2333687" y="267312"/>
                </a:cubicBezTo>
                <a:cubicBezTo>
                  <a:pt x="2230968" y="274528"/>
                  <a:pt x="2175788" y="291082"/>
                  <a:pt x="2077313" y="338621"/>
                </a:cubicBezTo>
                <a:cubicBezTo>
                  <a:pt x="2067126" y="343290"/>
                  <a:pt x="2056515" y="346686"/>
                  <a:pt x="2048026" y="354326"/>
                </a:cubicBezTo>
                <a:cubicBezTo>
                  <a:pt x="2037414" y="363664"/>
                  <a:pt x="2012371" y="370880"/>
                  <a:pt x="2015767" y="384463"/>
                </a:cubicBezTo>
                <a:cubicBezTo>
                  <a:pt x="2019163" y="398470"/>
                  <a:pt x="2028076" y="386161"/>
                  <a:pt x="2042083" y="384463"/>
                </a:cubicBezTo>
                <a:cubicBezTo>
                  <a:pt x="2294637" y="355175"/>
                  <a:pt x="2417730" y="507556"/>
                  <a:pt x="2440651" y="552549"/>
                </a:cubicBezTo>
                <a:cubicBezTo>
                  <a:pt x="2454658" y="580139"/>
                  <a:pt x="2452112" y="605182"/>
                  <a:pt x="2448291" y="628952"/>
                </a:cubicBezTo>
                <a:cubicBezTo>
                  <a:pt x="2441076" y="671398"/>
                  <a:pt x="2388443" y="691772"/>
                  <a:pt x="2342601" y="698139"/>
                </a:cubicBezTo>
                <a:cubicBezTo>
                  <a:pt x="2305248" y="703657"/>
                  <a:pt x="2269594" y="695592"/>
                  <a:pt x="2234788" y="684132"/>
                </a:cubicBezTo>
                <a:cubicBezTo>
                  <a:pt x="2138011" y="652297"/>
                  <a:pt x="2052270" y="599240"/>
                  <a:pt x="1970350" y="539815"/>
                </a:cubicBezTo>
                <a:cubicBezTo>
                  <a:pt x="1880364" y="474449"/>
                  <a:pt x="1796321" y="417995"/>
                  <a:pt x="1708033" y="350082"/>
                </a:cubicBezTo>
                <a:cubicBezTo>
                  <a:pt x="1573904" y="247362"/>
                  <a:pt x="1434681" y="168837"/>
                  <a:pt x="1280178" y="101773"/>
                </a:cubicBezTo>
                <a:cubicBezTo>
                  <a:pt x="1140955" y="41075"/>
                  <a:pt x="996214" y="4147"/>
                  <a:pt x="844258" y="327"/>
                </a:cubicBezTo>
                <a:cubicBezTo>
                  <a:pt x="722013" y="-2644"/>
                  <a:pt x="602740" y="14334"/>
                  <a:pt x="489834" y="63996"/>
                </a:cubicBezTo>
                <a:cubicBezTo>
                  <a:pt x="293309" y="149737"/>
                  <a:pt x="140928" y="318247"/>
                  <a:pt x="59431" y="514772"/>
                </a:cubicBezTo>
                <a:cubicBezTo>
                  <a:pt x="-6360" y="672671"/>
                  <a:pt x="-21216" y="836088"/>
                  <a:pt x="33539" y="999505"/>
                </a:cubicBezTo>
                <a:cubicBezTo>
                  <a:pt x="112913" y="1236354"/>
                  <a:pt x="295006" y="1407411"/>
                  <a:pt x="528035" y="1489757"/>
                </a:cubicBezTo>
                <a:cubicBezTo>
                  <a:pt x="622690" y="1523289"/>
                  <a:pt x="721164" y="1549605"/>
                  <a:pt x="820912" y="1535598"/>
                </a:cubicBezTo>
                <a:cubicBezTo>
                  <a:pt x="827704" y="1534749"/>
                  <a:pt x="833646" y="1532203"/>
                  <a:pt x="833222" y="1544087"/>
                </a:cubicBezTo>
                <a:cubicBezTo>
                  <a:pt x="831524" y="1608605"/>
                  <a:pt x="829826" y="1656145"/>
                  <a:pt x="828977" y="1720663"/>
                </a:cubicBezTo>
                <a:cubicBezTo>
                  <a:pt x="828553" y="1761411"/>
                  <a:pt x="828977" y="1802159"/>
                  <a:pt x="828977" y="1843332"/>
                </a:cubicBezTo>
                <a:cubicBezTo>
                  <a:pt x="829826" y="1842907"/>
                  <a:pt x="831099" y="1842907"/>
                  <a:pt x="832373" y="1842483"/>
                </a:cubicBezTo>
                <a:cubicBezTo>
                  <a:pt x="941034" y="1791972"/>
                  <a:pt x="1054365" y="1758015"/>
                  <a:pt x="1172789" y="1740188"/>
                </a:cubicBezTo>
                <a:cubicBezTo>
                  <a:pt x="1267020" y="1726181"/>
                  <a:pt x="1361250" y="1722785"/>
                  <a:pt x="1456329" y="1731274"/>
                </a:cubicBezTo>
                <a:cubicBezTo>
                  <a:pt x="1553530" y="1739763"/>
                  <a:pt x="1649458" y="1758864"/>
                  <a:pt x="1744961" y="1778814"/>
                </a:cubicBezTo>
                <a:cubicBezTo>
                  <a:pt x="1863386" y="1803008"/>
                  <a:pt x="1981810" y="1828051"/>
                  <a:pt x="2103630" y="1831022"/>
                </a:cubicBezTo>
                <a:cubicBezTo>
                  <a:pt x="2117637" y="1831447"/>
                  <a:pt x="2122306" y="1835691"/>
                  <a:pt x="2123155" y="1849699"/>
                </a:cubicBezTo>
                <a:cubicBezTo>
                  <a:pt x="2137162" y="2033490"/>
                  <a:pt x="2116364" y="2213036"/>
                  <a:pt x="2057788" y="2387914"/>
                </a:cubicBezTo>
                <a:cubicBezTo>
                  <a:pt x="2053968" y="2398950"/>
                  <a:pt x="2050997" y="2398525"/>
                  <a:pt x="2042508" y="2393007"/>
                </a:cubicBezTo>
                <a:cubicBezTo>
                  <a:pt x="1992421" y="2362022"/>
                  <a:pt x="1941911" y="2289439"/>
                  <a:pt x="1887155" y="2266518"/>
                </a:cubicBezTo>
                <a:cubicBezTo>
                  <a:pt x="1820940" y="2238928"/>
                  <a:pt x="1752602" y="2226619"/>
                  <a:pt x="1681292" y="2241900"/>
                </a:cubicBezTo>
                <a:cubicBezTo>
                  <a:pt x="1625688" y="2254209"/>
                  <a:pt x="1578573" y="2297079"/>
                  <a:pt x="1544192" y="2345468"/>
                </a:cubicBezTo>
                <a:cubicBezTo>
                  <a:pt x="1518300" y="2311936"/>
                  <a:pt x="1486890" y="2271187"/>
                  <a:pt x="1448688" y="2256331"/>
                </a:cubicBezTo>
                <a:cubicBezTo>
                  <a:pt x="1369739" y="2225770"/>
                  <a:pt x="1291214" y="2229166"/>
                  <a:pt x="1212689" y="2257605"/>
                </a:cubicBezTo>
                <a:cubicBezTo>
                  <a:pt x="1137984" y="2284346"/>
                  <a:pt x="1072617" y="2370511"/>
                  <a:pt x="1008524" y="2416353"/>
                </a:cubicBezTo>
                <a:cubicBezTo>
                  <a:pt x="997912" y="2423993"/>
                  <a:pt x="998761" y="2423568"/>
                  <a:pt x="987725" y="2431633"/>
                </a:cubicBezTo>
                <a:cubicBezTo>
                  <a:pt x="947826" y="2264820"/>
                  <a:pt x="883732" y="2246993"/>
                  <a:pt x="788229" y="2255058"/>
                </a:cubicBezTo>
                <a:cubicBezTo>
                  <a:pt x="720315" y="2260576"/>
                  <a:pt x="662589" y="2291986"/>
                  <a:pt x="610380" y="2334007"/>
                </a:cubicBezTo>
                <a:cubicBezTo>
                  <a:pt x="566661" y="2369238"/>
                  <a:pt x="509359" y="2432058"/>
                  <a:pt x="492805" y="2486813"/>
                </a:cubicBezTo>
                <a:cubicBezTo>
                  <a:pt x="470308" y="2560245"/>
                  <a:pt x="477100" y="2629856"/>
                  <a:pt x="534402" y="2685885"/>
                </a:cubicBezTo>
                <a:cubicBezTo>
                  <a:pt x="580668" y="2731302"/>
                  <a:pt x="639243" y="2738518"/>
                  <a:pt x="700790" y="2731726"/>
                </a:cubicBezTo>
                <a:cubicBezTo>
                  <a:pt x="754697" y="2725359"/>
                  <a:pt x="804358" y="2706259"/>
                  <a:pt x="851049" y="2678244"/>
                </a:cubicBezTo>
                <a:cubicBezTo>
                  <a:pt x="883308" y="2659144"/>
                  <a:pt x="916416" y="2641316"/>
                  <a:pt x="953344" y="2631978"/>
                </a:cubicBezTo>
                <a:cubicBezTo>
                  <a:pt x="990272" y="2622640"/>
                  <a:pt x="1022531" y="2627309"/>
                  <a:pt x="1047574" y="2660417"/>
                </a:cubicBezTo>
                <a:cubicBezTo>
                  <a:pt x="1084077" y="2709230"/>
                  <a:pt x="1128646" y="2750403"/>
                  <a:pt x="1179156" y="2784359"/>
                </a:cubicBezTo>
                <a:cubicBezTo>
                  <a:pt x="1327717" y="2884107"/>
                  <a:pt x="1489437" y="2896417"/>
                  <a:pt x="1665163" y="2856093"/>
                </a:cubicBezTo>
                <a:cubicBezTo>
                  <a:pt x="1821364" y="2820438"/>
                  <a:pt x="1946155" y="2761014"/>
                  <a:pt x="2038688" y="2630280"/>
                </a:cubicBezTo>
                <a:cubicBezTo>
                  <a:pt x="2055242" y="2606511"/>
                  <a:pt x="2073069" y="2600568"/>
                  <a:pt x="2097688" y="2616698"/>
                </a:cubicBezTo>
                <a:cubicBezTo>
                  <a:pt x="2110421" y="2625187"/>
                  <a:pt x="2126126" y="2639619"/>
                  <a:pt x="2139285" y="2647259"/>
                </a:cubicBezTo>
                <a:cubicBezTo>
                  <a:pt x="2171119" y="2666360"/>
                  <a:pt x="2202529" y="2685460"/>
                  <a:pt x="2235637" y="2702439"/>
                </a:cubicBezTo>
                <a:cubicBezTo>
                  <a:pt x="2292515" y="2731302"/>
                  <a:pt x="2367220" y="2738942"/>
                  <a:pt x="2432586" y="2741489"/>
                </a:cubicBezTo>
                <a:cubicBezTo>
                  <a:pt x="2513658" y="2744460"/>
                  <a:pt x="2578601" y="2692676"/>
                  <a:pt x="2603219" y="2615424"/>
                </a:cubicBezTo>
                <a:cubicBezTo>
                  <a:pt x="2631658" y="2527137"/>
                  <a:pt x="2594306" y="2434180"/>
                  <a:pt x="2522148" y="2373907"/>
                </a:cubicBezTo>
                <a:cubicBezTo>
                  <a:pt x="2439802" y="2305144"/>
                  <a:pt x="2358730" y="2284770"/>
                  <a:pt x="2230544" y="2332734"/>
                </a:cubicBezTo>
                <a:cubicBezTo>
                  <a:pt x="2319680" y="2329763"/>
                  <a:pt x="2340903" y="2338252"/>
                  <a:pt x="2386320" y="2363720"/>
                </a:cubicBezTo>
                <a:cubicBezTo>
                  <a:pt x="2417730" y="2381547"/>
                  <a:pt x="2447442" y="2403619"/>
                  <a:pt x="2472486" y="2430360"/>
                </a:cubicBezTo>
                <a:cubicBezTo>
                  <a:pt x="2511960" y="2471957"/>
                  <a:pt x="2510263" y="2505489"/>
                  <a:pt x="2505593" y="2547935"/>
                </a:cubicBezTo>
                <a:cubicBezTo>
                  <a:pt x="2501774" y="2584439"/>
                  <a:pt x="2471212" y="2602691"/>
                  <a:pt x="2438529" y="2607784"/>
                </a:cubicBezTo>
                <a:cubicBezTo>
                  <a:pt x="2422824" y="2610331"/>
                  <a:pt x="2407543" y="2609057"/>
                  <a:pt x="2392263" y="2605662"/>
                </a:cubicBezTo>
                <a:cubicBezTo>
                  <a:pt x="2294213" y="2581043"/>
                  <a:pt x="2208472" y="2525014"/>
                  <a:pt x="2133342" y="2457525"/>
                </a:cubicBezTo>
                <a:cubicBezTo>
                  <a:pt x="2126551" y="2451583"/>
                  <a:pt x="2127400" y="2446914"/>
                  <a:pt x="2129947" y="2440122"/>
                </a:cubicBezTo>
                <a:cubicBezTo>
                  <a:pt x="2177486" y="2312784"/>
                  <a:pt x="2199133" y="2168892"/>
                  <a:pt x="2196587" y="2033065"/>
                </a:cubicBezTo>
                <a:cubicBezTo>
                  <a:pt x="2195738" y="1977885"/>
                  <a:pt x="2194889" y="1922706"/>
                  <a:pt x="2205500" y="1867950"/>
                </a:cubicBezTo>
                <a:cubicBezTo>
                  <a:pt x="2216112" y="1815317"/>
                  <a:pt x="2236061" y="1767353"/>
                  <a:pt x="2284450" y="1738490"/>
                </a:cubicBezTo>
                <a:cubicBezTo>
                  <a:pt x="2320529" y="1716843"/>
                  <a:pt x="2331990" y="1684584"/>
                  <a:pt x="2328169" y="1645109"/>
                </a:cubicBezTo>
                <a:cubicBezTo>
                  <a:pt x="2324774" y="1611152"/>
                  <a:pt x="2301428" y="1583138"/>
                  <a:pt x="2272141" y="1575073"/>
                </a:cubicBezTo>
                <a:cubicBezTo>
                  <a:pt x="2217810" y="1560641"/>
                  <a:pt x="2157536" y="1606483"/>
                  <a:pt x="2157536" y="1663361"/>
                </a:cubicBezTo>
                <a:cubicBezTo>
                  <a:pt x="2157536" y="1713871"/>
                  <a:pt x="2130371" y="1750375"/>
                  <a:pt x="2081983" y="1765656"/>
                </a:cubicBezTo>
                <a:cubicBezTo>
                  <a:pt x="2046328" y="1776692"/>
                  <a:pt x="2010673" y="1774994"/>
                  <a:pt x="1975019" y="1766504"/>
                </a:cubicBezTo>
                <a:cubicBezTo>
                  <a:pt x="1899889" y="1749102"/>
                  <a:pt x="1826458" y="1725756"/>
                  <a:pt x="1752177" y="1705382"/>
                </a:cubicBezTo>
                <a:cubicBezTo>
                  <a:pt x="1604465" y="1664634"/>
                  <a:pt x="1456329" y="1625584"/>
                  <a:pt x="1302250" y="1617519"/>
                </a:cubicBezTo>
                <a:cubicBezTo>
                  <a:pt x="1191466" y="1611577"/>
                  <a:pt x="1074315" y="1631526"/>
                  <a:pt x="970322" y="1671850"/>
                </a:cubicBezTo>
                <a:cubicBezTo>
                  <a:pt x="959286" y="1676094"/>
                  <a:pt x="951221" y="1674821"/>
                  <a:pt x="950373" y="1664210"/>
                </a:cubicBezTo>
                <a:cubicBezTo>
                  <a:pt x="948250" y="1634922"/>
                  <a:pt x="950373" y="1616246"/>
                  <a:pt x="947826" y="1585685"/>
                </a:cubicBezTo>
                <a:cubicBezTo>
                  <a:pt x="942308" y="1524562"/>
                  <a:pt x="930423" y="1507584"/>
                  <a:pt x="992394" y="1488908"/>
                </a:cubicBezTo>
                <a:cubicBezTo>
                  <a:pt x="1011919" y="1482965"/>
                  <a:pt x="1218631" y="1400196"/>
                  <a:pt x="1223725" y="1374728"/>
                </a:cubicBezTo>
                <a:cubicBezTo>
                  <a:pt x="1226696" y="1358599"/>
                  <a:pt x="1222451" y="1355627"/>
                  <a:pt x="1207171" y="1359447"/>
                </a:cubicBezTo>
                <a:cubicBezTo>
                  <a:pt x="1148595" y="1374728"/>
                  <a:pt x="1039509" y="1427785"/>
                  <a:pt x="980934" y="1439670"/>
                </a:cubicBezTo>
                <a:cubicBezTo>
                  <a:pt x="932121" y="1449433"/>
                  <a:pt x="941034" y="1438821"/>
                  <a:pt x="935941" y="1411656"/>
                </a:cubicBezTo>
                <a:cubicBezTo>
                  <a:pt x="917689" y="1312332"/>
                  <a:pt x="899862" y="1115383"/>
                  <a:pt x="881610" y="1016059"/>
                </a:cubicBezTo>
                <a:cubicBezTo>
                  <a:pt x="879912" y="1007995"/>
                  <a:pt x="882459" y="1006297"/>
                  <a:pt x="889250" y="1004599"/>
                </a:cubicBezTo>
                <a:cubicBezTo>
                  <a:pt x="935516" y="991865"/>
                  <a:pt x="982631" y="979131"/>
                  <a:pt x="1030595" y="982103"/>
                </a:cubicBezTo>
                <a:cubicBezTo>
                  <a:pt x="1293761" y="998232"/>
                  <a:pt x="1555228" y="1165469"/>
                  <a:pt x="1670681" y="1216829"/>
                </a:cubicBezTo>
                <a:cubicBezTo>
                  <a:pt x="1782314" y="1266491"/>
                  <a:pt x="1893098" y="1312757"/>
                  <a:pt x="2008127" y="1354778"/>
                </a:cubicBezTo>
                <a:cubicBezTo>
                  <a:pt x="2159234" y="1409958"/>
                  <a:pt x="2315860" y="1475749"/>
                  <a:pt x="2478004" y="1456649"/>
                </a:cubicBezTo>
                <a:cubicBezTo>
                  <a:pt x="2580299" y="1444764"/>
                  <a:pt x="2671133" y="1425663"/>
                  <a:pt x="2755600" y="1364541"/>
                </a:cubicBezTo>
                <a:cubicBezTo>
                  <a:pt x="2950852" y="1223196"/>
                  <a:pt x="3058665" y="920131"/>
                  <a:pt x="2885485" y="602211"/>
                </a:cubicBezTo>
                <a:close/>
                <a:moveTo>
                  <a:pt x="899013" y="2515252"/>
                </a:moveTo>
                <a:cubicBezTo>
                  <a:pt x="890099" y="2525014"/>
                  <a:pt x="861236" y="2553453"/>
                  <a:pt x="834071" y="2575950"/>
                </a:cubicBezTo>
                <a:cubicBezTo>
                  <a:pt x="797991" y="2605662"/>
                  <a:pt x="782286" y="2604388"/>
                  <a:pt x="739416" y="2623914"/>
                </a:cubicBezTo>
                <a:cubicBezTo>
                  <a:pt x="719891" y="2632827"/>
                  <a:pt x="677445" y="2643439"/>
                  <a:pt x="655373" y="2643014"/>
                </a:cubicBezTo>
                <a:cubicBezTo>
                  <a:pt x="609107" y="2643014"/>
                  <a:pt x="566661" y="2599295"/>
                  <a:pt x="581092" y="2510583"/>
                </a:cubicBezTo>
                <a:cubicBezTo>
                  <a:pt x="587035" y="2474079"/>
                  <a:pt x="620143" y="2430360"/>
                  <a:pt x="647308" y="2407439"/>
                </a:cubicBezTo>
                <a:cubicBezTo>
                  <a:pt x="681265" y="2379000"/>
                  <a:pt x="740265" y="2356928"/>
                  <a:pt x="780589" y="2339525"/>
                </a:cubicBezTo>
                <a:cubicBezTo>
                  <a:pt x="796294" y="2332734"/>
                  <a:pt x="844258" y="2325943"/>
                  <a:pt x="865905" y="2349712"/>
                </a:cubicBezTo>
                <a:cubicBezTo>
                  <a:pt x="896466" y="2383669"/>
                  <a:pt x="916416" y="2435878"/>
                  <a:pt x="918538" y="2458374"/>
                </a:cubicBezTo>
                <a:cubicBezTo>
                  <a:pt x="921085" y="2476626"/>
                  <a:pt x="913445" y="2499122"/>
                  <a:pt x="899013" y="2515252"/>
                </a:cubicBezTo>
                <a:close/>
                <a:moveTo>
                  <a:pt x="1958040" y="2570431"/>
                </a:moveTo>
                <a:cubicBezTo>
                  <a:pt x="1954645" y="2581892"/>
                  <a:pt x="1947853" y="2591654"/>
                  <a:pt x="1940637" y="2600568"/>
                </a:cubicBezTo>
                <a:cubicBezTo>
                  <a:pt x="1859566" y="2701165"/>
                  <a:pt x="1753875" y="2739367"/>
                  <a:pt x="1627810" y="2761014"/>
                </a:cubicBezTo>
                <a:cubicBezTo>
                  <a:pt x="1450386" y="2791575"/>
                  <a:pt x="1294610" y="2759741"/>
                  <a:pt x="1154113" y="2652777"/>
                </a:cubicBezTo>
                <a:cubicBezTo>
                  <a:pt x="1132466" y="2636223"/>
                  <a:pt x="1112092" y="2617971"/>
                  <a:pt x="1092991" y="2598446"/>
                </a:cubicBezTo>
                <a:cubicBezTo>
                  <a:pt x="1081531" y="2586561"/>
                  <a:pt x="1081106" y="2578072"/>
                  <a:pt x="1090869" y="2564913"/>
                </a:cubicBezTo>
                <a:cubicBezTo>
                  <a:pt x="1097660" y="2556424"/>
                  <a:pt x="1106149" y="2550057"/>
                  <a:pt x="1115487" y="2544964"/>
                </a:cubicBezTo>
                <a:cubicBezTo>
                  <a:pt x="1223300" y="2486813"/>
                  <a:pt x="1338329" y="2426964"/>
                  <a:pt x="1460573" y="2416777"/>
                </a:cubicBezTo>
                <a:cubicBezTo>
                  <a:pt x="1474156" y="2415504"/>
                  <a:pt x="1487739" y="2414655"/>
                  <a:pt x="1501322" y="2414230"/>
                </a:cubicBezTo>
                <a:cubicBezTo>
                  <a:pt x="1514904" y="2413806"/>
                  <a:pt x="1528487" y="2414230"/>
                  <a:pt x="1542494" y="2414230"/>
                </a:cubicBezTo>
                <a:cubicBezTo>
                  <a:pt x="1683415" y="2413806"/>
                  <a:pt x="1817120" y="2469410"/>
                  <a:pt x="1942760" y="2533928"/>
                </a:cubicBezTo>
                <a:cubicBezTo>
                  <a:pt x="1960163" y="2542417"/>
                  <a:pt x="1963983" y="2551331"/>
                  <a:pt x="1958040" y="2570431"/>
                </a:cubicBezTo>
                <a:close/>
                <a:moveTo>
                  <a:pt x="2487766" y="1322944"/>
                </a:moveTo>
                <a:cubicBezTo>
                  <a:pt x="2382925" y="1334829"/>
                  <a:pt x="2303975" y="1309361"/>
                  <a:pt x="2202105" y="1286440"/>
                </a:cubicBezTo>
                <a:cubicBezTo>
                  <a:pt x="2063731" y="1255455"/>
                  <a:pt x="1929601" y="1201548"/>
                  <a:pt x="1796745" y="1154009"/>
                </a:cubicBezTo>
                <a:cubicBezTo>
                  <a:pt x="1681717" y="1112836"/>
                  <a:pt x="1255984" y="947297"/>
                  <a:pt x="1114214" y="935412"/>
                </a:cubicBezTo>
                <a:cubicBezTo>
                  <a:pt x="1056063" y="930743"/>
                  <a:pt x="979660" y="931592"/>
                  <a:pt x="921509" y="919707"/>
                </a:cubicBezTo>
                <a:cubicBezTo>
                  <a:pt x="855718" y="906549"/>
                  <a:pt x="801387" y="876837"/>
                  <a:pt x="764884" y="817412"/>
                </a:cubicBezTo>
                <a:cubicBezTo>
                  <a:pt x="743661" y="782606"/>
                  <a:pt x="708006" y="774542"/>
                  <a:pt x="669805" y="780060"/>
                </a:cubicBezTo>
                <a:cubicBezTo>
                  <a:pt x="632877" y="785578"/>
                  <a:pt x="605287" y="804678"/>
                  <a:pt x="595100" y="842880"/>
                </a:cubicBezTo>
                <a:cubicBezTo>
                  <a:pt x="578970" y="903577"/>
                  <a:pt x="639668" y="972764"/>
                  <a:pt x="701215" y="962577"/>
                </a:cubicBezTo>
                <a:cubicBezTo>
                  <a:pt x="728804" y="957908"/>
                  <a:pt x="749179" y="967246"/>
                  <a:pt x="766157" y="986772"/>
                </a:cubicBezTo>
                <a:cubicBezTo>
                  <a:pt x="791625" y="1015635"/>
                  <a:pt x="802236" y="1050865"/>
                  <a:pt x="809876" y="1087369"/>
                </a:cubicBezTo>
                <a:cubicBezTo>
                  <a:pt x="827704" y="1176930"/>
                  <a:pt x="835344" y="1364541"/>
                  <a:pt x="833222" y="1455800"/>
                </a:cubicBezTo>
                <a:cubicBezTo>
                  <a:pt x="832797" y="1467685"/>
                  <a:pt x="830675" y="1472354"/>
                  <a:pt x="817092" y="1471929"/>
                </a:cubicBezTo>
                <a:cubicBezTo>
                  <a:pt x="668956" y="1467260"/>
                  <a:pt x="539495" y="1397224"/>
                  <a:pt x="426165" y="1302994"/>
                </a:cubicBezTo>
                <a:cubicBezTo>
                  <a:pt x="320050" y="1214707"/>
                  <a:pt x="228791" y="1087793"/>
                  <a:pt x="195683" y="953239"/>
                </a:cubicBezTo>
                <a:cubicBezTo>
                  <a:pt x="158755" y="802556"/>
                  <a:pt x="181251" y="658240"/>
                  <a:pt x="251287" y="521564"/>
                </a:cubicBezTo>
                <a:cubicBezTo>
                  <a:pt x="339999" y="348808"/>
                  <a:pt x="493229" y="212132"/>
                  <a:pt x="684236" y="165866"/>
                </a:cubicBezTo>
                <a:cubicBezTo>
                  <a:pt x="783560" y="142096"/>
                  <a:pt x="883308" y="142096"/>
                  <a:pt x="983905" y="156953"/>
                </a:cubicBezTo>
                <a:cubicBezTo>
                  <a:pt x="1170243" y="184967"/>
                  <a:pt x="1336207" y="263067"/>
                  <a:pt x="1495379" y="359844"/>
                </a:cubicBezTo>
                <a:cubicBezTo>
                  <a:pt x="1625264" y="438794"/>
                  <a:pt x="1747508" y="498643"/>
                  <a:pt x="1873573" y="582686"/>
                </a:cubicBezTo>
                <a:cubicBezTo>
                  <a:pt x="1957191" y="638290"/>
                  <a:pt x="2043781" y="691772"/>
                  <a:pt x="2137587" y="729973"/>
                </a:cubicBezTo>
                <a:cubicBezTo>
                  <a:pt x="2199133" y="755016"/>
                  <a:pt x="2270018" y="766901"/>
                  <a:pt x="2337083" y="763930"/>
                </a:cubicBezTo>
                <a:cubicBezTo>
                  <a:pt x="2387169" y="761383"/>
                  <a:pt x="2446594" y="737614"/>
                  <a:pt x="2481399" y="700261"/>
                </a:cubicBezTo>
                <a:cubicBezTo>
                  <a:pt x="2537428" y="640412"/>
                  <a:pt x="2522148" y="553823"/>
                  <a:pt x="2479277" y="502887"/>
                </a:cubicBezTo>
                <a:cubicBezTo>
                  <a:pt x="2448716" y="466808"/>
                  <a:pt x="2383349" y="364938"/>
                  <a:pt x="2175788" y="350506"/>
                </a:cubicBezTo>
                <a:cubicBezTo>
                  <a:pt x="2171119" y="350082"/>
                  <a:pt x="2172817" y="343715"/>
                  <a:pt x="2177062" y="342017"/>
                </a:cubicBezTo>
                <a:cubicBezTo>
                  <a:pt x="2356184" y="277924"/>
                  <a:pt x="2559924" y="360693"/>
                  <a:pt x="2655428" y="445585"/>
                </a:cubicBezTo>
                <a:cubicBezTo>
                  <a:pt x="2738197" y="519017"/>
                  <a:pt x="2845161" y="663758"/>
                  <a:pt x="2861291" y="774542"/>
                </a:cubicBezTo>
                <a:cubicBezTo>
                  <a:pt x="2897370" y="1023275"/>
                  <a:pt x="2810356" y="1286440"/>
                  <a:pt x="2487766" y="1322944"/>
                </a:cubicBezTo>
                <a:close/>
                <a:moveTo>
                  <a:pt x="758092" y="919283"/>
                </a:moveTo>
                <a:cubicBezTo>
                  <a:pt x="725409" y="922254"/>
                  <a:pt x="697819" y="912916"/>
                  <a:pt x="674898" y="891693"/>
                </a:cubicBezTo>
                <a:cubicBezTo>
                  <a:pt x="664711" y="882354"/>
                  <a:pt x="659193" y="870470"/>
                  <a:pt x="660042" y="856462"/>
                </a:cubicBezTo>
                <a:cubicBezTo>
                  <a:pt x="660466" y="842880"/>
                  <a:pt x="668956" y="836513"/>
                  <a:pt x="682538" y="839060"/>
                </a:cubicBezTo>
                <a:cubicBezTo>
                  <a:pt x="716071" y="845851"/>
                  <a:pt x="751725" y="883628"/>
                  <a:pt x="758092" y="919283"/>
                </a:cubicBezTo>
                <a:close/>
              </a:path>
            </a:pathLst>
          </a:custGeom>
          <a:solidFill>
            <a:schemeClr val="accent2"/>
          </a:solidFill>
          <a:ln w="423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94" name="Group 109">
            <a:extLst>
              <a:ext uri="{FF2B5EF4-FFF2-40B4-BE49-F238E27FC236}">
                <a16:creationId xmlns:a16="http://schemas.microsoft.com/office/drawing/2014/main" xmlns="" id="{6275D3BC-18F0-48F7-8EAD-442813C89F54}"/>
              </a:ext>
            </a:extLst>
          </p:cNvPr>
          <p:cNvGrpSpPr/>
          <p:nvPr/>
        </p:nvGrpSpPr>
        <p:grpSpPr>
          <a:xfrm>
            <a:off x="3332669" y="1313980"/>
            <a:ext cx="1684893" cy="1877040"/>
            <a:chOff x="4596745" y="501496"/>
            <a:chExt cx="3509062" cy="3909240"/>
          </a:xfrm>
          <a:solidFill>
            <a:schemeClr val="accent1"/>
          </a:solidFill>
        </p:grpSpPr>
        <p:sp>
          <p:nvSpPr>
            <p:cNvPr id="95" name="Freeform: Shape 110">
              <a:extLst>
                <a:ext uri="{FF2B5EF4-FFF2-40B4-BE49-F238E27FC236}">
                  <a16:creationId xmlns:a16="http://schemas.microsoft.com/office/drawing/2014/main" xmlns="" id="{84143F09-7DE4-413F-9EAE-B6A6AA1BDFF6}"/>
                </a:ext>
              </a:extLst>
            </p:cNvPr>
            <p:cNvSpPr/>
            <p:nvPr/>
          </p:nvSpPr>
          <p:spPr>
            <a:xfrm>
              <a:off x="5382584" y="501496"/>
              <a:ext cx="1871286" cy="1317493"/>
            </a:xfrm>
            <a:custGeom>
              <a:avLst/>
              <a:gdLst>
                <a:gd name="connsiteX0" fmla="*/ 1376075 w 1871286"/>
                <a:gd name="connsiteY0" fmla="*/ 0 h 1317493"/>
                <a:gd name="connsiteX1" fmla="*/ 1460693 w 1871286"/>
                <a:gd name="connsiteY1" fmla="*/ 9645 h 1317493"/>
                <a:gd name="connsiteX2" fmla="*/ 1581895 w 1871286"/>
                <a:gd name="connsiteY2" fmla="*/ 32688 h 1317493"/>
                <a:gd name="connsiteX3" fmla="*/ 1592917 w 1871286"/>
                <a:gd name="connsiteY3" fmla="*/ 47226 h 1317493"/>
                <a:gd name="connsiteX4" fmla="*/ 1592822 w 1871286"/>
                <a:gd name="connsiteY4" fmla="*/ 163249 h 1317493"/>
                <a:gd name="connsiteX5" fmla="*/ 1604653 w 1871286"/>
                <a:gd name="connsiteY5" fmla="*/ 179023 h 1317493"/>
                <a:gd name="connsiteX6" fmla="*/ 1718965 w 1871286"/>
                <a:gd name="connsiteY6" fmla="*/ 220976 h 1317493"/>
                <a:gd name="connsiteX7" fmla="*/ 1732411 w 1871286"/>
                <a:gd name="connsiteY7" fmla="*/ 241453 h 1317493"/>
                <a:gd name="connsiteX8" fmla="*/ 1732126 w 1871286"/>
                <a:gd name="connsiteY8" fmla="*/ 286684 h 1317493"/>
                <a:gd name="connsiteX9" fmla="*/ 1871287 w 1871286"/>
                <a:gd name="connsiteY9" fmla="*/ 286684 h 1317493"/>
                <a:gd name="connsiteX10" fmla="*/ 1871287 w 1871286"/>
                <a:gd name="connsiteY10" fmla="*/ 1310557 h 1317493"/>
                <a:gd name="connsiteX11" fmla="*/ 0 w 1871286"/>
                <a:gd name="connsiteY11" fmla="*/ 1317493 h 1317493"/>
                <a:gd name="connsiteX12" fmla="*/ 0 w 1871286"/>
                <a:gd name="connsiteY12" fmla="*/ 293526 h 1317493"/>
                <a:gd name="connsiteX13" fmla="*/ 134030 w 1871286"/>
                <a:gd name="connsiteY13" fmla="*/ 293526 h 1317493"/>
                <a:gd name="connsiteX14" fmla="*/ 133697 w 1871286"/>
                <a:gd name="connsiteY14" fmla="*/ 249530 h 1317493"/>
                <a:gd name="connsiteX15" fmla="*/ 149091 w 1871286"/>
                <a:gd name="connsiteY15" fmla="*/ 225775 h 1317493"/>
                <a:gd name="connsiteX16" fmla="*/ 260268 w 1871286"/>
                <a:gd name="connsiteY16" fmla="*/ 184059 h 1317493"/>
                <a:gd name="connsiteX17" fmla="*/ 272621 w 1871286"/>
                <a:gd name="connsiteY17" fmla="*/ 167003 h 1317493"/>
                <a:gd name="connsiteX18" fmla="*/ 271148 w 1871286"/>
                <a:gd name="connsiteY18" fmla="*/ 54021 h 1317493"/>
                <a:gd name="connsiteX19" fmla="*/ 284689 w 1871286"/>
                <a:gd name="connsiteY19" fmla="*/ 36536 h 1317493"/>
                <a:gd name="connsiteX20" fmla="*/ 624966 w 1871286"/>
                <a:gd name="connsiteY20" fmla="*/ 3136 h 1317493"/>
                <a:gd name="connsiteX21" fmla="*/ 925809 w 1871286"/>
                <a:gd name="connsiteY21" fmla="*/ 61717 h 1317493"/>
                <a:gd name="connsiteX22" fmla="*/ 941487 w 1871286"/>
                <a:gd name="connsiteY22" fmla="*/ 61575 h 1317493"/>
                <a:gd name="connsiteX23" fmla="*/ 1216104 w 1871286"/>
                <a:gd name="connsiteY23" fmla="*/ 2803 h 1317493"/>
                <a:gd name="connsiteX24" fmla="*/ 1235583 w 1871286"/>
                <a:gd name="connsiteY24" fmla="*/ 0 h 1317493"/>
                <a:gd name="connsiteX25" fmla="*/ 1376075 w 1871286"/>
                <a:gd name="connsiteY25" fmla="*/ 0 h 1317493"/>
                <a:gd name="connsiteX26" fmla="*/ 909085 w 1871286"/>
                <a:gd name="connsiteY26" fmla="*/ 1022162 h 1317493"/>
                <a:gd name="connsiteX27" fmla="*/ 909085 w 1871286"/>
                <a:gd name="connsiteY27" fmla="*/ 1006341 h 1317493"/>
                <a:gd name="connsiteX28" fmla="*/ 904571 w 1871286"/>
                <a:gd name="connsiteY28" fmla="*/ 128709 h 1317493"/>
                <a:gd name="connsiteX29" fmla="*/ 885851 w 1871286"/>
                <a:gd name="connsiteY29" fmla="*/ 103242 h 1317493"/>
                <a:gd name="connsiteX30" fmla="*/ 585484 w 1871286"/>
                <a:gd name="connsiteY30" fmla="*/ 57869 h 1317493"/>
                <a:gd name="connsiteX31" fmla="*/ 331298 w 1871286"/>
                <a:gd name="connsiteY31" fmla="*/ 82812 h 1317493"/>
                <a:gd name="connsiteX32" fmla="*/ 331298 w 1871286"/>
                <a:gd name="connsiteY32" fmla="*/ 993465 h 1317493"/>
                <a:gd name="connsiteX33" fmla="*/ 909085 w 1871286"/>
                <a:gd name="connsiteY33" fmla="*/ 1022162 h 1317493"/>
                <a:gd name="connsiteX34" fmla="*/ 1540227 w 1871286"/>
                <a:gd name="connsiteY34" fmla="*/ 989997 h 1317493"/>
                <a:gd name="connsiteX35" fmla="*/ 1540940 w 1871286"/>
                <a:gd name="connsiteY35" fmla="*/ 975553 h 1317493"/>
                <a:gd name="connsiteX36" fmla="*/ 1537661 w 1871286"/>
                <a:gd name="connsiteY36" fmla="*/ 94785 h 1317493"/>
                <a:gd name="connsiteX37" fmla="*/ 1520652 w 1871286"/>
                <a:gd name="connsiteY37" fmla="*/ 76113 h 1317493"/>
                <a:gd name="connsiteX38" fmla="*/ 1379876 w 1871286"/>
                <a:gd name="connsiteY38" fmla="*/ 59817 h 1317493"/>
                <a:gd name="connsiteX39" fmla="*/ 976598 w 1871286"/>
                <a:gd name="connsiteY39" fmla="*/ 107899 h 1317493"/>
                <a:gd name="connsiteX40" fmla="*/ 960635 w 1871286"/>
                <a:gd name="connsiteY40" fmla="*/ 130324 h 1317493"/>
                <a:gd name="connsiteX41" fmla="*/ 963960 w 1871286"/>
                <a:gd name="connsiteY41" fmla="*/ 1008051 h 1317493"/>
                <a:gd name="connsiteX42" fmla="*/ 964768 w 1871286"/>
                <a:gd name="connsiteY42" fmla="*/ 1024062 h 1317493"/>
                <a:gd name="connsiteX43" fmla="*/ 1249314 w 1871286"/>
                <a:gd name="connsiteY43" fmla="*/ 969567 h 1317493"/>
                <a:gd name="connsiteX44" fmla="*/ 1540227 w 1871286"/>
                <a:gd name="connsiteY44" fmla="*/ 989997 h 1317493"/>
                <a:gd name="connsiteX45" fmla="*/ 274664 w 1871286"/>
                <a:gd name="connsiteY45" fmla="*/ 1059601 h 1317493"/>
                <a:gd name="connsiteX46" fmla="*/ 274664 w 1871286"/>
                <a:gd name="connsiteY46" fmla="*/ 235372 h 1317493"/>
                <a:gd name="connsiteX47" fmla="*/ 205345 w 1871286"/>
                <a:gd name="connsiteY47" fmla="*/ 260648 h 1317493"/>
                <a:gd name="connsiteX48" fmla="*/ 188145 w 1871286"/>
                <a:gd name="connsiteY48" fmla="*/ 285877 h 1317493"/>
                <a:gd name="connsiteX49" fmla="*/ 194322 w 1871286"/>
                <a:gd name="connsiteY49" fmla="*/ 1160658 h 1317493"/>
                <a:gd name="connsiteX50" fmla="*/ 194322 w 1871286"/>
                <a:gd name="connsiteY50" fmla="*/ 1175244 h 1317493"/>
                <a:gd name="connsiteX51" fmla="*/ 204157 w 1871286"/>
                <a:gd name="connsiteY51" fmla="*/ 1172678 h 1317493"/>
                <a:gd name="connsiteX52" fmla="*/ 466515 w 1871286"/>
                <a:gd name="connsiteY52" fmla="*/ 1113859 h 1317493"/>
                <a:gd name="connsiteX53" fmla="*/ 928564 w 1871286"/>
                <a:gd name="connsiteY53" fmla="*/ 1164221 h 1317493"/>
                <a:gd name="connsiteX54" fmla="*/ 945811 w 1871286"/>
                <a:gd name="connsiteY54" fmla="*/ 1164174 h 1317493"/>
                <a:gd name="connsiteX55" fmla="*/ 1247461 w 1871286"/>
                <a:gd name="connsiteY55" fmla="*/ 1108158 h 1317493"/>
                <a:gd name="connsiteX56" fmla="*/ 1596671 w 1871286"/>
                <a:gd name="connsiteY56" fmla="*/ 1142651 h 1317493"/>
                <a:gd name="connsiteX57" fmla="*/ 1679721 w 1871286"/>
                <a:gd name="connsiteY57" fmla="*/ 1168307 h 1317493"/>
                <a:gd name="connsiteX58" fmla="*/ 1679721 w 1871286"/>
                <a:gd name="connsiteY58" fmla="*/ 1149255 h 1317493"/>
                <a:gd name="connsiteX59" fmla="*/ 1678153 w 1871286"/>
                <a:gd name="connsiteY59" fmla="*/ 282123 h 1317493"/>
                <a:gd name="connsiteX60" fmla="*/ 1677963 w 1871286"/>
                <a:gd name="connsiteY60" fmla="*/ 269960 h 1317493"/>
                <a:gd name="connsiteX61" fmla="*/ 1673734 w 1871286"/>
                <a:gd name="connsiteY61" fmla="*/ 261361 h 1317493"/>
                <a:gd name="connsiteX62" fmla="*/ 1594628 w 1871286"/>
                <a:gd name="connsiteY62" fmla="*/ 231571 h 1317493"/>
                <a:gd name="connsiteX63" fmla="*/ 1594628 w 1871286"/>
                <a:gd name="connsiteY63" fmla="*/ 1059696 h 1317493"/>
                <a:gd name="connsiteX64" fmla="*/ 1436795 w 1871286"/>
                <a:gd name="connsiteY64" fmla="*/ 1032329 h 1317493"/>
                <a:gd name="connsiteX65" fmla="*/ 1190067 w 1871286"/>
                <a:gd name="connsiteY65" fmla="*/ 1029241 h 1317493"/>
                <a:gd name="connsiteX66" fmla="*/ 972512 w 1871286"/>
                <a:gd name="connsiteY66" fmla="*/ 1072524 h 1317493"/>
                <a:gd name="connsiteX67" fmla="*/ 902908 w 1871286"/>
                <a:gd name="connsiteY67" fmla="*/ 1072619 h 1317493"/>
                <a:gd name="connsiteX68" fmla="*/ 688251 w 1871286"/>
                <a:gd name="connsiteY68" fmla="*/ 1030714 h 1317493"/>
                <a:gd name="connsiteX69" fmla="*/ 379332 w 1871286"/>
                <a:gd name="connsiteY69" fmla="*/ 1040311 h 1317493"/>
                <a:gd name="connsiteX70" fmla="*/ 274664 w 1871286"/>
                <a:gd name="connsiteY70" fmla="*/ 1059601 h 1317493"/>
                <a:gd name="connsiteX71" fmla="*/ 145148 w 1871286"/>
                <a:gd name="connsiteY71" fmla="*/ 1256726 h 1317493"/>
                <a:gd name="connsiteX72" fmla="*/ 146573 w 1871286"/>
                <a:gd name="connsiteY72" fmla="*/ 1261430 h 1317493"/>
                <a:gd name="connsiteX73" fmla="*/ 1728515 w 1871286"/>
                <a:gd name="connsiteY73" fmla="*/ 1255348 h 1317493"/>
                <a:gd name="connsiteX74" fmla="*/ 1729418 w 1871286"/>
                <a:gd name="connsiteY74" fmla="*/ 1250835 h 1317493"/>
                <a:gd name="connsiteX75" fmla="*/ 1655537 w 1871286"/>
                <a:gd name="connsiteY75" fmla="*/ 1219335 h 1317493"/>
                <a:gd name="connsiteX76" fmla="*/ 1379923 w 1871286"/>
                <a:gd name="connsiteY76" fmla="*/ 1165171 h 1317493"/>
                <a:gd name="connsiteX77" fmla="*/ 947521 w 1871286"/>
                <a:gd name="connsiteY77" fmla="*/ 1221520 h 1317493"/>
                <a:gd name="connsiteX78" fmla="*/ 927471 w 1871286"/>
                <a:gd name="connsiteY78" fmla="*/ 1221615 h 1317493"/>
                <a:gd name="connsiteX79" fmla="*/ 820713 w 1871286"/>
                <a:gd name="connsiteY79" fmla="*/ 1190875 h 1317493"/>
                <a:gd name="connsiteX80" fmla="*/ 484142 w 1871286"/>
                <a:gd name="connsiteY80" fmla="*/ 1168687 h 1317493"/>
                <a:gd name="connsiteX81" fmla="*/ 228245 w 1871286"/>
                <a:gd name="connsiteY81" fmla="*/ 1221330 h 1317493"/>
                <a:gd name="connsiteX82" fmla="*/ 145148 w 1871286"/>
                <a:gd name="connsiteY82" fmla="*/ 1256726 h 1317493"/>
                <a:gd name="connsiteX83" fmla="*/ 1735642 w 1871286"/>
                <a:gd name="connsiteY83" fmla="*/ 343080 h 1317493"/>
                <a:gd name="connsiteX84" fmla="*/ 1735642 w 1871286"/>
                <a:gd name="connsiteY84" fmla="*/ 1254303 h 1317493"/>
                <a:gd name="connsiteX85" fmla="*/ 1815556 w 1871286"/>
                <a:gd name="connsiteY85" fmla="*/ 1254303 h 1317493"/>
                <a:gd name="connsiteX86" fmla="*/ 1815556 w 1871286"/>
                <a:gd name="connsiteY86" fmla="*/ 343080 h 1317493"/>
                <a:gd name="connsiteX87" fmla="*/ 1735642 w 1871286"/>
                <a:gd name="connsiteY87" fmla="*/ 343080 h 1317493"/>
                <a:gd name="connsiteX88" fmla="*/ 136025 w 1871286"/>
                <a:gd name="connsiteY88" fmla="*/ 1260955 h 1317493"/>
                <a:gd name="connsiteX89" fmla="*/ 136025 w 1871286"/>
                <a:gd name="connsiteY89" fmla="*/ 352298 h 1317493"/>
                <a:gd name="connsiteX90" fmla="*/ 56206 w 1871286"/>
                <a:gd name="connsiteY90" fmla="*/ 352298 h 1317493"/>
                <a:gd name="connsiteX91" fmla="*/ 56206 w 1871286"/>
                <a:gd name="connsiteY91" fmla="*/ 1260955 h 1317493"/>
                <a:gd name="connsiteX92" fmla="*/ 136025 w 1871286"/>
                <a:gd name="connsiteY92" fmla="*/ 1260955 h 131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871286" h="1317493">
                  <a:moveTo>
                    <a:pt x="1376075" y="0"/>
                  </a:moveTo>
                  <a:cubicBezTo>
                    <a:pt x="1404297" y="3136"/>
                    <a:pt x="1432709" y="5036"/>
                    <a:pt x="1460693" y="9645"/>
                  </a:cubicBezTo>
                  <a:cubicBezTo>
                    <a:pt x="1501268" y="16344"/>
                    <a:pt x="1541462" y="25181"/>
                    <a:pt x="1581895" y="32688"/>
                  </a:cubicBezTo>
                  <a:cubicBezTo>
                    <a:pt x="1590827" y="34351"/>
                    <a:pt x="1593012" y="38627"/>
                    <a:pt x="1592917" y="47226"/>
                  </a:cubicBezTo>
                  <a:cubicBezTo>
                    <a:pt x="1592585" y="85901"/>
                    <a:pt x="1593250" y="124575"/>
                    <a:pt x="1592822" y="163249"/>
                  </a:cubicBezTo>
                  <a:cubicBezTo>
                    <a:pt x="1592727" y="172562"/>
                    <a:pt x="1595815" y="175935"/>
                    <a:pt x="1604653" y="179023"/>
                  </a:cubicBezTo>
                  <a:cubicBezTo>
                    <a:pt x="1642994" y="192374"/>
                    <a:pt x="1680861" y="206960"/>
                    <a:pt x="1718965" y="220976"/>
                  </a:cubicBezTo>
                  <a:cubicBezTo>
                    <a:pt x="1728705" y="224539"/>
                    <a:pt x="1733266" y="230241"/>
                    <a:pt x="1732411" y="241453"/>
                  </a:cubicBezTo>
                  <a:cubicBezTo>
                    <a:pt x="1731271" y="256039"/>
                    <a:pt x="1732126" y="270768"/>
                    <a:pt x="1732126" y="286684"/>
                  </a:cubicBezTo>
                  <a:cubicBezTo>
                    <a:pt x="1778449" y="286684"/>
                    <a:pt x="1823443" y="286684"/>
                    <a:pt x="1871287" y="286684"/>
                  </a:cubicBezTo>
                  <a:cubicBezTo>
                    <a:pt x="1871287" y="628149"/>
                    <a:pt x="1871287" y="968331"/>
                    <a:pt x="1871287" y="1310557"/>
                  </a:cubicBezTo>
                  <a:cubicBezTo>
                    <a:pt x="1249599" y="1312837"/>
                    <a:pt x="626534" y="1315165"/>
                    <a:pt x="0" y="1317493"/>
                  </a:cubicBezTo>
                  <a:cubicBezTo>
                    <a:pt x="0" y="975648"/>
                    <a:pt x="0" y="635513"/>
                    <a:pt x="0" y="293526"/>
                  </a:cubicBezTo>
                  <a:cubicBezTo>
                    <a:pt x="42760" y="293526"/>
                    <a:pt x="87754" y="293526"/>
                    <a:pt x="134030" y="293526"/>
                  </a:cubicBezTo>
                  <a:cubicBezTo>
                    <a:pt x="134030" y="277657"/>
                    <a:pt x="135075" y="263499"/>
                    <a:pt x="133697" y="249530"/>
                  </a:cubicBezTo>
                  <a:cubicBezTo>
                    <a:pt x="132415" y="236512"/>
                    <a:pt x="137546" y="230051"/>
                    <a:pt x="149091" y="225775"/>
                  </a:cubicBezTo>
                  <a:cubicBezTo>
                    <a:pt x="186197" y="211996"/>
                    <a:pt x="222971" y="197220"/>
                    <a:pt x="260268" y="184059"/>
                  </a:cubicBezTo>
                  <a:cubicBezTo>
                    <a:pt x="269818" y="180686"/>
                    <a:pt x="272811" y="176743"/>
                    <a:pt x="272621" y="167003"/>
                  </a:cubicBezTo>
                  <a:cubicBezTo>
                    <a:pt x="271813" y="129374"/>
                    <a:pt x="272193" y="91697"/>
                    <a:pt x="271148" y="54021"/>
                  </a:cubicBezTo>
                  <a:cubicBezTo>
                    <a:pt x="270863" y="43188"/>
                    <a:pt x="274616" y="39197"/>
                    <a:pt x="284689" y="36536"/>
                  </a:cubicBezTo>
                  <a:cubicBezTo>
                    <a:pt x="396341" y="6842"/>
                    <a:pt x="510036" y="-1805"/>
                    <a:pt x="624966" y="3136"/>
                  </a:cubicBezTo>
                  <a:cubicBezTo>
                    <a:pt x="728113" y="7602"/>
                    <a:pt x="829218" y="23091"/>
                    <a:pt x="925809" y="61717"/>
                  </a:cubicBezTo>
                  <a:cubicBezTo>
                    <a:pt x="930322" y="63523"/>
                    <a:pt x="936926" y="63428"/>
                    <a:pt x="941487" y="61575"/>
                  </a:cubicBezTo>
                  <a:cubicBezTo>
                    <a:pt x="1029526" y="25466"/>
                    <a:pt x="1121841" y="9740"/>
                    <a:pt x="1216104" y="2803"/>
                  </a:cubicBezTo>
                  <a:cubicBezTo>
                    <a:pt x="1222613" y="2328"/>
                    <a:pt x="1229074" y="950"/>
                    <a:pt x="1235583" y="0"/>
                  </a:cubicBezTo>
                  <a:cubicBezTo>
                    <a:pt x="1282430" y="0"/>
                    <a:pt x="1329276" y="0"/>
                    <a:pt x="1376075" y="0"/>
                  </a:cubicBezTo>
                  <a:close/>
                  <a:moveTo>
                    <a:pt x="909085" y="1022162"/>
                  </a:moveTo>
                  <a:cubicBezTo>
                    <a:pt x="909085" y="1016318"/>
                    <a:pt x="909132" y="1011329"/>
                    <a:pt x="909085" y="1006341"/>
                  </a:cubicBezTo>
                  <a:cubicBezTo>
                    <a:pt x="907469" y="713812"/>
                    <a:pt x="905711" y="421284"/>
                    <a:pt x="904571" y="128709"/>
                  </a:cubicBezTo>
                  <a:cubicBezTo>
                    <a:pt x="904523" y="113695"/>
                    <a:pt x="899440" y="107661"/>
                    <a:pt x="885851" y="103242"/>
                  </a:cubicBezTo>
                  <a:cubicBezTo>
                    <a:pt x="788215" y="71220"/>
                    <a:pt x="687586" y="59532"/>
                    <a:pt x="585484" y="57869"/>
                  </a:cubicBezTo>
                  <a:cubicBezTo>
                    <a:pt x="499298" y="56491"/>
                    <a:pt x="414205" y="66231"/>
                    <a:pt x="331298" y="82812"/>
                  </a:cubicBezTo>
                  <a:cubicBezTo>
                    <a:pt x="331298" y="386838"/>
                    <a:pt x="331298" y="689629"/>
                    <a:pt x="331298" y="993465"/>
                  </a:cubicBezTo>
                  <a:cubicBezTo>
                    <a:pt x="527615" y="958306"/>
                    <a:pt x="719324" y="959114"/>
                    <a:pt x="909085" y="1022162"/>
                  </a:cubicBezTo>
                  <a:close/>
                  <a:moveTo>
                    <a:pt x="1540227" y="989997"/>
                  </a:moveTo>
                  <a:cubicBezTo>
                    <a:pt x="1540512" y="984438"/>
                    <a:pt x="1540940" y="980019"/>
                    <a:pt x="1540940" y="975553"/>
                  </a:cubicBezTo>
                  <a:cubicBezTo>
                    <a:pt x="1539752" y="681980"/>
                    <a:pt x="1538422" y="388359"/>
                    <a:pt x="1537661" y="94785"/>
                  </a:cubicBezTo>
                  <a:cubicBezTo>
                    <a:pt x="1537614" y="81150"/>
                    <a:pt x="1532530" y="77444"/>
                    <a:pt x="1520652" y="76113"/>
                  </a:cubicBezTo>
                  <a:cubicBezTo>
                    <a:pt x="1473711" y="70840"/>
                    <a:pt x="1426960" y="62858"/>
                    <a:pt x="1379876" y="59817"/>
                  </a:cubicBezTo>
                  <a:cubicBezTo>
                    <a:pt x="1242663" y="50932"/>
                    <a:pt x="1107778" y="64378"/>
                    <a:pt x="976598" y="107899"/>
                  </a:cubicBezTo>
                  <a:cubicBezTo>
                    <a:pt x="964483" y="111890"/>
                    <a:pt x="960587" y="117401"/>
                    <a:pt x="960635" y="130324"/>
                  </a:cubicBezTo>
                  <a:cubicBezTo>
                    <a:pt x="962060" y="422900"/>
                    <a:pt x="962915" y="715475"/>
                    <a:pt x="963960" y="1008051"/>
                  </a:cubicBezTo>
                  <a:cubicBezTo>
                    <a:pt x="963960" y="1012850"/>
                    <a:pt x="964436" y="1017696"/>
                    <a:pt x="964768" y="1024062"/>
                  </a:cubicBezTo>
                  <a:cubicBezTo>
                    <a:pt x="1057463" y="989331"/>
                    <a:pt x="1152533" y="974413"/>
                    <a:pt x="1249314" y="969567"/>
                  </a:cubicBezTo>
                  <a:cubicBezTo>
                    <a:pt x="1346618" y="964625"/>
                    <a:pt x="1443351" y="970849"/>
                    <a:pt x="1540227" y="989997"/>
                  </a:cubicBezTo>
                  <a:close/>
                  <a:moveTo>
                    <a:pt x="274664" y="1059601"/>
                  </a:moveTo>
                  <a:cubicBezTo>
                    <a:pt x="274664" y="785792"/>
                    <a:pt x="274664" y="512364"/>
                    <a:pt x="274664" y="235372"/>
                  </a:cubicBezTo>
                  <a:cubicBezTo>
                    <a:pt x="248960" y="244827"/>
                    <a:pt x="227342" y="253379"/>
                    <a:pt x="205345" y="260648"/>
                  </a:cubicBezTo>
                  <a:cubicBezTo>
                    <a:pt x="192421" y="264924"/>
                    <a:pt x="188050" y="271528"/>
                    <a:pt x="188145" y="285877"/>
                  </a:cubicBezTo>
                  <a:cubicBezTo>
                    <a:pt x="190616" y="577454"/>
                    <a:pt x="192421" y="869032"/>
                    <a:pt x="194322" y="1160658"/>
                  </a:cubicBezTo>
                  <a:cubicBezTo>
                    <a:pt x="194369" y="1165171"/>
                    <a:pt x="194322" y="1169638"/>
                    <a:pt x="194322" y="1175244"/>
                  </a:cubicBezTo>
                  <a:cubicBezTo>
                    <a:pt x="198455" y="1174151"/>
                    <a:pt x="201449" y="1173723"/>
                    <a:pt x="204157" y="1172678"/>
                  </a:cubicBezTo>
                  <a:cubicBezTo>
                    <a:pt x="288727" y="1140228"/>
                    <a:pt x="376481" y="1121698"/>
                    <a:pt x="466515" y="1113859"/>
                  </a:cubicBezTo>
                  <a:cubicBezTo>
                    <a:pt x="623826" y="1100176"/>
                    <a:pt x="778333" y="1112434"/>
                    <a:pt x="928564" y="1164221"/>
                  </a:cubicBezTo>
                  <a:cubicBezTo>
                    <a:pt x="933743" y="1166027"/>
                    <a:pt x="940680" y="1166027"/>
                    <a:pt x="945811" y="1164174"/>
                  </a:cubicBezTo>
                  <a:cubicBezTo>
                    <a:pt x="1043352" y="1129205"/>
                    <a:pt x="1144314" y="1112956"/>
                    <a:pt x="1247461" y="1108158"/>
                  </a:cubicBezTo>
                  <a:cubicBezTo>
                    <a:pt x="1365575" y="1102694"/>
                    <a:pt x="1482215" y="1112006"/>
                    <a:pt x="1596671" y="1142651"/>
                  </a:cubicBezTo>
                  <a:cubicBezTo>
                    <a:pt x="1623990" y="1149968"/>
                    <a:pt x="1650786" y="1159328"/>
                    <a:pt x="1679721" y="1168307"/>
                  </a:cubicBezTo>
                  <a:cubicBezTo>
                    <a:pt x="1679721" y="1161228"/>
                    <a:pt x="1679721" y="1155242"/>
                    <a:pt x="1679721" y="1149255"/>
                  </a:cubicBezTo>
                  <a:cubicBezTo>
                    <a:pt x="1679198" y="860195"/>
                    <a:pt x="1678675" y="571135"/>
                    <a:pt x="1678153" y="282123"/>
                  </a:cubicBezTo>
                  <a:cubicBezTo>
                    <a:pt x="1678153" y="278037"/>
                    <a:pt x="1678675" y="273904"/>
                    <a:pt x="1677963" y="269960"/>
                  </a:cubicBezTo>
                  <a:cubicBezTo>
                    <a:pt x="1677393" y="266872"/>
                    <a:pt x="1675967" y="262263"/>
                    <a:pt x="1673734" y="261361"/>
                  </a:cubicBezTo>
                  <a:cubicBezTo>
                    <a:pt x="1647603" y="251146"/>
                    <a:pt x="1621282" y="241501"/>
                    <a:pt x="1594628" y="231571"/>
                  </a:cubicBezTo>
                  <a:cubicBezTo>
                    <a:pt x="1594628" y="510511"/>
                    <a:pt x="1594628" y="785982"/>
                    <a:pt x="1594628" y="1059696"/>
                  </a:cubicBezTo>
                  <a:cubicBezTo>
                    <a:pt x="1541795" y="1050431"/>
                    <a:pt x="1489532" y="1039694"/>
                    <a:pt x="1436795" y="1032329"/>
                  </a:cubicBezTo>
                  <a:cubicBezTo>
                    <a:pt x="1354837" y="1020927"/>
                    <a:pt x="1272357" y="1022162"/>
                    <a:pt x="1190067" y="1029241"/>
                  </a:cubicBezTo>
                  <a:cubicBezTo>
                    <a:pt x="1115997" y="1035655"/>
                    <a:pt x="1042117" y="1045110"/>
                    <a:pt x="972512" y="1072524"/>
                  </a:cubicBezTo>
                  <a:cubicBezTo>
                    <a:pt x="947569" y="1082359"/>
                    <a:pt x="927709" y="1082216"/>
                    <a:pt x="902908" y="1072619"/>
                  </a:cubicBezTo>
                  <a:cubicBezTo>
                    <a:pt x="834159" y="1045918"/>
                    <a:pt x="761324" y="1036795"/>
                    <a:pt x="688251" y="1030714"/>
                  </a:cubicBezTo>
                  <a:cubicBezTo>
                    <a:pt x="584914" y="1022114"/>
                    <a:pt x="481861" y="1024918"/>
                    <a:pt x="379332" y="1040311"/>
                  </a:cubicBezTo>
                  <a:cubicBezTo>
                    <a:pt x="345408" y="1045442"/>
                    <a:pt x="311675" y="1052759"/>
                    <a:pt x="274664" y="1059601"/>
                  </a:cubicBezTo>
                  <a:close/>
                  <a:moveTo>
                    <a:pt x="145148" y="1256726"/>
                  </a:moveTo>
                  <a:cubicBezTo>
                    <a:pt x="145623" y="1258294"/>
                    <a:pt x="146098" y="1259862"/>
                    <a:pt x="146573" y="1261430"/>
                  </a:cubicBezTo>
                  <a:cubicBezTo>
                    <a:pt x="673903" y="1259387"/>
                    <a:pt x="1201185" y="1257344"/>
                    <a:pt x="1728515" y="1255348"/>
                  </a:cubicBezTo>
                  <a:cubicBezTo>
                    <a:pt x="1728800" y="1253828"/>
                    <a:pt x="1729133" y="1252355"/>
                    <a:pt x="1729418" y="1250835"/>
                  </a:cubicBezTo>
                  <a:cubicBezTo>
                    <a:pt x="1704807" y="1240287"/>
                    <a:pt x="1680576" y="1228694"/>
                    <a:pt x="1655537" y="1219335"/>
                  </a:cubicBezTo>
                  <a:cubicBezTo>
                    <a:pt x="1566691" y="1186267"/>
                    <a:pt x="1474234" y="1170113"/>
                    <a:pt x="1379923" y="1165171"/>
                  </a:cubicBezTo>
                  <a:cubicBezTo>
                    <a:pt x="1232448" y="1157427"/>
                    <a:pt x="1087395" y="1169970"/>
                    <a:pt x="947521" y="1221520"/>
                  </a:cubicBezTo>
                  <a:cubicBezTo>
                    <a:pt x="941582" y="1223705"/>
                    <a:pt x="933696" y="1223325"/>
                    <a:pt x="927471" y="1221615"/>
                  </a:cubicBezTo>
                  <a:cubicBezTo>
                    <a:pt x="891790" y="1211685"/>
                    <a:pt x="856727" y="1199095"/>
                    <a:pt x="820713" y="1190875"/>
                  </a:cubicBezTo>
                  <a:cubicBezTo>
                    <a:pt x="709821" y="1165551"/>
                    <a:pt x="597409" y="1160135"/>
                    <a:pt x="484142" y="1168687"/>
                  </a:cubicBezTo>
                  <a:cubicBezTo>
                    <a:pt x="396531" y="1175291"/>
                    <a:pt x="310820" y="1190780"/>
                    <a:pt x="228245" y="1221330"/>
                  </a:cubicBezTo>
                  <a:cubicBezTo>
                    <a:pt x="200023" y="1231688"/>
                    <a:pt x="172799" y="1244801"/>
                    <a:pt x="145148" y="1256726"/>
                  </a:cubicBezTo>
                  <a:close/>
                  <a:moveTo>
                    <a:pt x="1735642" y="343080"/>
                  </a:moveTo>
                  <a:cubicBezTo>
                    <a:pt x="1735642" y="647391"/>
                    <a:pt x="1735642" y="950847"/>
                    <a:pt x="1735642" y="1254303"/>
                  </a:cubicBezTo>
                  <a:cubicBezTo>
                    <a:pt x="1764909" y="1254303"/>
                    <a:pt x="1791088" y="1254303"/>
                    <a:pt x="1815556" y="1254303"/>
                  </a:cubicBezTo>
                  <a:cubicBezTo>
                    <a:pt x="1815556" y="950134"/>
                    <a:pt x="1815556" y="647106"/>
                    <a:pt x="1815556" y="343080"/>
                  </a:cubicBezTo>
                  <a:cubicBezTo>
                    <a:pt x="1786717" y="343080"/>
                    <a:pt x="1760965" y="343080"/>
                    <a:pt x="1735642" y="343080"/>
                  </a:cubicBezTo>
                  <a:close/>
                  <a:moveTo>
                    <a:pt x="136025" y="1260955"/>
                  </a:moveTo>
                  <a:cubicBezTo>
                    <a:pt x="136025" y="956834"/>
                    <a:pt x="136025" y="654471"/>
                    <a:pt x="136025" y="352298"/>
                  </a:cubicBezTo>
                  <a:cubicBezTo>
                    <a:pt x="106996" y="352298"/>
                    <a:pt x="80817" y="352298"/>
                    <a:pt x="56206" y="352298"/>
                  </a:cubicBezTo>
                  <a:cubicBezTo>
                    <a:pt x="56206" y="655991"/>
                    <a:pt x="56206" y="958306"/>
                    <a:pt x="56206" y="1260955"/>
                  </a:cubicBezTo>
                  <a:cubicBezTo>
                    <a:pt x="84903" y="1260955"/>
                    <a:pt x="110702" y="1260955"/>
                    <a:pt x="136025" y="1260955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111">
              <a:extLst>
                <a:ext uri="{FF2B5EF4-FFF2-40B4-BE49-F238E27FC236}">
                  <a16:creationId xmlns:a16="http://schemas.microsoft.com/office/drawing/2014/main" xmlns="" id="{87F6ACDD-3025-48A0-9F93-181F7FA8E50E}"/>
                </a:ext>
              </a:extLst>
            </p:cNvPr>
            <p:cNvSpPr/>
            <p:nvPr/>
          </p:nvSpPr>
          <p:spPr>
            <a:xfrm>
              <a:off x="4596745" y="2476691"/>
              <a:ext cx="422947" cy="1069625"/>
            </a:xfrm>
            <a:custGeom>
              <a:avLst/>
              <a:gdLst>
                <a:gd name="connsiteX0" fmla="*/ 0 w 422947"/>
                <a:gd name="connsiteY0" fmla="*/ 95308 h 1069625"/>
                <a:gd name="connsiteX1" fmla="*/ 6272 w 422947"/>
                <a:gd name="connsiteY1" fmla="*/ 27272 h 1069625"/>
                <a:gd name="connsiteX2" fmla="*/ 9075 w 422947"/>
                <a:gd name="connsiteY2" fmla="*/ 0 h 1069625"/>
                <a:gd name="connsiteX3" fmla="*/ 217127 w 422947"/>
                <a:gd name="connsiteY3" fmla="*/ 21285 h 1069625"/>
                <a:gd name="connsiteX4" fmla="*/ 245302 w 422947"/>
                <a:gd name="connsiteY4" fmla="*/ 509703 h 1069625"/>
                <a:gd name="connsiteX5" fmla="*/ 422947 w 422947"/>
                <a:gd name="connsiteY5" fmla="*/ 963770 h 1069625"/>
                <a:gd name="connsiteX6" fmla="*/ 243401 w 422947"/>
                <a:gd name="connsiteY6" fmla="*/ 1069626 h 1069625"/>
                <a:gd name="connsiteX7" fmla="*/ 236417 w 422947"/>
                <a:gd name="connsiteY7" fmla="*/ 1059696 h 1069625"/>
                <a:gd name="connsiteX8" fmla="*/ 18434 w 422947"/>
                <a:gd name="connsiteY8" fmla="*/ 429836 h 1069625"/>
                <a:gd name="connsiteX9" fmla="*/ 2471 w 422947"/>
                <a:gd name="connsiteY9" fmla="*/ 275139 h 1069625"/>
                <a:gd name="connsiteX10" fmla="*/ 0 w 422947"/>
                <a:gd name="connsiteY10" fmla="*/ 260220 h 1069625"/>
                <a:gd name="connsiteX11" fmla="*/ 0 w 422947"/>
                <a:gd name="connsiteY11" fmla="*/ 95308 h 106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2947" h="1069625">
                  <a:moveTo>
                    <a:pt x="0" y="95308"/>
                  </a:moveTo>
                  <a:cubicBezTo>
                    <a:pt x="2091" y="72645"/>
                    <a:pt x="4133" y="49935"/>
                    <a:pt x="6272" y="27272"/>
                  </a:cubicBezTo>
                  <a:cubicBezTo>
                    <a:pt x="7079" y="18767"/>
                    <a:pt x="8029" y="10310"/>
                    <a:pt x="9075" y="0"/>
                  </a:cubicBezTo>
                  <a:cubicBezTo>
                    <a:pt x="78822" y="7127"/>
                    <a:pt x="147333" y="14111"/>
                    <a:pt x="217127" y="21285"/>
                  </a:cubicBezTo>
                  <a:cubicBezTo>
                    <a:pt x="201354" y="186673"/>
                    <a:pt x="210096" y="349019"/>
                    <a:pt x="245302" y="509703"/>
                  </a:cubicBezTo>
                  <a:cubicBezTo>
                    <a:pt x="280365" y="669769"/>
                    <a:pt x="339137" y="820618"/>
                    <a:pt x="422947" y="963770"/>
                  </a:cubicBezTo>
                  <a:cubicBezTo>
                    <a:pt x="362893" y="999166"/>
                    <a:pt x="303551" y="1034135"/>
                    <a:pt x="243401" y="1069626"/>
                  </a:cubicBezTo>
                  <a:cubicBezTo>
                    <a:pt x="240836" y="1066015"/>
                    <a:pt x="238318" y="1063022"/>
                    <a:pt x="236417" y="1059696"/>
                  </a:cubicBezTo>
                  <a:cubicBezTo>
                    <a:pt x="123197" y="863759"/>
                    <a:pt x="49982" y="653900"/>
                    <a:pt x="18434" y="429836"/>
                  </a:cubicBezTo>
                  <a:cubicBezTo>
                    <a:pt x="11213" y="378524"/>
                    <a:pt x="7744" y="326689"/>
                    <a:pt x="2471" y="275139"/>
                  </a:cubicBezTo>
                  <a:cubicBezTo>
                    <a:pt x="1948" y="270150"/>
                    <a:pt x="855" y="265209"/>
                    <a:pt x="0" y="260220"/>
                  </a:cubicBezTo>
                  <a:cubicBezTo>
                    <a:pt x="0" y="205250"/>
                    <a:pt x="0" y="150279"/>
                    <a:pt x="0" y="95308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112">
              <a:extLst>
                <a:ext uri="{FF2B5EF4-FFF2-40B4-BE49-F238E27FC236}">
                  <a16:creationId xmlns:a16="http://schemas.microsoft.com/office/drawing/2014/main" xmlns="" id="{3AE02FF9-021B-41C6-8360-613E6EC61B76}"/>
                </a:ext>
              </a:extLst>
            </p:cNvPr>
            <p:cNvSpPr/>
            <p:nvPr/>
          </p:nvSpPr>
          <p:spPr>
            <a:xfrm>
              <a:off x="5435744" y="1934007"/>
              <a:ext cx="1864314" cy="1864980"/>
            </a:xfrm>
            <a:custGeom>
              <a:avLst/>
              <a:gdLst>
                <a:gd name="connsiteX0" fmla="*/ 931848 w 1864314"/>
                <a:gd name="connsiteY0" fmla="*/ 1864976 h 1864980"/>
                <a:gd name="connsiteX1" fmla="*/ 5 w 1864314"/>
                <a:gd name="connsiteY1" fmla="*/ 928334 h 1864980"/>
                <a:gd name="connsiteX2" fmla="*/ 941398 w 1864314"/>
                <a:gd name="connsiteY2" fmla="*/ 8 h 1864980"/>
                <a:gd name="connsiteX3" fmla="*/ 1864308 w 1864314"/>
                <a:gd name="connsiteY3" fmla="*/ 931755 h 1864980"/>
                <a:gd name="connsiteX4" fmla="*/ 931848 w 1864314"/>
                <a:gd name="connsiteY4" fmla="*/ 1864976 h 1864980"/>
                <a:gd name="connsiteX5" fmla="*/ 425328 w 1864314"/>
                <a:gd name="connsiteY5" fmla="*/ 979362 h 1864980"/>
                <a:gd name="connsiteX6" fmla="*/ 92463 w 1864314"/>
                <a:gd name="connsiteY6" fmla="*/ 979362 h 1864980"/>
                <a:gd name="connsiteX7" fmla="*/ 251911 w 1864314"/>
                <a:gd name="connsiteY7" fmla="*/ 1426777 h 1864980"/>
                <a:gd name="connsiteX8" fmla="*/ 487758 w 1864314"/>
                <a:gd name="connsiteY8" fmla="*/ 1304910 h 1864980"/>
                <a:gd name="connsiteX9" fmla="*/ 425328 w 1864314"/>
                <a:gd name="connsiteY9" fmla="*/ 979362 h 1864980"/>
                <a:gd name="connsiteX10" fmla="*/ 1387673 w 1864314"/>
                <a:gd name="connsiteY10" fmla="*/ 1309804 h 1864980"/>
                <a:gd name="connsiteX11" fmla="*/ 1611975 w 1864314"/>
                <a:gd name="connsiteY11" fmla="*/ 1427157 h 1864980"/>
                <a:gd name="connsiteX12" fmla="*/ 1771613 w 1864314"/>
                <a:gd name="connsiteY12" fmla="*/ 979124 h 1864980"/>
                <a:gd name="connsiteX13" fmla="*/ 1451433 w 1864314"/>
                <a:gd name="connsiteY13" fmla="*/ 979124 h 1864980"/>
                <a:gd name="connsiteX14" fmla="*/ 1387673 w 1864314"/>
                <a:gd name="connsiteY14" fmla="*/ 1309804 h 1864980"/>
                <a:gd name="connsiteX15" fmla="*/ 238893 w 1864314"/>
                <a:gd name="connsiteY15" fmla="*/ 456260 h 1864980"/>
                <a:gd name="connsiteX16" fmla="*/ 92558 w 1864314"/>
                <a:gd name="connsiteY16" fmla="*/ 885194 h 1864980"/>
                <a:gd name="connsiteX17" fmla="*/ 425185 w 1864314"/>
                <a:gd name="connsiteY17" fmla="*/ 885194 h 1864980"/>
                <a:gd name="connsiteX18" fmla="*/ 479159 w 1864314"/>
                <a:gd name="connsiteY18" fmla="*/ 583353 h 1864980"/>
                <a:gd name="connsiteX19" fmla="*/ 238893 w 1864314"/>
                <a:gd name="connsiteY19" fmla="*/ 456260 h 1864980"/>
                <a:gd name="connsiteX20" fmla="*/ 1771661 w 1864314"/>
                <a:gd name="connsiteY20" fmla="*/ 885241 h 1864980"/>
                <a:gd name="connsiteX21" fmla="*/ 1624945 w 1864314"/>
                <a:gd name="connsiteY21" fmla="*/ 455975 h 1864980"/>
                <a:gd name="connsiteX22" fmla="*/ 1394990 w 1864314"/>
                <a:gd name="connsiteY22" fmla="*/ 578935 h 1864980"/>
                <a:gd name="connsiteX23" fmla="*/ 1451386 w 1864314"/>
                <a:gd name="connsiteY23" fmla="*/ 885241 h 1864980"/>
                <a:gd name="connsiteX24" fmla="*/ 1771661 w 1864314"/>
                <a:gd name="connsiteY24" fmla="*/ 885241 h 1864980"/>
                <a:gd name="connsiteX25" fmla="*/ 1359499 w 1864314"/>
                <a:gd name="connsiteY25" fmla="*/ 979172 h 1864980"/>
                <a:gd name="connsiteX26" fmla="*/ 978742 w 1864314"/>
                <a:gd name="connsiteY26" fmla="*/ 979172 h 1864980"/>
                <a:gd name="connsiteX27" fmla="*/ 978742 w 1864314"/>
                <a:gd name="connsiteY27" fmla="*/ 1227609 h 1864980"/>
                <a:gd name="connsiteX28" fmla="*/ 1299872 w 1864314"/>
                <a:gd name="connsiteY28" fmla="*/ 1283102 h 1864980"/>
                <a:gd name="connsiteX29" fmla="*/ 1359499 w 1864314"/>
                <a:gd name="connsiteY29" fmla="*/ 979172 h 1864980"/>
                <a:gd name="connsiteX30" fmla="*/ 576129 w 1864314"/>
                <a:gd name="connsiteY30" fmla="*/ 1279682 h 1864980"/>
                <a:gd name="connsiteX31" fmla="*/ 885809 w 1864314"/>
                <a:gd name="connsiteY31" fmla="*/ 1227372 h 1864980"/>
                <a:gd name="connsiteX32" fmla="*/ 885809 w 1864314"/>
                <a:gd name="connsiteY32" fmla="*/ 979077 h 1864980"/>
                <a:gd name="connsiteX33" fmla="*/ 517263 w 1864314"/>
                <a:gd name="connsiteY33" fmla="*/ 979077 h 1864980"/>
                <a:gd name="connsiteX34" fmla="*/ 576129 w 1864314"/>
                <a:gd name="connsiteY34" fmla="*/ 1279682 h 1864980"/>
                <a:gd name="connsiteX35" fmla="*/ 978219 w 1864314"/>
                <a:gd name="connsiteY35" fmla="*/ 885004 h 1864980"/>
                <a:gd name="connsiteX36" fmla="*/ 1359404 w 1864314"/>
                <a:gd name="connsiteY36" fmla="*/ 885004 h 1864980"/>
                <a:gd name="connsiteX37" fmla="*/ 1307046 w 1864314"/>
                <a:gd name="connsiteY37" fmla="*/ 605969 h 1864980"/>
                <a:gd name="connsiteX38" fmla="*/ 978219 w 1864314"/>
                <a:gd name="connsiteY38" fmla="*/ 663743 h 1864980"/>
                <a:gd name="connsiteX39" fmla="*/ 978219 w 1864314"/>
                <a:gd name="connsiteY39" fmla="*/ 885004 h 1864980"/>
                <a:gd name="connsiteX40" fmla="*/ 885239 w 1864314"/>
                <a:gd name="connsiteY40" fmla="*/ 885431 h 1864980"/>
                <a:gd name="connsiteX41" fmla="*/ 885239 w 1864314"/>
                <a:gd name="connsiteY41" fmla="*/ 663505 h 1864980"/>
                <a:gd name="connsiteX42" fmla="*/ 567055 w 1864314"/>
                <a:gd name="connsiteY42" fmla="*/ 609342 h 1864980"/>
                <a:gd name="connsiteX43" fmla="*/ 517263 w 1864314"/>
                <a:gd name="connsiteY43" fmla="*/ 885431 h 1864980"/>
                <a:gd name="connsiteX44" fmla="*/ 885239 w 1864314"/>
                <a:gd name="connsiteY44" fmla="*/ 885431 h 1864980"/>
                <a:gd name="connsiteX45" fmla="*/ 1275213 w 1864314"/>
                <a:gd name="connsiteY45" fmla="*/ 519878 h 1864980"/>
                <a:gd name="connsiteX46" fmla="*/ 978884 w 1864314"/>
                <a:gd name="connsiteY46" fmla="*/ 91325 h 1864980"/>
                <a:gd name="connsiteX47" fmla="*/ 978884 w 1864314"/>
                <a:gd name="connsiteY47" fmla="*/ 571761 h 1864980"/>
                <a:gd name="connsiteX48" fmla="*/ 1275213 w 1864314"/>
                <a:gd name="connsiteY48" fmla="*/ 519878 h 1864980"/>
                <a:gd name="connsiteX49" fmla="*/ 885382 w 1864314"/>
                <a:gd name="connsiteY49" fmla="*/ 571666 h 1864980"/>
                <a:gd name="connsiteX50" fmla="*/ 885382 w 1864314"/>
                <a:gd name="connsiteY50" fmla="*/ 98119 h 1864980"/>
                <a:gd name="connsiteX51" fmla="*/ 598650 w 1864314"/>
                <a:gd name="connsiteY51" fmla="*/ 522966 h 1864980"/>
                <a:gd name="connsiteX52" fmla="*/ 885382 w 1864314"/>
                <a:gd name="connsiteY52" fmla="*/ 571666 h 1864980"/>
                <a:gd name="connsiteX53" fmla="*/ 979169 w 1864314"/>
                <a:gd name="connsiteY53" fmla="*/ 1321064 h 1864980"/>
                <a:gd name="connsiteX54" fmla="*/ 979169 w 1864314"/>
                <a:gd name="connsiteY54" fmla="*/ 1775511 h 1864980"/>
                <a:gd name="connsiteX55" fmla="*/ 1265236 w 1864314"/>
                <a:gd name="connsiteY55" fmla="*/ 1370096 h 1864980"/>
                <a:gd name="connsiteX56" fmla="*/ 979169 w 1864314"/>
                <a:gd name="connsiteY56" fmla="*/ 1321064 h 1864980"/>
                <a:gd name="connsiteX57" fmla="*/ 609768 w 1864314"/>
                <a:gd name="connsiteY57" fmla="*/ 1365392 h 1864980"/>
                <a:gd name="connsiteX58" fmla="*/ 885049 w 1864314"/>
                <a:gd name="connsiteY58" fmla="*/ 1763919 h 1864980"/>
                <a:gd name="connsiteX59" fmla="*/ 885049 w 1864314"/>
                <a:gd name="connsiteY59" fmla="*/ 1319544 h 1864980"/>
                <a:gd name="connsiteX60" fmla="*/ 609768 w 1864314"/>
                <a:gd name="connsiteY60" fmla="*/ 1365392 h 1864980"/>
                <a:gd name="connsiteX61" fmla="*/ 512131 w 1864314"/>
                <a:gd name="connsiteY61" fmla="*/ 492464 h 1864980"/>
                <a:gd name="connsiteX62" fmla="*/ 748786 w 1864314"/>
                <a:gd name="connsiteY62" fmla="*/ 111374 h 1864980"/>
                <a:gd name="connsiteX63" fmla="*/ 298235 w 1864314"/>
                <a:gd name="connsiteY63" fmla="*/ 379624 h 1864980"/>
                <a:gd name="connsiteX64" fmla="*/ 512131 w 1864314"/>
                <a:gd name="connsiteY64" fmla="*/ 492464 h 1864980"/>
                <a:gd name="connsiteX65" fmla="*/ 1361399 w 1864314"/>
                <a:gd name="connsiteY65" fmla="*/ 488663 h 1864980"/>
                <a:gd name="connsiteX66" fmla="*/ 1565889 w 1864314"/>
                <a:gd name="connsiteY66" fmla="*/ 379624 h 1864980"/>
                <a:gd name="connsiteX67" fmla="*/ 1129448 w 1864314"/>
                <a:gd name="connsiteY67" fmla="*/ 116316 h 1864980"/>
                <a:gd name="connsiteX68" fmla="*/ 1361399 w 1864314"/>
                <a:gd name="connsiteY68" fmla="*/ 488663 h 1864980"/>
                <a:gd name="connsiteX69" fmla="*/ 751114 w 1864314"/>
                <a:gd name="connsiteY69" fmla="*/ 1753704 h 1864980"/>
                <a:gd name="connsiteX70" fmla="*/ 522536 w 1864314"/>
                <a:gd name="connsiteY70" fmla="*/ 1394897 h 1864980"/>
                <a:gd name="connsiteX71" fmla="*/ 313486 w 1864314"/>
                <a:gd name="connsiteY71" fmla="*/ 1502035 h 1864980"/>
                <a:gd name="connsiteX72" fmla="*/ 751114 w 1864314"/>
                <a:gd name="connsiteY72" fmla="*/ 1753704 h 1864980"/>
                <a:gd name="connsiteX73" fmla="*/ 1127928 w 1864314"/>
                <a:gd name="connsiteY73" fmla="*/ 1750378 h 1864980"/>
                <a:gd name="connsiteX74" fmla="*/ 1550827 w 1864314"/>
                <a:gd name="connsiteY74" fmla="*/ 1501798 h 1864980"/>
                <a:gd name="connsiteX75" fmla="*/ 1352514 w 1864314"/>
                <a:gd name="connsiteY75" fmla="*/ 1399316 h 1864980"/>
                <a:gd name="connsiteX76" fmla="*/ 1127928 w 1864314"/>
                <a:gd name="connsiteY76" fmla="*/ 1750378 h 1864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1864314" h="1864980">
                  <a:moveTo>
                    <a:pt x="931848" y="1864976"/>
                  </a:moveTo>
                  <a:cubicBezTo>
                    <a:pt x="413973" y="1863313"/>
                    <a:pt x="-1705" y="1445497"/>
                    <a:pt x="5" y="928334"/>
                  </a:cubicBezTo>
                  <a:cubicBezTo>
                    <a:pt x="1716" y="411409"/>
                    <a:pt x="421005" y="-2035"/>
                    <a:pt x="941398" y="8"/>
                  </a:cubicBezTo>
                  <a:cubicBezTo>
                    <a:pt x="1448915" y="2003"/>
                    <a:pt x="1866256" y="423382"/>
                    <a:pt x="1864308" y="931755"/>
                  </a:cubicBezTo>
                  <a:cubicBezTo>
                    <a:pt x="1862313" y="1449297"/>
                    <a:pt x="1445304" y="1866638"/>
                    <a:pt x="931848" y="1864976"/>
                  </a:cubicBezTo>
                  <a:close/>
                  <a:moveTo>
                    <a:pt x="425328" y="979362"/>
                  </a:moveTo>
                  <a:cubicBezTo>
                    <a:pt x="313391" y="979362"/>
                    <a:pt x="203354" y="979362"/>
                    <a:pt x="92463" y="979362"/>
                  </a:cubicBezTo>
                  <a:cubicBezTo>
                    <a:pt x="103010" y="1146269"/>
                    <a:pt x="156603" y="1295931"/>
                    <a:pt x="251911" y="1426777"/>
                  </a:cubicBezTo>
                  <a:cubicBezTo>
                    <a:pt x="331540" y="1385632"/>
                    <a:pt x="409032" y="1345580"/>
                    <a:pt x="487758" y="1304910"/>
                  </a:cubicBezTo>
                  <a:cubicBezTo>
                    <a:pt x="451887" y="1201905"/>
                    <a:pt x="430839" y="1092582"/>
                    <a:pt x="425328" y="979362"/>
                  </a:cubicBezTo>
                  <a:close/>
                  <a:moveTo>
                    <a:pt x="1387673" y="1309804"/>
                  </a:moveTo>
                  <a:cubicBezTo>
                    <a:pt x="1463454" y="1349429"/>
                    <a:pt x="1537049" y="1387960"/>
                    <a:pt x="1611975" y="1427157"/>
                  </a:cubicBezTo>
                  <a:cubicBezTo>
                    <a:pt x="1707853" y="1294980"/>
                    <a:pt x="1761398" y="1145319"/>
                    <a:pt x="1771613" y="979124"/>
                  </a:cubicBezTo>
                  <a:cubicBezTo>
                    <a:pt x="1664190" y="979124"/>
                    <a:pt x="1558097" y="979124"/>
                    <a:pt x="1451433" y="979124"/>
                  </a:cubicBezTo>
                  <a:cubicBezTo>
                    <a:pt x="1446160" y="1094054"/>
                    <a:pt x="1424494" y="1204851"/>
                    <a:pt x="1387673" y="1309804"/>
                  </a:cubicBezTo>
                  <a:close/>
                  <a:moveTo>
                    <a:pt x="238893" y="456260"/>
                  </a:moveTo>
                  <a:cubicBezTo>
                    <a:pt x="151519" y="583448"/>
                    <a:pt x="102250" y="726791"/>
                    <a:pt x="92558" y="885194"/>
                  </a:cubicBezTo>
                  <a:cubicBezTo>
                    <a:pt x="203924" y="885194"/>
                    <a:pt x="313961" y="885194"/>
                    <a:pt x="425185" y="885194"/>
                  </a:cubicBezTo>
                  <a:cubicBezTo>
                    <a:pt x="430174" y="780526"/>
                    <a:pt x="448324" y="678852"/>
                    <a:pt x="479159" y="583353"/>
                  </a:cubicBezTo>
                  <a:cubicBezTo>
                    <a:pt x="398959" y="540973"/>
                    <a:pt x="320138" y="499258"/>
                    <a:pt x="238893" y="456260"/>
                  </a:cubicBezTo>
                  <a:close/>
                  <a:moveTo>
                    <a:pt x="1771661" y="885241"/>
                  </a:moveTo>
                  <a:cubicBezTo>
                    <a:pt x="1761731" y="726600"/>
                    <a:pt x="1712604" y="582878"/>
                    <a:pt x="1624945" y="455975"/>
                  </a:cubicBezTo>
                  <a:cubicBezTo>
                    <a:pt x="1547359" y="497500"/>
                    <a:pt x="1471816" y="537838"/>
                    <a:pt x="1394990" y="578935"/>
                  </a:cubicBezTo>
                  <a:cubicBezTo>
                    <a:pt x="1427060" y="676191"/>
                    <a:pt x="1446160" y="779196"/>
                    <a:pt x="1451386" y="885241"/>
                  </a:cubicBezTo>
                  <a:cubicBezTo>
                    <a:pt x="1558524" y="885241"/>
                    <a:pt x="1664522" y="885241"/>
                    <a:pt x="1771661" y="885241"/>
                  </a:cubicBezTo>
                  <a:close/>
                  <a:moveTo>
                    <a:pt x="1359499" y="979172"/>
                  </a:moveTo>
                  <a:cubicBezTo>
                    <a:pt x="1231408" y="979172"/>
                    <a:pt x="1105027" y="979172"/>
                    <a:pt x="978742" y="979172"/>
                  </a:cubicBezTo>
                  <a:cubicBezTo>
                    <a:pt x="978742" y="1062507"/>
                    <a:pt x="978742" y="1144701"/>
                    <a:pt x="978742" y="1227609"/>
                  </a:cubicBezTo>
                  <a:cubicBezTo>
                    <a:pt x="1088636" y="1232360"/>
                    <a:pt x="1195346" y="1250605"/>
                    <a:pt x="1299872" y="1283102"/>
                  </a:cubicBezTo>
                  <a:cubicBezTo>
                    <a:pt x="1334650" y="1183898"/>
                    <a:pt x="1354652" y="1083744"/>
                    <a:pt x="1359499" y="979172"/>
                  </a:cubicBezTo>
                  <a:close/>
                  <a:moveTo>
                    <a:pt x="576129" y="1279682"/>
                  </a:moveTo>
                  <a:cubicBezTo>
                    <a:pt x="677756" y="1248657"/>
                    <a:pt x="780761" y="1232503"/>
                    <a:pt x="885809" y="1227372"/>
                  </a:cubicBezTo>
                  <a:cubicBezTo>
                    <a:pt x="885809" y="1143704"/>
                    <a:pt x="885809" y="1061937"/>
                    <a:pt x="885809" y="979077"/>
                  </a:cubicBezTo>
                  <a:cubicBezTo>
                    <a:pt x="762897" y="979077"/>
                    <a:pt x="640555" y="979077"/>
                    <a:pt x="517263" y="979077"/>
                  </a:cubicBezTo>
                  <a:cubicBezTo>
                    <a:pt x="522346" y="1082556"/>
                    <a:pt x="541779" y="1182141"/>
                    <a:pt x="576129" y="1279682"/>
                  </a:cubicBezTo>
                  <a:close/>
                  <a:moveTo>
                    <a:pt x="978219" y="885004"/>
                  </a:moveTo>
                  <a:cubicBezTo>
                    <a:pt x="1106025" y="885004"/>
                    <a:pt x="1232358" y="885004"/>
                    <a:pt x="1359404" y="885004"/>
                  </a:cubicBezTo>
                  <a:cubicBezTo>
                    <a:pt x="1354367" y="789078"/>
                    <a:pt x="1337596" y="696763"/>
                    <a:pt x="1307046" y="605969"/>
                  </a:cubicBezTo>
                  <a:cubicBezTo>
                    <a:pt x="1199052" y="640272"/>
                    <a:pt x="1089918" y="659182"/>
                    <a:pt x="978219" y="663743"/>
                  </a:cubicBezTo>
                  <a:cubicBezTo>
                    <a:pt x="978219" y="738573"/>
                    <a:pt x="978219" y="811171"/>
                    <a:pt x="978219" y="885004"/>
                  </a:cubicBezTo>
                  <a:close/>
                  <a:moveTo>
                    <a:pt x="885239" y="885431"/>
                  </a:moveTo>
                  <a:cubicBezTo>
                    <a:pt x="885239" y="810553"/>
                    <a:pt x="885239" y="737671"/>
                    <a:pt x="885239" y="663505"/>
                  </a:cubicBezTo>
                  <a:cubicBezTo>
                    <a:pt x="776390" y="659657"/>
                    <a:pt x="670915" y="640747"/>
                    <a:pt x="567055" y="609342"/>
                  </a:cubicBezTo>
                  <a:cubicBezTo>
                    <a:pt x="538073" y="700374"/>
                    <a:pt x="521301" y="791501"/>
                    <a:pt x="517263" y="885431"/>
                  </a:cubicBezTo>
                  <a:cubicBezTo>
                    <a:pt x="641078" y="885431"/>
                    <a:pt x="762849" y="885431"/>
                    <a:pt x="885239" y="885431"/>
                  </a:cubicBezTo>
                  <a:close/>
                  <a:moveTo>
                    <a:pt x="1275213" y="519878"/>
                  </a:moveTo>
                  <a:cubicBezTo>
                    <a:pt x="1205371" y="356439"/>
                    <a:pt x="1104790" y="217135"/>
                    <a:pt x="978884" y="91325"/>
                  </a:cubicBezTo>
                  <a:cubicBezTo>
                    <a:pt x="978884" y="254051"/>
                    <a:pt x="978884" y="412407"/>
                    <a:pt x="978884" y="571761"/>
                  </a:cubicBezTo>
                  <a:cubicBezTo>
                    <a:pt x="1080131" y="567770"/>
                    <a:pt x="1177720" y="550428"/>
                    <a:pt x="1275213" y="519878"/>
                  </a:cubicBezTo>
                  <a:close/>
                  <a:moveTo>
                    <a:pt x="885382" y="571666"/>
                  </a:moveTo>
                  <a:cubicBezTo>
                    <a:pt x="885382" y="413215"/>
                    <a:pt x="885382" y="257377"/>
                    <a:pt x="885382" y="98119"/>
                  </a:cubicBezTo>
                  <a:cubicBezTo>
                    <a:pt x="763182" y="223834"/>
                    <a:pt x="665593" y="362092"/>
                    <a:pt x="598650" y="522966"/>
                  </a:cubicBezTo>
                  <a:cubicBezTo>
                    <a:pt x="692960" y="551378"/>
                    <a:pt x="787460" y="568102"/>
                    <a:pt x="885382" y="571666"/>
                  </a:cubicBezTo>
                  <a:close/>
                  <a:moveTo>
                    <a:pt x="979169" y="1321064"/>
                  </a:moveTo>
                  <a:cubicBezTo>
                    <a:pt x="979169" y="1470963"/>
                    <a:pt x="979169" y="1620909"/>
                    <a:pt x="979169" y="1775511"/>
                  </a:cubicBezTo>
                  <a:cubicBezTo>
                    <a:pt x="1099991" y="1654642"/>
                    <a:pt x="1196629" y="1522370"/>
                    <a:pt x="1265236" y="1370096"/>
                  </a:cubicBezTo>
                  <a:cubicBezTo>
                    <a:pt x="1217914" y="1347623"/>
                    <a:pt x="1028581" y="1315315"/>
                    <a:pt x="979169" y="1321064"/>
                  </a:cubicBezTo>
                  <a:close/>
                  <a:moveTo>
                    <a:pt x="609768" y="1365392"/>
                  </a:moveTo>
                  <a:cubicBezTo>
                    <a:pt x="676616" y="1515861"/>
                    <a:pt x="770071" y="1645948"/>
                    <a:pt x="885049" y="1763919"/>
                  </a:cubicBezTo>
                  <a:cubicBezTo>
                    <a:pt x="885049" y="1614210"/>
                    <a:pt x="885049" y="1467209"/>
                    <a:pt x="885049" y="1319544"/>
                  </a:cubicBezTo>
                  <a:cubicBezTo>
                    <a:pt x="791024" y="1323725"/>
                    <a:pt x="700229" y="1338406"/>
                    <a:pt x="609768" y="1365392"/>
                  </a:cubicBezTo>
                  <a:close/>
                  <a:moveTo>
                    <a:pt x="512131" y="492464"/>
                  </a:moveTo>
                  <a:cubicBezTo>
                    <a:pt x="569573" y="352828"/>
                    <a:pt x="649107" y="228348"/>
                    <a:pt x="748786" y="111374"/>
                  </a:cubicBezTo>
                  <a:cubicBezTo>
                    <a:pt x="567672" y="154325"/>
                    <a:pt x="419579" y="243124"/>
                    <a:pt x="298235" y="379624"/>
                  </a:cubicBezTo>
                  <a:cubicBezTo>
                    <a:pt x="366414" y="425378"/>
                    <a:pt x="436303" y="462199"/>
                    <a:pt x="512131" y="492464"/>
                  </a:cubicBezTo>
                  <a:close/>
                  <a:moveTo>
                    <a:pt x="1361399" y="488663"/>
                  </a:moveTo>
                  <a:cubicBezTo>
                    <a:pt x="1434044" y="458873"/>
                    <a:pt x="1501083" y="423287"/>
                    <a:pt x="1565889" y="379624"/>
                  </a:cubicBezTo>
                  <a:cubicBezTo>
                    <a:pt x="1447110" y="246022"/>
                    <a:pt x="1302532" y="157841"/>
                    <a:pt x="1129448" y="116316"/>
                  </a:cubicBezTo>
                  <a:cubicBezTo>
                    <a:pt x="1224566" y="229108"/>
                    <a:pt x="1303673" y="351497"/>
                    <a:pt x="1361399" y="488663"/>
                  </a:cubicBezTo>
                  <a:close/>
                  <a:moveTo>
                    <a:pt x="751114" y="1753704"/>
                  </a:moveTo>
                  <a:cubicBezTo>
                    <a:pt x="656139" y="1643002"/>
                    <a:pt x="579503" y="1525173"/>
                    <a:pt x="522536" y="1394897"/>
                  </a:cubicBezTo>
                  <a:cubicBezTo>
                    <a:pt x="448466" y="1423831"/>
                    <a:pt x="379527" y="1458610"/>
                    <a:pt x="313486" y="1502035"/>
                  </a:cubicBezTo>
                  <a:cubicBezTo>
                    <a:pt x="433975" y="1630221"/>
                    <a:pt x="577697" y="1713509"/>
                    <a:pt x="751114" y="1753704"/>
                  </a:cubicBezTo>
                  <a:close/>
                  <a:moveTo>
                    <a:pt x="1127928" y="1750378"/>
                  </a:moveTo>
                  <a:cubicBezTo>
                    <a:pt x="1295738" y="1708093"/>
                    <a:pt x="1434567" y="1626040"/>
                    <a:pt x="1550827" y="1501798"/>
                  </a:cubicBezTo>
                  <a:cubicBezTo>
                    <a:pt x="1487304" y="1460843"/>
                    <a:pt x="1422451" y="1426920"/>
                    <a:pt x="1352514" y="1399316"/>
                  </a:cubicBezTo>
                  <a:cubicBezTo>
                    <a:pt x="1295976" y="1527026"/>
                    <a:pt x="1221003" y="1641814"/>
                    <a:pt x="1127928" y="1750378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113">
              <a:extLst>
                <a:ext uri="{FF2B5EF4-FFF2-40B4-BE49-F238E27FC236}">
                  <a16:creationId xmlns:a16="http://schemas.microsoft.com/office/drawing/2014/main" xmlns="" id="{4AFE6036-1D8B-4EE9-9AEE-51CE806D37BB}"/>
                </a:ext>
              </a:extLst>
            </p:cNvPr>
            <p:cNvSpPr/>
            <p:nvPr/>
          </p:nvSpPr>
          <p:spPr>
            <a:xfrm>
              <a:off x="7740151" y="2333396"/>
              <a:ext cx="365656" cy="1090673"/>
            </a:xfrm>
            <a:custGeom>
              <a:avLst/>
              <a:gdLst>
                <a:gd name="connsiteX0" fmla="*/ 188193 w 365656"/>
                <a:gd name="connsiteY0" fmla="*/ 1090673 h 1090673"/>
                <a:gd name="connsiteX1" fmla="*/ 0 w 365656"/>
                <a:gd name="connsiteY1" fmla="*/ 998834 h 1090673"/>
                <a:gd name="connsiteX2" fmla="*/ 142107 w 365656"/>
                <a:gd name="connsiteY2" fmla="*/ 528993 h 1090673"/>
                <a:gd name="connsiteX3" fmla="*/ 129231 w 365656"/>
                <a:gd name="connsiteY3" fmla="*/ 38579 h 1090673"/>
                <a:gd name="connsiteX4" fmla="*/ 335003 w 365656"/>
                <a:gd name="connsiteY4" fmla="*/ 0 h 1090673"/>
                <a:gd name="connsiteX5" fmla="*/ 360992 w 365656"/>
                <a:gd name="connsiteY5" fmla="*/ 450361 h 1090673"/>
                <a:gd name="connsiteX6" fmla="*/ 188193 w 365656"/>
                <a:gd name="connsiteY6" fmla="*/ 1090673 h 1090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5656" h="1090673">
                  <a:moveTo>
                    <a:pt x="188193" y="1090673"/>
                  </a:moveTo>
                  <a:cubicBezTo>
                    <a:pt x="124718" y="1059696"/>
                    <a:pt x="63143" y="1029669"/>
                    <a:pt x="0" y="998834"/>
                  </a:cubicBezTo>
                  <a:cubicBezTo>
                    <a:pt x="72503" y="849030"/>
                    <a:pt x="120252" y="692812"/>
                    <a:pt x="142107" y="528993"/>
                  </a:cubicBezTo>
                  <a:cubicBezTo>
                    <a:pt x="163962" y="365411"/>
                    <a:pt x="159401" y="202399"/>
                    <a:pt x="129231" y="38579"/>
                  </a:cubicBezTo>
                  <a:cubicBezTo>
                    <a:pt x="198170" y="25656"/>
                    <a:pt x="265827" y="12971"/>
                    <a:pt x="335003" y="0"/>
                  </a:cubicBezTo>
                  <a:cubicBezTo>
                    <a:pt x="363558" y="149851"/>
                    <a:pt x="372015" y="299655"/>
                    <a:pt x="360992" y="450361"/>
                  </a:cubicBezTo>
                  <a:cubicBezTo>
                    <a:pt x="344553" y="674330"/>
                    <a:pt x="287065" y="887372"/>
                    <a:pt x="188193" y="1090673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114">
              <a:extLst>
                <a:ext uri="{FF2B5EF4-FFF2-40B4-BE49-F238E27FC236}">
                  <a16:creationId xmlns:a16="http://schemas.microsoft.com/office/drawing/2014/main" xmlns="" id="{E580190E-9E70-4F0D-B03C-D1BD57B0A16D}"/>
                </a:ext>
              </a:extLst>
            </p:cNvPr>
            <p:cNvSpPr/>
            <p:nvPr/>
          </p:nvSpPr>
          <p:spPr>
            <a:xfrm>
              <a:off x="5869767" y="4103578"/>
              <a:ext cx="1094474" cy="307158"/>
            </a:xfrm>
            <a:custGeom>
              <a:avLst/>
              <a:gdLst>
                <a:gd name="connsiteX0" fmla="*/ 0 w 1094474"/>
                <a:gd name="connsiteY0" fmla="*/ 239790 h 307158"/>
                <a:gd name="connsiteX1" fmla="*/ 57631 w 1094474"/>
                <a:gd name="connsiteY1" fmla="*/ 38342 h 307158"/>
                <a:gd name="connsiteX2" fmla="*/ 541963 w 1094474"/>
                <a:gd name="connsiteY2" fmla="*/ 96116 h 307158"/>
                <a:gd name="connsiteX3" fmla="*/ 1021449 w 1094474"/>
                <a:gd name="connsiteY3" fmla="*/ 0 h 307158"/>
                <a:gd name="connsiteX4" fmla="*/ 1094474 w 1094474"/>
                <a:gd name="connsiteY4" fmla="*/ 196222 h 307158"/>
                <a:gd name="connsiteX5" fmla="*/ 666966 w 1094474"/>
                <a:gd name="connsiteY5" fmla="*/ 297042 h 307158"/>
                <a:gd name="connsiteX6" fmla="*/ 0 w 1094474"/>
                <a:gd name="connsiteY6" fmla="*/ 239790 h 307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94474" h="307158">
                  <a:moveTo>
                    <a:pt x="0" y="239790"/>
                  </a:moveTo>
                  <a:cubicBezTo>
                    <a:pt x="19480" y="171707"/>
                    <a:pt x="38294" y="105951"/>
                    <a:pt x="57631" y="38342"/>
                  </a:cubicBezTo>
                  <a:cubicBezTo>
                    <a:pt x="216557" y="83763"/>
                    <a:pt x="377859" y="102625"/>
                    <a:pt x="541963" y="96116"/>
                  </a:cubicBezTo>
                  <a:cubicBezTo>
                    <a:pt x="706116" y="89607"/>
                    <a:pt x="865374" y="57394"/>
                    <a:pt x="1021449" y="0"/>
                  </a:cubicBezTo>
                  <a:cubicBezTo>
                    <a:pt x="1045823" y="65423"/>
                    <a:pt x="1069816" y="129849"/>
                    <a:pt x="1094474" y="196222"/>
                  </a:cubicBezTo>
                  <a:cubicBezTo>
                    <a:pt x="955741" y="248247"/>
                    <a:pt x="813396" y="281505"/>
                    <a:pt x="666966" y="297042"/>
                  </a:cubicBezTo>
                  <a:cubicBezTo>
                    <a:pt x="441572" y="321035"/>
                    <a:pt x="219693" y="302505"/>
                    <a:pt x="0" y="239790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115">
              <a:extLst>
                <a:ext uri="{FF2B5EF4-FFF2-40B4-BE49-F238E27FC236}">
                  <a16:creationId xmlns:a16="http://schemas.microsoft.com/office/drawing/2014/main" xmlns="" id="{AD318DB1-9E9E-4200-9F10-9E36574A1B8A}"/>
                </a:ext>
              </a:extLst>
            </p:cNvPr>
            <p:cNvSpPr/>
            <p:nvPr/>
          </p:nvSpPr>
          <p:spPr>
            <a:xfrm>
              <a:off x="4619883" y="1398085"/>
              <a:ext cx="654803" cy="1003299"/>
            </a:xfrm>
            <a:custGeom>
              <a:avLst/>
              <a:gdLst>
                <a:gd name="connsiteX0" fmla="*/ 654803 w 654803"/>
                <a:gd name="connsiteY0" fmla="*/ 149376 h 1003299"/>
                <a:gd name="connsiteX1" fmla="*/ 206770 w 654803"/>
                <a:gd name="connsiteY1" fmla="*/ 1003300 h 1003299"/>
                <a:gd name="connsiteX2" fmla="*/ 0 w 654803"/>
                <a:gd name="connsiteY2" fmla="*/ 968807 h 1003299"/>
                <a:gd name="connsiteX3" fmla="*/ 507755 w 654803"/>
                <a:gd name="connsiteY3" fmla="*/ 0 h 1003299"/>
                <a:gd name="connsiteX4" fmla="*/ 513789 w 654803"/>
                <a:gd name="connsiteY4" fmla="*/ 4609 h 1003299"/>
                <a:gd name="connsiteX5" fmla="*/ 654803 w 654803"/>
                <a:gd name="connsiteY5" fmla="*/ 149376 h 100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4803" h="1003299">
                  <a:moveTo>
                    <a:pt x="654803" y="149376"/>
                  </a:moveTo>
                  <a:cubicBezTo>
                    <a:pt x="415678" y="386553"/>
                    <a:pt x="266017" y="670007"/>
                    <a:pt x="206770" y="1003300"/>
                  </a:cubicBezTo>
                  <a:cubicBezTo>
                    <a:pt x="138543" y="991945"/>
                    <a:pt x="70697" y="980589"/>
                    <a:pt x="0" y="968807"/>
                  </a:cubicBezTo>
                  <a:cubicBezTo>
                    <a:pt x="66754" y="591185"/>
                    <a:pt x="236417" y="269485"/>
                    <a:pt x="507755" y="0"/>
                  </a:cubicBezTo>
                  <a:cubicBezTo>
                    <a:pt x="510701" y="2233"/>
                    <a:pt x="512411" y="3231"/>
                    <a:pt x="513789" y="4609"/>
                  </a:cubicBezTo>
                  <a:cubicBezTo>
                    <a:pt x="560635" y="52643"/>
                    <a:pt x="607482" y="100772"/>
                    <a:pt x="654803" y="149376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16">
              <a:extLst>
                <a:ext uri="{FF2B5EF4-FFF2-40B4-BE49-F238E27FC236}">
                  <a16:creationId xmlns:a16="http://schemas.microsoft.com/office/drawing/2014/main" xmlns="" id="{1F89BBD6-A5A0-4E41-8CFE-AA60057A8C9D}"/>
                </a:ext>
              </a:extLst>
            </p:cNvPr>
            <p:cNvSpPr/>
            <p:nvPr/>
          </p:nvSpPr>
          <p:spPr>
            <a:xfrm>
              <a:off x="4898965" y="3522941"/>
              <a:ext cx="935595" cy="785602"/>
            </a:xfrm>
            <a:custGeom>
              <a:avLst/>
              <a:gdLst>
                <a:gd name="connsiteX0" fmla="*/ 865849 w 935595"/>
                <a:gd name="connsiteY0" fmla="*/ 785602 h 785602"/>
                <a:gd name="connsiteX1" fmla="*/ 0 w 935595"/>
                <a:gd name="connsiteY1" fmla="*/ 116926 h 785602"/>
                <a:gd name="connsiteX2" fmla="*/ 85331 w 935595"/>
                <a:gd name="connsiteY2" fmla="*/ 59009 h 785602"/>
                <a:gd name="connsiteX3" fmla="*/ 172419 w 935595"/>
                <a:gd name="connsiteY3" fmla="*/ 0 h 785602"/>
                <a:gd name="connsiteX4" fmla="*/ 935596 w 935595"/>
                <a:gd name="connsiteY4" fmla="*/ 589712 h 785602"/>
                <a:gd name="connsiteX5" fmla="*/ 865849 w 935595"/>
                <a:gd name="connsiteY5" fmla="*/ 785602 h 78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5595" h="785602">
                  <a:moveTo>
                    <a:pt x="865849" y="785602"/>
                  </a:moveTo>
                  <a:cubicBezTo>
                    <a:pt x="540158" y="675898"/>
                    <a:pt x="208908" y="432402"/>
                    <a:pt x="0" y="116926"/>
                  </a:cubicBezTo>
                  <a:cubicBezTo>
                    <a:pt x="28412" y="97636"/>
                    <a:pt x="56871" y="78299"/>
                    <a:pt x="85331" y="59009"/>
                  </a:cubicBezTo>
                  <a:cubicBezTo>
                    <a:pt x="113932" y="39625"/>
                    <a:pt x="142487" y="20287"/>
                    <a:pt x="172419" y="0"/>
                  </a:cubicBezTo>
                  <a:cubicBezTo>
                    <a:pt x="364461" y="277324"/>
                    <a:pt x="618694" y="473500"/>
                    <a:pt x="935596" y="589712"/>
                  </a:cubicBezTo>
                  <a:cubicBezTo>
                    <a:pt x="912078" y="655801"/>
                    <a:pt x="888987" y="720702"/>
                    <a:pt x="865849" y="785602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17">
              <a:extLst>
                <a:ext uri="{FF2B5EF4-FFF2-40B4-BE49-F238E27FC236}">
                  <a16:creationId xmlns:a16="http://schemas.microsoft.com/office/drawing/2014/main" xmlns="" id="{9C4C9C2B-1FD6-44D2-9E05-0B18D052DB2B}"/>
                </a:ext>
              </a:extLst>
            </p:cNvPr>
            <p:cNvSpPr/>
            <p:nvPr/>
          </p:nvSpPr>
          <p:spPr>
            <a:xfrm>
              <a:off x="7332218" y="1300734"/>
              <a:ext cx="719513" cy="975600"/>
            </a:xfrm>
            <a:custGeom>
              <a:avLst/>
              <a:gdLst>
                <a:gd name="connsiteX0" fmla="*/ 516450 w 719513"/>
                <a:gd name="connsiteY0" fmla="*/ 975601 h 975600"/>
                <a:gd name="connsiteX1" fmla="*/ 0 w 719513"/>
                <a:gd name="connsiteY1" fmla="*/ 161967 h 975600"/>
                <a:gd name="connsiteX2" fmla="*/ 133032 w 719513"/>
                <a:gd name="connsiteY2" fmla="*/ 0 h 975600"/>
                <a:gd name="connsiteX3" fmla="*/ 719514 w 719513"/>
                <a:gd name="connsiteY3" fmla="*/ 923718 h 975600"/>
                <a:gd name="connsiteX4" fmla="*/ 704310 w 719513"/>
                <a:gd name="connsiteY4" fmla="*/ 928279 h 975600"/>
                <a:gd name="connsiteX5" fmla="*/ 516450 w 719513"/>
                <a:gd name="connsiteY5" fmla="*/ 975601 h 97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9513" h="975600">
                  <a:moveTo>
                    <a:pt x="516450" y="975601"/>
                  </a:moveTo>
                  <a:cubicBezTo>
                    <a:pt x="430882" y="648579"/>
                    <a:pt x="258748" y="378239"/>
                    <a:pt x="0" y="161967"/>
                  </a:cubicBezTo>
                  <a:cubicBezTo>
                    <a:pt x="44376" y="107946"/>
                    <a:pt x="88181" y="54638"/>
                    <a:pt x="133032" y="0"/>
                  </a:cubicBezTo>
                  <a:cubicBezTo>
                    <a:pt x="427223" y="246109"/>
                    <a:pt x="622590" y="552986"/>
                    <a:pt x="719514" y="923718"/>
                  </a:cubicBezTo>
                  <a:cubicBezTo>
                    <a:pt x="712957" y="925713"/>
                    <a:pt x="708681" y="927186"/>
                    <a:pt x="704310" y="928279"/>
                  </a:cubicBezTo>
                  <a:cubicBezTo>
                    <a:pt x="642355" y="943910"/>
                    <a:pt x="580353" y="959542"/>
                    <a:pt x="516450" y="975601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18">
              <a:extLst>
                <a:ext uri="{FF2B5EF4-FFF2-40B4-BE49-F238E27FC236}">
                  <a16:creationId xmlns:a16="http://schemas.microsoft.com/office/drawing/2014/main" xmlns="" id="{7A80D870-7ACA-4F20-AC85-F1D6CF9A6413}"/>
                </a:ext>
              </a:extLst>
            </p:cNvPr>
            <p:cNvSpPr/>
            <p:nvPr/>
          </p:nvSpPr>
          <p:spPr>
            <a:xfrm>
              <a:off x="6981393" y="3418415"/>
              <a:ext cx="895828" cy="840240"/>
            </a:xfrm>
            <a:custGeom>
              <a:avLst/>
              <a:gdLst>
                <a:gd name="connsiteX0" fmla="*/ 85521 w 895828"/>
                <a:gd name="connsiteY0" fmla="*/ 840241 h 840240"/>
                <a:gd name="connsiteX1" fmla="*/ 0 w 895828"/>
                <a:gd name="connsiteY1" fmla="*/ 648437 h 840240"/>
                <a:gd name="connsiteX2" fmla="*/ 408884 w 895828"/>
                <a:gd name="connsiteY2" fmla="*/ 380805 h 840240"/>
                <a:gd name="connsiteX3" fmla="*/ 713290 w 895828"/>
                <a:gd name="connsiteY3" fmla="*/ 0 h 840240"/>
                <a:gd name="connsiteX4" fmla="*/ 895829 w 895828"/>
                <a:gd name="connsiteY4" fmla="*/ 103718 h 840240"/>
                <a:gd name="connsiteX5" fmla="*/ 85521 w 895828"/>
                <a:gd name="connsiteY5" fmla="*/ 840241 h 84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5828" h="840240">
                  <a:moveTo>
                    <a:pt x="85521" y="840241"/>
                  </a:moveTo>
                  <a:cubicBezTo>
                    <a:pt x="56586" y="775340"/>
                    <a:pt x="28507" y="712387"/>
                    <a:pt x="0" y="648437"/>
                  </a:cubicBezTo>
                  <a:cubicBezTo>
                    <a:pt x="151134" y="580543"/>
                    <a:pt x="287207" y="491601"/>
                    <a:pt x="408884" y="380805"/>
                  </a:cubicBezTo>
                  <a:cubicBezTo>
                    <a:pt x="530181" y="270340"/>
                    <a:pt x="631142" y="143437"/>
                    <a:pt x="713290" y="0"/>
                  </a:cubicBezTo>
                  <a:cubicBezTo>
                    <a:pt x="774152" y="34588"/>
                    <a:pt x="834111" y="68654"/>
                    <a:pt x="895829" y="103718"/>
                  </a:cubicBezTo>
                  <a:cubicBezTo>
                    <a:pt x="703360" y="435015"/>
                    <a:pt x="434825" y="680317"/>
                    <a:pt x="85521" y="840241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4" name="Freeform 18">
            <a:extLst>
              <a:ext uri="{FF2B5EF4-FFF2-40B4-BE49-F238E27FC236}">
                <a16:creationId xmlns:a16="http://schemas.microsoft.com/office/drawing/2014/main" xmlns="" id="{C37EC8A6-0A88-4BF0-8741-F5C9D5D5EBE6}"/>
              </a:ext>
            </a:extLst>
          </p:cNvPr>
          <p:cNvSpPr>
            <a:spLocks/>
          </p:cNvSpPr>
          <p:nvPr/>
        </p:nvSpPr>
        <p:spPr bwMode="auto">
          <a:xfrm>
            <a:off x="2833773" y="3913583"/>
            <a:ext cx="1765789" cy="1312286"/>
          </a:xfrm>
          <a:custGeom>
            <a:avLst/>
            <a:gdLst/>
            <a:ahLst/>
            <a:cxnLst/>
            <a:rect l="l" t="t" r="r" b="b"/>
            <a:pathLst>
              <a:path w="2429161" h="1805286">
                <a:moveTo>
                  <a:pt x="284649" y="0"/>
                </a:moveTo>
                <a:lnTo>
                  <a:pt x="2426059" y="0"/>
                </a:lnTo>
                <a:lnTo>
                  <a:pt x="2427509" y="20116"/>
                </a:lnTo>
                <a:lnTo>
                  <a:pt x="2429161" y="101997"/>
                </a:lnTo>
                <a:lnTo>
                  <a:pt x="2424207" y="183024"/>
                </a:lnTo>
                <a:lnTo>
                  <a:pt x="2414298" y="262347"/>
                </a:lnTo>
                <a:lnTo>
                  <a:pt x="2396133" y="339963"/>
                </a:lnTo>
                <a:lnTo>
                  <a:pt x="2372189" y="406490"/>
                </a:lnTo>
                <a:lnTo>
                  <a:pt x="2343290" y="468754"/>
                </a:lnTo>
                <a:lnTo>
                  <a:pt x="2308612" y="525900"/>
                </a:lnTo>
                <a:lnTo>
                  <a:pt x="2273107" y="581340"/>
                </a:lnTo>
                <a:lnTo>
                  <a:pt x="2233474" y="635927"/>
                </a:lnTo>
                <a:lnTo>
                  <a:pt x="2194667" y="687103"/>
                </a:lnTo>
                <a:lnTo>
                  <a:pt x="2155860" y="739984"/>
                </a:lnTo>
                <a:lnTo>
                  <a:pt x="2117878" y="792865"/>
                </a:lnTo>
                <a:lnTo>
                  <a:pt x="2092282" y="835511"/>
                </a:lnTo>
                <a:lnTo>
                  <a:pt x="2071640" y="884128"/>
                </a:lnTo>
                <a:lnTo>
                  <a:pt x="2055126" y="935304"/>
                </a:lnTo>
                <a:lnTo>
                  <a:pt x="2041916" y="990743"/>
                </a:lnTo>
                <a:lnTo>
                  <a:pt x="2040264" y="1017184"/>
                </a:lnTo>
                <a:lnTo>
                  <a:pt x="2041916" y="1048742"/>
                </a:lnTo>
                <a:lnTo>
                  <a:pt x="2046044" y="1087124"/>
                </a:lnTo>
                <a:lnTo>
                  <a:pt x="2051824" y="1127211"/>
                </a:lnTo>
                <a:lnTo>
                  <a:pt x="2060906" y="1170710"/>
                </a:lnTo>
                <a:lnTo>
                  <a:pt x="2071640" y="1214210"/>
                </a:lnTo>
                <a:lnTo>
                  <a:pt x="2082374" y="1256003"/>
                </a:lnTo>
                <a:lnTo>
                  <a:pt x="2093934" y="1296090"/>
                </a:lnTo>
                <a:lnTo>
                  <a:pt x="2104667" y="1331913"/>
                </a:lnTo>
                <a:lnTo>
                  <a:pt x="2115401" y="1363471"/>
                </a:lnTo>
                <a:lnTo>
                  <a:pt x="2124484" y="1386500"/>
                </a:lnTo>
                <a:lnTo>
                  <a:pt x="2137695" y="1420618"/>
                </a:lnTo>
                <a:lnTo>
                  <a:pt x="2150080" y="1462410"/>
                </a:lnTo>
                <a:lnTo>
                  <a:pt x="2163291" y="1509322"/>
                </a:lnTo>
                <a:lnTo>
                  <a:pt x="2176502" y="1557085"/>
                </a:lnTo>
                <a:lnTo>
                  <a:pt x="2191364" y="1600584"/>
                </a:lnTo>
                <a:lnTo>
                  <a:pt x="2207052" y="1638966"/>
                </a:lnTo>
                <a:lnTo>
                  <a:pt x="2065860" y="1685877"/>
                </a:lnTo>
                <a:lnTo>
                  <a:pt x="1928797" y="1725964"/>
                </a:lnTo>
                <a:lnTo>
                  <a:pt x="1798339" y="1758376"/>
                </a:lnTo>
                <a:lnTo>
                  <a:pt x="1671183" y="1782257"/>
                </a:lnTo>
                <a:lnTo>
                  <a:pt x="1547331" y="1799316"/>
                </a:lnTo>
                <a:lnTo>
                  <a:pt x="1427607" y="1805286"/>
                </a:lnTo>
                <a:lnTo>
                  <a:pt x="1310360" y="1803580"/>
                </a:lnTo>
                <a:lnTo>
                  <a:pt x="1196416" y="1792492"/>
                </a:lnTo>
                <a:lnTo>
                  <a:pt x="1084123" y="1772875"/>
                </a:lnTo>
                <a:lnTo>
                  <a:pt x="1079169" y="1744728"/>
                </a:lnTo>
                <a:lnTo>
                  <a:pt x="1073389" y="1712317"/>
                </a:lnTo>
                <a:lnTo>
                  <a:pt x="1065957" y="1673083"/>
                </a:lnTo>
                <a:lnTo>
                  <a:pt x="1060178" y="1631289"/>
                </a:lnTo>
                <a:lnTo>
                  <a:pt x="1051921" y="1586084"/>
                </a:lnTo>
                <a:lnTo>
                  <a:pt x="1043664" y="1540027"/>
                </a:lnTo>
                <a:lnTo>
                  <a:pt x="1034581" y="1494821"/>
                </a:lnTo>
                <a:lnTo>
                  <a:pt x="1023848" y="1451323"/>
                </a:lnTo>
                <a:lnTo>
                  <a:pt x="1013114" y="1409529"/>
                </a:lnTo>
                <a:lnTo>
                  <a:pt x="999903" y="1372854"/>
                </a:lnTo>
                <a:lnTo>
                  <a:pt x="985867" y="1341295"/>
                </a:lnTo>
                <a:lnTo>
                  <a:pt x="971004" y="1316561"/>
                </a:lnTo>
                <a:lnTo>
                  <a:pt x="954491" y="1301208"/>
                </a:lnTo>
                <a:lnTo>
                  <a:pt x="936326" y="1293531"/>
                </a:lnTo>
                <a:lnTo>
                  <a:pt x="915684" y="1290120"/>
                </a:lnTo>
                <a:lnTo>
                  <a:pt x="891738" y="1291826"/>
                </a:lnTo>
                <a:lnTo>
                  <a:pt x="867794" y="1295238"/>
                </a:lnTo>
                <a:lnTo>
                  <a:pt x="845500" y="1301208"/>
                </a:lnTo>
                <a:lnTo>
                  <a:pt x="824032" y="1307178"/>
                </a:lnTo>
                <a:lnTo>
                  <a:pt x="804216" y="1313148"/>
                </a:lnTo>
                <a:lnTo>
                  <a:pt x="789354" y="1318266"/>
                </a:lnTo>
                <a:lnTo>
                  <a:pt x="753849" y="1330207"/>
                </a:lnTo>
                <a:lnTo>
                  <a:pt x="713391" y="1341295"/>
                </a:lnTo>
                <a:lnTo>
                  <a:pt x="667978" y="1350677"/>
                </a:lnTo>
                <a:lnTo>
                  <a:pt x="620089" y="1356648"/>
                </a:lnTo>
                <a:lnTo>
                  <a:pt x="572199" y="1361766"/>
                </a:lnTo>
                <a:lnTo>
                  <a:pt x="523484" y="1363471"/>
                </a:lnTo>
                <a:lnTo>
                  <a:pt x="477246" y="1360060"/>
                </a:lnTo>
                <a:lnTo>
                  <a:pt x="433484" y="1352383"/>
                </a:lnTo>
                <a:lnTo>
                  <a:pt x="409540" y="1346413"/>
                </a:lnTo>
                <a:lnTo>
                  <a:pt x="385595" y="1335325"/>
                </a:lnTo>
                <a:lnTo>
                  <a:pt x="361649" y="1322531"/>
                </a:lnTo>
                <a:lnTo>
                  <a:pt x="341007" y="1307178"/>
                </a:lnTo>
                <a:lnTo>
                  <a:pt x="319540" y="1288414"/>
                </a:lnTo>
                <a:lnTo>
                  <a:pt x="303026" y="1268797"/>
                </a:lnTo>
                <a:lnTo>
                  <a:pt x="291466" y="1244062"/>
                </a:lnTo>
                <a:lnTo>
                  <a:pt x="282384" y="1215915"/>
                </a:lnTo>
                <a:lnTo>
                  <a:pt x="279082" y="1185210"/>
                </a:lnTo>
                <a:lnTo>
                  <a:pt x="282384" y="1151093"/>
                </a:lnTo>
                <a:lnTo>
                  <a:pt x="286512" y="1127211"/>
                </a:lnTo>
                <a:lnTo>
                  <a:pt x="292293" y="1100771"/>
                </a:lnTo>
                <a:lnTo>
                  <a:pt x="298898" y="1073477"/>
                </a:lnTo>
                <a:lnTo>
                  <a:pt x="301375" y="1047036"/>
                </a:lnTo>
                <a:lnTo>
                  <a:pt x="301375" y="1018890"/>
                </a:lnTo>
                <a:lnTo>
                  <a:pt x="293943" y="994156"/>
                </a:lnTo>
                <a:lnTo>
                  <a:pt x="286512" y="980508"/>
                </a:lnTo>
                <a:lnTo>
                  <a:pt x="273301" y="967715"/>
                </a:lnTo>
                <a:lnTo>
                  <a:pt x="259265" y="958332"/>
                </a:lnTo>
                <a:lnTo>
                  <a:pt x="244402" y="950656"/>
                </a:lnTo>
                <a:lnTo>
                  <a:pt x="229540" y="939568"/>
                </a:lnTo>
                <a:lnTo>
                  <a:pt x="217981" y="927627"/>
                </a:lnTo>
                <a:lnTo>
                  <a:pt x="208899" y="912275"/>
                </a:lnTo>
                <a:lnTo>
                  <a:pt x="205595" y="895216"/>
                </a:lnTo>
                <a:lnTo>
                  <a:pt x="207247" y="878157"/>
                </a:lnTo>
                <a:lnTo>
                  <a:pt x="213026" y="861952"/>
                </a:lnTo>
                <a:lnTo>
                  <a:pt x="220458" y="848305"/>
                </a:lnTo>
                <a:lnTo>
                  <a:pt x="225412" y="834658"/>
                </a:lnTo>
                <a:lnTo>
                  <a:pt x="201467" y="817600"/>
                </a:lnTo>
                <a:lnTo>
                  <a:pt x="184953" y="800541"/>
                </a:lnTo>
                <a:lnTo>
                  <a:pt x="175871" y="783483"/>
                </a:lnTo>
                <a:lnTo>
                  <a:pt x="174219" y="764719"/>
                </a:lnTo>
                <a:lnTo>
                  <a:pt x="176696" y="747660"/>
                </a:lnTo>
                <a:lnTo>
                  <a:pt x="183302" y="728896"/>
                </a:lnTo>
                <a:lnTo>
                  <a:pt x="192384" y="710132"/>
                </a:lnTo>
                <a:lnTo>
                  <a:pt x="202293" y="691367"/>
                </a:lnTo>
                <a:lnTo>
                  <a:pt x="211375" y="671750"/>
                </a:lnTo>
                <a:lnTo>
                  <a:pt x="220458" y="652985"/>
                </a:lnTo>
                <a:lnTo>
                  <a:pt x="225412" y="632516"/>
                </a:lnTo>
                <a:lnTo>
                  <a:pt x="208899" y="617163"/>
                </a:lnTo>
                <a:lnTo>
                  <a:pt x="185779" y="605221"/>
                </a:lnTo>
                <a:lnTo>
                  <a:pt x="160183" y="594134"/>
                </a:lnTo>
                <a:lnTo>
                  <a:pt x="133761" y="584752"/>
                </a:lnTo>
                <a:lnTo>
                  <a:pt x="106513" y="575369"/>
                </a:lnTo>
                <a:lnTo>
                  <a:pt x="79266" y="565987"/>
                </a:lnTo>
                <a:lnTo>
                  <a:pt x="53670" y="554899"/>
                </a:lnTo>
                <a:lnTo>
                  <a:pt x="33028" y="542958"/>
                </a:lnTo>
                <a:lnTo>
                  <a:pt x="14863" y="525900"/>
                </a:lnTo>
                <a:lnTo>
                  <a:pt x="4129" y="505429"/>
                </a:lnTo>
                <a:lnTo>
                  <a:pt x="0" y="484106"/>
                </a:lnTo>
                <a:lnTo>
                  <a:pt x="3303" y="463637"/>
                </a:lnTo>
                <a:lnTo>
                  <a:pt x="10734" y="444872"/>
                </a:lnTo>
                <a:lnTo>
                  <a:pt x="22294" y="429519"/>
                </a:lnTo>
                <a:lnTo>
                  <a:pt x="36330" y="414167"/>
                </a:lnTo>
                <a:lnTo>
                  <a:pt x="49541" y="401373"/>
                </a:lnTo>
                <a:lnTo>
                  <a:pt x="60275" y="391138"/>
                </a:lnTo>
                <a:lnTo>
                  <a:pt x="91651" y="353609"/>
                </a:lnTo>
                <a:lnTo>
                  <a:pt x="124678" y="319492"/>
                </a:lnTo>
                <a:lnTo>
                  <a:pt x="157706" y="285375"/>
                </a:lnTo>
                <a:lnTo>
                  <a:pt x="189082" y="247846"/>
                </a:lnTo>
                <a:lnTo>
                  <a:pt x="218806" y="211171"/>
                </a:lnTo>
                <a:lnTo>
                  <a:pt x="246054" y="169378"/>
                </a:lnTo>
                <a:lnTo>
                  <a:pt x="268347" y="124173"/>
                </a:lnTo>
                <a:lnTo>
                  <a:pt x="280732" y="86644"/>
                </a:lnTo>
                <a:lnTo>
                  <a:pt x="284861" y="49968"/>
                </a:lnTo>
                <a:lnTo>
                  <a:pt x="284861" y="1073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1"/>
          </a:p>
        </p:txBody>
      </p:sp>
    </p:spTree>
    <p:extLst>
      <p:ext uri="{BB962C8B-B14F-4D97-AF65-F5344CB8AC3E}">
        <p14:creationId xmlns:p14="http://schemas.microsoft.com/office/powerpoint/2010/main" val="1597715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685CE6DC-AD26-48F1-8965-5D880A2F22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Shapes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870D4F08-89C1-4DD0-A5F8-264FB31F12B2}"/>
              </a:ext>
            </a:extLst>
          </p:cNvPr>
          <p:cNvGrpSpPr/>
          <p:nvPr/>
        </p:nvGrpSpPr>
        <p:grpSpPr>
          <a:xfrm>
            <a:off x="631808" y="2380770"/>
            <a:ext cx="4105644" cy="3547909"/>
            <a:chOff x="0" y="0"/>
            <a:chExt cx="7934952" cy="685702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xmlns="" id="{6E881D99-6077-4DAE-AF91-6D77964101EA}"/>
                </a:ext>
              </a:extLst>
            </p:cNvPr>
            <p:cNvGrpSpPr/>
            <p:nvPr/>
          </p:nvGrpSpPr>
          <p:grpSpPr>
            <a:xfrm>
              <a:off x="3259917" y="0"/>
              <a:ext cx="4144327" cy="5931604"/>
              <a:chOff x="3259917" y="0"/>
              <a:chExt cx="4144327" cy="5931604"/>
            </a:xfrm>
          </p:grpSpPr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xmlns="" id="{E768CB03-7F31-4A56-945B-F2C4F89FFFE7}"/>
                  </a:ext>
                </a:extLst>
              </p:cNvPr>
              <p:cNvSpPr/>
              <p:nvPr/>
            </p:nvSpPr>
            <p:spPr>
              <a:xfrm>
                <a:off x="3493537" y="3918148"/>
                <a:ext cx="3823851" cy="2013456"/>
              </a:xfrm>
              <a:custGeom>
                <a:avLst/>
                <a:gdLst>
                  <a:gd name="connsiteX0" fmla="*/ 3823851 w 3823851"/>
                  <a:gd name="connsiteY0" fmla="*/ 1995749 h 2013456"/>
                  <a:gd name="connsiteX1" fmla="*/ 3724061 w 3823851"/>
                  <a:gd name="connsiteY1" fmla="*/ 1540267 h 2013456"/>
                  <a:gd name="connsiteX2" fmla="*/ 3456907 w 3823851"/>
                  <a:gd name="connsiteY2" fmla="*/ 901904 h 2013456"/>
                  <a:gd name="connsiteX3" fmla="*/ 2927278 w 3823851"/>
                  <a:gd name="connsiteY3" fmla="*/ 186907 h 2013456"/>
                  <a:gd name="connsiteX4" fmla="*/ 2686181 w 3823851"/>
                  <a:gd name="connsiteY4" fmla="*/ 2369 h 2013456"/>
                  <a:gd name="connsiteX5" fmla="*/ 2668948 w 3823851"/>
                  <a:gd name="connsiteY5" fmla="*/ 20254 h 2013456"/>
                  <a:gd name="connsiteX6" fmla="*/ 2644430 w 3823851"/>
                  <a:gd name="connsiteY6" fmla="*/ 68995 h 2013456"/>
                  <a:gd name="connsiteX7" fmla="*/ 2549495 w 3823851"/>
                  <a:gd name="connsiteY7" fmla="*/ 0 h 2013456"/>
                  <a:gd name="connsiteX8" fmla="*/ 1593343 w 3823851"/>
                  <a:gd name="connsiteY8" fmla="*/ 240267 h 2013456"/>
                  <a:gd name="connsiteX9" fmla="*/ 1473654 w 3823851"/>
                  <a:gd name="connsiteY9" fmla="*/ 245952 h 2013456"/>
                  <a:gd name="connsiteX10" fmla="*/ 1400395 w 3823851"/>
                  <a:gd name="connsiteY10" fmla="*/ 283263 h 2013456"/>
                  <a:gd name="connsiteX11" fmla="*/ 1241204 w 3823851"/>
                  <a:gd name="connsiteY11" fmla="*/ 441210 h 2013456"/>
                  <a:gd name="connsiteX12" fmla="*/ 1073426 w 3823851"/>
                  <a:gd name="connsiteY12" fmla="*/ 658025 h 2013456"/>
                  <a:gd name="connsiteX13" fmla="*/ 1021665 w 3823851"/>
                  <a:gd name="connsiteY13" fmla="*/ 525247 h 2013456"/>
                  <a:gd name="connsiteX14" fmla="*/ 996614 w 3823851"/>
                  <a:gd name="connsiteY14" fmla="*/ 516364 h 2013456"/>
                  <a:gd name="connsiteX15" fmla="*/ 642166 w 3823851"/>
                  <a:gd name="connsiteY15" fmla="*/ 424805 h 2013456"/>
                  <a:gd name="connsiteX16" fmla="*/ 595616 w 3823851"/>
                  <a:gd name="connsiteY16" fmla="*/ 427648 h 2013456"/>
                  <a:gd name="connsiteX17" fmla="*/ 479362 w 3823851"/>
                  <a:gd name="connsiteY17" fmla="*/ 511330 h 2013456"/>
                  <a:gd name="connsiteX18" fmla="*/ 435893 w 3823851"/>
                  <a:gd name="connsiteY18" fmla="*/ 588379 h 2013456"/>
                  <a:gd name="connsiteX19" fmla="*/ 169627 w 3823851"/>
                  <a:gd name="connsiteY19" fmla="*/ 1071104 h 2013456"/>
                  <a:gd name="connsiteX20" fmla="*/ 168679 w 3823851"/>
                  <a:gd name="connsiteY20" fmla="*/ 1995690 h 2013456"/>
                  <a:gd name="connsiteX21" fmla="*/ 895817 w 3823851"/>
                  <a:gd name="connsiteY21" fmla="*/ 1714678 h 2013456"/>
                  <a:gd name="connsiteX22" fmla="*/ 1023501 w 3823851"/>
                  <a:gd name="connsiteY22" fmla="*/ 1629160 h 2013456"/>
                  <a:gd name="connsiteX23" fmla="*/ 1304751 w 3823851"/>
                  <a:gd name="connsiteY23" fmla="*/ 1394223 h 2013456"/>
                  <a:gd name="connsiteX24" fmla="*/ 1427105 w 3823851"/>
                  <a:gd name="connsiteY24" fmla="*/ 1306870 h 2013456"/>
                  <a:gd name="connsiteX25" fmla="*/ 1465600 w 3823851"/>
                  <a:gd name="connsiteY25" fmla="*/ 1336540 h 2013456"/>
                  <a:gd name="connsiteX26" fmla="*/ 1454525 w 3823851"/>
                  <a:gd name="connsiteY26" fmla="*/ 2013457 h 2013456"/>
                  <a:gd name="connsiteX27" fmla="*/ 3823851 w 3823851"/>
                  <a:gd name="connsiteY27" fmla="*/ 1995749 h 2013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823851" h="2013456">
                    <a:moveTo>
                      <a:pt x="3823851" y="1995749"/>
                    </a:moveTo>
                    <a:cubicBezTo>
                      <a:pt x="3823851" y="1995749"/>
                      <a:pt x="3726963" y="1551756"/>
                      <a:pt x="3724061" y="1540267"/>
                    </a:cubicBezTo>
                    <a:cubicBezTo>
                      <a:pt x="3666674" y="1314213"/>
                      <a:pt x="3570378" y="1104268"/>
                      <a:pt x="3456907" y="901904"/>
                    </a:cubicBezTo>
                    <a:cubicBezTo>
                      <a:pt x="3310745" y="641205"/>
                      <a:pt x="3143145" y="395964"/>
                      <a:pt x="2927278" y="186907"/>
                    </a:cubicBezTo>
                    <a:cubicBezTo>
                      <a:pt x="2854256" y="116136"/>
                      <a:pt x="2776260" y="51169"/>
                      <a:pt x="2686181" y="2369"/>
                    </a:cubicBezTo>
                    <a:cubicBezTo>
                      <a:pt x="2674752" y="2843"/>
                      <a:pt x="2672797" y="12614"/>
                      <a:pt x="2668948" y="20254"/>
                    </a:cubicBezTo>
                    <a:cubicBezTo>
                      <a:pt x="2660775" y="36481"/>
                      <a:pt x="2653135" y="53004"/>
                      <a:pt x="2644430" y="68995"/>
                    </a:cubicBezTo>
                    <a:lnTo>
                      <a:pt x="2549495" y="0"/>
                    </a:lnTo>
                    <a:lnTo>
                      <a:pt x="1593343" y="240267"/>
                    </a:lnTo>
                    <a:cubicBezTo>
                      <a:pt x="1553486" y="243051"/>
                      <a:pt x="1513629" y="244886"/>
                      <a:pt x="1473654" y="245952"/>
                    </a:cubicBezTo>
                    <a:cubicBezTo>
                      <a:pt x="1445878" y="251875"/>
                      <a:pt x="1422308" y="266384"/>
                      <a:pt x="1400395" y="283263"/>
                    </a:cubicBezTo>
                    <a:cubicBezTo>
                      <a:pt x="1340758" y="329220"/>
                      <a:pt x="1289412" y="383823"/>
                      <a:pt x="1241204" y="441210"/>
                    </a:cubicBezTo>
                    <a:cubicBezTo>
                      <a:pt x="1180975" y="512929"/>
                      <a:pt x="1120035" y="584292"/>
                      <a:pt x="1073426" y="658025"/>
                    </a:cubicBezTo>
                    <a:cubicBezTo>
                      <a:pt x="1106295" y="599986"/>
                      <a:pt x="1089416" y="551542"/>
                      <a:pt x="1021665" y="525247"/>
                    </a:cubicBezTo>
                    <a:cubicBezTo>
                      <a:pt x="1013374" y="522049"/>
                      <a:pt x="1004906" y="519384"/>
                      <a:pt x="996614" y="516364"/>
                    </a:cubicBezTo>
                    <a:cubicBezTo>
                      <a:pt x="880538" y="477987"/>
                      <a:pt x="761263" y="451692"/>
                      <a:pt x="642166" y="424805"/>
                    </a:cubicBezTo>
                    <a:cubicBezTo>
                      <a:pt x="626768" y="421311"/>
                      <a:pt x="610837" y="421311"/>
                      <a:pt x="595616" y="427648"/>
                    </a:cubicBezTo>
                    <a:cubicBezTo>
                      <a:pt x="543974" y="437657"/>
                      <a:pt x="506486" y="467801"/>
                      <a:pt x="479362" y="511330"/>
                    </a:cubicBezTo>
                    <a:cubicBezTo>
                      <a:pt x="463787" y="536322"/>
                      <a:pt x="448863" y="561965"/>
                      <a:pt x="435893" y="588379"/>
                    </a:cubicBezTo>
                    <a:cubicBezTo>
                      <a:pt x="354995" y="753669"/>
                      <a:pt x="245136" y="902911"/>
                      <a:pt x="169627" y="1071104"/>
                    </a:cubicBezTo>
                    <a:cubicBezTo>
                      <a:pt x="-139279" y="1652198"/>
                      <a:pt x="44312" y="1995690"/>
                      <a:pt x="168679" y="1995690"/>
                    </a:cubicBezTo>
                    <a:cubicBezTo>
                      <a:pt x="512646" y="1995690"/>
                      <a:pt x="883617" y="1719652"/>
                      <a:pt x="895817" y="1714678"/>
                    </a:cubicBezTo>
                    <a:cubicBezTo>
                      <a:pt x="941656" y="1691048"/>
                      <a:pt x="982045" y="1659245"/>
                      <a:pt x="1023501" y="1629160"/>
                    </a:cubicBezTo>
                    <a:cubicBezTo>
                      <a:pt x="1122522" y="1557204"/>
                      <a:pt x="1212718" y="1474530"/>
                      <a:pt x="1304751" y="1394223"/>
                    </a:cubicBezTo>
                    <a:cubicBezTo>
                      <a:pt x="1342890" y="1360940"/>
                      <a:pt x="1386893" y="1336718"/>
                      <a:pt x="1427105" y="1306870"/>
                    </a:cubicBezTo>
                    <a:cubicBezTo>
                      <a:pt x="1435100" y="1296683"/>
                      <a:pt x="1471403" y="1317115"/>
                      <a:pt x="1465600" y="1336540"/>
                    </a:cubicBezTo>
                    <a:cubicBezTo>
                      <a:pt x="1472825" y="1449005"/>
                      <a:pt x="1454525" y="2013457"/>
                      <a:pt x="1454525" y="2013457"/>
                    </a:cubicBezTo>
                    <a:lnTo>
                      <a:pt x="3823851" y="1995749"/>
                    </a:lnTo>
                    <a:close/>
                  </a:path>
                </a:pathLst>
              </a:custGeom>
              <a:solidFill>
                <a:schemeClr val="accent5"/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" name="자유형: 도형 15">
                <a:extLst>
                  <a:ext uri="{FF2B5EF4-FFF2-40B4-BE49-F238E27FC236}">
                    <a16:creationId xmlns:a16="http://schemas.microsoft.com/office/drawing/2014/main" xmlns="" id="{2D75F8E7-1606-4767-80D6-C4BD58616175}"/>
                  </a:ext>
                </a:extLst>
              </p:cNvPr>
              <p:cNvSpPr/>
              <p:nvPr/>
            </p:nvSpPr>
            <p:spPr>
              <a:xfrm>
                <a:off x="5699748" y="4458189"/>
                <a:ext cx="390758" cy="833175"/>
              </a:xfrm>
              <a:custGeom>
                <a:avLst/>
                <a:gdLst>
                  <a:gd name="connsiteX0" fmla="*/ 10630 w 390758"/>
                  <a:gd name="connsiteY0" fmla="*/ 39276 h 833175"/>
                  <a:gd name="connsiteX1" fmla="*/ 1569 w 390758"/>
                  <a:gd name="connsiteY1" fmla="*/ 5578 h 833175"/>
                  <a:gd name="connsiteX2" fmla="*/ 11045 w 390758"/>
                  <a:gd name="connsiteY2" fmla="*/ 4275 h 833175"/>
                  <a:gd name="connsiteX3" fmla="*/ 43617 w 390758"/>
                  <a:gd name="connsiteY3" fmla="*/ 18963 h 833175"/>
                  <a:gd name="connsiteX4" fmla="*/ 173256 w 390758"/>
                  <a:gd name="connsiteY4" fmla="*/ 314662 h 833175"/>
                  <a:gd name="connsiteX5" fmla="*/ 207013 w 390758"/>
                  <a:gd name="connsiteY5" fmla="*/ 131071 h 833175"/>
                  <a:gd name="connsiteX6" fmla="*/ 213054 w 390758"/>
                  <a:gd name="connsiteY6" fmla="*/ 90385 h 833175"/>
                  <a:gd name="connsiteX7" fmla="*/ 242073 w 390758"/>
                  <a:gd name="connsiteY7" fmla="*/ 60063 h 833175"/>
                  <a:gd name="connsiteX8" fmla="*/ 253562 w 390758"/>
                  <a:gd name="connsiteY8" fmla="*/ 94768 h 833175"/>
                  <a:gd name="connsiteX9" fmla="*/ 216252 w 390758"/>
                  <a:gd name="connsiteY9" fmla="*/ 270363 h 833175"/>
                  <a:gd name="connsiteX10" fmla="*/ 202038 w 390758"/>
                  <a:gd name="connsiteY10" fmla="*/ 336515 h 833175"/>
                  <a:gd name="connsiteX11" fmla="*/ 225964 w 390758"/>
                  <a:gd name="connsiteY11" fmla="*/ 420079 h 833175"/>
                  <a:gd name="connsiteX12" fmla="*/ 385629 w 390758"/>
                  <a:gd name="connsiteY12" fmla="*/ 788444 h 833175"/>
                  <a:gd name="connsiteX13" fmla="*/ 390130 w 390758"/>
                  <a:gd name="connsiteY13" fmla="*/ 802362 h 833175"/>
                  <a:gd name="connsiteX14" fmla="*/ 378286 w 390758"/>
                  <a:gd name="connsiteY14" fmla="*/ 832092 h 833175"/>
                  <a:gd name="connsiteX15" fmla="*/ 351694 w 390758"/>
                  <a:gd name="connsiteY15" fmla="*/ 814858 h 833175"/>
                  <a:gd name="connsiteX16" fmla="*/ 302776 w 390758"/>
                  <a:gd name="connsiteY16" fmla="*/ 704111 h 833175"/>
                  <a:gd name="connsiteX17" fmla="*/ 154127 w 390758"/>
                  <a:gd name="connsiteY17" fmla="*/ 366364 h 833175"/>
                  <a:gd name="connsiteX18" fmla="*/ 10630 w 390758"/>
                  <a:gd name="connsiteY18" fmla="*/ 39276 h 83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90758" h="833175">
                    <a:moveTo>
                      <a:pt x="10630" y="39276"/>
                    </a:moveTo>
                    <a:cubicBezTo>
                      <a:pt x="5359" y="28675"/>
                      <a:pt x="-3642" y="19022"/>
                      <a:pt x="1569" y="5578"/>
                    </a:cubicBezTo>
                    <a:cubicBezTo>
                      <a:pt x="4708" y="5164"/>
                      <a:pt x="7847" y="4749"/>
                      <a:pt x="11045" y="4275"/>
                    </a:cubicBezTo>
                    <a:cubicBezTo>
                      <a:pt x="28279" y="-4904"/>
                      <a:pt x="35978" y="1018"/>
                      <a:pt x="43617" y="18963"/>
                    </a:cubicBezTo>
                    <a:cubicBezTo>
                      <a:pt x="84836" y="115614"/>
                      <a:pt x="127773" y="211496"/>
                      <a:pt x="173256" y="314662"/>
                    </a:cubicBezTo>
                    <a:cubicBezTo>
                      <a:pt x="185397" y="248747"/>
                      <a:pt x="196294" y="189939"/>
                      <a:pt x="207013" y="131071"/>
                    </a:cubicBezTo>
                    <a:cubicBezTo>
                      <a:pt x="209441" y="117569"/>
                      <a:pt x="211218" y="103948"/>
                      <a:pt x="213054" y="90385"/>
                    </a:cubicBezTo>
                    <a:cubicBezTo>
                      <a:pt x="215363" y="72974"/>
                      <a:pt x="224365" y="57576"/>
                      <a:pt x="242073" y="60063"/>
                    </a:cubicBezTo>
                    <a:cubicBezTo>
                      <a:pt x="260669" y="62669"/>
                      <a:pt x="255931" y="82627"/>
                      <a:pt x="253562" y="94768"/>
                    </a:cubicBezTo>
                    <a:cubicBezTo>
                      <a:pt x="242132" y="153517"/>
                      <a:pt x="228866" y="211851"/>
                      <a:pt x="216252" y="270363"/>
                    </a:cubicBezTo>
                    <a:cubicBezTo>
                      <a:pt x="211514" y="292394"/>
                      <a:pt x="206954" y="314485"/>
                      <a:pt x="202038" y="336515"/>
                    </a:cubicBezTo>
                    <a:cubicBezTo>
                      <a:pt x="194872" y="368673"/>
                      <a:pt x="214712" y="393606"/>
                      <a:pt x="225964" y="420079"/>
                    </a:cubicBezTo>
                    <a:cubicBezTo>
                      <a:pt x="278199" y="543262"/>
                      <a:pt x="332269" y="665735"/>
                      <a:pt x="385629" y="788444"/>
                    </a:cubicBezTo>
                    <a:cubicBezTo>
                      <a:pt x="387583" y="792945"/>
                      <a:pt x="389893" y="797683"/>
                      <a:pt x="390130" y="802362"/>
                    </a:cubicBezTo>
                    <a:cubicBezTo>
                      <a:pt x="390663" y="813851"/>
                      <a:pt x="393861" y="827413"/>
                      <a:pt x="378286" y="832092"/>
                    </a:cubicBezTo>
                    <a:cubicBezTo>
                      <a:pt x="363420" y="836593"/>
                      <a:pt x="356787" y="826347"/>
                      <a:pt x="351694" y="814858"/>
                    </a:cubicBezTo>
                    <a:cubicBezTo>
                      <a:pt x="335349" y="777962"/>
                      <a:pt x="319062" y="741066"/>
                      <a:pt x="302776" y="704111"/>
                    </a:cubicBezTo>
                    <a:cubicBezTo>
                      <a:pt x="253207" y="591529"/>
                      <a:pt x="203578" y="479005"/>
                      <a:pt x="154127" y="366364"/>
                    </a:cubicBezTo>
                    <a:cubicBezTo>
                      <a:pt x="106156" y="257394"/>
                      <a:pt x="58423" y="148305"/>
                      <a:pt x="10630" y="39276"/>
                    </a:cubicBezTo>
                    <a:close/>
                  </a:path>
                </a:pathLst>
              </a:custGeom>
              <a:solidFill>
                <a:srgbClr val="212F99"/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xmlns="" id="{C8D0936A-C981-4C1D-954B-35103CBEC977}"/>
                  </a:ext>
                </a:extLst>
              </p:cNvPr>
              <p:cNvSpPr/>
              <p:nvPr/>
            </p:nvSpPr>
            <p:spPr>
              <a:xfrm>
                <a:off x="4335640" y="4608271"/>
                <a:ext cx="2323335" cy="1014093"/>
              </a:xfrm>
              <a:custGeom>
                <a:avLst/>
                <a:gdLst>
                  <a:gd name="connsiteX0" fmla="*/ 177195 w 2323335"/>
                  <a:gd name="connsiteY0" fmla="*/ 68284 h 1014093"/>
                  <a:gd name="connsiteX1" fmla="*/ 0 w 2323335"/>
                  <a:gd name="connsiteY1" fmla="*/ 648667 h 1014093"/>
                  <a:gd name="connsiteX2" fmla="*/ 177195 w 2323335"/>
                  <a:gd name="connsiteY2" fmla="*/ 68284 h 1014093"/>
                  <a:gd name="connsiteX3" fmla="*/ 703389 w 2323335"/>
                  <a:gd name="connsiteY3" fmla="*/ 62243 h 1014093"/>
                  <a:gd name="connsiteX4" fmla="*/ 630545 w 2323335"/>
                  <a:gd name="connsiteY4" fmla="*/ 641619 h 1014093"/>
                  <a:gd name="connsiteX5" fmla="*/ 576652 w 2323335"/>
                  <a:gd name="connsiteY5" fmla="*/ 617990 h 1014093"/>
                  <a:gd name="connsiteX6" fmla="*/ 677271 w 2323335"/>
                  <a:gd name="connsiteY6" fmla="*/ 274201 h 1014093"/>
                  <a:gd name="connsiteX7" fmla="*/ 703389 w 2323335"/>
                  <a:gd name="connsiteY7" fmla="*/ 62243 h 1014093"/>
                  <a:gd name="connsiteX8" fmla="*/ 2308385 w 2323335"/>
                  <a:gd name="connsiteY8" fmla="*/ 60052 h 1014093"/>
                  <a:gd name="connsiteX9" fmla="*/ 2322777 w 2323335"/>
                  <a:gd name="connsiteY9" fmla="*/ 90196 h 1014093"/>
                  <a:gd name="connsiteX10" fmla="*/ 2246379 w 2323335"/>
                  <a:gd name="connsiteY10" fmla="*/ 615562 h 1014093"/>
                  <a:gd name="connsiteX11" fmla="*/ 2139127 w 2323335"/>
                  <a:gd name="connsiteY11" fmla="*/ 902556 h 1014093"/>
                  <a:gd name="connsiteX12" fmla="*/ 2104185 w 2323335"/>
                  <a:gd name="connsiteY12" fmla="*/ 914518 h 1014093"/>
                  <a:gd name="connsiteX13" fmla="*/ 2308385 w 2323335"/>
                  <a:gd name="connsiteY13" fmla="*/ 60052 h 1014093"/>
                  <a:gd name="connsiteX14" fmla="*/ 851386 w 2323335"/>
                  <a:gd name="connsiteY14" fmla="*/ 0 h 1014093"/>
                  <a:gd name="connsiteX15" fmla="*/ 883722 w 2323335"/>
                  <a:gd name="connsiteY15" fmla="*/ 2310 h 1014093"/>
                  <a:gd name="connsiteX16" fmla="*/ 869331 w 2323335"/>
                  <a:gd name="connsiteY16" fmla="*/ 216341 h 1014093"/>
                  <a:gd name="connsiteX17" fmla="*/ 1070689 w 2323335"/>
                  <a:gd name="connsiteY17" fmla="*/ 738804 h 1014093"/>
                  <a:gd name="connsiteX18" fmla="*/ 1178356 w 2323335"/>
                  <a:gd name="connsiteY18" fmla="*/ 994232 h 1014093"/>
                  <a:gd name="connsiteX19" fmla="*/ 1180132 w 2323335"/>
                  <a:gd name="connsiteY19" fmla="*/ 1014072 h 1014093"/>
                  <a:gd name="connsiteX20" fmla="*/ 1152653 w 2323335"/>
                  <a:gd name="connsiteY20" fmla="*/ 987422 h 1014093"/>
                  <a:gd name="connsiteX21" fmla="*/ 829060 w 2323335"/>
                  <a:gd name="connsiteY21" fmla="*/ 282493 h 1014093"/>
                  <a:gd name="connsiteX22" fmla="*/ 790269 w 2323335"/>
                  <a:gd name="connsiteY22" fmla="*/ 116491 h 1014093"/>
                  <a:gd name="connsiteX23" fmla="*/ 798441 w 2323335"/>
                  <a:gd name="connsiteY23" fmla="*/ 43766 h 1014093"/>
                  <a:gd name="connsiteX24" fmla="*/ 841970 w 2323335"/>
                  <a:gd name="connsiteY24" fmla="*/ 3850 h 1014093"/>
                  <a:gd name="connsiteX25" fmla="*/ 851386 w 2323335"/>
                  <a:gd name="connsiteY25" fmla="*/ 0 h 1014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323335" h="1014093">
                    <a:moveTo>
                      <a:pt x="177195" y="68284"/>
                    </a:moveTo>
                    <a:cubicBezTo>
                      <a:pt x="188802" y="283263"/>
                      <a:pt x="129046" y="476507"/>
                      <a:pt x="0" y="648667"/>
                    </a:cubicBezTo>
                    <a:cubicBezTo>
                      <a:pt x="76753" y="460635"/>
                      <a:pt x="136686" y="267450"/>
                      <a:pt x="177195" y="68284"/>
                    </a:cubicBezTo>
                    <a:close/>
                    <a:moveTo>
                      <a:pt x="703389" y="62243"/>
                    </a:moveTo>
                    <a:cubicBezTo>
                      <a:pt x="720800" y="260639"/>
                      <a:pt x="718609" y="456607"/>
                      <a:pt x="630545" y="641619"/>
                    </a:cubicBezTo>
                    <a:cubicBezTo>
                      <a:pt x="618759" y="619707"/>
                      <a:pt x="599630" y="614496"/>
                      <a:pt x="576652" y="617990"/>
                    </a:cubicBezTo>
                    <a:cubicBezTo>
                      <a:pt x="627228" y="508368"/>
                      <a:pt x="656662" y="392647"/>
                      <a:pt x="677271" y="274201"/>
                    </a:cubicBezTo>
                    <a:cubicBezTo>
                      <a:pt x="689471" y="203963"/>
                      <a:pt x="693854" y="132777"/>
                      <a:pt x="703389" y="62243"/>
                    </a:cubicBezTo>
                    <a:close/>
                    <a:moveTo>
                      <a:pt x="2308385" y="60052"/>
                    </a:moveTo>
                    <a:cubicBezTo>
                      <a:pt x="2327573" y="70712"/>
                      <a:pt x="2322836" y="81668"/>
                      <a:pt x="2322777" y="90196"/>
                    </a:cubicBezTo>
                    <a:cubicBezTo>
                      <a:pt x="2321532" y="268812"/>
                      <a:pt x="2295238" y="443697"/>
                      <a:pt x="2246379" y="615562"/>
                    </a:cubicBezTo>
                    <a:cubicBezTo>
                      <a:pt x="2218367" y="714286"/>
                      <a:pt x="2177147" y="807740"/>
                      <a:pt x="2139127" y="902556"/>
                    </a:cubicBezTo>
                    <a:cubicBezTo>
                      <a:pt x="2127993" y="908004"/>
                      <a:pt x="2117451" y="915348"/>
                      <a:pt x="2104185" y="914518"/>
                    </a:cubicBezTo>
                    <a:cubicBezTo>
                      <a:pt x="2192723" y="635934"/>
                      <a:pt x="2241641" y="347460"/>
                      <a:pt x="2308385" y="60052"/>
                    </a:cubicBezTo>
                    <a:close/>
                    <a:moveTo>
                      <a:pt x="851386" y="0"/>
                    </a:moveTo>
                    <a:cubicBezTo>
                      <a:pt x="861869" y="4797"/>
                      <a:pt x="872944" y="1658"/>
                      <a:pt x="883722" y="2310"/>
                    </a:cubicBezTo>
                    <a:cubicBezTo>
                      <a:pt x="834686" y="70712"/>
                      <a:pt x="846530" y="142075"/>
                      <a:pt x="869331" y="216341"/>
                    </a:cubicBezTo>
                    <a:cubicBezTo>
                      <a:pt x="924231" y="395312"/>
                      <a:pt x="986947" y="570789"/>
                      <a:pt x="1070689" y="738804"/>
                    </a:cubicBezTo>
                    <a:cubicBezTo>
                      <a:pt x="1111789" y="821361"/>
                      <a:pt x="1143059" y="908833"/>
                      <a:pt x="1178356" y="994232"/>
                    </a:cubicBezTo>
                    <a:cubicBezTo>
                      <a:pt x="1180725" y="999977"/>
                      <a:pt x="1184752" y="1006669"/>
                      <a:pt x="1180132" y="1014072"/>
                    </a:cubicBezTo>
                    <a:cubicBezTo>
                      <a:pt x="1161714" y="1014783"/>
                      <a:pt x="1158220" y="997963"/>
                      <a:pt x="1152653" y="987422"/>
                    </a:cubicBezTo>
                    <a:cubicBezTo>
                      <a:pt x="1031602" y="758526"/>
                      <a:pt x="912623" y="528564"/>
                      <a:pt x="829060" y="282493"/>
                    </a:cubicBezTo>
                    <a:cubicBezTo>
                      <a:pt x="810700" y="228482"/>
                      <a:pt x="798441" y="172871"/>
                      <a:pt x="790269" y="116491"/>
                    </a:cubicBezTo>
                    <a:cubicBezTo>
                      <a:pt x="786715" y="91795"/>
                      <a:pt x="791275" y="67632"/>
                      <a:pt x="798441" y="43766"/>
                    </a:cubicBezTo>
                    <a:cubicBezTo>
                      <a:pt x="805133" y="21498"/>
                      <a:pt x="821953" y="11134"/>
                      <a:pt x="841970" y="3850"/>
                    </a:cubicBezTo>
                    <a:cubicBezTo>
                      <a:pt x="845109" y="2547"/>
                      <a:pt x="848248" y="1303"/>
                      <a:pt x="851386" y="0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xmlns="" id="{F9B62691-63D1-4832-B545-2D930BDD2828}"/>
                  </a:ext>
                </a:extLst>
              </p:cNvPr>
              <p:cNvSpPr/>
              <p:nvPr/>
            </p:nvSpPr>
            <p:spPr>
              <a:xfrm>
                <a:off x="3259917" y="0"/>
                <a:ext cx="4144327" cy="4617073"/>
              </a:xfrm>
              <a:custGeom>
                <a:avLst/>
                <a:gdLst>
                  <a:gd name="connsiteX0" fmla="*/ 4113438 w 4144327"/>
                  <a:gd name="connsiteY0" fmla="*/ 1843337 h 4617073"/>
                  <a:gd name="connsiteX1" fmla="*/ 4046635 w 4144327"/>
                  <a:gd name="connsiteY1" fmla="*/ 1551072 h 4617073"/>
                  <a:gd name="connsiteX2" fmla="*/ 3703202 w 4144327"/>
                  <a:gd name="connsiteY2" fmla="*/ 1060944 h 4617073"/>
                  <a:gd name="connsiteX3" fmla="*/ 3297466 w 4144327"/>
                  <a:gd name="connsiteY3" fmla="*/ 717215 h 4617073"/>
                  <a:gd name="connsiteX4" fmla="*/ 3363144 w 4144327"/>
                  <a:gd name="connsiteY4" fmla="*/ 333215 h 4617073"/>
                  <a:gd name="connsiteX5" fmla="*/ 3362671 w 4144327"/>
                  <a:gd name="connsiteY5" fmla="*/ 447159 h 4617073"/>
                  <a:gd name="connsiteX6" fmla="*/ 3327788 w 4144327"/>
                  <a:gd name="connsiteY6" fmla="*/ 620031 h 4617073"/>
                  <a:gd name="connsiteX7" fmla="*/ 3270934 w 4144327"/>
                  <a:gd name="connsiteY7" fmla="*/ 689203 h 4617073"/>
                  <a:gd name="connsiteX8" fmla="*/ 3177244 w 4144327"/>
                  <a:gd name="connsiteY8" fmla="*/ 684228 h 4617073"/>
                  <a:gd name="connsiteX9" fmla="*/ 3169486 w 4144327"/>
                  <a:gd name="connsiteY9" fmla="*/ 630276 h 4617073"/>
                  <a:gd name="connsiteX10" fmla="*/ 3126371 w 4144327"/>
                  <a:gd name="connsiteY10" fmla="*/ 312960 h 4617073"/>
                  <a:gd name="connsiteX11" fmla="*/ 2692742 w 4144327"/>
                  <a:gd name="connsiteY11" fmla="*/ 86 h 4617073"/>
                  <a:gd name="connsiteX12" fmla="*/ 2874320 w 4144327"/>
                  <a:gd name="connsiteY12" fmla="*/ 124513 h 4617073"/>
                  <a:gd name="connsiteX13" fmla="*/ 3081303 w 4144327"/>
                  <a:gd name="connsiteY13" fmla="*/ 385212 h 4617073"/>
                  <a:gd name="connsiteX14" fmla="*/ 3081007 w 4144327"/>
                  <a:gd name="connsiteY14" fmla="*/ 630513 h 4617073"/>
                  <a:gd name="connsiteX15" fmla="*/ 2788505 w 4144327"/>
                  <a:gd name="connsiteY15" fmla="*/ 380830 h 4617073"/>
                  <a:gd name="connsiteX16" fmla="*/ 1909580 w 4144327"/>
                  <a:gd name="connsiteY16" fmla="*/ 207721 h 4617073"/>
                  <a:gd name="connsiteX17" fmla="*/ 1712427 w 4144327"/>
                  <a:gd name="connsiteY17" fmla="*/ 222468 h 4617073"/>
                  <a:gd name="connsiteX18" fmla="*/ 1473404 w 4144327"/>
                  <a:gd name="connsiteY18" fmla="*/ 344645 h 4617073"/>
                  <a:gd name="connsiteX19" fmla="*/ 1489749 w 4144327"/>
                  <a:gd name="connsiteY19" fmla="*/ 343401 h 4617073"/>
                  <a:gd name="connsiteX20" fmla="*/ 1962347 w 4144327"/>
                  <a:gd name="connsiteY20" fmla="*/ 238458 h 4617073"/>
                  <a:gd name="connsiteX21" fmla="*/ 2309334 w 4144327"/>
                  <a:gd name="connsiteY21" fmla="*/ 264694 h 4617073"/>
                  <a:gd name="connsiteX22" fmla="*/ 2414099 w 4144327"/>
                  <a:gd name="connsiteY22" fmla="*/ 319889 h 4617073"/>
                  <a:gd name="connsiteX23" fmla="*/ 2403143 w 4144327"/>
                  <a:gd name="connsiteY23" fmla="*/ 319830 h 4617073"/>
                  <a:gd name="connsiteX24" fmla="*/ 2043068 w 4144327"/>
                  <a:gd name="connsiteY24" fmla="*/ 321962 h 4617073"/>
                  <a:gd name="connsiteX25" fmla="*/ 1789772 w 4144327"/>
                  <a:gd name="connsiteY25" fmla="*/ 364188 h 4617073"/>
                  <a:gd name="connsiteX26" fmla="*/ 1356380 w 4144327"/>
                  <a:gd name="connsiteY26" fmla="*/ 463919 h 4617073"/>
                  <a:gd name="connsiteX27" fmla="*/ 1188898 w 4144327"/>
                  <a:gd name="connsiteY27" fmla="*/ 528235 h 4617073"/>
                  <a:gd name="connsiteX28" fmla="*/ 817807 w 4144327"/>
                  <a:gd name="connsiteY28" fmla="*/ 440585 h 4617073"/>
                  <a:gd name="connsiteX29" fmla="*/ 784347 w 4144327"/>
                  <a:gd name="connsiteY29" fmla="*/ 411981 h 4617073"/>
                  <a:gd name="connsiteX30" fmla="*/ 875609 w 4144327"/>
                  <a:gd name="connsiteY30" fmla="*/ 556781 h 4617073"/>
                  <a:gd name="connsiteX31" fmla="*/ 1033556 w 4144327"/>
                  <a:gd name="connsiteY31" fmla="*/ 603152 h 4617073"/>
                  <a:gd name="connsiteX32" fmla="*/ 1000214 w 4144327"/>
                  <a:gd name="connsiteY32" fmla="*/ 642891 h 4617073"/>
                  <a:gd name="connsiteX33" fmla="*/ 497827 w 4144327"/>
                  <a:gd name="connsiteY33" fmla="*/ 927456 h 4617073"/>
                  <a:gd name="connsiteX34" fmla="*/ 247255 w 4144327"/>
                  <a:gd name="connsiteY34" fmla="*/ 1167901 h 4617073"/>
                  <a:gd name="connsiteX35" fmla="*/ 166712 w 4144327"/>
                  <a:gd name="connsiteY35" fmla="*/ 1401357 h 4617073"/>
                  <a:gd name="connsiteX36" fmla="*/ 392588 w 4144327"/>
                  <a:gd name="connsiteY36" fmla="*/ 1087535 h 4617073"/>
                  <a:gd name="connsiteX37" fmla="*/ 372689 w 4144327"/>
                  <a:gd name="connsiteY37" fmla="*/ 1108796 h 4617073"/>
                  <a:gd name="connsiteX38" fmla="*/ 265081 w 4144327"/>
                  <a:gd name="connsiteY38" fmla="*/ 1324249 h 4617073"/>
                  <a:gd name="connsiteX39" fmla="*/ 221197 w 4144327"/>
                  <a:gd name="connsiteY39" fmla="*/ 1619297 h 4617073"/>
                  <a:gd name="connsiteX40" fmla="*/ 109740 w 4144327"/>
                  <a:gd name="connsiteY40" fmla="*/ 1746034 h 4617073"/>
                  <a:gd name="connsiteX41" fmla="*/ 0 w 4144327"/>
                  <a:gd name="connsiteY41" fmla="*/ 1758411 h 4617073"/>
                  <a:gd name="connsiteX42" fmla="*/ 126855 w 4144327"/>
                  <a:gd name="connsiteY42" fmla="*/ 1797617 h 4617073"/>
                  <a:gd name="connsiteX43" fmla="*/ 237128 w 4144327"/>
                  <a:gd name="connsiteY43" fmla="*/ 1747870 h 4617073"/>
                  <a:gd name="connsiteX44" fmla="*/ 383823 w 4144327"/>
                  <a:gd name="connsiteY44" fmla="*/ 2452206 h 4617073"/>
                  <a:gd name="connsiteX45" fmla="*/ 438900 w 4144327"/>
                  <a:gd name="connsiteY45" fmla="*/ 1968593 h 4617073"/>
                  <a:gd name="connsiteX46" fmla="*/ 425634 w 4144327"/>
                  <a:gd name="connsiteY46" fmla="*/ 2176583 h 4617073"/>
                  <a:gd name="connsiteX47" fmla="*/ 532413 w 4144327"/>
                  <a:gd name="connsiteY47" fmla="*/ 2479212 h 4617073"/>
                  <a:gd name="connsiteX48" fmla="*/ 532413 w 4144327"/>
                  <a:gd name="connsiteY48" fmla="*/ 2479212 h 4617073"/>
                  <a:gd name="connsiteX49" fmla="*/ 526728 w 4144327"/>
                  <a:gd name="connsiteY49" fmla="*/ 2573258 h 4617073"/>
                  <a:gd name="connsiteX50" fmla="*/ 337985 w 4144327"/>
                  <a:gd name="connsiteY50" fmla="*/ 2976328 h 4617073"/>
                  <a:gd name="connsiteX51" fmla="*/ 669277 w 4144327"/>
                  <a:gd name="connsiteY51" fmla="*/ 3279194 h 4617073"/>
                  <a:gd name="connsiteX52" fmla="*/ 669277 w 4144327"/>
                  <a:gd name="connsiteY52" fmla="*/ 3279194 h 4617073"/>
                  <a:gd name="connsiteX53" fmla="*/ 715411 w 4144327"/>
                  <a:gd name="connsiteY53" fmla="*/ 3392487 h 4617073"/>
                  <a:gd name="connsiteX54" fmla="*/ 686451 w 4144327"/>
                  <a:gd name="connsiteY54" fmla="*/ 3402318 h 4617073"/>
                  <a:gd name="connsiteX55" fmla="*/ 604073 w 4144327"/>
                  <a:gd name="connsiteY55" fmla="*/ 3509393 h 4617073"/>
                  <a:gd name="connsiteX56" fmla="*/ 666967 w 4144327"/>
                  <a:gd name="connsiteY56" fmla="*/ 3810067 h 4617073"/>
                  <a:gd name="connsiteX57" fmla="*/ 862284 w 4144327"/>
                  <a:gd name="connsiteY57" fmla="*/ 4173043 h 4617073"/>
                  <a:gd name="connsiteX58" fmla="*/ 860744 w 4144327"/>
                  <a:gd name="connsiteY58" fmla="*/ 4299484 h 4617073"/>
                  <a:gd name="connsiteX59" fmla="*/ 829415 w 4144327"/>
                  <a:gd name="connsiteY59" fmla="*/ 4345856 h 4617073"/>
                  <a:gd name="connsiteX60" fmla="*/ 887750 w 4144327"/>
                  <a:gd name="connsiteY60" fmla="*/ 4354384 h 4617073"/>
                  <a:gd name="connsiteX61" fmla="*/ 1230709 w 4144327"/>
                  <a:gd name="connsiteY61" fmla="*/ 4442625 h 4617073"/>
                  <a:gd name="connsiteX62" fmla="*/ 1248535 w 4144327"/>
                  <a:gd name="connsiteY62" fmla="*/ 4423793 h 4617073"/>
                  <a:gd name="connsiteX63" fmla="*/ 1334526 w 4144327"/>
                  <a:gd name="connsiteY63" fmla="*/ 4341414 h 4617073"/>
                  <a:gd name="connsiteX64" fmla="*/ 1482110 w 4144327"/>
                  <a:gd name="connsiteY64" fmla="*/ 4174346 h 4617073"/>
                  <a:gd name="connsiteX65" fmla="*/ 1489157 w 4144327"/>
                  <a:gd name="connsiteY65" fmla="*/ 4147933 h 4617073"/>
                  <a:gd name="connsiteX66" fmla="*/ 1489572 w 4144327"/>
                  <a:gd name="connsiteY66" fmla="*/ 4148051 h 4617073"/>
                  <a:gd name="connsiteX67" fmla="*/ 1700050 w 4144327"/>
                  <a:gd name="connsiteY67" fmla="*/ 4171918 h 4617073"/>
                  <a:gd name="connsiteX68" fmla="*/ 1960038 w 4144327"/>
                  <a:gd name="connsiteY68" fmla="*/ 4155276 h 4617073"/>
                  <a:gd name="connsiteX69" fmla="*/ 1948845 w 4144327"/>
                  <a:gd name="connsiteY69" fmla="*/ 4175886 h 4617073"/>
                  <a:gd name="connsiteX70" fmla="*/ 1917634 w 4144327"/>
                  <a:gd name="connsiteY70" fmla="*/ 4612299 h 4617073"/>
                  <a:gd name="connsiteX71" fmla="*/ 1926695 w 4144327"/>
                  <a:gd name="connsiteY71" fmla="*/ 4607561 h 4617073"/>
                  <a:gd name="connsiteX72" fmla="*/ 1927051 w 4144327"/>
                  <a:gd name="connsiteY72" fmla="*/ 4608390 h 4617073"/>
                  <a:gd name="connsiteX73" fmla="*/ 1959386 w 4144327"/>
                  <a:gd name="connsiteY73" fmla="*/ 4610700 h 4617073"/>
                  <a:gd name="connsiteX74" fmla="*/ 2247031 w 4144327"/>
                  <a:gd name="connsiteY74" fmla="*/ 4545377 h 4617073"/>
                  <a:gd name="connsiteX75" fmla="*/ 2450343 w 4144327"/>
                  <a:gd name="connsiteY75" fmla="*/ 4497584 h 4617073"/>
                  <a:gd name="connsiteX76" fmla="*/ 2442467 w 4144327"/>
                  <a:gd name="connsiteY76" fmla="*/ 4465604 h 4617073"/>
                  <a:gd name="connsiteX77" fmla="*/ 2450758 w 4144327"/>
                  <a:gd name="connsiteY77" fmla="*/ 4462584 h 4617073"/>
                  <a:gd name="connsiteX78" fmla="*/ 2440631 w 4144327"/>
                  <a:gd name="connsiteY78" fmla="*/ 4444639 h 4617073"/>
                  <a:gd name="connsiteX79" fmla="*/ 2478830 w 4144327"/>
                  <a:gd name="connsiteY79" fmla="*/ 4348994 h 4617073"/>
                  <a:gd name="connsiteX80" fmla="*/ 2569914 w 4144327"/>
                  <a:gd name="connsiteY80" fmla="*/ 4307893 h 4617073"/>
                  <a:gd name="connsiteX81" fmla="*/ 2919743 w 4144327"/>
                  <a:gd name="connsiteY81" fmla="*/ 3920576 h 4617073"/>
                  <a:gd name="connsiteX82" fmla="*/ 2938872 w 4144327"/>
                  <a:gd name="connsiteY82" fmla="*/ 3796860 h 4617073"/>
                  <a:gd name="connsiteX83" fmla="*/ 2951131 w 4144327"/>
                  <a:gd name="connsiteY83" fmla="*/ 3717146 h 4617073"/>
                  <a:gd name="connsiteX84" fmla="*/ 2961318 w 4144327"/>
                  <a:gd name="connsiteY84" fmla="*/ 3639090 h 4617073"/>
                  <a:gd name="connsiteX85" fmla="*/ 2971563 w 4144327"/>
                  <a:gd name="connsiteY85" fmla="*/ 3487362 h 4617073"/>
                  <a:gd name="connsiteX86" fmla="*/ 2971563 w 4144327"/>
                  <a:gd name="connsiteY86" fmla="*/ 3487362 h 4617073"/>
                  <a:gd name="connsiteX87" fmla="*/ 2985362 w 4144327"/>
                  <a:gd name="connsiteY87" fmla="*/ 3461777 h 4617073"/>
                  <a:gd name="connsiteX88" fmla="*/ 3043697 w 4144327"/>
                  <a:gd name="connsiteY88" fmla="*/ 3349373 h 4617073"/>
                  <a:gd name="connsiteX89" fmla="*/ 3202236 w 4144327"/>
                  <a:gd name="connsiteY89" fmla="*/ 3283694 h 4617073"/>
                  <a:gd name="connsiteX90" fmla="*/ 3467495 w 4144327"/>
                  <a:gd name="connsiteY90" fmla="*/ 3246325 h 4617073"/>
                  <a:gd name="connsiteX91" fmla="*/ 3654106 w 4144327"/>
                  <a:gd name="connsiteY91" fmla="*/ 2988765 h 4617073"/>
                  <a:gd name="connsiteX92" fmla="*/ 3654106 w 4144327"/>
                  <a:gd name="connsiteY92" fmla="*/ 2988765 h 4617073"/>
                  <a:gd name="connsiteX93" fmla="*/ 3718896 w 4144327"/>
                  <a:gd name="connsiteY93" fmla="*/ 2957318 h 4617073"/>
                  <a:gd name="connsiteX94" fmla="*/ 3771249 w 4144327"/>
                  <a:gd name="connsiteY94" fmla="*/ 2886132 h 4617073"/>
                  <a:gd name="connsiteX95" fmla="*/ 3865827 w 4144327"/>
                  <a:gd name="connsiteY95" fmla="*/ 2673877 h 4617073"/>
                  <a:gd name="connsiteX96" fmla="*/ 3902605 w 4144327"/>
                  <a:gd name="connsiteY96" fmla="*/ 2571363 h 4617073"/>
                  <a:gd name="connsiteX97" fmla="*/ 3940389 w 4144327"/>
                  <a:gd name="connsiteY97" fmla="*/ 2465768 h 4617073"/>
                  <a:gd name="connsiteX98" fmla="*/ 3906395 w 4144327"/>
                  <a:gd name="connsiteY98" fmla="*/ 2758092 h 4617073"/>
                  <a:gd name="connsiteX99" fmla="*/ 3915220 w 4144327"/>
                  <a:gd name="connsiteY99" fmla="*/ 2758566 h 4617073"/>
                  <a:gd name="connsiteX100" fmla="*/ 4103074 w 4144327"/>
                  <a:gd name="connsiteY100" fmla="*/ 2576870 h 4617073"/>
                  <a:gd name="connsiteX101" fmla="*/ 4143879 w 4144327"/>
                  <a:gd name="connsiteY101" fmla="*/ 2306400 h 4617073"/>
                  <a:gd name="connsiteX102" fmla="*/ 4113438 w 4144327"/>
                  <a:gd name="connsiteY102" fmla="*/ 1843337 h 4617073"/>
                  <a:gd name="connsiteX103" fmla="*/ 262712 w 4144327"/>
                  <a:gd name="connsiteY103" fmla="*/ 1656015 h 4617073"/>
                  <a:gd name="connsiteX104" fmla="*/ 275327 w 4144327"/>
                  <a:gd name="connsiteY104" fmla="*/ 1491790 h 4617073"/>
                  <a:gd name="connsiteX105" fmla="*/ 484087 w 4144327"/>
                  <a:gd name="connsiteY105" fmla="*/ 1170329 h 4617073"/>
                  <a:gd name="connsiteX106" fmla="*/ 602592 w 4144327"/>
                  <a:gd name="connsiteY106" fmla="*/ 1070361 h 4617073"/>
                  <a:gd name="connsiteX107" fmla="*/ 262712 w 4144327"/>
                  <a:gd name="connsiteY107" fmla="*/ 1656015 h 4617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</a:cxnLst>
                <a:rect l="l" t="t" r="r" b="b"/>
                <a:pathLst>
                  <a:path w="4144327" h="4617073">
                    <a:moveTo>
                      <a:pt x="4113438" y="1843337"/>
                    </a:moveTo>
                    <a:cubicBezTo>
                      <a:pt x="4102778" y="1743250"/>
                      <a:pt x="4085011" y="1645000"/>
                      <a:pt x="4046635" y="1551072"/>
                    </a:cubicBezTo>
                    <a:cubicBezTo>
                      <a:pt x="3969290" y="1361500"/>
                      <a:pt x="3845514" y="1204737"/>
                      <a:pt x="3703202" y="1060944"/>
                    </a:cubicBezTo>
                    <a:cubicBezTo>
                      <a:pt x="3578123" y="934504"/>
                      <a:pt x="3440489" y="822869"/>
                      <a:pt x="3297466" y="717215"/>
                    </a:cubicBezTo>
                    <a:cubicBezTo>
                      <a:pt x="3462698" y="596223"/>
                      <a:pt x="3425032" y="441652"/>
                      <a:pt x="3363144" y="333215"/>
                    </a:cubicBezTo>
                    <a:cubicBezTo>
                      <a:pt x="3363144" y="376566"/>
                      <a:pt x="3365158" y="412040"/>
                      <a:pt x="3362671" y="447159"/>
                    </a:cubicBezTo>
                    <a:cubicBezTo>
                      <a:pt x="3358585" y="506145"/>
                      <a:pt x="3350945" y="564776"/>
                      <a:pt x="3327788" y="620031"/>
                    </a:cubicBezTo>
                    <a:cubicBezTo>
                      <a:pt x="3315825" y="648635"/>
                      <a:pt x="3300131" y="675049"/>
                      <a:pt x="3270934" y="689203"/>
                    </a:cubicBezTo>
                    <a:cubicBezTo>
                      <a:pt x="3239191" y="704601"/>
                      <a:pt x="3206381" y="700574"/>
                      <a:pt x="3177244" y="684228"/>
                    </a:cubicBezTo>
                    <a:cubicBezTo>
                      <a:pt x="3155924" y="672265"/>
                      <a:pt x="3169308" y="648221"/>
                      <a:pt x="3169486" y="630276"/>
                    </a:cubicBezTo>
                    <a:cubicBezTo>
                      <a:pt x="3170552" y="522313"/>
                      <a:pt x="3163031" y="415712"/>
                      <a:pt x="3126371" y="312960"/>
                    </a:cubicBezTo>
                    <a:cubicBezTo>
                      <a:pt x="3062352" y="133456"/>
                      <a:pt x="2873372" y="-3941"/>
                      <a:pt x="2692742" y="86"/>
                    </a:cubicBezTo>
                    <a:cubicBezTo>
                      <a:pt x="2757236" y="38877"/>
                      <a:pt x="2818117" y="78438"/>
                      <a:pt x="2874320" y="124513"/>
                    </a:cubicBezTo>
                    <a:cubicBezTo>
                      <a:pt x="2962087" y="196410"/>
                      <a:pt x="3039906" y="276420"/>
                      <a:pt x="3081303" y="385212"/>
                    </a:cubicBezTo>
                    <a:cubicBezTo>
                      <a:pt x="3112276" y="466644"/>
                      <a:pt x="3112099" y="569750"/>
                      <a:pt x="3081007" y="630513"/>
                    </a:cubicBezTo>
                    <a:cubicBezTo>
                      <a:pt x="2980269" y="497795"/>
                      <a:pt x="2923415" y="448107"/>
                      <a:pt x="2788505" y="380830"/>
                    </a:cubicBezTo>
                    <a:cubicBezTo>
                      <a:pt x="2511521" y="242544"/>
                      <a:pt x="2217124" y="189777"/>
                      <a:pt x="1909580" y="207721"/>
                    </a:cubicBezTo>
                    <a:cubicBezTo>
                      <a:pt x="1843902" y="211571"/>
                      <a:pt x="1777572" y="205708"/>
                      <a:pt x="1712427" y="222468"/>
                    </a:cubicBezTo>
                    <a:cubicBezTo>
                      <a:pt x="1623593" y="245269"/>
                      <a:pt x="1545656" y="287198"/>
                      <a:pt x="1473404" y="344645"/>
                    </a:cubicBezTo>
                    <a:cubicBezTo>
                      <a:pt x="1481221" y="348612"/>
                      <a:pt x="1485189" y="344941"/>
                      <a:pt x="1489749" y="343401"/>
                    </a:cubicBezTo>
                    <a:cubicBezTo>
                      <a:pt x="1643729" y="292588"/>
                      <a:pt x="1796761" y="237688"/>
                      <a:pt x="1962347" y="238458"/>
                    </a:cubicBezTo>
                    <a:cubicBezTo>
                      <a:pt x="2078661" y="238991"/>
                      <a:pt x="2195211" y="236563"/>
                      <a:pt x="2309334" y="264694"/>
                    </a:cubicBezTo>
                    <a:cubicBezTo>
                      <a:pt x="2347236" y="274051"/>
                      <a:pt x="2384369" y="286310"/>
                      <a:pt x="2414099" y="319889"/>
                    </a:cubicBezTo>
                    <a:cubicBezTo>
                      <a:pt x="2407999" y="319889"/>
                      <a:pt x="2405512" y="320126"/>
                      <a:pt x="2403143" y="319830"/>
                    </a:cubicBezTo>
                    <a:cubicBezTo>
                      <a:pt x="2283039" y="306801"/>
                      <a:pt x="2163172" y="308282"/>
                      <a:pt x="2043068" y="321962"/>
                    </a:cubicBezTo>
                    <a:cubicBezTo>
                      <a:pt x="1957787" y="331675"/>
                      <a:pt x="1874342" y="351041"/>
                      <a:pt x="1789772" y="364188"/>
                    </a:cubicBezTo>
                    <a:cubicBezTo>
                      <a:pt x="1642781" y="387048"/>
                      <a:pt x="1497626" y="416186"/>
                      <a:pt x="1356380" y="463919"/>
                    </a:cubicBezTo>
                    <a:cubicBezTo>
                      <a:pt x="1299526" y="483167"/>
                      <a:pt x="1246699" y="515384"/>
                      <a:pt x="1188898" y="528235"/>
                    </a:cubicBezTo>
                    <a:cubicBezTo>
                      <a:pt x="1052804" y="558498"/>
                      <a:pt x="926896" y="531611"/>
                      <a:pt x="817807" y="440585"/>
                    </a:cubicBezTo>
                    <a:cubicBezTo>
                      <a:pt x="808509" y="432827"/>
                      <a:pt x="799389" y="424832"/>
                      <a:pt x="784347" y="411981"/>
                    </a:cubicBezTo>
                    <a:cubicBezTo>
                      <a:pt x="799034" y="476948"/>
                      <a:pt x="825980" y="523971"/>
                      <a:pt x="875609" y="556781"/>
                    </a:cubicBezTo>
                    <a:cubicBezTo>
                      <a:pt x="923461" y="588465"/>
                      <a:pt x="978479" y="596282"/>
                      <a:pt x="1033556" y="603152"/>
                    </a:cubicBezTo>
                    <a:cubicBezTo>
                      <a:pt x="1029233" y="624058"/>
                      <a:pt x="1017566" y="634718"/>
                      <a:pt x="1000214" y="642891"/>
                    </a:cubicBezTo>
                    <a:cubicBezTo>
                      <a:pt x="825684" y="725269"/>
                      <a:pt x="655063" y="814637"/>
                      <a:pt x="497827" y="927456"/>
                    </a:cubicBezTo>
                    <a:cubicBezTo>
                      <a:pt x="402893" y="995562"/>
                      <a:pt x="314355" y="1070598"/>
                      <a:pt x="247255" y="1167901"/>
                    </a:cubicBezTo>
                    <a:cubicBezTo>
                      <a:pt x="199936" y="1236481"/>
                      <a:pt x="170976" y="1311398"/>
                      <a:pt x="166712" y="1401357"/>
                    </a:cubicBezTo>
                    <a:cubicBezTo>
                      <a:pt x="203549" y="1259459"/>
                      <a:pt x="290251" y="1139237"/>
                      <a:pt x="392588" y="1087535"/>
                    </a:cubicBezTo>
                    <a:cubicBezTo>
                      <a:pt x="384178" y="1096478"/>
                      <a:pt x="378375" y="1102637"/>
                      <a:pt x="372689" y="1108796"/>
                    </a:cubicBezTo>
                    <a:cubicBezTo>
                      <a:pt x="316131" y="1170270"/>
                      <a:pt x="276689" y="1239856"/>
                      <a:pt x="265081" y="1324249"/>
                    </a:cubicBezTo>
                    <a:cubicBezTo>
                      <a:pt x="251460" y="1422736"/>
                      <a:pt x="234167" y="1520750"/>
                      <a:pt x="221197" y="1619297"/>
                    </a:cubicBezTo>
                    <a:cubicBezTo>
                      <a:pt x="212136" y="1687936"/>
                      <a:pt x="171154" y="1724891"/>
                      <a:pt x="109740" y="1746034"/>
                    </a:cubicBezTo>
                    <a:cubicBezTo>
                      <a:pt x="76160" y="1757582"/>
                      <a:pt x="41219" y="1757286"/>
                      <a:pt x="0" y="1758411"/>
                    </a:cubicBezTo>
                    <a:cubicBezTo>
                      <a:pt x="42403" y="1786957"/>
                      <a:pt x="82557" y="1800637"/>
                      <a:pt x="126855" y="1797617"/>
                    </a:cubicBezTo>
                    <a:cubicBezTo>
                      <a:pt x="168666" y="1794774"/>
                      <a:pt x="213084" y="1795189"/>
                      <a:pt x="237128" y="1747870"/>
                    </a:cubicBezTo>
                    <a:cubicBezTo>
                      <a:pt x="176365" y="2005193"/>
                      <a:pt x="217999" y="2239241"/>
                      <a:pt x="383823" y="2452206"/>
                    </a:cubicBezTo>
                    <a:cubicBezTo>
                      <a:pt x="308669" y="2183868"/>
                      <a:pt x="366707" y="2056006"/>
                      <a:pt x="438900" y="1968593"/>
                    </a:cubicBezTo>
                    <a:cubicBezTo>
                      <a:pt x="426641" y="2038831"/>
                      <a:pt x="423621" y="2107530"/>
                      <a:pt x="425634" y="2176583"/>
                    </a:cubicBezTo>
                    <a:cubicBezTo>
                      <a:pt x="428891" y="2288929"/>
                      <a:pt x="458681" y="2391799"/>
                      <a:pt x="532413" y="2479212"/>
                    </a:cubicBezTo>
                    <a:cubicBezTo>
                      <a:pt x="532413" y="2479212"/>
                      <a:pt x="532413" y="2479212"/>
                      <a:pt x="532413" y="2479212"/>
                    </a:cubicBezTo>
                    <a:cubicBezTo>
                      <a:pt x="520746" y="2509949"/>
                      <a:pt x="533005" y="2542166"/>
                      <a:pt x="526728" y="2573258"/>
                    </a:cubicBezTo>
                    <a:cubicBezTo>
                      <a:pt x="378611" y="2660967"/>
                      <a:pt x="305708" y="2816723"/>
                      <a:pt x="337985" y="2976328"/>
                    </a:cubicBezTo>
                    <a:cubicBezTo>
                      <a:pt x="368188" y="3125747"/>
                      <a:pt x="514113" y="3259117"/>
                      <a:pt x="669277" y="3279194"/>
                    </a:cubicBezTo>
                    <a:cubicBezTo>
                      <a:pt x="669277" y="3279194"/>
                      <a:pt x="669277" y="3279194"/>
                      <a:pt x="669277" y="3279194"/>
                    </a:cubicBezTo>
                    <a:cubicBezTo>
                      <a:pt x="684675" y="3317096"/>
                      <a:pt x="700132" y="3354999"/>
                      <a:pt x="715411" y="3392487"/>
                    </a:cubicBezTo>
                    <a:cubicBezTo>
                      <a:pt x="705758" y="3400008"/>
                      <a:pt x="693913" y="3394145"/>
                      <a:pt x="686451" y="3402318"/>
                    </a:cubicBezTo>
                    <a:cubicBezTo>
                      <a:pt x="634631" y="3413392"/>
                      <a:pt x="607211" y="3449518"/>
                      <a:pt x="604073" y="3509393"/>
                    </a:cubicBezTo>
                    <a:cubicBezTo>
                      <a:pt x="598565" y="3615224"/>
                      <a:pt x="630427" y="3713297"/>
                      <a:pt x="666967" y="3810067"/>
                    </a:cubicBezTo>
                    <a:cubicBezTo>
                      <a:pt x="715885" y="3939646"/>
                      <a:pt x="788433" y="4056789"/>
                      <a:pt x="862284" y="4173043"/>
                    </a:cubicBezTo>
                    <a:cubicBezTo>
                      <a:pt x="889941" y="4216631"/>
                      <a:pt x="889112" y="4257673"/>
                      <a:pt x="860744" y="4299484"/>
                    </a:cubicBezTo>
                    <a:cubicBezTo>
                      <a:pt x="850262" y="4314941"/>
                      <a:pt x="839839" y="4330398"/>
                      <a:pt x="829415" y="4345856"/>
                    </a:cubicBezTo>
                    <a:cubicBezTo>
                      <a:pt x="848899" y="4348639"/>
                      <a:pt x="868621" y="4350119"/>
                      <a:pt x="887750" y="4354384"/>
                    </a:cubicBezTo>
                    <a:cubicBezTo>
                      <a:pt x="1003057" y="4379909"/>
                      <a:pt x="1117534" y="4408750"/>
                      <a:pt x="1230709" y="4442625"/>
                    </a:cubicBezTo>
                    <a:cubicBezTo>
                      <a:pt x="1239355" y="4438895"/>
                      <a:pt x="1244153" y="4431551"/>
                      <a:pt x="1248535" y="4423793"/>
                    </a:cubicBezTo>
                    <a:cubicBezTo>
                      <a:pt x="1268967" y="4387726"/>
                      <a:pt x="1299289" y="4361549"/>
                      <a:pt x="1334526" y="4341414"/>
                    </a:cubicBezTo>
                    <a:cubicBezTo>
                      <a:pt x="1402810" y="4302327"/>
                      <a:pt x="1447168" y="4242571"/>
                      <a:pt x="1482110" y="4174346"/>
                    </a:cubicBezTo>
                    <a:cubicBezTo>
                      <a:pt x="1486314" y="4166114"/>
                      <a:pt x="1492296" y="4157764"/>
                      <a:pt x="1489157" y="4147933"/>
                    </a:cubicBezTo>
                    <a:cubicBezTo>
                      <a:pt x="1489276" y="4147992"/>
                      <a:pt x="1489453" y="4147992"/>
                      <a:pt x="1489572" y="4148051"/>
                    </a:cubicBezTo>
                    <a:cubicBezTo>
                      <a:pt x="1559218" y="4160370"/>
                      <a:pt x="1627739" y="4182933"/>
                      <a:pt x="1700050" y="4171918"/>
                    </a:cubicBezTo>
                    <a:cubicBezTo>
                      <a:pt x="1786989" y="4170970"/>
                      <a:pt x="1873809" y="4167476"/>
                      <a:pt x="1960038" y="4155276"/>
                    </a:cubicBezTo>
                    <a:cubicBezTo>
                      <a:pt x="1956307" y="4162146"/>
                      <a:pt x="1952398" y="4168898"/>
                      <a:pt x="1948845" y="4175886"/>
                    </a:cubicBezTo>
                    <a:cubicBezTo>
                      <a:pt x="1876593" y="4316895"/>
                      <a:pt x="1855924" y="4461636"/>
                      <a:pt x="1917634" y="4612299"/>
                    </a:cubicBezTo>
                    <a:cubicBezTo>
                      <a:pt x="1922194" y="4612832"/>
                      <a:pt x="1924978" y="4610878"/>
                      <a:pt x="1926695" y="4607561"/>
                    </a:cubicBezTo>
                    <a:cubicBezTo>
                      <a:pt x="1926814" y="4607857"/>
                      <a:pt x="1926932" y="4608153"/>
                      <a:pt x="1927051" y="4608390"/>
                    </a:cubicBezTo>
                    <a:cubicBezTo>
                      <a:pt x="1937000" y="4620827"/>
                      <a:pt x="1948016" y="4618340"/>
                      <a:pt x="1959386" y="4610700"/>
                    </a:cubicBezTo>
                    <a:cubicBezTo>
                      <a:pt x="2055268" y="4589024"/>
                      <a:pt x="2151328" y="4567882"/>
                      <a:pt x="2247031" y="4545377"/>
                    </a:cubicBezTo>
                    <a:cubicBezTo>
                      <a:pt x="2314782" y="4529446"/>
                      <a:pt x="2384073" y="4519852"/>
                      <a:pt x="2450343" y="4497584"/>
                    </a:cubicBezTo>
                    <a:cubicBezTo>
                      <a:pt x="2455851" y="4484733"/>
                      <a:pt x="2449040" y="4475198"/>
                      <a:pt x="2442467" y="4465604"/>
                    </a:cubicBezTo>
                    <a:cubicBezTo>
                      <a:pt x="2445369" y="4465663"/>
                      <a:pt x="2448152" y="4464834"/>
                      <a:pt x="2450758" y="4462584"/>
                    </a:cubicBezTo>
                    <a:cubicBezTo>
                      <a:pt x="2447382" y="4456602"/>
                      <a:pt x="2444125" y="4450561"/>
                      <a:pt x="2440631" y="4444639"/>
                    </a:cubicBezTo>
                    <a:cubicBezTo>
                      <a:pt x="2405452" y="4385298"/>
                      <a:pt x="2413092" y="4366465"/>
                      <a:pt x="2478830" y="4348994"/>
                    </a:cubicBezTo>
                    <a:cubicBezTo>
                      <a:pt x="2511402" y="4340348"/>
                      <a:pt x="2542613" y="4327674"/>
                      <a:pt x="2569914" y="4307893"/>
                    </a:cubicBezTo>
                    <a:cubicBezTo>
                      <a:pt x="2714003" y="4203721"/>
                      <a:pt x="2849150" y="4091257"/>
                      <a:pt x="2919743" y="3920576"/>
                    </a:cubicBezTo>
                    <a:cubicBezTo>
                      <a:pt x="2929456" y="3879831"/>
                      <a:pt x="2942129" y="3839027"/>
                      <a:pt x="2938872" y="3796860"/>
                    </a:cubicBezTo>
                    <a:cubicBezTo>
                      <a:pt x="2936681" y="3768552"/>
                      <a:pt x="2942129" y="3742967"/>
                      <a:pt x="2951131" y="3717146"/>
                    </a:cubicBezTo>
                    <a:cubicBezTo>
                      <a:pt x="2959956" y="3691799"/>
                      <a:pt x="2960785" y="3665622"/>
                      <a:pt x="2961318" y="3639090"/>
                    </a:cubicBezTo>
                    <a:cubicBezTo>
                      <a:pt x="2962384" y="3588396"/>
                      <a:pt x="2963568" y="3537642"/>
                      <a:pt x="2971563" y="3487362"/>
                    </a:cubicBezTo>
                    <a:cubicBezTo>
                      <a:pt x="2971563" y="3487362"/>
                      <a:pt x="2971563" y="3487362"/>
                      <a:pt x="2971563" y="3487362"/>
                    </a:cubicBezTo>
                    <a:cubicBezTo>
                      <a:pt x="2979499" y="3480610"/>
                      <a:pt x="2981868" y="3471016"/>
                      <a:pt x="2985362" y="3461777"/>
                    </a:cubicBezTo>
                    <a:cubicBezTo>
                      <a:pt x="3000227" y="3421980"/>
                      <a:pt x="3017106" y="3382952"/>
                      <a:pt x="3043697" y="3349373"/>
                    </a:cubicBezTo>
                    <a:cubicBezTo>
                      <a:pt x="3084146" y="3298322"/>
                      <a:pt x="3133064" y="3266520"/>
                      <a:pt x="3202236" y="3283694"/>
                    </a:cubicBezTo>
                    <a:cubicBezTo>
                      <a:pt x="3295571" y="3306910"/>
                      <a:pt x="3383991" y="3291512"/>
                      <a:pt x="3467495" y="3246325"/>
                    </a:cubicBezTo>
                    <a:cubicBezTo>
                      <a:pt x="3570602" y="3190537"/>
                      <a:pt x="3636695" y="3107092"/>
                      <a:pt x="3654106" y="2988765"/>
                    </a:cubicBezTo>
                    <a:cubicBezTo>
                      <a:pt x="3654106" y="2988765"/>
                      <a:pt x="3654106" y="2988765"/>
                      <a:pt x="3654106" y="2988765"/>
                    </a:cubicBezTo>
                    <a:cubicBezTo>
                      <a:pt x="3680164" y="2987462"/>
                      <a:pt x="3700892" y="2975262"/>
                      <a:pt x="3718896" y="2957318"/>
                    </a:cubicBezTo>
                    <a:cubicBezTo>
                      <a:pt x="3740038" y="2936294"/>
                      <a:pt x="3756443" y="2911834"/>
                      <a:pt x="3771249" y="2886132"/>
                    </a:cubicBezTo>
                    <a:cubicBezTo>
                      <a:pt x="3810040" y="2818618"/>
                      <a:pt x="3838348" y="2746366"/>
                      <a:pt x="3865827" y="2673877"/>
                    </a:cubicBezTo>
                    <a:cubicBezTo>
                      <a:pt x="3878679" y="2639943"/>
                      <a:pt x="3890405" y="2605534"/>
                      <a:pt x="3902605" y="2571363"/>
                    </a:cubicBezTo>
                    <a:cubicBezTo>
                      <a:pt x="3914805" y="2537250"/>
                      <a:pt x="3927005" y="2503138"/>
                      <a:pt x="3940389" y="2465768"/>
                    </a:cubicBezTo>
                    <a:cubicBezTo>
                      <a:pt x="4004231" y="2574265"/>
                      <a:pt x="3976219" y="2668429"/>
                      <a:pt x="3906395" y="2758092"/>
                    </a:cubicBezTo>
                    <a:cubicBezTo>
                      <a:pt x="3911606" y="2758447"/>
                      <a:pt x="3913502" y="2758980"/>
                      <a:pt x="3915220" y="2758566"/>
                    </a:cubicBezTo>
                    <a:cubicBezTo>
                      <a:pt x="4015602" y="2737068"/>
                      <a:pt x="4070324" y="2668073"/>
                      <a:pt x="4103074" y="2576870"/>
                    </a:cubicBezTo>
                    <a:cubicBezTo>
                      <a:pt x="4134403" y="2489457"/>
                      <a:pt x="4141806" y="2398136"/>
                      <a:pt x="4143879" y="2306400"/>
                    </a:cubicBezTo>
                    <a:cubicBezTo>
                      <a:pt x="4147373" y="2151236"/>
                      <a:pt x="4129843" y="1997316"/>
                      <a:pt x="4113438" y="1843337"/>
                    </a:cubicBezTo>
                    <a:close/>
                    <a:moveTo>
                      <a:pt x="262712" y="1656015"/>
                    </a:moveTo>
                    <a:cubicBezTo>
                      <a:pt x="274202" y="1601826"/>
                      <a:pt x="261410" y="1546453"/>
                      <a:pt x="275327" y="1491790"/>
                    </a:cubicBezTo>
                    <a:cubicBezTo>
                      <a:pt x="308728" y="1360434"/>
                      <a:pt x="385896" y="1258689"/>
                      <a:pt x="484087" y="1170329"/>
                    </a:cubicBezTo>
                    <a:cubicBezTo>
                      <a:pt x="520568" y="1137519"/>
                      <a:pt x="559063" y="1106960"/>
                      <a:pt x="602592" y="1070361"/>
                    </a:cubicBezTo>
                    <a:cubicBezTo>
                      <a:pt x="492023" y="1273317"/>
                      <a:pt x="339347" y="1442517"/>
                      <a:pt x="262712" y="1656015"/>
                    </a:cubicBezTo>
                    <a:close/>
                  </a:path>
                </a:pathLst>
              </a:custGeom>
              <a:solidFill>
                <a:srgbClr val="000000"/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xmlns="" id="{43721F1A-3BD2-4C37-AE80-83053FD25FAE}"/>
                  </a:ext>
                </a:extLst>
              </p:cNvPr>
              <p:cNvSpPr/>
              <p:nvPr/>
            </p:nvSpPr>
            <p:spPr>
              <a:xfrm>
                <a:off x="3783291" y="2073713"/>
                <a:ext cx="3130671" cy="2100345"/>
              </a:xfrm>
              <a:custGeom>
                <a:avLst/>
                <a:gdLst>
                  <a:gd name="connsiteX0" fmla="*/ 1436485 w 3130671"/>
                  <a:gd name="connsiteY0" fmla="*/ 2080734 h 2100345"/>
                  <a:gd name="connsiteX1" fmla="*/ 1176497 w 3130671"/>
                  <a:gd name="connsiteY1" fmla="*/ 2097375 h 2100345"/>
                  <a:gd name="connsiteX2" fmla="*/ 966019 w 3130671"/>
                  <a:gd name="connsiteY2" fmla="*/ 2073509 h 2100345"/>
                  <a:gd name="connsiteX3" fmla="*/ 636504 w 3130671"/>
                  <a:gd name="connsiteY3" fmla="*/ 1911179 h 2100345"/>
                  <a:gd name="connsiteX4" fmla="*/ 270981 w 3130671"/>
                  <a:gd name="connsiteY4" fmla="*/ 1490401 h 2100345"/>
                  <a:gd name="connsiteX5" fmla="*/ 215963 w 3130671"/>
                  <a:gd name="connsiteY5" fmla="*/ 1385813 h 2100345"/>
                  <a:gd name="connsiteX6" fmla="*/ 162840 w 3130671"/>
                  <a:gd name="connsiteY6" fmla="*/ 1327716 h 2100345"/>
                  <a:gd name="connsiteX7" fmla="*/ 191800 w 3130671"/>
                  <a:gd name="connsiteY7" fmla="*/ 1317885 h 2100345"/>
                  <a:gd name="connsiteX8" fmla="*/ 145665 w 3130671"/>
                  <a:gd name="connsiteY8" fmla="*/ 1204592 h 2100345"/>
                  <a:gd name="connsiteX9" fmla="*/ 124641 w 3130671"/>
                  <a:gd name="connsiteY9" fmla="*/ 1173500 h 2100345"/>
                  <a:gd name="connsiteX10" fmla="*/ 5248 w 3130671"/>
                  <a:gd name="connsiteY10" fmla="*/ 622372 h 2100345"/>
                  <a:gd name="connsiteX11" fmla="*/ 3057 w 3130671"/>
                  <a:gd name="connsiteY11" fmla="*/ 498597 h 2100345"/>
                  <a:gd name="connsiteX12" fmla="*/ 8742 w 3130671"/>
                  <a:gd name="connsiteY12" fmla="*/ 404551 h 2100345"/>
                  <a:gd name="connsiteX13" fmla="*/ 36577 w 3130671"/>
                  <a:gd name="connsiteY13" fmla="*/ 461405 h 2100345"/>
                  <a:gd name="connsiteX14" fmla="*/ 36044 w 3130671"/>
                  <a:gd name="connsiteY14" fmla="*/ 592761 h 2100345"/>
                  <a:gd name="connsiteX15" fmla="*/ 104091 w 3130671"/>
                  <a:gd name="connsiteY15" fmla="*/ 504282 h 2100345"/>
                  <a:gd name="connsiteX16" fmla="*/ 104091 w 3130671"/>
                  <a:gd name="connsiteY16" fmla="*/ 714108 h 2100345"/>
                  <a:gd name="connsiteX17" fmla="*/ 110309 w 3130671"/>
                  <a:gd name="connsiteY17" fmla="*/ 716418 h 2100345"/>
                  <a:gd name="connsiteX18" fmla="*/ 161123 w 3130671"/>
                  <a:gd name="connsiteY18" fmla="*/ 632618 h 2100345"/>
                  <a:gd name="connsiteX19" fmla="*/ 195827 w 3130671"/>
                  <a:gd name="connsiteY19" fmla="*/ 727019 h 2100345"/>
                  <a:gd name="connsiteX20" fmla="*/ 199617 w 3130671"/>
                  <a:gd name="connsiteY20" fmla="*/ 726486 h 2100345"/>
                  <a:gd name="connsiteX21" fmla="*/ 203940 w 3130671"/>
                  <a:gd name="connsiteY21" fmla="*/ 633625 h 2100345"/>
                  <a:gd name="connsiteX22" fmla="*/ 209744 w 3130671"/>
                  <a:gd name="connsiteY22" fmla="*/ 432445 h 2100345"/>
                  <a:gd name="connsiteX23" fmla="*/ 202519 w 3130671"/>
                  <a:gd name="connsiteY23" fmla="*/ 353856 h 2100345"/>
                  <a:gd name="connsiteX24" fmla="*/ 225498 w 3130671"/>
                  <a:gd name="connsiteY24" fmla="*/ 278288 h 2100345"/>
                  <a:gd name="connsiteX25" fmla="*/ 327953 w 3130671"/>
                  <a:gd name="connsiteY25" fmla="*/ 209649 h 2100345"/>
                  <a:gd name="connsiteX26" fmla="*/ 291827 w 3130671"/>
                  <a:gd name="connsiteY26" fmla="*/ 368958 h 2100345"/>
                  <a:gd name="connsiteX27" fmla="*/ 760161 w 3130671"/>
                  <a:gd name="connsiteY27" fmla="*/ 0 h 2100345"/>
                  <a:gd name="connsiteX28" fmla="*/ 642545 w 3130671"/>
                  <a:gd name="connsiteY28" fmla="*/ 225935 h 2100345"/>
                  <a:gd name="connsiteX29" fmla="*/ 410154 w 3130671"/>
                  <a:gd name="connsiteY29" fmla="*/ 341005 h 2100345"/>
                  <a:gd name="connsiteX30" fmla="*/ 671682 w 3130671"/>
                  <a:gd name="connsiteY30" fmla="*/ 278584 h 2100345"/>
                  <a:gd name="connsiteX31" fmla="*/ 599489 w 3130671"/>
                  <a:gd name="connsiteY31" fmla="*/ 378078 h 2100345"/>
                  <a:gd name="connsiteX32" fmla="*/ 780711 w 3130671"/>
                  <a:gd name="connsiteY32" fmla="*/ 408874 h 2100345"/>
                  <a:gd name="connsiteX33" fmla="*/ 1031520 w 3130671"/>
                  <a:gd name="connsiteY33" fmla="*/ 397385 h 2100345"/>
                  <a:gd name="connsiteX34" fmla="*/ 1130185 w 3130671"/>
                  <a:gd name="connsiteY34" fmla="*/ 346513 h 2100345"/>
                  <a:gd name="connsiteX35" fmla="*/ 1294410 w 3130671"/>
                  <a:gd name="connsiteY35" fmla="*/ 168903 h 2100345"/>
                  <a:gd name="connsiteX36" fmla="*/ 1315553 w 3130671"/>
                  <a:gd name="connsiteY36" fmla="*/ 148768 h 2100345"/>
                  <a:gd name="connsiteX37" fmla="*/ 1128231 w 3130671"/>
                  <a:gd name="connsiteY37" fmla="*/ 412783 h 2100345"/>
                  <a:gd name="connsiteX38" fmla="*/ 1519989 w 3130671"/>
                  <a:gd name="connsiteY38" fmla="*/ 440085 h 2100345"/>
                  <a:gd name="connsiteX39" fmla="*/ 1699079 w 3130671"/>
                  <a:gd name="connsiteY39" fmla="*/ 425042 h 2100345"/>
                  <a:gd name="connsiteX40" fmla="*/ 1983467 w 3130671"/>
                  <a:gd name="connsiteY40" fmla="*/ 218473 h 2100345"/>
                  <a:gd name="connsiteX41" fmla="*/ 2052343 w 3130671"/>
                  <a:gd name="connsiteY41" fmla="*/ 121762 h 2100345"/>
                  <a:gd name="connsiteX42" fmla="*/ 1575422 w 3130671"/>
                  <a:gd name="connsiteY42" fmla="*/ 498656 h 2100345"/>
                  <a:gd name="connsiteX43" fmla="*/ 1751847 w 3130671"/>
                  <a:gd name="connsiteY43" fmla="*/ 485982 h 2100345"/>
                  <a:gd name="connsiteX44" fmla="*/ 1933365 w 3130671"/>
                  <a:gd name="connsiteY44" fmla="*/ 461642 h 2100345"/>
                  <a:gd name="connsiteX45" fmla="*/ 2114409 w 3130671"/>
                  <a:gd name="connsiteY45" fmla="*/ 426759 h 2100345"/>
                  <a:gd name="connsiteX46" fmla="*/ 1907958 w 3130671"/>
                  <a:gd name="connsiteY46" fmla="*/ 518732 h 2100345"/>
                  <a:gd name="connsiteX47" fmla="*/ 2440015 w 3130671"/>
                  <a:gd name="connsiteY47" fmla="*/ 281723 h 2100345"/>
                  <a:gd name="connsiteX48" fmla="*/ 2214021 w 3130671"/>
                  <a:gd name="connsiteY48" fmla="*/ 787663 h 2100345"/>
                  <a:gd name="connsiteX49" fmla="*/ 2326249 w 3130671"/>
                  <a:gd name="connsiteY49" fmla="*/ 781859 h 2100345"/>
                  <a:gd name="connsiteX50" fmla="*/ 2423611 w 3130671"/>
                  <a:gd name="connsiteY50" fmla="*/ 775226 h 2100345"/>
                  <a:gd name="connsiteX51" fmla="*/ 2444102 w 3130671"/>
                  <a:gd name="connsiteY51" fmla="*/ 795658 h 2100345"/>
                  <a:gd name="connsiteX52" fmla="*/ 2443806 w 3130671"/>
                  <a:gd name="connsiteY52" fmla="*/ 963969 h 2100345"/>
                  <a:gd name="connsiteX53" fmla="*/ 2626627 w 3130671"/>
                  <a:gd name="connsiteY53" fmla="*/ 779846 h 2100345"/>
                  <a:gd name="connsiteX54" fmla="*/ 2757924 w 3130671"/>
                  <a:gd name="connsiteY54" fmla="*/ 705521 h 2100345"/>
                  <a:gd name="connsiteX55" fmla="*/ 2963072 w 3130671"/>
                  <a:gd name="connsiteY55" fmla="*/ 749583 h 2100345"/>
                  <a:gd name="connsiteX56" fmla="*/ 3063632 w 3130671"/>
                  <a:gd name="connsiteY56" fmla="*/ 865127 h 2100345"/>
                  <a:gd name="connsiteX57" fmla="*/ 3130672 w 3130671"/>
                  <a:gd name="connsiteY57" fmla="*/ 914282 h 2100345"/>
                  <a:gd name="connsiteX58" fmla="*/ 2944061 w 3130671"/>
                  <a:gd name="connsiteY58" fmla="*/ 1171842 h 2100345"/>
                  <a:gd name="connsiteX59" fmla="*/ 2678802 w 3130671"/>
                  <a:gd name="connsiteY59" fmla="*/ 1209211 h 2100345"/>
                  <a:gd name="connsiteX60" fmla="*/ 2520263 w 3130671"/>
                  <a:gd name="connsiteY60" fmla="*/ 1274889 h 2100345"/>
                  <a:gd name="connsiteX61" fmla="*/ 2461928 w 3130671"/>
                  <a:gd name="connsiteY61" fmla="*/ 1387294 h 2100345"/>
                  <a:gd name="connsiteX62" fmla="*/ 2448129 w 3130671"/>
                  <a:gd name="connsiteY62" fmla="*/ 1412878 h 2100345"/>
                  <a:gd name="connsiteX63" fmla="*/ 2435219 w 3130671"/>
                  <a:gd name="connsiteY63" fmla="*/ 1389367 h 2100345"/>
                  <a:gd name="connsiteX64" fmla="*/ 2399507 w 3130671"/>
                  <a:gd name="connsiteY64" fmla="*/ 1317056 h 2100345"/>
                  <a:gd name="connsiteX65" fmla="*/ 2279285 w 3130671"/>
                  <a:gd name="connsiteY65" fmla="*/ 1351168 h 2100345"/>
                  <a:gd name="connsiteX66" fmla="*/ 2267500 w 3130671"/>
                  <a:gd name="connsiteY66" fmla="*/ 1369409 h 2100345"/>
                  <a:gd name="connsiteX67" fmla="*/ 2249259 w 3130671"/>
                  <a:gd name="connsiteY67" fmla="*/ 1356261 h 2100345"/>
                  <a:gd name="connsiteX68" fmla="*/ 2227465 w 3130671"/>
                  <a:gd name="connsiteY68" fmla="*/ 1328308 h 2100345"/>
                  <a:gd name="connsiteX69" fmla="*/ 2164097 w 3130671"/>
                  <a:gd name="connsiteY69" fmla="*/ 1332809 h 2100345"/>
                  <a:gd name="connsiteX70" fmla="*/ 2146330 w 3130671"/>
                  <a:gd name="connsiteY70" fmla="*/ 1370060 h 2100345"/>
                  <a:gd name="connsiteX71" fmla="*/ 2107006 w 3130671"/>
                  <a:gd name="connsiteY71" fmla="*/ 1379122 h 2100345"/>
                  <a:gd name="connsiteX72" fmla="*/ 2100432 w 3130671"/>
                  <a:gd name="connsiteY72" fmla="*/ 1373199 h 2100345"/>
                  <a:gd name="connsiteX73" fmla="*/ 2047309 w 3130671"/>
                  <a:gd name="connsiteY73" fmla="*/ 1358571 h 2100345"/>
                  <a:gd name="connsiteX74" fmla="*/ 2013671 w 3130671"/>
                  <a:gd name="connsiteY74" fmla="*/ 1410806 h 2100345"/>
                  <a:gd name="connsiteX75" fmla="*/ 2014796 w 3130671"/>
                  <a:gd name="connsiteY75" fmla="*/ 1452084 h 2100345"/>
                  <a:gd name="connsiteX76" fmla="*/ 2013848 w 3130671"/>
                  <a:gd name="connsiteY76" fmla="*/ 1522263 h 2100345"/>
                  <a:gd name="connsiteX77" fmla="*/ 1830672 w 3130671"/>
                  <a:gd name="connsiteY77" fmla="*/ 1801735 h 2100345"/>
                  <a:gd name="connsiteX78" fmla="*/ 1570151 w 3130671"/>
                  <a:gd name="connsiteY78" fmla="*/ 1965131 h 2100345"/>
                  <a:gd name="connsiteX79" fmla="*/ 1458813 w 3130671"/>
                  <a:gd name="connsiteY79" fmla="*/ 2064270 h 2100345"/>
                  <a:gd name="connsiteX80" fmla="*/ 1436485 w 3130671"/>
                  <a:gd name="connsiteY80" fmla="*/ 2080734 h 2100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3130671" h="2100345">
                    <a:moveTo>
                      <a:pt x="1436485" y="2080734"/>
                    </a:moveTo>
                    <a:cubicBezTo>
                      <a:pt x="1350257" y="2092934"/>
                      <a:pt x="1263436" y="2096428"/>
                      <a:pt x="1176497" y="2097375"/>
                    </a:cubicBezTo>
                    <a:cubicBezTo>
                      <a:pt x="1104186" y="2108450"/>
                      <a:pt x="1035666" y="2085886"/>
                      <a:pt x="966019" y="2073509"/>
                    </a:cubicBezTo>
                    <a:cubicBezTo>
                      <a:pt x="847396" y="2037264"/>
                      <a:pt x="736590" y="1985385"/>
                      <a:pt x="636504" y="1911179"/>
                    </a:cubicBezTo>
                    <a:cubicBezTo>
                      <a:pt x="483590" y="1797767"/>
                      <a:pt x="366270" y="1653738"/>
                      <a:pt x="270981" y="1490401"/>
                    </a:cubicBezTo>
                    <a:cubicBezTo>
                      <a:pt x="251082" y="1456348"/>
                      <a:pt x="232427" y="1421643"/>
                      <a:pt x="215963" y="1385813"/>
                    </a:cubicBezTo>
                    <a:cubicBezTo>
                      <a:pt x="204296" y="1360407"/>
                      <a:pt x="192037" y="1336599"/>
                      <a:pt x="162840" y="1327716"/>
                    </a:cubicBezTo>
                    <a:cubicBezTo>
                      <a:pt x="170243" y="1319543"/>
                      <a:pt x="182147" y="1325406"/>
                      <a:pt x="191800" y="1317885"/>
                    </a:cubicBezTo>
                    <a:cubicBezTo>
                      <a:pt x="176520" y="1280397"/>
                      <a:pt x="161123" y="1242494"/>
                      <a:pt x="145665" y="1204592"/>
                    </a:cubicBezTo>
                    <a:cubicBezTo>
                      <a:pt x="133939" y="1197426"/>
                      <a:pt x="128964" y="1185877"/>
                      <a:pt x="124641" y="1173500"/>
                    </a:cubicBezTo>
                    <a:cubicBezTo>
                      <a:pt x="62339" y="994647"/>
                      <a:pt x="21830" y="811175"/>
                      <a:pt x="5248" y="622372"/>
                    </a:cubicBezTo>
                    <a:cubicBezTo>
                      <a:pt x="1635" y="581035"/>
                      <a:pt x="-3280" y="539993"/>
                      <a:pt x="3057" y="498597"/>
                    </a:cubicBezTo>
                    <a:cubicBezTo>
                      <a:pt x="9334" y="467505"/>
                      <a:pt x="-2925" y="435288"/>
                      <a:pt x="8742" y="404551"/>
                    </a:cubicBezTo>
                    <a:cubicBezTo>
                      <a:pt x="30062" y="417639"/>
                      <a:pt x="37821" y="435939"/>
                      <a:pt x="36577" y="461405"/>
                    </a:cubicBezTo>
                    <a:cubicBezTo>
                      <a:pt x="34563" y="502446"/>
                      <a:pt x="36044" y="543606"/>
                      <a:pt x="36044" y="592761"/>
                    </a:cubicBezTo>
                    <a:cubicBezTo>
                      <a:pt x="60740" y="560662"/>
                      <a:pt x="81172" y="534130"/>
                      <a:pt x="104091" y="504282"/>
                    </a:cubicBezTo>
                    <a:cubicBezTo>
                      <a:pt x="104091" y="576238"/>
                      <a:pt x="104091" y="645173"/>
                      <a:pt x="104091" y="714108"/>
                    </a:cubicBezTo>
                    <a:cubicBezTo>
                      <a:pt x="106164" y="714878"/>
                      <a:pt x="108236" y="715648"/>
                      <a:pt x="110309" y="716418"/>
                    </a:cubicBezTo>
                    <a:cubicBezTo>
                      <a:pt x="126536" y="689649"/>
                      <a:pt x="142763" y="662940"/>
                      <a:pt x="161123" y="632618"/>
                    </a:cubicBezTo>
                    <a:cubicBezTo>
                      <a:pt x="173500" y="666257"/>
                      <a:pt x="184634" y="696638"/>
                      <a:pt x="195827" y="727019"/>
                    </a:cubicBezTo>
                    <a:cubicBezTo>
                      <a:pt x="197070" y="726841"/>
                      <a:pt x="198314" y="726664"/>
                      <a:pt x="199617" y="726486"/>
                    </a:cubicBezTo>
                    <a:cubicBezTo>
                      <a:pt x="201098" y="695513"/>
                      <a:pt x="202934" y="664598"/>
                      <a:pt x="203940" y="633625"/>
                    </a:cubicBezTo>
                    <a:cubicBezTo>
                      <a:pt x="206072" y="566584"/>
                      <a:pt x="207731" y="499544"/>
                      <a:pt x="209744" y="432445"/>
                    </a:cubicBezTo>
                    <a:cubicBezTo>
                      <a:pt x="210573" y="405913"/>
                      <a:pt x="210929" y="379974"/>
                      <a:pt x="202519" y="353856"/>
                    </a:cubicBezTo>
                    <a:cubicBezTo>
                      <a:pt x="193162" y="324719"/>
                      <a:pt x="206546" y="299786"/>
                      <a:pt x="225498" y="278288"/>
                    </a:cubicBezTo>
                    <a:cubicBezTo>
                      <a:pt x="253273" y="246781"/>
                      <a:pt x="289518" y="227475"/>
                      <a:pt x="327953" y="209649"/>
                    </a:cubicBezTo>
                    <a:cubicBezTo>
                      <a:pt x="285135" y="253947"/>
                      <a:pt x="272994" y="305175"/>
                      <a:pt x="291827" y="368958"/>
                    </a:cubicBezTo>
                    <a:cubicBezTo>
                      <a:pt x="412878" y="201180"/>
                      <a:pt x="558567" y="68047"/>
                      <a:pt x="760161" y="0"/>
                    </a:cubicBezTo>
                    <a:cubicBezTo>
                      <a:pt x="737538" y="86643"/>
                      <a:pt x="703011" y="162803"/>
                      <a:pt x="642545" y="225935"/>
                    </a:cubicBezTo>
                    <a:cubicBezTo>
                      <a:pt x="580953" y="290310"/>
                      <a:pt x="503371" y="323297"/>
                      <a:pt x="410154" y="341005"/>
                    </a:cubicBezTo>
                    <a:cubicBezTo>
                      <a:pt x="512550" y="366411"/>
                      <a:pt x="595107" y="341479"/>
                      <a:pt x="671682" y="278584"/>
                    </a:cubicBezTo>
                    <a:cubicBezTo>
                      <a:pt x="664220" y="325252"/>
                      <a:pt x="634194" y="351369"/>
                      <a:pt x="599489" y="378078"/>
                    </a:cubicBezTo>
                    <a:cubicBezTo>
                      <a:pt x="660430" y="398747"/>
                      <a:pt x="720541" y="404966"/>
                      <a:pt x="780711" y="408874"/>
                    </a:cubicBezTo>
                    <a:cubicBezTo>
                      <a:pt x="864630" y="414323"/>
                      <a:pt x="948430" y="408756"/>
                      <a:pt x="1031520" y="397385"/>
                    </a:cubicBezTo>
                    <a:cubicBezTo>
                      <a:pt x="1069363" y="392233"/>
                      <a:pt x="1100515" y="369550"/>
                      <a:pt x="1130185" y="346513"/>
                    </a:cubicBezTo>
                    <a:cubicBezTo>
                      <a:pt x="1194797" y="296469"/>
                      <a:pt x="1245373" y="233397"/>
                      <a:pt x="1294410" y="168903"/>
                    </a:cubicBezTo>
                    <a:cubicBezTo>
                      <a:pt x="1299325" y="162448"/>
                      <a:pt x="1301813" y="153505"/>
                      <a:pt x="1315553" y="148768"/>
                    </a:cubicBezTo>
                    <a:cubicBezTo>
                      <a:pt x="1265568" y="247255"/>
                      <a:pt x="1200364" y="330049"/>
                      <a:pt x="1128231" y="412783"/>
                    </a:cubicBezTo>
                    <a:cubicBezTo>
                      <a:pt x="1260949" y="434222"/>
                      <a:pt x="1390055" y="442631"/>
                      <a:pt x="1519989" y="440085"/>
                    </a:cubicBezTo>
                    <a:cubicBezTo>
                      <a:pt x="1579982" y="438900"/>
                      <a:pt x="1640508" y="442276"/>
                      <a:pt x="1699079" y="425042"/>
                    </a:cubicBezTo>
                    <a:cubicBezTo>
                      <a:pt x="1818295" y="389982"/>
                      <a:pt x="1908787" y="314769"/>
                      <a:pt x="1983467" y="218473"/>
                    </a:cubicBezTo>
                    <a:cubicBezTo>
                      <a:pt x="2008104" y="186670"/>
                      <a:pt x="2030194" y="152972"/>
                      <a:pt x="2052343" y="121762"/>
                    </a:cubicBezTo>
                    <a:cubicBezTo>
                      <a:pt x="1977367" y="323120"/>
                      <a:pt x="1826171" y="463300"/>
                      <a:pt x="1575422" y="498656"/>
                    </a:cubicBezTo>
                    <a:cubicBezTo>
                      <a:pt x="1634230" y="494570"/>
                      <a:pt x="1693216" y="492023"/>
                      <a:pt x="1751847" y="485982"/>
                    </a:cubicBezTo>
                    <a:cubicBezTo>
                      <a:pt x="1812550" y="479764"/>
                      <a:pt x="1873135" y="471532"/>
                      <a:pt x="1933365" y="461642"/>
                    </a:cubicBezTo>
                    <a:cubicBezTo>
                      <a:pt x="1992350" y="451988"/>
                      <a:pt x="2050863" y="439137"/>
                      <a:pt x="2114409" y="426759"/>
                    </a:cubicBezTo>
                    <a:cubicBezTo>
                      <a:pt x="2065846" y="511744"/>
                      <a:pt x="1985895" y="513402"/>
                      <a:pt x="1907958" y="518732"/>
                    </a:cubicBezTo>
                    <a:cubicBezTo>
                      <a:pt x="2047842" y="558590"/>
                      <a:pt x="2252635" y="516541"/>
                      <a:pt x="2440015" y="281723"/>
                    </a:cubicBezTo>
                    <a:cubicBezTo>
                      <a:pt x="2454644" y="373992"/>
                      <a:pt x="2409161" y="572684"/>
                      <a:pt x="2214021" y="787663"/>
                    </a:cubicBezTo>
                    <a:cubicBezTo>
                      <a:pt x="2253582" y="785650"/>
                      <a:pt x="2289945" y="783932"/>
                      <a:pt x="2326249" y="781859"/>
                    </a:cubicBezTo>
                    <a:cubicBezTo>
                      <a:pt x="2358762" y="780023"/>
                      <a:pt x="2391335" y="779076"/>
                      <a:pt x="2423611" y="775226"/>
                    </a:cubicBezTo>
                    <a:cubicBezTo>
                      <a:pt x="2442147" y="773035"/>
                      <a:pt x="2444339" y="779905"/>
                      <a:pt x="2444102" y="795658"/>
                    </a:cubicBezTo>
                    <a:cubicBezTo>
                      <a:pt x="2443273" y="849492"/>
                      <a:pt x="2443806" y="903325"/>
                      <a:pt x="2443806" y="963969"/>
                    </a:cubicBezTo>
                    <a:cubicBezTo>
                      <a:pt x="2507945" y="899713"/>
                      <a:pt x="2569062" y="841437"/>
                      <a:pt x="2626627" y="779846"/>
                    </a:cubicBezTo>
                    <a:cubicBezTo>
                      <a:pt x="2663345" y="740581"/>
                      <a:pt x="2707703" y="719083"/>
                      <a:pt x="2757924" y="705521"/>
                    </a:cubicBezTo>
                    <a:cubicBezTo>
                      <a:pt x="2833966" y="685030"/>
                      <a:pt x="2902072" y="700783"/>
                      <a:pt x="2963072" y="749583"/>
                    </a:cubicBezTo>
                    <a:cubicBezTo>
                      <a:pt x="3003580" y="781978"/>
                      <a:pt x="3035620" y="822012"/>
                      <a:pt x="3063632" y="865127"/>
                    </a:cubicBezTo>
                    <a:cubicBezTo>
                      <a:pt x="3080096" y="890474"/>
                      <a:pt x="3101120" y="907708"/>
                      <a:pt x="3130672" y="914282"/>
                    </a:cubicBezTo>
                    <a:cubicBezTo>
                      <a:pt x="3113261" y="1032609"/>
                      <a:pt x="3047108" y="1116054"/>
                      <a:pt x="2944061" y="1171842"/>
                    </a:cubicBezTo>
                    <a:cubicBezTo>
                      <a:pt x="2860616" y="1217028"/>
                      <a:pt x="2772197" y="1232427"/>
                      <a:pt x="2678802" y="1209211"/>
                    </a:cubicBezTo>
                    <a:cubicBezTo>
                      <a:pt x="2609630" y="1192037"/>
                      <a:pt x="2560712" y="1223780"/>
                      <a:pt x="2520263" y="1274889"/>
                    </a:cubicBezTo>
                    <a:cubicBezTo>
                      <a:pt x="2493672" y="1308468"/>
                      <a:pt x="2476853" y="1347496"/>
                      <a:pt x="2461928" y="1387294"/>
                    </a:cubicBezTo>
                    <a:cubicBezTo>
                      <a:pt x="2458493" y="1396533"/>
                      <a:pt x="2456065" y="1406127"/>
                      <a:pt x="2448129" y="1412878"/>
                    </a:cubicBezTo>
                    <a:cubicBezTo>
                      <a:pt x="2434982" y="1409976"/>
                      <a:pt x="2435692" y="1398842"/>
                      <a:pt x="2435219" y="1389367"/>
                    </a:cubicBezTo>
                    <a:cubicBezTo>
                      <a:pt x="2433738" y="1359992"/>
                      <a:pt x="2420176" y="1336599"/>
                      <a:pt x="2399507" y="1317056"/>
                    </a:cubicBezTo>
                    <a:cubicBezTo>
                      <a:pt x="2356689" y="1276606"/>
                      <a:pt x="2295216" y="1294196"/>
                      <a:pt x="2279285" y="1351168"/>
                    </a:cubicBezTo>
                    <a:cubicBezTo>
                      <a:pt x="2277212" y="1358571"/>
                      <a:pt x="2277390" y="1368284"/>
                      <a:pt x="2267500" y="1369409"/>
                    </a:cubicBezTo>
                    <a:cubicBezTo>
                      <a:pt x="2258676" y="1370356"/>
                      <a:pt x="2254175" y="1362361"/>
                      <a:pt x="2249259" y="1356261"/>
                    </a:cubicBezTo>
                    <a:cubicBezTo>
                      <a:pt x="2241856" y="1347082"/>
                      <a:pt x="2236053" y="1336718"/>
                      <a:pt x="2227465" y="1328308"/>
                    </a:cubicBezTo>
                    <a:cubicBezTo>
                      <a:pt x="2202888" y="1304264"/>
                      <a:pt x="2184233" y="1305270"/>
                      <a:pt x="2164097" y="1332809"/>
                    </a:cubicBezTo>
                    <a:cubicBezTo>
                      <a:pt x="2155865" y="1344061"/>
                      <a:pt x="2151482" y="1357209"/>
                      <a:pt x="2146330" y="1370060"/>
                    </a:cubicBezTo>
                    <a:cubicBezTo>
                      <a:pt x="2136440" y="1394460"/>
                      <a:pt x="2128089" y="1396059"/>
                      <a:pt x="2107006" y="1379122"/>
                    </a:cubicBezTo>
                    <a:cubicBezTo>
                      <a:pt x="2104696" y="1377285"/>
                      <a:pt x="2102742" y="1374976"/>
                      <a:pt x="2100432" y="1373199"/>
                    </a:cubicBezTo>
                    <a:cubicBezTo>
                      <a:pt x="2084738" y="1360940"/>
                      <a:pt x="2069281" y="1347437"/>
                      <a:pt x="2047309" y="1358571"/>
                    </a:cubicBezTo>
                    <a:cubicBezTo>
                      <a:pt x="2026048" y="1369350"/>
                      <a:pt x="2016040" y="1388064"/>
                      <a:pt x="2013671" y="1410806"/>
                    </a:cubicBezTo>
                    <a:cubicBezTo>
                      <a:pt x="2012249" y="1424486"/>
                      <a:pt x="2011420" y="1438640"/>
                      <a:pt x="2014796" y="1452084"/>
                    </a:cubicBezTo>
                    <a:cubicBezTo>
                      <a:pt x="2020777" y="1475714"/>
                      <a:pt x="2019238" y="1498692"/>
                      <a:pt x="2013848" y="1522263"/>
                    </a:cubicBezTo>
                    <a:cubicBezTo>
                      <a:pt x="1987317" y="1638162"/>
                      <a:pt x="1931943" y="1734458"/>
                      <a:pt x="1830672" y="1801735"/>
                    </a:cubicBezTo>
                    <a:cubicBezTo>
                      <a:pt x="1745214" y="1858470"/>
                      <a:pt x="1659696" y="1914969"/>
                      <a:pt x="1570151" y="1965131"/>
                    </a:cubicBezTo>
                    <a:cubicBezTo>
                      <a:pt x="1525616" y="1990123"/>
                      <a:pt x="1487121" y="2021156"/>
                      <a:pt x="1458813" y="2064270"/>
                    </a:cubicBezTo>
                    <a:cubicBezTo>
                      <a:pt x="1453601" y="2071969"/>
                      <a:pt x="1449159" y="2082570"/>
                      <a:pt x="1436485" y="2080734"/>
                    </a:cubicBezTo>
                    <a:close/>
                  </a:path>
                </a:pathLst>
              </a:custGeom>
              <a:solidFill>
                <a:srgbClr val="FDAAB4"/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xmlns="" id="{C5CFB604-9E87-46E3-8F7F-B4F03032AACC}"/>
                  </a:ext>
                </a:extLst>
              </p:cNvPr>
              <p:cNvSpPr/>
              <p:nvPr/>
            </p:nvSpPr>
            <p:spPr>
              <a:xfrm>
                <a:off x="3590033" y="2575742"/>
                <a:ext cx="3160120" cy="1860131"/>
              </a:xfrm>
              <a:custGeom>
                <a:avLst/>
                <a:gdLst>
                  <a:gd name="connsiteX0" fmla="*/ 356097 w 3160120"/>
                  <a:gd name="connsiteY0" fmla="*/ 819823 h 1860131"/>
                  <a:gd name="connsiteX1" fmla="*/ 405015 w 3160120"/>
                  <a:gd name="connsiteY1" fmla="*/ 850442 h 1860131"/>
                  <a:gd name="connsiteX2" fmla="*/ 609511 w 3160120"/>
                  <a:gd name="connsiteY2" fmla="*/ 1180609 h 1860131"/>
                  <a:gd name="connsiteX3" fmla="*/ 948858 w 3160120"/>
                  <a:gd name="connsiteY3" fmla="*/ 1469438 h 1860131"/>
                  <a:gd name="connsiteX4" fmla="*/ 1138904 w 3160120"/>
                  <a:gd name="connsiteY4" fmla="*/ 1548501 h 1860131"/>
                  <a:gd name="connsiteX5" fmla="*/ 1157263 w 3160120"/>
                  <a:gd name="connsiteY5" fmla="*/ 1561648 h 1860131"/>
                  <a:gd name="connsiteX6" fmla="*/ 1151814 w 3160120"/>
                  <a:gd name="connsiteY6" fmla="*/ 1591852 h 1860131"/>
                  <a:gd name="connsiteX7" fmla="*/ 1004231 w 3160120"/>
                  <a:gd name="connsiteY7" fmla="*/ 1758919 h 1860131"/>
                  <a:gd name="connsiteX8" fmla="*/ 918240 w 3160120"/>
                  <a:gd name="connsiteY8" fmla="*/ 1841299 h 1860131"/>
                  <a:gd name="connsiteX9" fmla="*/ 900414 w 3160120"/>
                  <a:gd name="connsiteY9" fmla="*/ 1860131 h 1860131"/>
                  <a:gd name="connsiteX10" fmla="*/ 557455 w 3160120"/>
                  <a:gd name="connsiteY10" fmla="*/ 1771889 h 1860131"/>
                  <a:gd name="connsiteX11" fmla="*/ 499120 w 3160120"/>
                  <a:gd name="connsiteY11" fmla="*/ 1763361 h 1860131"/>
                  <a:gd name="connsiteX12" fmla="*/ 530449 w 3160120"/>
                  <a:gd name="connsiteY12" fmla="*/ 1716990 h 1860131"/>
                  <a:gd name="connsiteX13" fmla="*/ 531989 w 3160120"/>
                  <a:gd name="connsiteY13" fmla="*/ 1590549 h 1860131"/>
                  <a:gd name="connsiteX14" fmla="*/ 336672 w 3160120"/>
                  <a:gd name="connsiteY14" fmla="*/ 1227573 h 1860131"/>
                  <a:gd name="connsiteX15" fmla="*/ 273777 w 3160120"/>
                  <a:gd name="connsiteY15" fmla="*/ 926898 h 1860131"/>
                  <a:gd name="connsiteX16" fmla="*/ 356097 w 3160120"/>
                  <a:gd name="connsiteY16" fmla="*/ 819823 h 1860131"/>
                  <a:gd name="connsiteX17" fmla="*/ 2979540 w 3160120"/>
                  <a:gd name="connsiteY17" fmla="*/ 264066 h 1860131"/>
                  <a:gd name="connsiteX18" fmla="*/ 3160120 w 3160120"/>
                  <a:gd name="connsiteY18" fmla="*/ 336389 h 1860131"/>
                  <a:gd name="connsiteX19" fmla="*/ 2918491 w 3160120"/>
                  <a:gd name="connsiteY19" fmla="*/ 281844 h 1860131"/>
                  <a:gd name="connsiteX20" fmla="*/ 2979540 w 3160120"/>
                  <a:gd name="connsiteY20" fmla="*/ 264066 h 1860131"/>
                  <a:gd name="connsiteX21" fmla="*/ 196314 w 3160120"/>
                  <a:gd name="connsiteY21" fmla="*/ 0 h 1860131"/>
                  <a:gd name="connsiteX22" fmla="*/ 202533 w 3160120"/>
                  <a:gd name="connsiteY22" fmla="*/ 27657 h 1860131"/>
                  <a:gd name="connsiteX23" fmla="*/ 284734 w 3160120"/>
                  <a:gd name="connsiteY23" fmla="*/ 537506 h 1860131"/>
                  <a:gd name="connsiteX24" fmla="*/ 338804 w 3160120"/>
                  <a:gd name="connsiteY24" fmla="*/ 705995 h 1860131"/>
                  <a:gd name="connsiteX25" fmla="*/ 7512 w 3160120"/>
                  <a:gd name="connsiteY25" fmla="*/ 403130 h 1860131"/>
                  <a:gd name="connsiteX26" fmla="*/ 196314 w 3160120"/>
                  <a:gd name="connsiteY26" fmla="*/ 0 h 1860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160120" h="1860131">
                    <a:moveTo>
                      <a:pt x="356097" y="819823"/>
                    </a:moveTo>
                    <a:cubicBezTo>
                      <a:pt x="381030" y="816330"/>
                      <a:pt x="394355" y="826990"/>
                      <a:pt x="405015" y="850442"/>
                    </a:cubicBezTo>
                    <a:cubicBezTo>
                      <a:pt x="458848" y="969243"/>
                      <a:pt x="527073" y="1079930"/>
                      <a:pt x="609511" y="1180609"/>
                    </a:cubicBezTo>
                    <a:cubicBezTo>
                      <a:pt x="704801" y="1296982"/>
                      <a:pt x="815192" y="1396890"/>
                      <a:pt x="948858" y="1469438"/>
                    </a:cubicBezTo>
                    <a:cubicBezTo>
                      <a:pt x="1009739" y="1502426"/>
                      <a:pt x="1072515" y="1529550"/>
                      <a:pt x="1138904" y="1548501"/>
                    </a:cubicBezTo>
                    <a:cubicBezTo>
                      <a:pt x="1147077" y="1550810"/>
                      <a:pt x="1153473" y="1553949"/>
                      <a:pt x="1157263" y="1561648"/>
                    </a:cubicBezTo>
                    <a:cubicBezTo>
                      <a:pt x="1163600" y="1573197"/>
                      <a:pt x="1156552" y="1582613"/>
                      <a:pt x="1151814" y="1591852"/>
                    </a:cubicBezTo>
                    <a:cubicBezTo>
                      <a:pt x="1116873" y="1660077"/>
                      <a:pt x="1072515" y="1719833"/>
                      <a:pt x="1004231" y="1758919"/>
                    </a:cubicBezTo>
                    <a:cubicBezTo>
                      <a:pt x="968994" y="1779115"/>
                      <a:pt x="938672" y="1805291"/>
                      <a:pt x="918240" y="1841299"/>
                    </a:cubicBezTo>
                    <a:cubicBezTo>
                      <a:pt x="913857" y="1849057"/>
                      <a:pt x="909060" y="1856400"/>
                      <a:pt x="900414" y="1860131"/>
                    </a:cubicBezTo>
                    <a:cubicBezTo>
                      <a:pt x="787239" y="1826315"/>
                      <a:pt x="672761" y="1797414"/>
                      <a:pt x="557455" y="1771889"/>
                    </a:cubicBezTo>
                    <a:cubicBezTo>
                      <a:pt x="538326" y="1767625"/>
                      <a:pt x="518545" y="1766145"/>
                      <a:pt x="499120" y="1763361"/>
                    </a:cubicBezTo>
                    <a:cubicBezTo>
                      <a:pt x="509543" y="1747904"/>
                      <a:pt x="519966" y="1732388"/>
                      <a:pt x="530449" y="1716990"/>
                    </a:cubicBezTo>
                    <a:cubicBezTo>
                      <a:pt x="558876" y="1675178"/>
                      <a:pt x="559705" y="1634137"/>
                      <a:pt x="531989" y="1590549"/>
                    </a:cubicBezTo>
                    <a:cubicBezTo>
                      <a:pt x="458197" y="1474295"/>
                      <a:pt x="385590" y="1357093"/>
                      <a:pt x="336672" y="1227573"/>
                    </a:cubicBezTo>
                    <a:cubicBezTo>
                      <a:pt x="300131" y="1130802"/>
                      <a:pt x="268210" y="1032670"/>
                      <a:pt x="273777" y="926898"/>
                    </a:cubicBezTo>
                    <a:cubicBezTo>
                      <a:pt x="276857" y="866965"/>
                      <a:pt x="304277" y="830839"/>
                      <a:pt x="356097" y="819823"/>
                    </a:cubicBezTo>
                    <a:close/>
                    <a:moveTo>
                      <a:pt x="2979540" y="264066"/>
                    </a:moveTo>
                    <a:cubicBezTo>
                      <a:pt x="3045180" y="257426"/>
                      <a:pt x="3119790" y="283532"/>
                      <a:pt x="3160120" y="336389"/>
                    </a:cubicBezTo>
                    <a:lnTo>
                      <a:pt x="2918491" y="281844"/>
                    </a:lnTo>
                    <a:cubicBezTo>
                      <a:pt x="2936776" y="272132"/>
                      <a:pt x="2957660" y="266280"/>
                      <a:pt x="2979540" y="264066"/>
                    </a:cubicBezTo>
                    <a:close/>
                    <a:moveTo>
                      <a:pt x="196314" y="0"/>
                    </a:moveTo>
                    <a:cubicBezTo>
                      <a:pt x="205375" y="7640"/>
                      <a:pt x="202296" y="18122"/>
                      <a:pt x="202533" y="27657"/>
                    </a:cubicBezTo>
                    <a:cubicBezTo>
                      <a:pt x="207093" y="201298"/>
                      <a:pt x="238007" y="370794"/>
                      <a:pt x="284734" y="537506"/>
                    </a:cubicBezTo>
                    <a:cubicBezTo>
                      <a:pt x="300665" y="594242"/>
                      <a:pt x="320682" y="649852"/>
                      <a:pt x="338804" y="705995"/>
                    </a:cubicBezTo>
                    <a:cubicBezTo>
                      <a:pt x="183581" y="685919"/>
                      <a:pt x="37716" y="552549"/>
                      <a:pt x="7512" y="403130"/>
                    </a:cubicBezTo>
                    <a:cubicBezTo>
                      <a:pt x="-24705" y="243406"/>
                      <a:pt x="48257" y="87650"/>
                      <a:pt x="196314" y="0"/>
                    </a:cubicBezTo>
                    <a:close/>
                  </a:path>
                </a:pathLst>
              </a:custGeom>
              <a:solidFill>
                <a:srgbClr val="FC8393"/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xmlns="" id="{1EE55A57-58E3-4646-909C-D2E6D07DC6C8}"/>
                  </a:ext>
                </a:extLst>
              </p:cNvPr>
              <p:cNvSpPr/>
              <p:nvPr/>
            </p:nvSpPr>
            <p:spPr>
              <a:xfrm>
                <a:off x="5167795" y="3389530"/>
                <a:ext cx="1068683" cy="1244480"/>
              </a:xfrm>
              <a:custGeom>
                <a:avLst/>
                <a:gdLst>
                  <a:gd name="connsiteX0" fmla="*/ 36762 w 1068683"/>
                  <a:gd name="connsiteY0" fmla="*/ 1235797 h 1244480"/>
                  <a:gd name="connsiteX1" fmla="*/ 31491 w 1068683"/>
                  <a:gd name="connsiteY1" fmla="*/ 887567 h 1244480"/>
                  <a:gd name="connsiteX2" fmla="*/ 222070 w 1068683"/>
                  <a:gd name="connsiteY2" fmla="*/ 657131 h 1244480"/>
                  <a:gd name="connsiteX3" fmla="*/ 492363 w 1068683"/>
                  <a:gd name="connsiteY3" fmla="*/ 483075 h 1244480"/>
                  <a:gd name="connsiteX4" fmla="*/ 649718 w 1068683"/>
                  <a:gd name="connsiteY4" fmla="*/ 144202 h 1244480"/>
                  <a:gd name="connsiteX5" fmla="*/ 655403 w 1068683"/>
                  <a:gd name="connsiteY5" fmla="*/ 86164 h 1244480"/>
                  <a:gd name="connsiteX6" fmla="*/ 724931 w 1068683"/>
                  <a:gd name="connsiteY6" fmla="*/ 69996 h 1244480"/>
                  <a:gd name="connsiteX7" fmla="*/ 758332 w 1068683"/>
                  <a:gd name="connsiteY7" fmla="*/ 133660 h 1244480"/>
                  <a:gd name="connsiteX8" fmla="*/ 689516 w 1068683"/>
                  <a:gd name="connsiteY8" fmla="*/ 459386 h 1244480"/>
                  <a:gd name="connsiteX9" fmla="*/ 785753 w 1068683"/>
                  <a:gd name="connsiteY9" fmla="*/ 307183 h 1244480"/>
                  <a:gd name="connsiteX10" fmla="*/ 783916 w 1068683"/>
                  <a:gd name="connsiteY10" fmla="*/ 109142 h 1244480"/>
                  <a:gd name="connsiteX11" fmla="*/ 803875 w 1068683"/>
                  <a:gd name="connsiteY11" fmla="*/ 28185 h 1244480"/>
                  <a:gd name="connsiteX12" fmla="*/ 855991 w 1068683"/>
                  <a:gd name="connsiteY12" fmla="*/ 27356 h 1244480"/>
                  <a:gd name="connsiteX13" fmla="*/ 905323 w 1068683"/>
                  <a:gd name="connsiteY13" fmla="*/ 140057 h 1244480"/>
                  <a:gd name="connsiteX14" fmla="*/ 868961 w 1068683"/>
                  <a:gd name="connsiteY14" fmla="*/ 431374 h 1244480"/>
                  <a:gd name="connsiteX15" fmla="*/ 866769 w 1068683"/>
                  <a:gd name="connsiteY15" fmla="*/ 458557 h 1244480"/>
                  <a:gd name="connsiteX16" fmla="*/ 940087 w 1068683"/>
                  <a:gd name="connsiteY16" fmla="*/ 293325 h 1244480"/>
                  <a:gd name="connsiteX17" fmla="*/ 920010 w 1068683"/>
                  <a:gd name="connsiteY17" fmla="*/ 90250 h 1244480"/>
                  <a:gd name="connsiteX18" fmla="*/ 936593 w 1068683"/>
                  <a:gd name="connsiteY18" fmla="*/ 13853 h 1244480"/>
                  <a:gd name="connsiteX19" fmla="*/ 1032534 w 1068683"/>
                  <a:gd name="connsiteY19" fmla="*/ 18058 h 1244480"/>
                  <a:gd name="connsiteX20" fmla="*/ 1068601 w 1068683"/>
                  <a:gd name="connsiteY20" fmla="*/ 93448 h 1244480"/>
                  <a:gd name="connsiteX21" fmla="*/ 1050300 w 1068683"/>
                  <a:gd name="connsiteY21" fmla="*/ 346093 h 1244480"/>
                  <a:gd name="connsiteX22" fmla="*/ 979529 w 1068683"/>
                  <a:gd name="connsiteY22" fmla="*/ 501020 h 1244480"/>
                  <a:gd name="connsiteX23" fmla="*/ 968099 w 1068683"/>
                  <a:gd name="connsiteY23" fmla="*/ 526722 h 1244480"/>
                  <a:gd name="connsiteX24" fmla="*/ 1038634 w 1068683"/>
                  <a:gd name="connsiteY24" fmla="*/ 414495 h 1244480"/>
                  <a:gd name="connsiteX25" fmla="*/ 982787 w 1068683"/>
                  <a:gd name="connsiteY25" fmla="*/ 621183 h 1244480"/>
                  <a:gd name="connsiteX26" fmla="*/ 752943 w 1068683"/>
                  <a:gd name="connsiteY26" fmla="*/ 869208 h 1244480"/>
                  <a:gd name="connsiteX27" fmla="*/ 563667 w 1068683"/>
                  <a:gd name="connsiteY27" fmla="*/ 973499 h 1244480"/>
                  <a:gd name="connsiteX28" fmla="*/ 529377 w 1068683"/>
                  <a:gd name="connsiteY28" fmla="*/ 1052917 h 1244480"/>
                  <a:gd name="connsiteX29" fmla="*/ 551230 w 1068683"/>
                  <a:gd name="connsiteY29" fmla="*/ 1091352 h 1244480"/>
                  <a:gd name="connsiteX30" fmla="*/ 560291 w 1068683"/>
                  <a:gd name="connsiteY30" fmla="*/ 1124991 h 1244480"/>
                  <a:gd name="connsiteX31" fmla="*/ 356979 w 1068683"/>
                  <a:gd name="connsiteY31" fmla="*/ 1172784 h 1244480"/>
                  <a:gd name="connsiteX32" fmla="*/ 69334 w 1068683"/>
                  <a:gd name="connsiteY32" fmla="*/ 1238107 h 1244480"/>
                  <a:gd name="connsiteX33" fmla="*/ 36762 w 1068683"/>
                  <a:gd name="connsiteY33" fmla="*/ 1235797 h 1244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068683" h="1244480">
                    <a:moveTo>
                      <a:pt x="36762" y="1235797"/>
                    </a:moveTo>
                    <a:cubicBezTo>
                      <a:pt x="-15828" y="1120490"/>
                      <a:pt x="-6886" y="1003229"/>
                      <a:pt x="31491" y="887567"/>
                    </a:cubicBezTo>
                    <a:cubicBezTo>
                      <a:pt x="64715" y="787362"/>
                      <a:pt x="125418" y="708359"/>
                      <a:pt x="222070" y="657131"/>
                    </a:cubicBezTo>
                    <a:cubicBezTo>
                      <a:pt x="316826" y="606910"/>
                      <a:pt x="408029" y="549701"/>
                      <a:pt x="492363" y="483075"/>
                    </a:cubicBezTo>
                    <a:cubicBezTo>
                      <a:pt x="601155" y="397143"/>
                      <a:pt x="655818" y="284382"/>
                      <a:pt x="649718" y="144202"/>
                    </a:cubicBezTo>
                    <a:cubicBezTo>
                      <a:pt x="648888" y="124659"/>
                      <a:pt x="646105" y="104878"/>
                      <a:pt x="655403" y="86164"/>
                    </a:cubicBezTo>
                    <a:cubicBezTo>
                      <a:pt x="670979" y="54835"/>
                      <a:pt x="696918" y="49268"/>
                      <a:pt x="724931" y="69996"/>
                    </a:cubicBezTo>
                    <a:cubicBezTo>
                      <a:pt x="746843" y="86164"/>
                      <a:pt x="756437" y="104997"/>
                      <a:pt x="758332" y="133660"/>
                    </a:cubicBezTo>
                    <a:cubicBezTo>
                      <a:pt x="765676" y="247901"/>
                      <a:pt x="755608" y="357641"/>
                      <a:pt x="689516" y="459386"/>
                    </a:cubicBezTo>
                    <a:cubicBezTo>
                      <a:pt x="727003" y="434216"/>
                      <a:pt x="767986" y="368301"/>
                      <a:pt x="785753" y="307183"/>
                    </a:cubicBezTo>
                    <a:cubicBezTo>
                      <a:pt x="804941" y="241031"/>
                      <a:pt x="804881" y="174465"/>
                      <a:pt x="783916" y="109142"/>
                    </a:cubicBezTo>
                    <a:cubicBezTo>
                      <a:pt x="773375" y="76273"/>
                      <a:pt x="784153" y="51459"/>
                      <a:pt x="803875" y="28185"/>
                    </a:cubicBezTo>
                    <a:cubicBezTo>
                      <a:pt x="821819" y="6983"/>
                      <a:pt x="836151" y="7042"/>
                      <a:pt x="855991" y="27356"/>
                    </a:cubicBezTo>
                    <a:cubicBezTo>
                      <a:pt x="886550" y="58566"/>
                      <a:pt x="902658" y="95107"/>
                      <a:pt x="905323" y="140057"/>
                    </a:cubicBezTo>
                    <a:cubicBezTo>
                      <a:pt x="911186" y="239729"/>
                      <a:pt x="900289" y="336617"/>
                      <a:pt x="868961" y="431374"/>
                    </a:cubicBezTo>
                    <a:cubicBezTo>
                      <a:pt x="866414" y="439132"/>
                      <a:pt x="859485" y="446712"/>
                      <a:pt x="866769" y="458557"/>
                    </a:cubicBezTo>
                    <a:cubicBezTo>
                      <a:pt x="908581" y="410113"/>
                      <a:pt x="928242" y="353377"/>
                      <a:pt x="940087" y="293325"/>
                    </a:cubicBezTo>
                    <a:cubicBezTo>
                      <a:pt x="953827" y="223738"/>
                      <a:pt x="944706" y="156165"/>
                      <a:pt x="920010" y="90250"/>
                    </a:cubicBezTo>
                    <a:cubicBezTo>
                      <a:pt x="906863" y="55072"/>
                      <a:pt x="912607" y="29665"/>
                      <a:pt x="936593" y="13853"/>
                    </a:cubicBezTo>
                    <a:cubicBezTo>
                      <a:pt x="966796" y="-6046"/>
                      <a:pt x="1008430" y="-4388"/>
                      <a:pt x="1032534" y="18058"/>
                    </a:cubicBezTo>
                    <a:cubicBezTo>
                      <a:pt x="1054387" y="38430"/>
                      <a:pt x="1069963" y="65317"/>
                      <a:pt x="1068601" y="93448"/>
                    </a:cubicBezTo>
                    <a:cubicBezTo>
                      <a:pt x="1064395" y="177781"/>
                      <a:pt x="1072924" y="263654"/>
                      <a:pt x="1050300" y="346093"/>
                    </a:cubicBezTo>
                    <a:cubicBezTo>
                      <a:pt x="1035258" y="400874"/>
                      <a:pt x="1008727" y="451924"/>
                      <a:pt x="979529" y="501020"/>
                    </a:cubicBezTo>
                    <a:cubicBezTo>
                      <a:pt x="974791" y="509015"/>
                      <a:pt x="970054" y="517010"/>
                      <a:pt x="968099" y="526722"/>
                    </a:cubicBezTo>
                    <a:cubicBezTo>
                      <a:pt x="1002508" y="496400"/>
                      <a:pt x="1015774" y="452516"/>
                      <a:pt x="1038634" y="414495"/>
                    </a:cubicBezTo>
                    <a:cubicBezTo>
                      <a:pt x="1040233" y="489116"/>
                      <a:pt x="1020038" y="557222"/>
                      <a:pt x="982787" y="621183"/>
                    </a:cubicBezTo>
                    <a:cubicBezTo>
                      <a:pt x="924630" y="721151"/>
                      <a:pt x="841244" y="797311"/>
                      <a:pt x="752943" y="869208"/>
                    </a:cubicBezTo>
                    <a:cubicBezTo>
                      <a:pt x="696089" y="915520"/>
                      <a:pt x="637754" y="957213"/>
                      <a:pt x="563667" y="973499"/>
                    </a:cubicBezTo>
                    <a:cubicBezTo>
                      <a:pt x="521678" y="982738"/>
                      <a:pt x="510663" y="1013593"/>
                      <a:pt x="529377" y="1052917"/>
                    </a:cubicBezTo>
                    <a:cubicBezTo>
                      <a:pt x="535714" y="1066183"/>
                      <a:pt x="543887" y="1078560"/>
                      <a:pt x="551230" y="1091352"/>
                    </a:cubicBezTo>
                    <a:cubicBezTo>
                      <a:pt x="558159" y="1101539"/>
                      <a:pt x="566095" y="1111429"/>
                      <a:pt x="560291" y="1124991"/>
                    </a:cubicBezTo>
                    <a:cubicBezTo>
                      <a:pt x="494021" y="1147259"/>
                      <a:pt x="424730" y="1156853"/>
                      <a:pt x="356979" y="1172784"/>
                    </a:cubicBezTo>
                    <a:cubicBezTo>
                      <a:pt x="261275" y="1195288"/>
                      <a:pt x="165216" y="1216372"/>
                      <a:pt x="69334" y="1238107"/>
                    </a:cubicBezTo>
                    <a:cubicBezTo>
                      <a:pt x="57726" y="1245746"/>
                      <a:pt x="46711" y="1248234"/>
                      <a:pt x="36762" y="1235797"/>
                    </a:cubicBezTo>
                    <a:close/>
                  </a:path>
                </a:pathLst>
              </a:custGeom>
              <a:solidFill>
                <a:srgbClr val="FEA9B3"/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xmlns="" id="{5CBED1B4-3C6F-473B-BD53-AE3C5A7FF3FA}"/>
                </a:ext>
              </a:extLst>
            </p:cNvPr>
            <p:cNvGrpSpPr/>
            <p:nvPr/>
          </p:nvGrpSpPr>
          <p:grpSpPr>
            <a:xfrm>
              <a:off x="0" y="3503470"/>
              <a:ext cx="5812123" cy="2428134"/>
              <a:chOff x="0" y="3503470"/>
              <a:chExt cx="5812123" cy="2428134"/>
            </a:xfrm>
          </p:grpSpPr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xmlns="" id="{4052C342-169C-4EAF-B65E-7BCDAFCFF237}"/>
                  </a:ext>
                </a:extLst>
              </p:cNvPr>
              <p:cNvSpPr/>
              <p:nvPr/>
            </p:nvSpPr>
            <p:spPr>
              <a:xfrm>
                <a:off x="0" y="3503470"/>
                <a:ext cx="5812123" cy="2428134"/>
              </a:xfrm>
              <a:custGeom>
                <a:avLst/>
                <a:gdLst>
                  <a:gd name="connsiteX0" fmla="*/ 5770668 w 5812123"/>
                  <a:gd name="connsiteY0" fmla="*/ 2132080 h 2428134"/>
                  <a:gd name="connsiteX1" fmla="*/ 3935708 w 5812123"/>
                  <a:gd name="connsiteY1" fmla="*/ 2132080 h 2428134"/>
                  <a:gd name="connsiteX2" fmla="*/ 3946606 w 5812123"/>
                  <a:gd name="connsiteY2" fmla="*/ 2070251 h 2428134"/>
                  <a:gd name="connsiteX3" fmla="*/ 3087875 w 5812123"/>
                  <a:gd name="connsiteY3" fmla="*/ 180274 h 2428134"/>
                  <a:gd name="connsiteX4" fmla="*/ 2759544 w 5812123"/>
                  <a:gd name="connsiteY4" fmla="*/ 0 h 2428134"/>
                  <a:gd name="connsiteX5" fmla="*/ 176719 w 5812123"/>
                  <a:gd name="connsiteY5" fmla="*/ 0 h 2428134"/>
                  <a:gd name="connsiteX6" fmla="*/ 8289 w 5812123"/>
                  <a:gd name="connsiteY6" fmla="*/ 201358 h 2428134"/>
                  <a:gd name="connsiteX7" fmla="*/ 884787 w 5812123"/>
                  <a:gd name="connsiteY7" fmla="*/ 2070192 h 2428134"/>
                  <a:gd name="connsiteX8" fmla="*/ 1124284 w 5812123"/>
                  <a:gd name="connsiteY8" fmla="*/ 2250466 h 2428134"/>
                  <a:gd name="connsiteX9" fmla="*/ 1151289 w 5812123"/>
                  <a:gd name="connsiteY9" fmla="*/ 2250466 h 2428134"/>
                  <a:gd name="connsiteX10" fmla="*/ 1151289 w 5812123"/>
                  <a:gd name="connsiteY10" fmla="*/ 2342262 h 2428134"/>
                  <a:gd name="connsiteX11" fmla="*/ 1231240 w 5812123"/>
                  <a:gd name="connsiteY11" fmla="*/ 2422213 h 2428134"/>
                  <a:gd name="connsiteX12" fmla="*/ 3786704 w 5812123"/>
                  <a:gd name="connsiteY12" fmla="*/ 2422213 h 2428134"/>
                  <a:gd name="connsiteX13" fmla="*/ 3786704 w 5812123"/>
                  <a:gd name="connsiteY13" fmla="*/ 2420673 h 2428134"/>
                  <a:gd name="connsiteX14" fmla="*/ 3810393 w 5812123"/>
                  <a:gd name="connsiteY14" fmla="*/ 2428135 h 2428134"/>
                  <a:gd name="connsiteX15" fmla="*/ 5770668 w 5812123"/>
                  <a:gd name="connsiteY15" fmla="*/ 2428135 h 2428134"/>
                  <a:gd name="connsiteX16" fmla="*/ 5812124 w 5812123"/>
                  <a:gd name="connsiteY16" fmla="*/ 2386679 h 2428134"/>
                  <a:gd name="connsiteX17" fmla="*/ 5812124 w 5812123"/>
                  <a:gd name="connsiteY17" fmla="*/ 2173477 h 2428134"/>
                  <a:gd name="connsiteX18" fmla="*/ 5770668 w 5812123"/>
                  <a:gd name="connsiteY18" fmla="*/ 2132080 h 2428134"/>
                  <a:gd name="connsiteX19" fmla="*/ 3768937 w 5812123"/>
                  <a:gd name="connsiteY19" fmla="*/ 2250466 h 2428134"/>
                  <a:gd name="connsiteX20" fmla="*/ 3768937 w 5812123"/>
                  <a:gd name="connsiteY20" fmla="*/ 2250526 h 2428134"/>
                  <a:gd name="connsiteX21" fmla="*/ 3766331 w 5812123"/>
                  <a:gd name="connsiteY21" fmla="*/ 2250526 h 2428134"/>
                  <a:gd name="connsiteX22" fmla="*/ 3768937 w 5812123"/>
                  <a:gd name="connsiteY22" fmla="*/ 2250466 h 2428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812123" h="2428134">
                    <a:moveTo>
                      <a:pt x="5770668" y="2132080"/>
                    </a:moveTo>
                    <a:lnTo>
                      <a:pt x="3935708" y="2132080"/>
                    </a:lnTo>
                    <a:cubicBezTo>
                      <a:pt x="3942756" y="2112773"/>
                      <a:pt x="3946606" y="2091986"/>
                      <a:pt x="3946606" y="2070251"/>
                    </a:cubicBezTo>
                    <a:lnTo>
                      <a:pt x="3087875" y="180274"/>
                    </a:lnTo>
                    <a:cubicBezTo>
                      <a:pt x="3046419" y="71067"/>
                      <a:pt x="2933896" y="17767"/>
                      <a:pt x="2759544" y="0"/>
                    </a:cubicBezTo>
                    <a:lnTo>
                      <a:pt x="176719" y="0"/>
                    </a:lnTo>
                    <a:cubicBezTo>
                      <a:pt x="55667" y="0"/>
                      <a:pt x="-27245" y="109918"/>
                      <a:pt x="8289" y="201358"/>
                    </a:cubicBezTo>
                    <a:lnTo>
                      <a:pt x="884787" y="2070192"/>
                    </a:lnTo>
                    <a:cubicBezTo>
                      <a:pt x="959940" y="2209839"/>
                      <a:pt x="1062633" y="2239510"/>
                      <a:pt x="1124284" y="2250466"/>
                    </a:cubicBezTo>
                    <a:lnTo>
                      <a:pt x="1151289" y="2250466"/>
                    </a:lnTo>
                    <a:lnTo>
                      <a:pt x="1151289" y="2342262"/>
                    </a:lnTo>
                    <a:cubicBezTo>
                      <a:pt x="1151289" y="2386442"/>
                      <a:pt x="1187060" y="2422213"/>
                      <a:pt x="1231240" y="2422213"/>
                    </a:cubicBezTo>
                    <a:lnTo>
                      <a:pt x="3786704" y="2422213"/>
                    </a:lnTo>
                    <a:lnTo>
                      <a:pt x="3786704" y="2420673"/>
                    </a:lnTo>
                    <a:cubicBezTo>
                      <a:pt x="3793396" y="2425351"/>
                      <a:pt x="3801569" y="2428135"/>
                      <a:pt x="3810393" y="2428135"/>
                    </a:cubicBezTo>
                    <a:lnTo>
                      <a:pt x="5770668" y="2428135"/>
                    </a:lnTo>
                    <a:cubicBezTo>
                      <a:pt x="5793587" y="2428135"/>
                      <a:pt x="5812124" y="2409598"/>
                      <a:pt x="5812124" y="2386679"/>
                    </a:cubicBezTo>
                    <a:lnTo>
                      <a:pt x="5812124" y="2173477"/>
                    </a:lnTo>
                    <a:cubicBezTo>
                      <a:pt x="5812124" y="2150617"/>
                      <a:pt x="5793587" y="2132080"/>
                      <a:pt x="5770668" y="2132080"/>
                    </a:cubicBezTo>
                    <a:close/>
                    <a:moveTo>
                      <a:pt x="3768937" y="2250466"/>
                    </a:moveTo>
                    <a:lnTo>
                      <a:pt x="3768937" y="2250526"/>
                    </a:lnTo>
                    <a:lnTo>
                      <a:pt x="3766331" y="2250526"/>
                    </a:lnTo>
                    <a:cubicBezTo>
                      <a:pt x="3767219" y="2250526"/>
                      <a:pt x="3768049" y="2250466"/>
                      <a:pt x="3768937" y="2250466"/>
                    </a:cubicBezTo>
                    <a:close/>
                  </a:path>
                </a:pathLst>
              </a:custGeom>
              <a:solidFill>
                <a:srgbClr val="090B55"/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xmlns="" id="{707BDE83-7173-4955-8F79-5F2FDEE14E40}"/>
                  </a:ext>
                </a:extLst>
              </p:cNvPr>
              <p:cNvSpPr/>
              <p:nvPr/>
            </p:nvSpPr>
            <p:spPr>
              <a:xfrm>
                <a:off x="3804470" y="5647394"/>
                <a:ext cx="1995808" cy="266502"/>
              </a:xfrm>
              <a:custGeom>
                <a:avLst/>
                <a:gdLst>
                  <a:gd name="connsiteX0" fmla="*/ 1954352 w 1995808"/>
                  <a:gd name="connsiteY0" fmla="*/ 266503 h 266502"/>
                  <a:gd name="connsiteX1" fmla="*/ 41456 w 1995808"/>
                  <a:gd name="connsiteY1" fmla="*/ 266503 h 266502"/>
                  <a:gd name="connsiteX2" fmla="*/ 0 w 1995808"/>
                  <a:gd name="connsiteY2" fmla="*/ 225047 h 266502"/>
                  <a:gd name="connsiteX3" fmla="*/ 0 w 1995808"/>
                  <a:gd name="connsiteY3" fmla="*/ 41456 h 266502"/>
                  <a:gd name="connsiteX4" fmla="*/ 41456 w 1995808"/>
                  <a:gd name="connsiteY4" fmla="*/ 0 h 266502"/>
                  <a:gd name="connsiteX5" fmla="*/ 1954352 w 1995808"/>
                  <a:gd name="connsiteY5" fmla="*/ 0 h 266502"/>
                  <a:gd name="connsiteX6" fmla="*/ 1995808 w 1995808"/>
                  <a:gd name="connsiteY6" fmla="*/ 41456 h 266502"/>
                  <a:gd name="connsiteX7" fmla="*/ 1995808 w 1995808"/>
                  <a:gd name="connsiteY7" fmla="*/ 225047 h 266502"/>
                  <a:gd name="connsiteX8" fmla="*/ 1954352 w 1995808"/>
                  <a:gd name="connsiteY8" fmla="*/ 266503 h 266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95808" h="266502">
                    <a:moveTo>
                      <a:pt x="1954352" y="266503"/>
                    </a:moveTo>
                    <a:lnTo>
                      <a:pt x="41456" y="266503"/>
                    </a:lnTo>
                    <a:cubicBezTo>
                      <a:pt x="18537" y="266503"/>
                      <a:pt x="0" y="247966"/>
                      <a:pt x="0" y="225047"/>
                    </a:cubicBezTo>
                    <a:lnTo>
                      <a:pt x="0" y="41456"/>
                    </a:lnTo>
                    <a:cubicBezTo>
                      <a:pt x="0" y="18536"/>
                      <a:pt x="18537" y="0"/>
                      <a:pt x="41456" y="0"/>
                    </a:cubicBezTo>
                    <a:lnTo>
                      <a:pt x="1954352" y="0"/>
                    </a:lnTo>
                    <a:cubicBezTo>
                      <a:pt x="1977272" y="0"/>
                      <a:pt x="1995808" y="18536"/>
                      <a:pt x="1995808" y="41456"/>
                    </a:cubicBezTo>
                    <a:lnTo>
                      <a:pt x="1995808" y="225047"/>
                    </a:lnTo>
                    <a:cubicBezTo>
                      <a:pt x="1995808" y="247966"/>
                      <a:pt x="1977272" y="266503"/>
                      <a:pt x="1954352" y="266503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" name="자유형: 도형 12">
                <a:extLst>
                  <a:ext uri="{FF2B5EF4-FFF2-40B4-BE49-F238E27FC236}">
                    <a16:creationId xmlns:a16="http://schemas.microsoft.com/office/drawing/2014/main" xmlns="" id="{8E2BBD06-6D16-444C-B882-A55D9646C844}"/>
                  </a:ext>
                </a:extLst>
              </p:cNvPr>
              <p:cNvSpPr/>
              <p:nvPr/>
            </p:nvSpPr>
            <p:spPr>
              <a:xfrm>
                <a:off x="29614" y="3521237"/>
                <a:ext cx="3898545" cy="2197165"/>
              </a:xfrm>
              <a:custGeom>
                <a:avLst/>
                <a:gdLst>
                  <a:gd name="connsiteX0" fmla="*/ 3757090 w 3898545"/>
                  <a:gd name="connsiteY0" fmla="*/ 2155769 h 2197165"/>
                  <a:gd name="connsiteX1" fmla="*/ 3798546 w 3898545"/>
                  <a:gd name="connsiteY1" fmla="*/ 2114313 h 2197165"/>
                  <a:gd name="connsiteX2" fmla="*/ 3886136 w 3898545"/>
                  <a:gd name="connsiteY2" fmla="*/ 2114313 h 2197165"/>
                  <a:gd name="connsiteX3" fmla="*/ 3891466 w 3898545"/>
                  <a:gd name="connsiteY3" fmla="*/ 2034007 h 2197165"/>
                  <a:gd name="connsiteX4" fmla="*/ 3039842 w 3898545"/>
                  <a:gd name="connsiteY4" fmla="*/ 175063 h 2197165"/>
                  <a:gd name="connsiteX5" fmla="*/ 2721046 w 3898545"/>
                  <a:gd name="connsiteY5" fmla="*/ 0 h 2197165"/>
                  <a:gd name="connsiteX6" fmla="*/ 177427 w 3898545"/>
                  <a:gd name="connsiteY6" fmla="*/ 0 h 2197165"/>
                  <a:gd name="connsiteX7" fmla="*/ 8286 w 3898545"/>
                  <a:gd name="connsiteY7" fmla="*/ 189513 h 2197165"/>
                  <a:gd name="connsiteX8" fmla="*/ 865003 w 3898545"/>
                  <a:gd name="connsiteY8" fmla="*/ 2010259 h 2197165"/>
                  <a:gd name="connsiteX9" fmla="*/ 1115338 w 3898545"/>
                  <a:gd name="connsiteY9" fmla="*/ 2197166 h 2197165"/>
                  <a:gd name="connsiteX10" fmla="*/ 3734229 w 3898545"/>
                  <a:gd name="connsiteY10" fmla="*/ 2197166 h 2197165"/>
                  <a:gd name="connsiteX11" fmla="*/ 3757090 w 3898545"/>
                  <a:gd name="connsiteY11" fmla="*/ 2196041 h 2197165"/>
                  <a:gd name="connsiteX12" fmla="*/ 3757090 w 3898545"/>
                  <a:gd name="connsiteY12" fmla="*/ 2155769 h 2197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98545" h="2197165">
                    <a:moveTo>
                      <a:pt x="3757090" y="2155769"/>
                    </a:moveTo>
                    <a:cubicBezTo>
                      <a:pt x="3757090" y="2132850"/>
                      <a:pt x="3775627" y="2114313"/>
                      <a:pt x="3798546" y="2114313"/>
                    </a:cubicBezTo>
                    <a:lnTo>
                      <a:pt x="3886136" y="2114313"/>
                    </a:lnTo>
                    <a:cubicBezTo>
                      <a:pt x="3901060" y="2083991"/>
                      <a:pt x="3902126" y="2052662"/>
                      <a:pt x="3891466" y="2034007"/>
                    </a:cubicBezTo>
                    <a:lnTo>
                      <a:pt x="3039842" y="175063"/>
                    </a:lnTo>
                    <a:cubicBezTo>
                      <a:pt x="2999571" y="69054"/>
                      <a:pt x="2890305" y="17293"/>
                      <a:pt x="2721046" y="0"/>
                    </a:cubicBezTo>
                    <a:lnTo>
                      <a:pt x="177427" y="0"/>
                    </a:lnTo>
                    <a:cubicBezTo>
                      <a:pt x="55665" y="0"/>
                      <a:pt x="-27247" y="106601"/>
                      <a:pt x="8286" y="189513"/>
                    </a:cubicBezTo>
                    <a:lnTo>
                      <a:pt x="865003" y="2010259"/>
                    </a:lnTo>
                    <a:cubicBezTo>
                      <a:pt x="893786" y="2099034"/>
                      <a:pt x="1050608" y="2197166"/>
                      <a:pt x="1115338" y="2197166"/>
                    </a:cubicBezTo>
                    <a:lnTo>
                      <a:pt x="3734229" y="2197166"/>
                    </a:lnTo>
                    <a:cubicBezTo>
                      <a:pt x="3742165" y="2197166"/>
                      <a:pt x="3749805" y="2196751"/>
                      <a:pt x="3757090" y="2196041"/>
                    </a:cubicBezTo>
                    <a:lnTo>
                      <a:pt x="3757090" y="2155769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xmlns="" id="{356C7C6D-2BB2-4A5F-A7DA-97A45B02AF3F}"/>
                  </a:ext>
                </a:extLst>
              </p:cNvPr>
              <p:cNvSpPr/>
              <p:nvPr/>
            </p:nvSpPr>
            <p:spPr>
              <a:xfrm>
                <a:off x="1608663" y="4426794"/>
                <a:ext cx="418619" cy="498496"/>
              </a:xfrm>
              <a:custGeom>
                <a:avLst/>
                <a:gdLst>
                  <a:gd name="connsiteX0" fmla="*/ 222800 w 418619"/>
                  <a:gd name="connsiteY0" fmla="*/ 498496 h 498496"/>
                  <a:gd name="connsiteX1" fmla="*/ 54192 w 418619"/>
                  <a:gd name="connsiteY1" fmla="*/ 395686 h 498496"/>
                  <a:gd name="connsiteX2" fmla="*/ 42229 w 418619"/>
                  <a:gd name="connsiteY2" fmla="*/ 78903 h 498496"/>
                  <a:gd name="connsiteX3" fmla="*/ 307962 w 418619"/>
                  <a:gd name="connsiteY3" fmla="*/ 45560 h 498496"/>
                  <a:gd name="connsiteX4" fmla="*/ 418472 w 418619"/>
                  <a:gd name="connsiteY4" fmla="*/ 268534 h 498496"/>
                  <a:gd name="connsiteX5" fmla="*/ 274738 w 418619"/>
                  <a:gd name="connsiteY5" fmla="*/ 493996 h 498496"/>
                  <a:gd name="connsiteX6" fmla="*/ 222800 w 418619"/>
                  <a:gd name="connsiteY6" fmla="*/ 498496 h 498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8619" h="498496">
                    <a:moveTo>
                      <a:pt x="222800" y="498496"/>
                    </a:moveTo>
                    <a:cubicBezTo>
                      <a:pt x="153805" y="495121"/>
                      <a:pt x="98669" y="455501"/>
                      <a:pt x="54192" y="395686"/>
                    </a:cubicBezTo>
                    <a:cubicBezTo>
                      <a:pt x="-12670" y="305904"/>
                      <a:pt x="-18829" y="169514"/>
                      <a:pt x="42229" y="78903"/>
                    </a:cubicBezTo>
                    <a:cubicBezTo>
                      <a:pt x="103999" y="-12715"/>
                      <a:pt x="220608" y="-25507"/>
                      <a:pt x="307962" y="45560"/>
                    </a:cubicBezTo>
                    <a:cubicBezTo>
                      <a:pt x="378437" y="102888"/>
                      <a:pt x="415570" y="179286"/>
                      <a:pt x="418472" y="268534"/>
                    </a:cubicBezTo>
                    <a:cubicBezTo>
                      <a:pt x="421314" y="357369"/>
                      <a:pt x="383471" y="465332"/>
                      <a:pt x="274738" y="493996"/>
                    </a:cubicBezTo>
                    <a:cubicBezTo>
                      <a:pt x="259932" y="497904"/>
                      <a:pt x="245482" y="496720"/>
                      <a:pt x="222800" y="498496"/>
                    </a:cubicBezTo>
                    <a:close/>
                  </a:path>
                </a:pathLst>
              </a:custGeom>
              <a:solidFill>
                <a:srgbClr val="FEFEFE"/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xmlns="" id="{B0873B15-0F38-4394-B42A-26527DE25AB1}"/>
                </a:ext>
              </a:extLst>
            </p:cNvPr>
            <p:cNvGrpSpPr/>
            <p:nvPr/>
          </p:nvGrpSpPr>
          <p:grpSpPr>
            <a:xfrm>
              <a:off x="5291056" y="5381468"/>
              <a:ext cx="2643896" cy="1475552"/>
              <a:chOff x="5291056" y="5381468"/>
              <a:chExt cx="2643896" cy="1475552"/>
            </a:xfrm>
          </p:grpSpPr>
          <p:sp>
            <p:nvSpPr>
              <p:cNvPr id="7" name="자유형: 도형 6">
                <a:extLst>
                  <a:ext uri="{FF2B5EF4-FFF2-40B4-BE49-F238E27FC236}">
                    <a16:creationId xmlns:a16="http://schemas.microsoft.com/office/drawing/2014/main" xmlns="" id="{797222BF-37B9-4A8B-9B67-DD6AF704F20B}"/>
                  </a:ext>
                </a:extLst>
              </p:cNvPr>
              <p:cNvSpPr/>
              <p:nvPr/>
            </p:nvSpPr>
            <p:spPr>
              <a:xfrm>
                <a:off x="5291056" y="5678278"/>
                <a:ext cx="2643896" cy="1178742"/>
              </a:xfrm>
              <a:custGeom>
                <a:avLst/>
                <a:gdLst>
                  <a:gd name="connsiteX0" fmla="*/ 2600794 w 2643896"/>
                  <a:gd name="connsiteY0" fmla="*/ 56470 h 1178742"/>
                  <a:gd name="connsiteX1" fmla="*/ 2603104 w 2643896"/>
                  <a:gd name="connsiteY1" fmla="*/ 356907 h 1178742"/>
                  <a:gd name="connsiteX2" fmla="*/ 2454692 w 2643896"/>
                  <a:gd name="connsiteY2" fmla="*/ 468897 h 1178742"/>
                  <a:gd name="connsiteX3" fmla="*/ 1180572 w 2643896"/>
                  <a:gd name="connsiteY3" fmla="*/ 1177617 h 1178742"/>
                  <a:gd name="connsiteX4" fmla="*/ 1103642 w 2643896"/>
                  <a:gd name="connsiteY4" fmla="*/ 1165713 h 1178742"/>
                  <a:gd name="connsiteX5" fmla="*/ 81752 w 2643896"/>
                  <a:gd name="connsiteY5" fmla="*/ 838447 h 1178742"/>
                  <a:gd name="connsiteX6" fmla="*/ 24010 w 2643896"/>
                  <a:gd name="connsiteY6" fmla="*/ 808185 h 1178742"/>
                  <a:gd name="connsiteX7" fmla="*/ 17555 w 2643896"/>
                  <a:gd name="connsiteY7" fmla="*/ 750916 h 1178742"/>
                  <a:gd name="connsiteX8" fmla="*/ 195223 w 2643896"/>
                  <a:gd name="connsiteY8" fmla="*/ 756838 h 1178742"/>
                  <a:gd name="connsiteX9" fmla="*/ 1119099 w 2643896"/>
                  <a:gd name="connsiteY9" fmla="*/ 1041108 h 1178742"/>
                  <a:gd name="connsiteX10" fmla="*/ 1154633 w 2643896"/>
                  <a:gd name="connsiteY10" fmla="*/ 1047030 h 1178742"/>
                  <a:gd name="connsiteX11" fmla="*/ 1184244 w 2643896"/>
                  <a:gd name="connsiteY11" fmla="*/ 1011496 h 1178742"/>
                  <a:gd name="connsiteX12" fmla="*/ 1136866 w 2643896"/>
                  <a:gd name="connsiteY12" fmla="*/ 685771 h 1178742"/>
                  <a:gd name="connsiteX13" fmla="*/ 17555 w 2643896"/>
                  <a:gd name="connsiteY13" fmla="*/ 348201 h 1178742"/>
                  <a:gd name="connsiteX14" fmla="*/ 17140 w 2643896"/>
                  <a:gd name="connsiteY14" fmla="*/ 276245 h 1178742"/>
                  <a:gd name="connsiteX15" fmla="*/ 17081 w 2643896"/>
                  <a:gd name="connsiteY15" fmla="*/ 276008 h 1178742"/>
                  <a:gd name="connsiteX16" fmla="*/ 112311 w 2643896"/>
                  <a:gd name="connsiteY16" fmla="*/ 306745 h 1178742"/>
                  <a:gd name="connsiteX17" fmla="*/ 1148710 w 2643896"/>
                  <a:gd name="connsiteY17" fmla="*/ 632470 h 1178742"/>
                  <a:gd name="connsiteX18" fmla="*/ 1225700 w 2643896"/>
                  <a:gd name="connsiteY18" fmla="*/ 632470 h 1178742"/>
                  <a:gd name="connsiteX19" fmla="*/ 2498990 w 2643896"/>
                  <a:gd name="connsiteY19" fmla="*/ 4709 h 1178742"/>
                  <a:gd name="connsiteX20" fmla="*/ 2600794 w 2643896"/>
                  <a:gd name="connsiteY20" fmla="*/ 56470 h 1178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643896" h="1178742">
                    <a:moveTo>
                      <a:pt x="2600794" y="56470"/>
                    </a:moveTo>
                    <a:cubicBezTo>
                      <a:pt x="2662445" y="133755"/>
                      <a:pt x="2653207" y="291702"/>
                      <a:pt x="2603104" y="356907"/>
                    </a:cubicBezTo>
                    <a:cubicBezTo>
                      <a:pt x="2565083" y="406417"/>
                      <a:pt x="2509117" y="438279"/>
                      <a:pt x="2454692" y="468897"/>
                    </a:cubicBezTo>
                    <a:cubicBezTo>
                      <a:pt x="2048068" y="697615"/>
                      <a:pt x="1200057" y="1174478"/>
                      <a:pt x="1180572" y="1177617"/>
                    </a:cubicBezTo>
                    <a:cubicBezTo>
                      <a:pt x="1154692" y="1181762"/>
                      <a:pt x="1128634" y="1173708"/>
                      <a:pt x="1103642" y="1165713"/>
                    </a:cubicBezTo>
                    <a:cubicBezTo>
                      <a:pt x="762992" y="1056624"/>
                      <a:pt x="422402" y="947536"/>
                      <a:pt x="81752" y="838447"/>
                    </a:cubicBezTo>
                    <a:cubicBezTo>
                      <a:pt x="60787" y="831755"/>
                      <a:pt x="38875" y="824412"/>
                      <a:pt x="24010" y="808185"/>
                    </a:cubicBezTo>
                    <a:cubicBezTo>
                      <a:pt x="9204" y="791958"/>
                      <a:pt x="2157" y="776737"/>
                      <a:pt x="17555" y="750916"/>
                    </a:cubicBezTo>
                    <a:cubicBezTo>
                      <a:pt x="53088" y="697615"/>
                      <a:pt x="135290" y="738183"/>
                      <a:pt x="195223" y="756838"/>
                    </a:cubicBezTo>
                    <a:cubicBezTo>
                      <a:pt x="498859" y="851240"/>
                      <a:pt x="815463" y="946707"/>
                      <a:pt x="1119099" y="1041108"/>
                    </a:cubicBezTo>
                    <a:cubicBezTo>
                      <a:pt x="1132720" y="1045313"/>
                      <a:pt x="1141722" y="1053071"/>
                      <a:pt x="1154633" y="1047030"/>
                    </a:cubicBezTo>
                    <a:cubicBezTo>
                      <a:pt x="1164937" y="1042233"/>
                      <a:pt x="1178499" y="1021268"/>
                      <a:pt x="1184244" y="1011496"/>
                    </a:cubicBezTo>
                    <a:cubicBezTo>
                      <a:pt x="1243467" y="910817"/>
                      <a:pt x="1213855" y="709460"/>
                      <a:pt x="1136866" y="685771"/>
                    </a:cubicBezTo>
                    <a:cubicBezTo>
                      <a:pt x="942200" y="625897"/>
                      <a:pt x="38875" y="359987"/>
                      <a:pt x="17555" y="348201"/>
                    </a:cubicBezTo>
                    <a:cubicBezTo>
                      <a:pt x="-5424" y="335527"/>
                      <a:pt x="-6134" y="294900"/>
                      <a:pt x="17140" y="276245"/>
                    </a:cubicBezTo>
                    <a:lnTo>
                      <a:pt x="17081" y="276008"/>
                    </a:lnTo>
                    <a:cubicBezTo>
                      <a:pt x="59011" y="288978"/>
                      <a:pt x="87319" y="298809"/>
                      <a:pt x="112311" y="306745"/>
                    </a:cubicBezTo>
                    <a:cubicBezTo>
                      <a:pt x="310530" y="369640"/>
                      <a:pt x="991829" y="582605"/>
                      <a:pt x="1148710" y="632470"/>
                    </a:cubicBezTo>
                    <a:cubicBezTo>
                      <a:pt x="1168846" y="638867"/>
                      <a:pt x="1207045" y="642242"/>
                      <a:pt x="1225700" y="632470"/>
                    </a:cubicBezTo>
                    <a:cubicBezTo>
                      <a:pt x="1445002" y="517578"/>
                      <a:pt x="2346254" y="79803"/>
                      <a:pt x="2498990" y="4709"/>
                    </a:cubicBezTo>
                    <a:cubicBezTo>
                      <a:pt x="2537485" y="-14242"/>
                      <a:pt x="2578349" y="28280"/>
                      <a:pt x="2600794" y="5647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" name="자유형: 도형 7">
                <a:extLst>
                  <a:ext uri="{FF2B5EF4-FFF2-40B4-BE49-F238E27FC236}">
                    <a16:creationId xmlns:a16="http://schemas.microsoft.com/office/drawing/2014/main" xmlns="" id="{C0B9103F-A533-465D-B444-36ACE3ECDA24}"/>
                  </a:ext>
                </a:extLst>
              </p:cNvPr>
              <p:cNvSpPr/>
              <p:nvPr/>
            </p:nvSpPr>
            <p:spPr>
              <a:xfrm>
                <a:off x="5305590" y="5381468"/>
                <a:ext cx="2490496" cy="938887"/>
              </a:xfrm>
              <a:custGeom>
                <a:avLst/>
                <a:gdLst>
                  <a:gd name="connsiteX0" fmla="*/ 1484064 w 2490496"/>
                  <a:gd name="connsiteY0" fmla="*/ 11920 h 938887"/>
                  <a:gd name="connsiteX1" fmla="*/ 1593982 w 2490496"/>
                  <a:gd name="connsiteY1" fmla="*/ 9137 h 938887"/>
                  <a:gd name="connsiteX2" fmla="*/ 2490497 w 2490496"/>
                  <a:gd name="connsiteY2" fmla="*/ 299388 h 938887"/>
                  <a:gd name="connsiteX3" fmla="*/ 2483923 w 2490496"/>
                  <a:gd name="connsiteY3" fmla="*/ 307028 h 938887"/>
                  <a:gd name="connsiteX4" fmla="*/ 1200269 w 2490496"/>
                  <a:gd name="connsiteY4" fmla="*/ 931413 h 938887"/>
                  <a:gd name="connsiteX5" fmla="*/ 1149574 w 2490496"/>
                  <a:gd name="connsiteY5" fmla="*/ 935203 h 938887"/>
                  <a:gd name="connsiteX6" fmla="*/ 0 w 2490496"/>
                  <a:gd name="connsiteY6" fmla="*/ 571812 h 938887"/>
                  <a:gd name="connsiteX7" fmla="*/ 1484064 w 2490496"/>
                  <a:gd name="connsiteY7" fmla="*/ 11920 h 93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90496" h="938887">
                    <a:moveTo>
                      <a:pt x="1484064" y="11920"/>
                    </a:moveTo>
                    <a:cubicBezTo>
                      <a:pt x="1522440" y="-3537"/>
                      <a:pt x="1555842" y="-3419"/>
                      <a:pt x="1593982" y="9137"/>
                    </a:cubicBezTo>
                    <a:cubicBezTo>
                      <a:pt x="1749974" y="60364"/>
                      <a:pt x="2487654" y="302645"/>
                      <a:pt x="2490497" y="299388"/>
                    </a:cubicBezTo>
                    <a:cubicBezTo>
                      <a:pt x="2488305" y="301934"/>
                      <a:pt x="2486943" y="305547"/>
                      <a:pt x="2483923" y="307028"/>
                    </a:cubicBezTo>
                    <a:cubicBezTo>
                      <a:pt x="2383836" y="354761"/>
                      <a:pt x="1229821" y="931413"/>
                      <a:pt x="1200269" y="931413"/>
                    </a:cubicBezTo>
                    <a:cubicBezTo>
                      <a:pt x="1183153" y="939942"/>
                      <a:pt x="1167873" y="941126"/>
                      <a:pt x="1149574" y="935203"/>
                    </a:cubicBezTo>
                    <a:cubicBezTo>
                      <a:pt x="987659" y="883265"/>
                      <a:pt x="220486" y="643531"/>
                      <a:pt x="0" y="571812"/>
                    </a:cubicBezTo>
                    <a:cubicBezTo>
                      <a:pt x="17412" y="577498"/>
                      <a:pt x="1378174" y="47217"/>
                      <a:pt x="1484064" y="119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9" name="자유형: 도형 8">
                <a:extLst>
                  <a:ext uri="{FF2B5EF4-FFF2-40B4-BE49-F238E27FC236}">
                    <a16:creationId xmlns:a16="http://schemas.microsoft.com/office/drawing/2014/main" xmlns="" id="{240260E1-356B-454D-A53B-D10AD8D2555B}"/>
                  </a:ext>
                </a:extLst>
              </p:cNvPr>
              <p:cNvSpPr/>
              <p:nvPr/>
            </p:nvSpPr>
            <p:spPr>
              <a:xfrm>
                <a:off x="5914697" y="5779540"/>
                <a:ext cx="820354" cy="286351"/>
              </a:xfrm>
              <a:custGeom>
                <a:avLst/>
                <a:gdLst>
                  <a:gd name="connsiteX0" fmla="*/ 642805 w 820354"/>
                  <a:gd name="connsiteY0" fmla="*/ 279808 h 286351"/>
                  <a:gd name="connsiteX1" fmla="*/ 609403 w 820354"/>
                  <a:gd name="connsiteY1" fmla="*/ 280933 h 286351"/>
                  <a:gd name="connsiteX2" fmla="*/ 245656 w 820354"/>
                  <a:gd name="connsiteY2" fmla="*/ 169891 h 286351"/>
                  <a:gd name="connsiteX3" fmla="*/ 0 w 820354"/>
                  <a:gd name="connsiteY3" fmla="*/ 96336 h 286351"/>
                  <a:gd name="connsiteX4" fmla="*/ 197982 w 820354"/>
                  <a:gd name="connsiteY4" fmla="*/ 2053 h 286351"/>
                  <a:gd name="connsiteX5" fmla="*/ 217585 w 820354"/>
                  <a:gd name="connsiteY5" fmla="*/ 2112 h 286351"/>
                  <a:gd name="connsiteX6" fmla="*/ 814254 w 820354"/>
                  <a:gd name="connsiteY6" fmla="*/ 180787 h 286351"/>
                  <a:gd name="connsiteX7" fmla="*/ 820354 w 820354"/>
                  <a:gd name="connsiteY7" fmla="*/ 184341 h 286351"/>
                  <a:gd name="connsiteX8" fmla="*/ 642805 w 820354"/>
                  <a:gd name="connsiteY8" fmla="*/ 279808 h 286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0354" h="286351">
                    <a:moveTo>
                      <a:pt x="642805" y="279808"/>
                    </a:moveTo>
                    <a:cubicBezTo>
                      <a:pt x="625867" y="288336"/>
                      <a:pt x="631789" y="288336"/>
                      <a:pt x="609403" y="280933"/>
                    </a:cubicBezTo>
                    <a:cubicBezTo>
                      <a:pt x="488174" y="243919"/>
                      <a:pt x="366945" y="206727"/>
                      <a:pt x="245656" y="169891"/>
                    </a:cubicBezTo>
                    <a:cubicBezTo>
                      <a:pt x="165646" y="145609"/>
                      <a:pt x="85518" y="121920"/>
                      <a:pt x="0" y="96336"/>
                    </a:cubicBezTo>
                    <a:cubicBezTo>
                      <a:pt x="69173" y="63467"/>
                      <a:pt x="133666" y="32967"/>
                      <a:pt x="197982" y="2053"/>
                    </a:cubicBezTo>
                    <a:cubicBezTo>
                      <a:pt x="205089" y="-1382"/>
                      <a:pt x="210715" y="99"/>
                      <a:pt x="217585" y="2112"/>
                    </a:cubicBezTo>
                    <a:cubicBezTo>
                      <a:pt x="416455" y="61809"/>
                      <a:pt x="615325" y="121209"/>
                      <a:pt x="814254" y="180787"/>
                    </a:cubicBezTo>
                    <a:cubicBezTo>
                      <a:pt x="815913" y="181261"/>
                      <a:pt x="817334" y="182564"/>
                      <a:pt x="820354" y="184341"/>
                    </a:cubicBezTo>
                    <a:cubicBezTo>
                      <a:pt x="813781" y="189197"/>
                      <a:pt x="663770" y="266838"/>
                      <a:pt x="642805" y="279808"/>
                    </a:cubicBezTo>
                    <a:close/>
                  </a:path>
                </a:pathLst>
              </a:custGeom>
              <a:solidFill>
                <a:srgbClr val="FEFEFB"/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xmlns="" id="{85394964-B530-41C8-87A4-4C0ED1BA1118}"/>
                  </a:ext>
                </a:extLst>
              </p:cNvPr>
              <p:cNvSpPr/>
              <p:nvPr/>
            </p:nvSpPr>
            <p:spPr>
              <a:xfrm>
                <a:off x="5391404" y="6056032"/>
                <a:ext cx="1120349" cy="674893"/>
              </a:xfrm>
              <a:custGeom>
                <a:avLst/>
                <a:gdLst>
                  <a:gd name="connsiteX0" fmla="*/ 237 w 1120349"/>
                  <a:gd name="connsiteY0" fmla="*/ 0 h 674893"/>
                  <a:gd name="connsiteX1" fmla="*/ 510619 w 1120349"/>
                  <a:gd name="connsiteY1" fmla="*/ 148531 h 674893"/>
                  <a:gd name="connsiteX2" fmla="*/ 1037287 w 1120349"/>
                  <a:gd name="connsiteY2" fmla="*/ 309025 h 674893"/>
                  <a:gd name="connsiteX3" fmla="*/ 1073235 w 1120349"/>
                  <a:gd name="connsiteY3" fmla="*/ 336326 h 674893"/>
                  <a:gd name="connsiteX4" fmla="*/ 1072762 w 1120349"/>
                  <a:gd name="connsiteY4" fmla="*/ 658439 h 674893"/>
                  <a:gd name="connsiteX5" fmla="*/ 1037702 w 1120349"/>
                  <a:gd name="connsiteY5" fmla="*/ 672653 h 674893"/>
                  <a:gd name="connsiteX6" fmla="*/ 8173 w 1120349"/>
                  <a:gd name="connsiteY6" fmla="*/ 353027 h 674893"/>
                  <a:gd name="connsiteX7" fmla="*/ 0 w 1120349"/>
                  <a:gd name="connsiteY7" fmla="*/ 349592 h 674893"/>
                  <a:gd name="connsiteX8" fmla="*/ 237 w 1120349"/>
                  <a:gd name="connsiteY8" fmla="*/ 0 h 674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20349" h="674893">
                    <a:moveTo>
                      <a:pt x="237" y="0"/>
                    </a:moveTo>
                    <a:cubicBezTo>
                      <a:pt x="170325" y="51405"/>
                      <a:pt x="340650" y="96888"/>
                      <a:pt x="510619" y="148531"/>
                    </a:cubicBezTo>
                    <a:cubicBezTo>
                      <a:pt x="686215" y="201891"/>
                      <a:pt x="861692" y="255724"/>
                      <a:pt x="1037287" y="309025"/>
                    </a:cubicBezTo>
                    <a:cubicBezTo>
                      <a:pt x="1053100" y="313821"/>
                      <a:pt x="1064589" y="321639"/>
                      <a:pt x="1073235" y="336326"/>
                    </a:cubicBezTo>
                    <a:cubicBezTo>
                      <a:pt x="1136782" y="443934"/>
                      <a:pt x="1135479" y="551009"/>
                      <a:pt x="1072762" y="658439"/>
                    </a:cubicBezTo>
                    <a:cubicBezTo>
                      <a:pt x="1064175" y="673067"/>
                      <a:pt x="1055884" y="678338"/>
                      <a:pt x="1037702" y="672653"/>
                    </a:cubicBezTo>
                    <a:cubicBezTo>
                      <a:pt x="694684" y="565637"/>
                      <a:pt x="351369" y="459451"/>
                      <a:pt x="8173" y="353027"/>
                    </a:cubicBezTo>
                    <a:cubicBezTo>
                      <a:pt x="5389" y="352139"/>
                      <a:pt x="2724" y="350776"/>
                      <a:pt x="0" y="349592"/>
                    </a:cubicBezTo>
                    <a:cubicBezTo>
                      <a:pt x="178" y="231146"/>
                      <a:pt x="59" y="118445"/>
                      <a:pt x="237" y="0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59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xmlns="" id="{BAE3C721-2837-42E9-97AF-BD7D57EECA02}"/>
              </a:ext>
            </a:extLst>
          </p:cNvPr>
          <p:cNvGrpSpPr/>
          <p:nvPr/>
        </p:nvGrpSpPr>
        <p:grpSpPr>
          <a:xfrm>
            <a:off x="5175556" y="1727152"/>
            <a:ext cx="3088492" cy="4166294"/>
            <a:chOff x="4627391" y="760813"/>
            <a:chExt cx="2773533" cy="3741423"/>
          </a:xfrm>
        </p:grpSpPr>
        <p:sp>
          <p:nvSpPr>
            <p:cNvPr id="23" name="Freeform: Shape 134">
              <a:extLst>
                <a:ext uri="{FF2B5EF4-FFF2-40B4-BE49-F238E27FC236}">
                  <a16:creationId xmlns:a16="http://schemas.microsoft.com/office/drawing/2014/main" xmlns="" id="{5684C29E-539E-4B64-8D66-8FEB4E365A7E}"/>
                </a:ext>
              </a:extLst>
            </p:cNvPr>
            <p:cNvSpPr/>
            <p:nvPr/>
          </p:nvSpPr>
          <p:spPr>
            <a:xfrm>
              <a:off x="6892581" y="760813"/>
              <a:ext cx="203338" cy="81335"/>
            </a:xfrm>
            <a:custGeom>
              <a:avLst/>
              <a:gdLst>
                <a:gd name="connsiteX0" fmla="*/ 45244 w 47625"/>
                <a:gd name="connsiteY0" fmla="*/ 13811 h 19050"/>
                <a:gd name="connsiteX1" fmla="*/ 45244 w 47625"/>
                <a:gd name="connsiteY1" fmla="*/ 13811 h 19050"/>
                <a:gd name="connsiteX2" fmla="*/ 38576 w 47625"/>
                <a:gd name="connsiteY2" fmla="*/ 20479 h 19050"/>
                <a:gd name="connsiteX3" fmla="*/ 13811 w 47625"/>
                <a:gd name="connsiteY3" fmla="*/ 20479 h 19050"/>
                <a:gd name="connsiteX4" fmla="*/ 7144 w 47625"/>
                <a:gd name="connsiteY4" fmla="*/ 13811 h 19050"/>
                <a:gd name="connsiteX5" fmla="*/ 7144 w 47625"/>
                <a:gd name="connsiteY5" fmla="*/ 13811 h 19050"/>
                <a:gd name="connsiteX6" fmla="*/ 13811 w 47625"/>
                <a:gd name="connsiteY6" fmla="*/ 7144 h 19050"/>
                <a:gd name="connsiteX7" fmla="*/ 38576 w 47625"/>
                <a:gd name="connsiteY7" fmla="*/ 7144 h 19050"/>
                <a:gd name="connsiteX8" fmla="*/ 45244 w 47625"/>
                <a:gd name="connsiteY8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19050">
                  <a:moveTo>
                    <a:pt x="45244" y="13811"/>
                  </a:moveTo>
                  <a:lnTo>
                    <a:pt x="45244" y="13811"/>
                  </a:lnTo>
                  <a:cubicBezTo>
                    <a:pt x="45244" y="17621"/>
                    <a:pt x="42386" y="20479"/>
                    <a:pt x="38576" y="20479"/>
                  </a:cubicBezTo>
                  <a:lnTo>
                    <a:pt x="13811" y="20479"/>
                  </a:lnTo>
                  <a:cubicBezTo>
                    <a:pt x="10001" y="20479"/>
                    <a:pt x="7144" y="17621"/>
                    <a:pt x="7144" y="13811"/>
                  </a:cubicBezTo>
                  <a:lnTo>
                    <a:pt x="7144" y="13811"/>
                  </a:lnTo>
                  <a:cubicBezTo>
                    <a:pt x="7144" y="10001"/>
                    <a:pt x="10001" y="7144"/>
                    <a:pt x="13811" y="7144"/>
                  </a:cubicBezTo>
                  <a:lnTo>
                    <a:pt x="38576" y="7144"/>
                  </a:lnTo>
                  <a:cubicBezTo>
                    <a:pt x="42386" y="8096"/>
                    <a:pt x="45244" y="10954"/>
                    <a:pt x="45244" y="13811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135">
              <a:extLst>
                <a:ext uri="{FF2B5EF4-FFF2-40B4-BE49-F238E27FC236}">
                  <a16:creationId xmlns:a16="http://schemas.microsoft.com/office/drawing/2014/main" xmlns="" id="{8AD5F43E-DC76-48B2-AF65-A4CF695B141C}"/>
                </a:ext>
              </a:extLst>
            </p:cNvPr>
            <p:cNvSpPr/>
            <p:nvPr/>
          </p:nvSpPr>
          <p:spPr>
            <a:xfrm>
              <a:off x="7319589" y="1374892"/>
              <a:ext cx="81335" cy="203338"/>
            </a:xfrm>
            <a:custGeom>
              <a:avLst/>
              <a:gdLst>
                <a:gd name="connsiteX0" fmla="*/ 13811 w 19050"/>
                <a:gd name="connsiteY0" fmla="*/ 45244 h 47625"/>
                <a:gd name="connsiteX1" fmla="*/ 13811 w 19050"/>
                <a:gd name="connsiteY1" fmla="*/ 45244 h 47625"/>
                <a:gd name="connsiteX2" fmla="*/ 7144 w 19050"/>
                <a:gd name="connsiteY2" fmla="*/ 38576 h 47625"/>
                <a:gd name="connsiteX3" fmla="*/ 7144 w 19050"/>
                <a:gd name="connsiteY3" fmla="*/ 13811 h 47625"/>
                <a:gd name="connsiteX4" fmla="*/ 13811 w 19050"/>
                <a:gd name="connsiteY4" fmla="*/ 7144 h 47625"/>
                <a:gd name="connsiteX5" fmla="*/ 13811 w 19050"/>
                <a:gd name="connsiteY5" fmla="*/ 7144 h 47625"/>
                <a:gd name="connsiteX6" fmla="*/ 20479 w 19050"/>
                <a:gd name="connsiteY6" fmla="*/ 13811 h 47625"/>
                <a:gd name="connsiteX7" fmla="*/ 20479 w 19050"/>
                <a:gd name="connsiteY7" fmla="*/ 38576 h 47625"/>
                <a:gd name="connsiteX8" fmla="*/ 13811 w 19050"/>
                <a:gd name="connsiteY8" fmla="*/ 4524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47625">
                  <a:moveTo>
                    <a:pt x="13811" y="45244"/>
                  </a:moveTo>
                  <a:lnTo>
                    <a:pt x="13811" y="45244"/>
                  </a:lnTo>
                  <a:cubicBezTo>
                    <a:pt x="10001" y="45244"/>
                    <a:pt x="7144" y="42386"/>
                    <a:pt x="7144" y="38576"/>
                  </a:cubicBezTo>
                  <a:lnTo>
                    <a:pt x="7144" y="13811"/>
                  </a:lnTo>
                  <a:cubicBezTo>
                    <a:pt x="7144" y="10001"/>
                    <a:pt x="10001" y="7144"/>
                    <a:pt x="13811" y="7144"/>
                  </a:cubicBezTo>
                  <a:lnTo>
                    <a:pt x="13811" y="7144"/>
                  </a:lnTo>
                  <a:cubicBezTo>
                    <a:pt x="17621" y="7144"/>
                    <a:pt x="20479" y="10001"/>
                    <a:pt x="20479" y="13811"/>
                  </a:cubicBezTo>
                  <a:lnTo>
                    <a:pt x="20479" y="38576"/>
                  </a:lnTo>
                  <a:cubicBezTo>
                    <a:pt x="20479" y="42386"/>
                    <a:pt x="17621" y="45244"/>
                    <a:pt x="13811" y="452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36">
              <a:extLst>
                <a:ext uri="{FF2B5EF4-FFF2-40B4-BE49-F238E27FC236}">
                  <a16:creationId xmlns:a16="http://schemas.microsoft.com/office/drawing/2014/main" xmlns="" id="{B822259D-0108-4730-A8CC-99BC2046C14A}"/>
                </a:ext>
              </a:extLst>
            </p:cNvPr>
            <p:cNvSpPr/>
            <p:nvPr/>
          </p:nvSpPr>
          <p:spPr>
            <a:xfrm>
              <a:off x="7319589" y="1195954"/>
              <a:ext cx="81335" cy="203338"/>
            </a:xfrm>
            <a:custGeom>
              <a:avLst/>
              <a:gdLst>
                <a:gd name="connsiteX0" fmla="*/ 13811 w 19050"/>
                <a:gd name="connsiteY0" fmla="*/ 45244 h 47625"/>
                <a:gd name="connsiteX1" fmla="*/ 13811 w 19050"/>
                <a:gd name="connsiteY1" fmla="*/ 45244 h 47625"/>
                <a:gd name="connsiteX2" fmla="*/ 7144 w 19050"/>
                <a:gd name="connsiteY2" fmla="*/ 38576 h 47625"/>
                <a:gd name="connsiteX3" fmla="*/ 7144 w 19050"/>
                <a:gd name="connsiteY3" fmla="*/ 13811 h 47625"/>
                <a:gd name="connsiteX4" fmla="*/ 13811 w 19050"/>
                <a:gd name="connsiteY4" fmla="*/ 7144 h 47625"/>
                <a:gd name="connsiteX5" fmla="*/ 13811 w 19050"/>
                <a:gd name="connsiteY5" fmla="*/ 7144 h 47625"/>
                <a:gd name="connsiteX6" fmla="*/ 20479 w 19050"/>
                <a:gd name="connsiteY6" fmla="*/ 13811 h 47625"/>
                <a:gd name="connsiteX7" fmla="*/ 20479 w 19050"/>
                <a:gd name="connsiteY7" fmla="*/ 38576 h 47625"/>
                <a:gd name="connsiteX8" fmla="*/ 13811 w 19050"/>
                <a:gd name="connsiteY8" fmla="*/ 4524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47625">
                  <a:moveTo>
                    <a:pt x="13811" y="45244"/>
                  </a:moveTo>
                  <a:lnTo>
                    <a:pt x="13811" y="45244"/>
                  </a:lnTo>
                  <a:cubicBezTo>
                    <a:pt x="10001" y="45244"/>
                    <a:pt x="7144" y="42386"/>
                    <a:pt x="7144" y="38576"/>
                  </a:cubicBezTo>
                  <a:lnTo>
                    <a:pt x="7144" y="13811"/>
                  </a:lnTo>
                  <a:cubicBezTo>
                    <a:pt x="7144" y="10001"/>
                    <a:pt x="10001" y="7144"/>
                    <a:pt x="13811" y="7144"/>
                  </a:cubicBezTo>
                  <a:lnTo>
                    <a:pt x="13811" y="7144"/>
                  </a:lnTo>
                  <a:cubicBezTo>
                    <a:pt x="17621" y="7144"/>
                    <a:pt x="20479" y="10001"/>
                    <a:pt x="20479" y="13811"/>
                  </a:cubicBezTo>
                  <a:lnTo>
                    <a:pt x="20479" y="38576"/>
                  </a:lnTo>
                  <a:cubicBezTo>
                    <a:pt x="20479" y="42386"/>
                    <a:pt x="17621" y="45244"/>
                    <a:pt x="13811" y="452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137">
              <a:extLst>
                <a:ext uri="{FF2B5EF4-FFF2-40B4-BE49-F238E27FC236}">
                  <a16:creationId xmlns:a16="http://schemas.microsoft.com/office/drawing/2014/main" xmlns="" id="{66B6B14D-FB4F-43F1-85F1-E8072E8DA97B}"/>
                </a:ext>
              </a:extLst>
            </p:cNvPr>
            <p:cNvSpPr/>
            <p:nvPr/>
          </p:nvSpPr>
          <p:spPr>
            <a:xfrm>
              <a:off x="4627391" y="789278"/>
              <a:ext cx="2765399" cy="3700756"/>
            </a:xfrm>
            <a:custGeom>
              <a:avLst/>
              <a:gdLst>
                <a:gd name="connsiteX0" fmla="*/ 611029 w 647700"/>
                <a:gd name="connsiteY0" fmla="*/ 7144 h 866775"/>
                <a:gd name="connsiteX1" fmla="*/ 40481 w 647700"/>
                <a:gd name="connsiteY1" fmla="*/ 7144 h 866775"/>
                <a:gd name="connsiteX2" fmla="*/ 7144 w 647700"/>
                <a:gd name="connsiteY2" fmla="*/ 41434 h 866775"/>
                <a:gd name="connsiteX3" fmla="*/ 7144 w 647700"/>
                <a:gd name="connsiteY3" fmla="*/ 831056 h 866775"/>
                <a:gd name="connsiteX4" fmla="*/ 40481 w 647700"/>
                <a:gd name="connsiteY4" fmla="*/ 865346 h 866775"/>
                <a:gd name="connsiteX5" fmla="*/ 611029 w 647700"/>
                <a:gd name="connsiteY5" fmla="*/ 865346 h 866775"/>
                <a:gd name="connsiteX6" fmla="*/ 644366 w 647700"/>
                <a:gd name="connsiteY6" fmla="*/ 831056 h 866775"/>
                <a:gd name="connsiteX7" fmla="*/ 644366 w 647700"/>
                <a:gd name="connsiteY7" fmla="*/ 41434 h 866775"/>
                <a:gd name="connsiteX8" fmla="*/ 611029 w 647700"/>
                <a:gd name="connsiteY8" fmla="*/ 7144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7700" h="866775">
                  <a:moveTo>
                    <a:pt x="611029" y="7144"/>
                  </a:moveTo>
                  <a:lnTo>
                    <a:pt x="40481" y="7144"/>
                  </a:lnTo>
                  <a:cubicBezTo>
                    <a:pt x="22384" y="7144"/>
                    <a:pt x="7144" y="22384"/>
                    <a:pt x="7144" y="41434"/>
                  </a:cubicBezTo>
                  <a:lnTo>
                    <a:pt x="7144" y="831056"/>
                  </a:lnTo>
                  <a:cubicBezTo>
                    <a:pt x="7144" y="850106"/>
                    <a:pt x="22384" y="865346"/>
                    <a:pt x="40481" y="865346"/>
                  </a:cubicBezTo>
                  <a:lnTo>
                    <a:pt x="611029" y="865346"/>
                  </a:lnTo>
                  <a:cubicBezTo>
                    <a:pt x="629126" y="865346"/>
                    <a:pt x="644366" y="850106"/>
                    <a:pt x="644366" y="831056"/>
                  </a:cubicBezTo>
                  <a:lnTo>
                    <a:pt x="644366" y="41434"/>
                  </a:lnTo>
                  <a:cubicBezTo>
                    <a:pt x="644366" y="23336"/>
                    <a:pt x="629126" y="7144"/>
                    <a:pt x="611029" y="71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138">
              <a:extLst>
                <a:ext uri="{FF2B5EF4-FFF2-40B4-BE49-F238E27FC236}">
                  <a16:creationId xmlns:a16="http://schemas.microsoft.com/office/drawing/2014/main" xmlns="" id="{64FA5F4F-0590-4B1F-BB6C-706E101DA4B5}"/>
                </a:ext>
              </a:extLst>
            </p:cNvPr>
            <p:cNvSpPr/>
            <p:nvPr/>
          </p:nvSpPr>
          <p:spPr>
            <a:xfrm>
              <a:off x="4639593" y="801480"/>
              <a:ext cx="2724732" cy="3700756"/>
            </a:xfrm>
            <a:custGeom>
              <a:avLst/>
              <a:gdLst>
                <a:gd name="connsiteX0" fmla="*/ 605314 w 638175"/>
                <a:gd name="connsiteY0" fmla="*/ 7144 h 866775"/>
                <a:gd name="connsiteX1" fmla="*/ 40481 w 638175"/>
                <a:gd name="connsiteY1" fmla="*/ 7144 h 866775"/>
                <a:gd name="connsiteX2" fmla="*/ 7144 w 638175"/>
                <a:gd name="connsiteY2" fmla="*/ 41434 h 866775"/>
                <a:gd name="connsiteX3" fmla="*/ 7144 w 638175"/>
                <a:gd name="connsiteY3" fmla="*/ 826294 h 866775"/>
                <a:gd name="connsiteX4" fmla="*/ 40481 w 638175"/>
                <a:gd name="connsiteY4" fmla="*/ 860584 h 866775"/>
                <a:gd name="connsiteX5" fmla="*/ 604361 w 638175"/>
                <a:gd name="connsiteY5" fmla="*/ 860584 h 866775"/>
                <a:gd name="connsiteX6" fmla="*/ 637699 w 638175"/>
                <a:gd name="connsiteY6" fmla="*/ 826294 h 866775"/>
                <a:gd name="connsiteX7" fmla="*/ 637699 w 638175"/>
                <a:gd name="connsiteY7" fmla="*/ 41434 h 866775"/>
                <a:gd name="connsiteX8" fmla="*/ 605314 w 638175"/>
                <a:gd name="connsiteY8" fmla="*/ 7144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8175" h="866775">
                  <a:moveTo>
                    <a:pt x="605314" y="7144"/>
                  </a:moveTo>
                  <a:lnTo>
                    <a:pt x="40481" y="7144"/>
                  </a:lnTo>
                  <a:cubicBezTo>
                    <a:pt x="22384" y="7144"/>
                    <a:pt x="7144" y="22384"/>
                    <a:pt x="7144" y="41434"/>
                  </a:cubicBezTo>
                  <a:lnTo>
                    <a:pt x="7144" y="826294"/>
                  </a:lnTo>
                  <a:cubicBezTo>
                    <a:pt x="7144" y="845344"/>
                    <a:pt x="22384" y="860584"/>
                    <a:pt x="40481" y="860584"/>
                  </a:cubicBezTo>
                  <a:lnTo>
                    <a:pt x="604361" y="860584"/>
                  </a:lnTo>
                  <a:cubicBezTo>
                    <a:pt x="622459" y="860584"/>
                    <a:pt x="637699" y="845344"/>
                    <a:pt x="637699" y="826294"/>
                  </a:cubicBezTo>
                  <a:lnTo>
                    <a:pt x="637699" y="41434"/>
                  </a:lnTo>
                  <a:cubicBezTo>
                    <a:pt x="637699" y="22384"/>
                    <a:pt x="623411" y="7144"/>
                    <a:pt x="605314" y="7144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xmlns="" id="{A7CBEA9F-84E2-40E1-81B2-7A56551ED199}"/>
                </a:ext>
              </a:extLst>
            </p:cNvPr>
            <p:cNvGrpSpPr/>
            <p:nvPr userDrawn="1"/>
          </p:nvGrpSpPr>
          <p:grpSpPr>
            <a:xfrm>
              <a:off x="4800601" y="1009650"/>
              <a:ext cx="2435248" cy="3163175"/>
              <a:chOff x="4920198" y="1122752"/>
              <a:chExt cx="2196053" cy="3050073"/>
            </a:xfrm>
          </p:grpSpPr>
          <p:sp>
            <p:nvSpPr>
              <p:cNvPr id="32" name="Freeform: Shape 139">
                <a:extLst>
                  <a:ext uri="{FF2B5EF4-FFF2-40B4-BE49-F238E27FC236}">
                    <a16:creationId xmlns:a16="http://schemas.microsoft.com/office/drawing/2014/main" xmlns="" id="{314B293E-39F4-422A-A8F7-5E03C3F889F4}"/>
                  </a:ext>
                </a:extLst>
              </p:cNvPr>
              <p:cNvSpPr/>
              <p:nvPr/>
            </p:nvSpPr>
            <p:spPr>
              <a:xfrm>
                <a:off x="4920198" y="1122752"/>
                <a:ext cx="2196053" cy="3050073"/>
              </a:xfrm>
              <a:custGeom>
                <a:avLst/>
                <a:gdLst>
                  <a:gd name="connsiteX0" fmla="*/ 7144 w 514350"/>
                  <a:gd name="connsiteY0" fmla="*/ 7144 h 714375"/>
                  <a:gd name="connsiteX1" fmla="*/ 508159 w 514350"/>
                  <a:gd name="connsiteY1" fmla="*/ 7144 h 714375"/>
                  <a:gd name="connsiteX2" fmla="*/ 508159 w 514350"/>
                  <a:gd name="connsiteY2" fmla="*/ 711041 h 714375"/>
                  <a:gd name="connsiteX3" fmla="*/ 7144 w 514350"/>
                  <a:gd name="connsiteY3" fmla="*/ 711041 h 714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4350" h="714375">
                    <a:moveTo>
                      <a:pt x="7144" y="7144"/>
                    </a:moveTo>
                    <a:lnTo>
                      <a:pt x="508159" y="7144"/>
                    </a:lnTo>
                    <a:lnTo>
                      <a:pt x="508159" y="711041"/>
                    </a:lnTo>
                    <a:lnTo>
                      <a:pt x="7144" y="711041"/>
                    </a:lnTo>
                    <a:close/>
                  </a:path>
                </a:pathLst>
              </a:custGeom>
              <a:solidFill>
                <a:srgbClr val="F2F2F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" name="Freeform: Shape 140">
                <a:extLst>
                  <a:ext uri="{FF2B5EF4-FFF2-40B4-BE49-F238E27FC236}">
                    <a16:creationId xmlns:a16="http://schemas.microsoft.com/office/drawing/2014/main" xmlns="" id="{C73E0658-A602-4107-AD28-6EC1319B06DC}"/>
                  </a:ext>
                </a:extLst>
              </p:cNvPr>
              <p:cNvSpPr/>
              <p:nvPr/>
            </p:nvSpPr>
            <p:spPr>
              <a:xfrm>
                <a:off x="5650008" y="1151663"/>
                <a:ext cx="1446222" cy="3011495"/>
              </a:xfrm>
              <a:custGeom>
                <a:avLst/>
                <a:gdLst>
                  <a:gd name="connsiteX0" fmla="*/ 614149 w 1119116"/>
                  <a:gd name="connsiteY0" fmla="*/ 0 h 2330356"/>
                  <a:gd name="connsiteX1" fmla="*/ 1115704 w 1119116"/>
                  <a:gd name="connsiteY1" fmla="*/ 6824 h 2330356"/>
                  <a:gd name="connsiteX2" fmla="*/ 1119116 w 1119116"/>
                  <a:gd name="connsiteY2" fmla="*/ 2330356 h 2330356"/>
                  <a:gd name="connsiteX3" fmla="*/ 0 w 1119116"/>
                  <a:gd name="connsiteY3" fmla="*/ 2330356 h 2330356"/>
                  <a:gd name="connsiteX4" fmla="*/ 614149 w 1119116"/>
                  <a:gd name="connsiteY4" fmla="*/ 0 h 2330356"/>
                  <a:gd name="connsiteX0" fmla="*/ 614149 w 1119116"/>
                  <a:gd name="connsiteY0" fmla="*/ 0 h 2330356"/>
                  <a:gd name="connsiteX1" fmla="*/ 1115704 w 1119116"/>
                  <a:gd name="connsiteY1" fmla="*/ 3412 h 2330356"/>
                  <a:gd name="connsiteX2" fmla="*/ 1119116 w 1119116"/>
                  <a:gd name="connsiteY2" fmla="*/ 2330356 h 2330356"/>
                  <a:gd name="connsiteX3" fmla="*/ 0 w 1119116"/>
                  <a:gd name="connsiteY3" fmla="*/ 2330356 h 2330356"/>
                  <a:gd name="connsiteX4" fmla="*/ 614149 w 1119116"/>
                  <a:gd name="connsiteY4" fmla="*/ 0 h 2330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9116" h="2330356">
                    <a:moveTo>
                      <a:pt x="614149" y="0"/>
                    </a:moveTo>
                    <a:lnTo>
                      <a:pt x="1115704" y="3412"/>
                    </a:lnTo>
                    <a:cubicBezTo>
                      <a:pt x="1116841" y="777923"/>
                      <a:pt x="1117979" y="1555845"/>
                      <a:pt x="1119116" y="2330356"/>
                    </a:cubicBezTo>
                    <a:lnTo>
                      <a:pt x="0" y="2330356"/>
                    </a:lnTo>
                    <a:lnTo>
                      <a:pt x="614149" y="0"/>
                    </a:lnTo>
                    <a:close/>
                  </a:path>
                </a:pathLst>
              </a:custGeom>
              <a:solidFill>
                <a:srgbClr val="999999">
                  <a:alpha val="1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" name="Group 141">
              <a:extLst>
                <a:ext uri="{FF2B5EF4-FFF2-40B4-BE49-F238E27FC236}">
                  <a16:creationId xmlns:a16="http://schemas.microsoft.com/office/drawing/2014/main" xmlns="" id="{3BEF1618-6B54-4770-ACA0-2C3E9E07A308}"/>
                </a:ext>
              </a:extLst>
            </p:cNvPr>
            <p:cNvGrpSpPr/>
            <p:nvPr/>
          </p:nvGrpSpPr>
          <p:grpSpPr>
            <a:xfrm>
              <a:off x="5928716" y="4246271"/>
              <a:ext cx="146484" cy="146484"/>
              <a:chOff x="6768693" y="6038239"/>
              <a:chExt cx="147969" cy="147969"/>
            </a:xfrm>
          </p:grpSpPr>
          <p:sp>
            <p:nvSpPr>
              <p:cNvPr id="30" name="Oval 142">
                <a:extLst>
                  <a:ext uri="{FF2B5EF4-FFF2-40B4-BE49-F238E27FC236}">
                    <a16:creationId xmlns:a16="http://schemas.microsoft.com/office/drawing/2014/main" xmlns="" id="{F0EA9CAE-C7EB-40A1-BC9F-7F16861CC0B7}"/>
                  </a:ext>
                </a:extLst>
              </p:cNvPr>
              <p:cNvSpPr/>
              <p:nvPr/>
            </p:nvSpPr>
            <p:spPr>
              <a:xfrm>
                <a:off x="6768693" y="6038239"/>
                <a:ext cx="147969" cy="147969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143">
                <a:extLst>
                  <a:ext uri="{FF2B5EF4-FFF2-40B4-BE49-F238E27FC236}">
                    <a16:creationId xmlns:a16="http://schemas.microsoft.com/office/drawing/2014/main" xmlns="" id="{13937664-59C8-407A-8C46-AFDDC6F7978F}"/>
                  </a:ext>
                </a:extLst>
              </p:cNvPr>
              <p:cNvSpPr/>
              <p:nvPr/>
            </p:nvSpPr>
            <p:spPr>
              <a:xfrm>
                <a:off x="6802088" y="6071634"/>
                <a:ext cx="81180" cy="811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4" name="Group 2">
            <a:extLst>
              <a:ext uri="{FF2B5EF4-FFF2-40B4-BE49-F238E27FC236}">
                <a16:creationId xmlns:a16="http://schemas.microsoft.com/office/drawing/2014/main" xmlns="" id="{A1163B1F-8313-4A74-AD69-602DFE12CD06}"/>
              </a:ext>
            </a:extLst>
          </p:cNvPr>
          <p:cNvGrpSpPr/>
          <p:nvPr/>
        </p:nvGrpSpPr>
        <p:grpSpPr>
          <a:xfrm>
            <a:off x="9173821" y="2016274"/>
            <a:ext cx="2139833" cy="3860835"/>
            <a:chOff x="4789978" y="1099366"/>
            <a:chExt cx="2580306" cy="4655566"/>
          </a:xfrm>
        </p:grpSpPr>
        <p:sp>
          <p:nvSpPr>
            <p:cNvPr id="35" name="Graphic 2">
              <a:extLst>
                <a:ext uri="{FF2B5EF4-FFF2-40B4-BE49-F238E27FC236}">
                  <a16:creationId xmlns:a16="http://schemas.microsoft.com/office/drawing/2014/main" xmlns="" id="{52BF3453-B57E-4C50-B72C-1524901771D1}"/>
                </a:ext>
              </a:extLst>
            </p:cNvPr>
            <p:cNvSpPr/>
            <p:nvPr/>
          </p:nvSpPr>
          <p:spPr>
            <a:xfrm>
              <a:off x="4793972" y="1099366"/>
              <a:ext cx="2573455" cy="4655566"/>
            </a:xfrm>
            <a:custGeom>
              <a:avLst/>
              <a:gdLst>
                <a:gd name="connsiteX0" fmla="*/ 2940654 w 3387838"/>
                <a:gd name="connsiteY0" fmla="*/ 6858876 h 6858875"/>
                <a:gd name="connsiteX1" fmla="*/ 447185 w 3387838"/>
                <a:gd name="connsiteY1" fmla="*/ 6858876 h 6858875"/>
                <a:gd name="connsiteX2" fmla="*/ 0 w 3387838"/>
                <a:gd name="connsiteY2" fmla="*/ 6411691 h 6858875"/>
                <a:gd name="connsiteX3" fmla="*/ 0 w 3387838"/>
                <a:gd name="connsiteY3" fmla="*/ 447185 h 6858875"/>
                <a:gd name="connsiteX4" fmla="*/ 447185 w 3387838"/>
                <a:gd name="connsiteY4" fmla="*/ 0 h 6858875"/>
                <a:gd name="connsiteX5" fmla="*/ 2940654 w 3387838"/>
                <a:gd name="connsiteY5" fmla="*/ 0 h 6858875"/>
                <a:gd name="connsiteX6" fmla="*/ 3387838 w 3387838"/>
                <a:gd name="connsiteY6" fmla="*/ 447185 h 6858875"/>
                <a:gd name="connsiteX7" fmla="*/ 3387838 w 3387838"/>
                <a:gd name="connsiteY7" fmla="*/ 6411759 h 6858875"/>
                <a:gd name="connsiteX8" fmla="*/ 2940654 w 3387838"/>
                <a:gd name="connsiteY8" fmla="*/ 6858876 h 685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87838" h="6858875">
                  <a:moveTo>
                    <a:pt x="2940654" y="6858876"/>
                  </a:moveTo>
                  <a:lnTo>
                    <a:pt x="447185" y="6858876"/>
                  </a:lnTo>
                  <a:cubicBezTo>
                    <a:pt x="200216" y="6858876"/>
                    <a:pt x="0" y="6658660"/>
                    <a:pt x="0" y="6411691"/>
                  </a:cubicBezTo>
                  <a:lnTo>
                    <a:pt x="0" y="447185"/>
                  </a:lnTo>
                  <a:cubicBezTo>
                    <a:pt x="67" y="200216"/>
                    <a:pt x="200216" y="0"/>
                    <a:pt x="447185" y="0"/>
                  </a:cubicBezTo>
                  <a:lnTo>
                    <a:pt x="2940654" y="0"/>
                  </a:lnTo>
                  <a:cubicBezTo>
                    <a:pt x="3187622" y="0"/>
                    <a:pt x="3387838" y="200216"/>
                    <a:pt x="3387838" y="447185"/>
                  </a:cubicBezTo>
                  <a:lnTo>
                    <a:pt x="3387838" y="6411759"/>
                  </a:lnTo>
                  <a:cubicBezTo>
                    <a:pt x="3387771" y="6658660"/>
                    <a:pt x="3187555" y="6858876"/>
                    <a:pt x="2940654" y="6858876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Graphic 2">
              <a:extLst>
                <a:ext uri="{FF2B5EF4-FFF2-40B4-BE49-F238E27FC236}">
                  <a16:creationId xmlns:a16="http://schemas.microsoft.com/office/drawing/2014/main" xmlns="" id="{63FFCCD7-831E-42B8-9DE4-7E0B028D0496}"/>
                </a:ext>
              </a:extLst>
            </p:cNvPr>
            <p:cNvSpPr/>
            <p:nvPr/>
          </p:nvSpPr>
          <p:spPr>
            <a:xfrm>
              <a:off x="4828452" y="1123785"/>
              <a:ext cx="2504495" cy="4606685"/>
            </a:xfrm>
            <a:custGeom>
              <a:avLst/>
              <a:gdLst>
                <a:gd name="connsiteX0" fmla="*/ 2858870 w 3305986"/>
                <a:gd name="connsiteY0" fmla="*/ 6786860 h 6786860"/>
                <a:gd name="connsiteX1" fmla="*/ 447185 w 3305986"/>
                <a:gd name="connsiteY1" fmla="*/ 6786860 h 6786860"/>
                <a:gd name="connsiteX2" fmla="*/ 0 w 3305986"/>
                <a:gd name="connsiteY2" fmla="*/ 6339676 h 6786860"/>
                <a:gd name="connsiteX3" fmla="*/ 0 w 3305986"/>
                <a:gd name="connsiteY3" fmla="*/ 447185 h 6786860"/>
                <a:gd name="connsiteX4" fmla="*/ 447185 w 3305986"/>
                <a:gd name="connsiteY4" fmla="*/ 0 h 6786860"/>
                <a:gd name="connsiteX5" fmla="*/ 2858802 w 3305986"/>
                <a:gd name="connsiteY5" fmla="*/ 0 h 6786860"/>
                <a:gd name="connsiteX6" fmla="*/ 3305987 w 3305986"/>
                <a:gd name="connsiteY6" fmla="*/ 447185 h 6786860"/>
                <a:gd name="connsiteX7" fmla="*/ 3305987 w 3305986"/>
                <a:gd name="connsiteY7" fmla="*/ 6339743 h 6786860"/>
                <a:gd name="connsiteX8" fmla="*/ 2858870 w 3305986"/>
                <a:gd name="connsiteY8" fmla="*/ 6786860 h 67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5986" h="6786860">
                  <a:moveTo>
                    <a:pt x="2858870" y="6786860"/>
                  </a:moveTo>
                  <a:lnTo>
                    <a:pt x="447185" y="6786860"/>
                  </a:lnTo>
                  <a:cubicBezTo>
                    <a:pt x="200216" y="6786860"/>
                    <a:pt x="0" y="6586644"/>
                    <a:pt x="0" y="6339676"/>
                  </a:cubicBezTo>
                  <a:lnTo>
                    <a:pt x="0" y="447185"/>
                  </a:lnTo>
                  <a:cubicBezTo>
                    <a:pt x="0" y="200216"/>
                    <a:pt x="200216" y="0"/>
                    <a:pt x="447185" y="0"/>
                  </a:cubicBezTo>
                  <a:lnTo>
                    <a:pt x="2858802" y="0"/>
                  </a:lnTo>
                  <a:cubicBezTo>
                    <a:pt x="3105771" y="0"/>
                    <a:pt x="3305987" y="200216"/>
                    <a:pt x="3305987" y="447185"/>
                  </a:cubicBezTo>
                  <a:lnTo>
                    <a:pt x="3305987" y="6339743"/>
                  </a:lnTo>
                  <a:cubicBezTo>
                    <a:pt x="3305987" y="6586644"/>
                    <a:pt x="3105771" y="6786860"/>
                    <a:pt x="2858870" y="678686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Graphic 2">
              <a:extLst>
                <a:ext uri="{FF2B5EF4-FFF2-40B4-BE49-F238E27FC236}">
                  <a16:creationId xmlns:a16="http://schemas.microsoft.com/office/drawing/2014/main" xmlns="" id="{4CF07E49-5861-408D-9E18-2514D04E5441}"/>
                </a:ext>
              </a:extLst>
            </p:cNvPr>
            <p:cNvSpPr/>
            <p:nvPr/>
          </p:nvSpPr>
          <p:spPr>
            <a:xfrm>
              <a:off x="4888657" y="1203120"/>
              <a:ext cx="2384085" cy="4448058"/>
            </a:xfrm>
            <a:custGeom>
              <a:avLst/>
              <a:gdLst>
                <a:gd name="connsiteX0" fmla="*/ 2682906 w 3006269"/>
                <a:gd name="connsiteY0" fmla="*/ 0 h 6553162"/>
                <a:gd name="connsiteX1" fmla="*/ 2383121 w 3006269"/>
                <a:gd name="connsiteY1" fmla="*/ 0 h 6553162"/>
                <a:gd name="connsiteX2" fmla="*/ 2355366 w 3006269"/>
                <a:gd name="connsiteY2" fmla="*/ 27755 h 6553162"/>
                <a:gd name="connsiteX3" fmla="*/ 2355366 w 3006269"/>
                <a:gd name="connsiteY3" fmla="*/ 27755 h 6553162"/>
                <a:gd name="connsiteX4" fmla="*/ 2140599 w 3006269"/>
                <a:gd name="connsiteY4" fmla="*/ 242523 h 6553162"/>
                <a:gd name="connsiteX5" fmla="*/ 852197 w 3006269"/>
                <a:gd name="connsiteY5" fmla="*/ 242523 h 6553162"/>
                <a:gd name="connsiteX6" fmla="*/ 637430 w 3006269"/>
                <a:gd name="connsiteY6" fmla="*/ 27755 h 6553162"/>
                <a:gd name="connsiteX7" fmla="*/ 637430 w 3006269"/>
                <a:gd name="connsiteY7" fmla="*/ 27755 h 6553162"/>
                <a:gd name="connsiteX8" fmla="*/ 609675 w 3006269"/>
                <a:gd name="connsiteY8" fmla="*/ 0 h 6553162"/>
                <a:gd name="connsiteX9" fmla="*/ 323363 w 3006269"/>
                <a:gd name="connsiteY9" fmla="*/ 0 h 6553162"/>
                <a:gd name="connsiteX10" fmla="*/ 0 w 3006269"/>
                <a:gd name="connsiteY10" fmla="*/ 323363 h 6553162"/>
                <a:gd name="connsiteX11" fmla="*/ 0 w 3006269"/>
                <a:gd name="connsiteY11" fmla="*/ 6229799 h 6553162"/>
                <a:gd name="connsiteX12" fmla="*/ 323363 w 3006269"/>
                <a:gd name="connsiteY12" fmla="*/ 6553163 h 6553162"/>
                <a:gd name="connsiteX13" fmla="*/ 2682906 w 3006269"/>
                <a:gd name="connsiteY13" fmla="*/ 6553163 h 6553162"/>
                <a:gd name="connsiteX14" fmla="*/ 3006269 w 3006269"/>
                <a:gd name="connsiteY14" fmla="*/ 6229799 h 6553162"/>
                <a:gd name="connsiteX15" fmla="*/ 3006269 w 3006269"/>
                <a:gd name="connsiteY15" fmla="*/ 323363 h 6553162"/>
                <a:gd name="connsiteX16" fmla="*/ 2682906 w 3006269"/>
                <a:gd name="connsiteY16" fmla="*/ 0 h 655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6269" h="6553162">
                  <a:moveTo>
                    <a:pt x="2682906" y="0"/>
                  </a:moveTo>
                  <a:lnTo>
                    <a:pt x="2383121" y="0"/>
                  </a:lnTo>
                  <a:cubicBezTo>
                    <a:pt x="2367761" y="0"/>
                    <a:pt x="2355366" y="12463"/>
                    <a:pt x="2355366" y="27755"/>
                  </a:cubicBezTo>
                  <a:lnTo>
                    <a:pt x="2355366" y="27755"/>
                  </a:lnTo>
                  <a:cubicBezTo>
                    <a:pt x="2355366" y="146322"/>
                    <a:pt x="2259233" y="242523"/>
                    <a:pt x="2140599" y="242523"/>
                  </a:cubicBezTo>
                  <a:lnTo>
                    <a:pt x="852197" y="242523"/>
                  </a:lnTo>
                  <a:cubicBezTo>
                    <a:pt x="733631" y="242523"/>
                    <a:pt x="637430" y="146389"/>
                    <a:pt x="637430" y="27755"/>
                  </a:cubicBezTo>
                  <a:lnTo>
                    <a:pt x="637430" y="27755"/>
                  </a:lnTo>
                  <a:cubicBezTo>
                    <a:pt x="637430" y="12396"/>
                    <a:pt x="624967" y="0"/>
                    <a:pt x="609675" y="0"/>
                  </a:cubicBezTo>
                  <a:lnTo>
                    <a:pt x="323363" y="0"/>
                  </a:lnTo>
                  <a:cubicBezTo>
                    <a:pt x="144772" y="0"/>
                    <a:pt x="0" y="144773"/>
                    <a:pt x="0" y="323363"/>
                  </a:cubicBezTo>
                  <a:lnTo>
                    <a:pt x="0" y="6229799"/>
                  </a:lnTo>
                  <a:cubicBezTo>
                    <a:pt x="0" y="6408390"/>
                    <a:pt x="144772" y="6553163"/>
                    <a:pt x="323363" y="6553163"/>
                  </a:cubicBezTo>
                  <a:lnTo>
                    <a:pt x="2682906" y="6553163"/>
                  </a:lnTo>
                  <a:cubicBezTo>
                    <a:pt x="2861497" y="6553163"/>
                    <a:pt x="3006269" y="6408390"/>
                    <a:pt x="3006269" y="6229799"/>
                  </a:cubicBezTo>
                  <a:lnTo>
                    <a:pt x="3006269" y="323363"/>
                  </a:lnTo>
                  <a:cubicBezTo>
                    <a:pt x="3006269" y="144773"/>
                    <a:pt x="2861497" y="0"/>
                    <a:pt x="2682906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Graphic 2">
              <a:extLst>
                <a:ext uri="{FF2B5EF4-FFF2-40B4-BE49-F238E27FC236}">
                  <a16:creationId xmlns:a16="http://schemas.microsoft.com/office/drawing/2014/main" xmlns="" id="{B4625CC7-D452-42F2-89B4-CE0F879DC778}"/>
                </a:ext>
              </a:extLst>
            </p:cNvPr>
            <p:cNvSpPr/>
            <p:nvPr/>
          </p:nvSpPr>
          <p:spPr>
            <a:xfrm>
              <a:off x="4790433" y="1761624"/>
              <a:ext cx="18006" cy="158625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Graphic 2">
              <a:extLst>
                <a:ext uri="{FF2B5EF4-FFF2-40B4-BE49-F238E27FC236}">
                  <a16:creationId xmlns:a16="http://schemas.microsoft.com/office/drawing/2014/main" xmlns="" id="{A0A5A66A-D78A-4A95-B104-311A436990BD}"/>
                </a:ext>
              </a:extLst>
            </p:cNvPr>
            <p:cNvSpPr/>
            <p:nvPr/>
          </p:nvSpPr>
          <p:spPr>
            <a:xfrm>
              <a:off x="4790433" y="2101968"/>
              <a:ext cx="25137" cy="316382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Graphic 2">
              <a:extLst>
                <a:ext uri="{FF2B5EF4-FFF2-40B4-BE49-F238E27FC236}">
                  <a16:creationId xmlns:a16="http://schemas.microsoft.com/office/drawing/2014/main" xmlns="" id="{5C7A9FCB-62F2-4657-9612-1A2085A3F3B9}"/>
                </a:ext>
              </a:extLst>
            </p:cNvPr>
            <p:cNvSpPr/>
            <p:nvPr/>
          </p:nvSpPr>
          <p:spPr>
            <a:xfrm>
              <a:off x="4790484" y="2124694"/>
              <a:ext cx="14213" cy="26494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Graphic 2">
              <a:extLst>
                <a:ext uri="{FF2B5EF4-FFF2-40B4-BE49-F238E27FC236}">
                  <a16:creationId xmlns:a16="http://schemas.microsoft.com/office/drawing/2014/main" xmlns="" id="{138B317A-A6D9-4534-B007-F6E66350B3B3}"/>
                </a:ext>
              </a:extLst>
            </p:cNvPr>
            <p:cNvSpPr/>
            <p:nvPr/>
          </p:nvSpPr>
          <p:spPr>
            <a:xfrm>
              <a:off x="4789978" y="2524437"/>
              <a:ext cx="25137" cy="316382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Graphic 2">
              <a:extLst>
                <a:ext uri="{FF2B5EF4-FFF2-40B4-BE49-F238E27FC236}">
                  <a16:creationId xmlns:a16="http://schemas.microsoft.com/office/drawing/2014/main" xmlns="" id="{A9DF2CAC-9BB6-4D44-BF5D-3A7CBFDFCCDB}"/>
                </a:ext>
              </a:extLst>
            </p:cNvPr>
            <p:cNvSpPr/>
            <p:nvPr/>
          </p:nvSpPr>
          <p:spPr>
            <a:xfrm>
              <a:off x="4789978" y="2547163"/>
              <a:ext cx="14213" cy="264940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Graphic 2">
              <a:extLst>
                <a:ext uri="{FF2B5EF4-FFF2-40B4-BE49-F238E27FC236}">
                  <a16:creationId xmlns:a16="http://schemas.microsoft.com/office/drawing/2014/main" xmlns="" id="{73F587F1-7DFB-42A2-8A4A-2E00E6BFB547}"/>
                </a:ext>
              </a:extLst>
            </p:cNvPr>
            <p:cNvSpPr/>
            <p:nvPr/>
          </p:nvSpPr>
          <p:spPr>
            <a:xfrm>
              <a:off x="7345147" y="2208099"/>
              <a:ext cx="25137" cy="512047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44" name="Graphic 2">
              <a:extLst>
                <a:ext uri="{FF2B5EF4-FFF2-40B4-BE49-F238E27FC236}">
                  <a16:creationId xmlns:a16="http://schemas.microsoft.com/office/drawing/2014/main" xmlns="" id="{274F1641-7A84-47CE-B74B-996D6022E149}"/>
                </a:ext>
              </a:extLst>
            </p:cNvPr>
            <p:cNvSpPr/>
            <p:nvPr/>
          </p:nvSpPr>
          <p:spPr>
            <a:xfrm>
              <a:off x="7356071" y="2244908"/>
              <a:ext cx="14213" cy="428779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45" name="Graphic 2">
              <a:extLst>
                <a:ext uri="{FF2B5EF4-FFF2-40B4-BE49-F238E27FC236}">
                  <a16:creationId xmlns:a16="http://schemas.microsoft.com/office/drawing/2014/main" xmlns="" id="{30322373-E5E0-4D41-B8E9-02D25C8AC338}"/>
                </a:ext>
              </a:extLst>
            </p:cNvPr>
            <p:cNvSpPr/>
            <p:nvPr/>
          </p:nvSpPr>
          <p:spPr>
            <a:xfrm>
              <a:off x="7349951" y="3279292"/>
              <a:ext cx="20333" cy="350907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Graphic 2">
              <a:extLst>
                <a:ext uri="{FF2B5EF4-FFF2-40B4-BE49-F238E27FC236}">
                  <a16:creationId xmlns:a16="http://schemas.microsoft.com/office/drawing/2014/main" xmlns="" id="{D2C980D0-9D93-4214-A430-2FF4FD8EB29E}"/>
                </a:ext>
              </a:extLst>
            </p:cNvPr>
            <p:cNvSpPr/>
            <p:nvPr/>
          </p:nvSpPr>
          <p:spPr>
            <a:xfrm>
              <a:off x="7358753" y="3304487"/>
              <a:ext cx="11531" cy="293839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7" name="Group 1">
              <a:extLst>
                <a:ext uri="{FF2B5EF4-FFF2-40B4-BE49-F238E27FC236}">
                  <a16:creationId xmlns:a16="http://schemas.microsoft.com/office/drawing/2014/main" xmlns="" id="{595B778E-2EC0-4CD8-9645-9CEAAC545D88}"/>
                </a:ext>
              </a:extLst>
            </p:cNvPr>
            <p:cNvGrpSpPr/>
            <p:nvPr userDrawn="1"/>
          </p:nvGrpSpPr>
          <p:grpSpPr>
            <a:xfrm>
              <a:off x="6503099" y="1178658"/>
              <a:ext cx="131097" cy="134444"/>
              <a:chOff x="6503099" y="1195231"/>
              <a:chExt cx="119701" cy="108213"/>
            </a:xfrm>
          </p:grpSpPr>
          <p:sp>
            <p:nvSpPr>
              <p:cNvPr id="49" name="Oval 26">
                <a:extLst>
                  <a:ext uri="{FF2B5EF4-FFF2-40B4-BE49-F238E27FC236}">
                    <a16:creationId xmlns:a16="http://schemas.microsoft.com/office/drawing/2014/main" xmlns="" id="{C6939838-E234-4FA8-B1A2-46A964B484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03099" y="1195231"/>
                <a:ext cx="119701" cy="108213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27">
                <a:extLst>
                  <a:ext uri="{FF2B5EF4-FFF2-40B4-BE49-F238E27FC236}">
                    <a16:creationId xmlns:a16="http://schemas.microsoft.com/office/drawing/2014/main" xmlns="" id="{33626543-EE2A-4758-AA46-D088B9B297C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10581" y="1201994"/>
                <a:ext cx="104739" cy="94686"/>
              </a:xfrm>
              <a:prstGeom prst="ellipse">
                <a:avLst/>
              </a:prstGeom>
              <a:solidFill>
                <a:srgbClr val="070808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Oval 28">
                <a:extLst>
                  <a:ext uri="{FF2B5EF4-FFF2-40B4-BE49-F238E27FC236}">
                    <a16:creationId xmlns:a16="http://schemas.microsoft.com/office/drawing/2014/main" xmlns="" id="{8E1C505D-D2FD-424D-8D1F-12660C2312F2}"/>
                  </a:ext>
                </a:extLst>
              </p:cNvPr>
              <p:cNvSpPr/>
              <p:nvPr/>
            </p:nvSpPr>
            <p:spPr>
              <a:xfrm>
                <a:off x="6537065" y="1225936"/>
                <a:ext cx="51770" cy="4680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Oval 29">
                <a:extLst>
                  <a:ext uri="{FF2B5EF4-FFF2-40B4-BE49-F238E27FC236}">
                    <a16:creationId xmlns:a16="http://schemas.microsoft.com/office/drawing/2014/main" xmlns="" id="{7BBCFE66-35B1-46A8-AC1B-DB31F5741470}"/>
                  </a:ext>
                </a:extLst>
              </p:cNvPr>
              <p:cNvSpPr/>
              <p:nvPr/>
            </p:nvSpPr>
            <p:spPr>
              <a:xfrm>
                <a:off x="6549220" y="1236925"/>
                <a:ext cx="27463" cy="24827"/>
              </a:xfrm>
              <a:prstGeom prst="ellipse">
                <a:avLst/>
              </a:prstGeom>
              <a:solidFill>
                <a:srgbClr val="081422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8" name="Graphic 2">
              <a:extLst>
                <a:ext uri="{FF2B5EF4-FFF2-40B4-BE49-F238E27FC236}">
                  <a16:creationId xmlns:a16="http://schemas.microsoft.com/office/drawing/2014/main" xmlns="" id="{BCDE1C64-9030-40CF-A7BA-8E790F00A8BF}"/>
                </a:ext>
              </a:extLst>
            </p:cNvPr>
            <p:cNvSpPr/>
            <p:nvPr userDrawn="1"/>
          </p:nvSpPr>
          <p:spPr>
            <a:xfrm flipH="1">
              <a:off x="4792220" y="1780535"/>
              <a:ext cx="9559" cy="120803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1219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Fully Editable Icon Sets: A</a:t>
            </a:r>
          </a:p>
        </p:txBody>
      </p:sp>
      <p:sp>
        <p:nvSpPr>
          <p:cNvPr id="54" name="Diamond 5">
            <a:extLst>
              <a:ext uri="{FF2B5EF4-FFF2-40B4-BE49-F238E27FC236}">
                <a16:creationId xmlns:a16="http://schemas.microsoft.com/office/drawing/2014/main" xmlns="" id="{AEDEE15B-09BE-4416-8D55-46095E20C00D}"/>
              </a:ext>
            </a:extLst>
          </p:cNvPr>
          <p:cNvSpPr/>
          <p:nvPr/>
        </p:nvSpPr>
        <p:spPr>
          <a:xfrm>
            <a:off x="6112070" y="1492152"/>
            <a:ext cx="523149" cy="524695"/>
          </a:xfrm>
          <a:custGeom>
            <a:avLst/>
            <a:gdLst/>
            <a:ahLst/>
            <a:cxnLst/>
            <a:rect l="l" t="t" r="r" b="b"/>
            <a:pathLst>
              <a:path w="3240001" h="3249575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5" name="Isosceles Triangle 51">
            <a:extLst>
              <a:ext uri="{FF2B5EF4-FFF2-40B4-BE49-F238E27FC236}">
                <a16:creationId xmlns:a16="http://schemas.microsoft.com/office/drawing/2014/main" xmlns="" id="{2296D13E-298C-4F01-A77D-43547A7AEFA9}"/>
              </a:ext>
            </a:extLst>
          </p:cNvPr>
          <p:cNvSpPr/>
          <p:nvPr/>
        </p:nvSpPr>
        <p:spPr>
          <a:xfrm>
            <a:off x="5273316" y="1562686"/>
            <a:ext cx="523147" cy="383626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6" name="Isosceles Triangle 57">
            <a:extLst>
              <a:ext uri="{FF2B5EF4-FFF2-40B4-BE49-F238E27FC236}">
                <a16:creationId xmlns:a16="http://schemas.microsoft.com/office/drawing/2014/main" xmlns="" id="{4E76B488-B2CD-463B-861A-27D4912FE160}"/>
              </a:ext>
            </a:extLst>
          </p:cNvPr>
          <p:cNvSpPr/>
          <p:nvPr/>
        </p:nvSpPr>
        <p:spPr>
          <a:xfrm>
            <a:off x="6114156" y="4520206"/>
            <a:ext cx="313133" cy="707899"/>
          </a:xfrm>
          <a:custGeom>
            <a:avLst/>
            <a:gdLst>
              <a:gd name="connsiteX0" fmla="*/ 1148449 w 1346449"/>
              <a:gd name="connsiteY0" fmla="*/ 2457725 h 3249725"/>
              <a:gd name="connsiteX1" fmla="*/ 198001 w 1346449"/>
              <a:gd name="connsiteY1" fmla="*/ 2457725 h 3249725"/>
              <a:gd name="connsiteX2" fmla="*/ 1 w 1346449"/>
              <a:gd name="connsiteY2" fmla="*/ 3249725 h 3249725"/>
              <a:gd name="connsiteX3" fmla="*/ 1346449 w 1346449"/>
              <a:gd name="connsiteY3" fmla="*/ 3249725 h 3249725"/>
              <a:gd name="connsiteX4" fmla="*/ 1148449 w 1346449"/>
              <a:gd name="connsiteY4" fmla="*/ 2457725 h 3249725"/>
              <a:gd name="connsiteX5" fmla="*/ 755186 w 1346449"/>
              <a:gd name="connsiteY5" fmla="*/ 82950 h 3249725"/>
              <a:gd name="connsiteX6" fmla="*/ 734449 w 1346449"/>
              <a:gd name="connsiteY6" fmla="*/ 1314594 h 3249725"/>
              <a:gd name="connsiteX7" fmla="*/ 853246 w 1346449"/>
              <a:gd name="connsiteY7" fmla="*/ 1483214 h 3249725"/>
              <a:gd name="connsiteX8" fmla="*/ 673226 w 1346449"/>
              <a:gd name="connsiteY8" fmla="*/ 1663234 h 3249725"/>
              <a:gd name="connsiteX9" fmla="*/ 493206 w 1346449"/>
              <a:gd name="connsiteY9" fmla="*/ 1483214 h 3249725"/>
              <a:gd name="connsiteX10" fmla="*/ 612000 w 1346449"/>
              <a:gd name="connsiteY10" fmla="*/ 1314595 h 3249725"/>
              <a:gd name="connsiteX11" fmla="*/ 612000 w 1346449"/>
              <a:gd name="connsiteY11" fmla="*/ 0 h 3249725"/>
              <a:gd name="connsiteX12" fmla="*/ 2939 w 1346449"/>
              <a:gd name="connsiteY12" fmla="*/ 1574694 h 3249725"/>
              <a:gd name="connsiteX13" fmla="*/ 0 w 1346449"/>
              <a:gd name="connsiteY13" fmla="*/ 1574694 h 3249725"/>
              <a:gd name="connsiteX14" fmla="*/ 2009 w 1346449"/>
              <a:gd name="connsiteY14" fmla="*/ 1577097 h 3249725"/>
              <a:gd name="connsiteX15" fmla="*/ 0 w 1346449"/>
              <a:gd name="connsiteY15" fmla="*/ 1582292 h 3249725"/>
              <a:gd name="connsiteX16" fmla="*/ 6353 w 1346449"/>
              <a:gd name="connsiteY16" fmla="*/ 1582292 h 3249725"/>
              <a:gd name="connsiteX17" fmla="*/ 273414 w 1346449"/>
              <a:gd name="connsiteY17" fmla="*/ 2376121 h 3249725"/>
              <a:gd name="connsiteX18" fmla="*/ 1091887 w 1346449"/>
              <a:gd name="connsiteY18" fmla="*/ 2366694 h 3249725"/>
              <a:gd name="connsiteX19" fmla="*/ 1340768 w 1346449"/>
              <a:gd name="connsiteY19" fmla="*/ 1582292 h 3249725"/>
              <a:gd name="connsiteX20" fmla="*/ 1346449 w 1346449"/>
              <a:gd name="connsiteY20" fmla="*/ 1582292 h 3249725"/>
              <a:gd name="connsiteX21" fmla="*/ 1344512 w 1346449"/>
              <a:gd name="connsiteY21" fmla="*/ 1577284 h 3249725"/>
              <a:gd name="connsiteX22" fmla="*/ 1346448 w 1346449"/>
              <a:gd name="connsiteY22" fmla="*/ 1574694 h 3249725"/>
              <a:gd name="connsiteX23" fmla="*/ 1343510 w 1346449"/>
              <a:gd name="connsiteY23" fmla="*/ 1574694 h 3249725"/>
              <a:gd name="connsiteX24" fmla="*/ 755186 w 1346449"/>
              <a:gd name="connsiteY24" fmla="*/ 82950 h 3249725"/>
              <a:gd name="connsiteX0" fmla="*/ 1148449 w 1346449"/>
              <a:gd name="connsiteY0" fmla="*/ 2374775 h 3166775"/>
              <a:gd name="connsiteX1" fmla="*/ 198001 w 1346449"/>
              <a:gd name="connsiteY1" fmla="*/ 2374775 h 3166775"/>
              <a:gd name="connsiteX2" fmla="*/ 1 w 1346449"/>
              <a:gd name="connsiteY2" fmla="*/ 3166775 h 3166775"/>
              <a:gd name="connsiteX3" fmla="*/ 1346449 w 1346449"/>
              <a:gd name="connsiteY3" fmla="*/ 3166775 h 3166775"/>
              <a:gd name="connsiteX4" fmla="*/ 1148449 w 1346449"/>
              <a:gd name="connsiteY4" fmla="*/ 2374775 h 3166775"/>
              <a:gd name="connsiteX5" fmla="*/ 755186 w 1346449"/>
              <a:gd name="connsiteY5" fmla="*/ 0 h 3166775"/>
              <a:gd name="connsiteX6" fmla="*/ 734449 w 1346449"/>
              <a:gd name="connsiteY6" fmla="*/ 1231644 h 3166775"/>
              <a:gd name="connsiteX7" fmla="*/ 853246 w 1346449"/>
              <a:gd name="connsiteY7" fmla="*/ 1400264 h 3166775"/>
              <a:gd name="connsiteX8" fmla="*/ 673226 w 1346449"/>
              <a:gd name="connsiteY8" fmla="*/ 1580284 h 3166775"/>
              <a:gd name="connsiteX9" fmla="*/ 493206 w 1346449"/>
              <a:gd name="connsiteY9" fmla="*/ 1400264 h 3166775"/>
              <a:gd name="connsiteX10" fmla="*/ 612000 w 1346449"/>
              <a:gd name="connsiteY10" fmla="*/ 1231645 h 3166775"/>
              <a:gd name="connsiteX11" fmla="*/ 591263 w 1346449"/>
              <a:gd name="connsiteY11" fmla="*/ 10368 h 3166775"/>
              <a:gd name="connsiteX12" fmla="*/ 2939 w 1346449"/>
              <a:gd name="connsiteY12" fmla="*/ 1491744 h 3166775"/>
              <a:gd name="connsiteX13" fmla="*/ 0 w 1346449"/>
              <a:gd name="connsiteY13" fmla="*/ 1491744 h 3166775"/>
              <a:gd name="connsiteX14" fmla="*/ 2009 w 1346449"/>
              <a:gd name="connsiteY14" fmla="*/ 1494147 h 3166775"/>
              <a:gd name="connsiteX15" fmla="*/ 0 w 1346449"/>
              <a:gd name="connsiteY15" fmla="*/ 1499342 h 3166775"/>
              <a:gd name="connsiteX16" fmla="*/ 6353 w 1346449"/>
              <a:gd name="connsiteY16" fmla="*/ 1499342 h 3166775"/>
              <a:gd name="connsiteX17" fmla="*/ 273414 w 1346449"/>
              <a:gd name="connsiteY17" fmla="*/ 2293171 h 3166775"/>
              <a:gd name="connsiteX18" fmla="*/ 1091887 w 1346449"/>
              <a:gd name="connsiteY18" fmla="*/ 2283744 h 3166775"/>
              <a:gd name="connsiteX19" fmla="*/ 1340768 w 1346449"/>
              <a:gd name="connsiteY19" fmla="*/ 1499342 h 3166775"/>
              <a:gd name="connsiteX20" fmla="*/ 1346449 w 1346449"/>
              <a:gd name="connsiteY20" fmla="*/ 1499342 h 3166775"/>
              <a:gd name="connsiteX21" fmla="*/ 1344512 w 1346449"/>
              <a:gd name="connsiteY21" fmla="*/ 1494334 h 3166775"/>
              <a:gd name="connsiteX22" fmla="*/ 1346448 w 1346449"/>
              <a:gd name="connsiteY22" fmla="*/ 1491744 h 3166775"/>
              <a:gd name="connsiteX23" fmla="*/ 1343510 w 1346449"/>
              <a:gd name="connsiteY23" fmla="*/ 1491744 h 3166775"/>
              <a:gd name="connsiteX24" fmla="*/ 755186 w 1346449"/>
              <a:gd name="connsiteY24" fmla="*/ 0 h 31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57" name="Rectangle 7">
            <a:extLst>
              <a:ext uri="{FF2B5EF4-FFF2-40B4-BE49-F238E27FC236}">
                <a16:creationId xmlns:a16="http://schemas.microsoft.com/office/drawing/2014/main" xmlns="" id="{84693C49-05C6-4CD0-A900-4B843CF3016D}"/>
              </a:ext>
            </a:extLst>
          </p:cNvPr>
          <p:cNvSpPr/>
          <p:nvPr/>
        </p:nvSpPr>
        <p:spPr>
          <a:xfrm rot="18900000">
            <a:off x="9585735" y="3654558"/>
            <a:ext cx="225664" cy="502732"/>
          </a:xfrm>
          <a:custGeom>
            <a:avLst/>
            <a:gdLst/>
            <a:ahLst/>
            <a:cxn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8" name="Parallelogram 15">
            <a:extLst>
              <a:ext uri="{FF2B5EF4-FFF2-40B4-BE49-F238E27FC236}">
                <a16:creationId xmlns:a16="http://schemas.microsoft.com/office/drawing/2014/main" xmlns="" id="{7A9FBE9D-EE5A-4F1B-8EDD-3D011F43183E}"/>
              </a:ext>
            </a:extLst>
          </p:cNvPr>
          <p:cNvSpPr/>
          <p:nvPr/>
        </p:nvSpPr>
        <p:spPr>
          <a:xfrm flipH="1">
            <a:off x="5267026" y="4641909"/>
            <a:ext cx="464493" cy="464493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9" name="Freeform 19">
            <a:extLst>
              <a:ext uri="{FF2B5EF4-FFF2-40B4-BE49-F238E27FC236}">
                <a16:creationId xmlns:a16="http://schemas.microsoft.com/office/drawing/2014/main" xmlns="" id="{DD59881D-26FD-493B-8AE1-06C59DF34840}"/>
              </a:ext>
            </a:extLst>
          </p:cNvPr>
          <p:cNvSpPr/>
          <p:nvPr/>
        </p:nvSpPr>
        <p:spPr>
          <a:xfrm>
            <a:off x="7745410" y="3642506"/>
            <a:ext cx="460778" cy="453389"/>
          </a:xfrm>
          <a:custGeom>
            <a:avLst/>
            <a:gdLst/>
            <a:ahLst/>
            <a:cxnLst/>
            <a:rect l="l" t="t" r="r" b="b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0" name="Rectangle 30">
            <a:extLst>
              <a:ext uri="{FF2B5EF4-FFF2-40B4-BE49-F238E27FC236}">
                <a16:creationId xmlns:a16="http://schemas.microsoft.com/office/drawing/2014/main" xmlns="" id="{3BFEE74E-183A-4C32-9BDF-AC2573B061E0}"/>
              </a:ext>
            </a:extLst>
          </p:cNvPr>
          <p:cNvSpPr/>
          <p:nvPr/>
        </p:nvSpPr>
        <p:spPr>
          <a:xfrm>
            <a:off x="11063701" y="3600566"/>
            <a:ext cx="464493" cy="463135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1" name="Rectangle 7">
            <a:extLst>
              <a:ext uri="{FF2B5EF4-FFF2-40B4-BE49-F238E27FC236}">
                <a16:creationId xmlns:a16="http://schemas.microsoft.com/office/drawing/2014/main" xmlns="" id="{A2454068-D6A0-42C7-BCE1-D03833DCF2E4}"/>
              </a:ext>
            </a:extLst>
          </p:cNvPr>
          <p:cNvSpPr/>
          <p:nvPr/>
        </p:nvSpPr>
        <p:spPr>
          <a:xfrm>
            <a:off x="6950824" y="1518716"/>
            <a:ext cx="471567" cy="47156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2" name="Rectangle 15">
            <a:extLst>
              <a:ext uri="{FF2B5EF4-FFF2-40B4-BE49-F238E27FC236}">
                <a16:creationId xmlns:a16="http://schemas.microsoft.com/office/drawing/2014/main" xmlns="" id="{ECBB7944-2021-44C3-960E-8480CFC6DEF9}"/>
              </a:ext>
            </a:extLst>
          </p:cNvPr>
          <p:cNvSpPr/>
          <p:nvPr/>
        </p:nvSpPr>
        <p:spPr>
          <a:xfrm rot="5400000">
            <a:off x="7737684" y="1518715"/>
            <a:ext cx="472195" cy="471568"/>
          </a:xfrm>
          <a:custGeom>
            <a:avLst/>
            <a:gdLst/>
            <a:ahLst/>
            <a:cxn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3" name="Pie 24">
            <a:extLst>
              <a:ext uri="{FF2B5EF4-FFF2-40B4-BE49-F238E27FC236}">
                <a16:creationId xmlns:a16="http://schemas.microsoft.com/office/drawing/2014/main" xmlns="" id="{DB38F196-AF37-4B00-AA3E-183F9372FBAD}"/>
              </a:ext>
            </a:extLst>
          </p:cNvPr>
          <p:cNvSpPr/>
          <p:nvPr/>
        </p:nvSpPr>
        <p:spPr>
          <a:xfrm>
            <a:off x="6809927" y="4618984"/>
            <a:ext cx="513183" cy="510342"/>
          </a:xfrm>
          <a:custGeom>
            <a:avLst/>
            <a:gdLst/>
            <a:ahLst/>
            <a:cxnLst/>
            <a:rect l="l" t="t" r="r" b="b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4" name="Parallelogram 30">
            <a:extLst>
              <a:ext uri="{FF2B5EF4-FFF2-40B4-BE49-F238E27FC236}">
                <a16:creationId xmlns:a16="http://schemas.microsoft.com/office/drawing/2014/main" xmlns="" id="{07A9DF64-EAEC-4F98-A0C9-E2239CA0F425}"/>
              </a:ext>
            </a:extLst>
          </p:cNvPr>
          <p:cNvSpPr/>
          <p:nvPr/>
        </p:nvSpPr>
        <p:spPr>
          <a:xfrm flipH="1">
            <a:off x="11038458" y="2527766"/>
            <a:ext cx="514976" cy="516250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5" name="Block Arc 14">
            <a:extLst>
              <a:ext uri="{FF2B5EF4-FFF2-40B4-BE49-F238E27FC236}">
                <a16:creationId xmlns:a16="http://schemas.microsoft.com/office/drawing/2014/main" xmlns="" id="{F84CC100-88A8-4E3E-8091-D49E44C308ED}"/>
              </a:ext>
            </a:extLst>
          </p:cNvPr>
          <p:cNvSpPr/>
          <p:nvPr/>
        </p:nvSpPr>
        <p:spPr>
          <a:xfrm rot="16200000">
            <a:off x="8525358" y="1470612"/>
            <a:ext cx="567400" cy="567774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6" name="Block Arc 41">
            <a:extLst>
              <a:ext uri="{FF2B5EF4-FFF2-40B4-BE49-F238E27FC236}">
                <a16:creationId xmlns:a16="http://schemas.microsoft.com/office/drawing/2014/main" xmlns="" id="{39949893-05ED-44C7-999C-84CE9B52D118}"/>
              </a:ext>
            </a:extLst>
          </p:cNvPr>
          <p:cNvSpPr/>
          <p:nvPr/>
        </p:nvSpPr>
        <p:spPr>
          <a:xfrm>
            <a:off x="9408551" y="1424302"/>
            <a:ext cx="473301" cy="660394"/>
          </a:xfrm>
          <a:custGeom>
            <a:avLst/>
            <a:gdLst/>
            <a:ahLst/>
            <a:cxnLst/>
            <a:rect l="l" t="t" r="r" b="b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7" name="Right Triangle 17">
            <a:extLst>
              <a:ext uri="{FF2B5EF4-FFF2-40B4-BE49-F238E27FC236}">
                <a16:creationId xmlns:a16="http://schemas.microsoft.com/office/drawing/2014/main" xmlns="" id="{6ADCC979-BA1C-4251-B6F5-CE5AA2B72FD0}"/>
              </a:ext>
            </a:extLst>
          </p:cNvPr>
          <p:cNvSpPr/>
          <p:nvPr/>
        </p:nvSpPr>
        <p:spPr>
          <a:xfrm>
            <a:off x="7705746" y="4600959"/>
            <a:ext cx="385790" cy="546392"/>
          </a:xfrm>
          <a:custGeom>
            <a:avLst/>
            <a:gdLst/>
            <a:ahLst/>
            <a:cxnLst/>
            <a:rect l="l" t="t" r="r" b="b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8" name="Oval 27">
            <a:extLst>
              <a:ext uri="{FF2B5EF4-FFF2-40B4-BE49-F238E27FC236}">
                <a16:creationId xmlns:a16="http://schemas.microsoft.com/office/drawing/2014/main" xmlns="" id="{7DB6E0EE-B33A-443E-887E-C319F0DAF534}"/>
              </a:ext>
            </a:extLst>
          </p:cNvPr>
          <p:cNvSpPr/>
          <p:nvPr/>
        </p:nvSpPr>
        <p:spPr>
          <a:xfrm>
            <a:off x="4418496" y="5469184"/>
            <a:ext cx="409732" cy="779216"/>
          </a:xfrm>
          <a:custGeom>
            <a:avLst/>
            <a:gdLst/>
            <a:ahLst/>
            <a:cxnLst/>
            <a:rect l="l" t="t" r="r" b="b"/>
            <a:pathLst>
              <a:path w="1703664" h="3240001">
                <a:moveTo>
                  <a:pt x="952533" y="2024463"/>
                </a:moveTo>
                <a:lnTo>
                  <a:pt x="856710" y="2024464"/>
                </a:lnTo>
                <a:lnTo>
                  <a:pt x="649879" y="2143878"/>
                </a:lnTo>
                <a:lnTo>
                  <a:pt x="728753" y="2280491"/>
                </a:lnTo>
                <a:lnTo>
                  <a:pt x="800462" y="2239090"/>
                </a:lnTo>
                <a:lnTo>
                  <a:pt x="800462" y="2476837"/>
                </a:lnTo>
                <a:lnTo>
                  <a:pt x="649878" y="2476837"/>
                </a:lnTo>
                <a:lnTo>
                  <a:pt x="649878" y="2634602"/>
                </a:lnTo>
                <a:lnTo>
                  <a:pt x="1067658" y="2634602"/>
                </a:lnTo>
                <a:lnTo>
                  <a:pt x="1067657" y="2476837"/>
                </a:lnTo>
                <a:lnTo>
                  <a:pt x="952532" y="2476837"/>
                </a:lnTo>
                <a:lnTo>
                  <a:pt x="952532" y="2151292"/>
                </a:lnTo>
                <a:lnTo>
                  <a:pt x="952534" y="2151291"/>
                </a:lnTo>
                <a:close/>
                <a:moveTo>
                  <a:pt x="851832" y="1776101"/>
                </a:moveTo>
                <a:cubicBezTo>
                  <a:pt x="1189868" y="1776101"/>
                  <a:pt x="1463900" y="2050133"/>
                  <a:pt x="1463900" y="2388169"/>
                </a:cubicBezTo>
                <a:cubicBezTo>
                  <a:pt x="1463900" y="2726205"/>
                  <a:pt x="1189868" y="3000237"/>
                  <a:pt x="851832" y="3000237"/>
                </a:cubicBezTo>
                <a:cubicBezTo>
                  <a:pt x="513796" y="3000237"/>
                  <a:pt x="239764" y="2726205"/>
                  <a:pt x="239764" y="2388169"/>
                </a:cubicBezTo>
                <a:cubicBezTo>
                  <a:pt x="239764" y="2050133"/>
                  <a:pt x="513796" y="1776101"/>
                  <a:pt x="851832" y="1776101"/>
                </a:cubicBezTo>
                <a:close/>
                <a:moveTo>
                  <a:pt x="851832" y="1689019"/>
                </a:moveTo>
                <a:cubicBezTo>
                  <a:pt x="465702" y="1689019"/>
                  <a:pt x="152682" y="2002039"/>
                  <a:pt x="152682" y="2388169"/>
                </a:cubicBezTo>
                <a:cubicBezTo>
                  <a:pt x="152682" y="2774299"/>
                  <a:pt x="465702" y="3087319"/>
                  <a:pt x="851832" y="3087319"/>
                </a:cubicBezTo>
                <a:cubicBezTo>
                  <a:pt x="1237962" y="3087319"/>
                  <a:pt x="1550982" y="2774299"/>
                  <a:pt x="1550982" y="2388169"/>
                </a:cubicBezTo>
                <a:cubicBezTo>
                  <a:pt x="1550982" y="2002039"/>
                  <a:pt x="1237962" y="1689019"/>
                  <a:pt x="851832" y="1689019"/>
                </a:cubicBezTo>
                <a:close/>
                <a:moveTo>
                  <a:pt x="851832" y="1536337"/>
                </a:moveTo>
                <a:cubicBezTo>
                  <a:pt x="1322286" y="1536337"/>
                  <a:pt x="1703664" y="1917715"/>
                  <a:pt x="1703664" y="2388169"/>
                </a:cubicBezTo>
                <a:cubicBezTo>
                  <a:pt x="1703664" y="2858623"/>
                  <a:pt x="1322286" y="3240001"/>
                  <a:pt x="851832" y="3240001"/>
                </a:cubicBezTo>
                <a:cubicBezTo>
                  <a:pt x="381378" y="3240001"/>
                  <a:pt x="0" y="2858623"/>
                  <a:pt x="0" y="2388169"/>
                </a:cubicBezTo>
                <a:cubicBezTo>
                  <a:pt x="0" y="1917715"/>
                  <a:pt x="381378" y="1536337"/>
                  <a:pt x="851832" y="1536337"/>
                </a:cubicBezTo>
                <a:close/>
                <a:moveTo>
                  <a:pt x="1173126" y="1"/>
                </a:moveTo>
                <a:lnTo>
                  <a:pt x="1383673" y="1"/>
                </a:lnTo>
                <a:lnTo>
                  <a:pt x="1383673" y="954514"/>
                </a:lnTo>
                <a:lnTo>
                  <a:pt x="1173126" y="1187717"/>
                </a:lnTo>
                <a:close/>
                <a:moveTo>
                  <a:pt x="619488" y="0"/>
                </a:moveTo>
                <a:lnTo>
                  <a:pt x="1099698" y="0"/>
                </a:lnTo>
                <a:lnTo>
                  <a:pt x="1099698" y="1265464"/>
                </a:lnTo>
                <a:lnTo>
                  <a:pt x="859593" y="1532640"/>
                </a:lnTo>
                <a:lnTo>
                  <a:pt x="619488" y="1265464"/>
                </a:lnTo>
                <a:close/>
                <a:moveTo>
                  <a:pt x="335512" y="0"/>
                </a:moveTo>
                <a:lnTo>
                  <a:pt x="546059" y="0"/>
                </a:lnTo>
                <a:lnTo>
                  <a:pt x="546059" y="1166181"/>
                </a:lnTo>
                <a:lnTo>
                  <a:pt x="335512" y="92745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9" name="Parallelogram 15">
            <a:extLst>
              <a:ext uri="{FF2B5EF4-FFF2-40B4-BE49-F238E27FC236}">
                <a16:creationId xmlns:a16="http://schemas.microsoft.com/office/drawing/2014/main" xmlns="" id="{24ABDD0B-564D-4579-ACF2-A3B23447A0E6}"/>
              </a:ext>
            </a:extLst>
          </p:cNvPr>
          <p:cNvSpPr/>
          <p:nvPr/>
        </p:nvSpPr>
        <p:spPr>
          <a:xfrm rot="16200000">
            <a:off x="8536863" y="3545131"/>
            <a:ext cx="598764" cy="648141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0" name="Round Same Side Corner Rectangle 21">
            <a:extLst>
              <a:ext uri="{FF2B5EF4-FFF2-40B4-BE49-F238E27FC236}">
                <a16:creationId xmlns:a16="http://schemas.microsoft.com/office/drawing/2014/main" xmlns="" id="{A705FB8C-4E2D-4F93-8F3B-7B97C7830918}"/>
              </a:ext>
            </a:extLst>
          </p:cNvPr>
          <p:cNvSpPr/>
          <p:nvPr/>
        </p:nvSpPr>
        <p:spPr>
          <a:xfrm rot="10800000">
            <a:off x="9311063" y="2543932"/>
            <a:ext cx="386665" cy="436639"/>
          </a:xfrm>
          <a:custGeom>
            <a:avLst/>
            <a:gdLst/>
            <a:ahLst/>
            <a:cxnLst/>
            <a:rect l="l" t="t" r="r" b="b"/>
            <a:pathLst>
              <a:path w="2880320" h="3252576">
                <a:moveTo>
                  <a:pt x="612726" y="2220771"/>
                </a:moveTo>
                <a:cubicBezTo>
                  <a:pt x="662432" y="2220771"/>
                  <a:pt x="702726" y="2180477"/>
                  <a:pt x="702726" y="2130771"/>
                </a:cubicBezTo>
                <a:lnTo>
                  <a:pt x="702726" y="438771"/>
                </a:lnTo>
                <a:cubicBezTo>
                  <a:pt x="702726" y="389065"/>
                  <a:pt x="662432" y="348771"/>
                  <a:pt x="612726" y="348771"/>
                </a:cubicBezTo>
                <a:cubicBezTo>
                  <a:pt x="563020" y="348771"/>
                  <a:pt x="522726" y="389065"/>
                  <a:pt x="522726" y="438771"/>
                </a:cubicBezTo>
                <a:lnTo>
                  <a:pt x="522726" y="2130771"/>
                </a:lnTo>
                <a:cubicBezTo>
                  <a:pt x="522726" y="2180477"/>
                  <a:pt x="563020" y="2220771"/>
                  <a:pt x="612726" y="2220771"/>
                </a:cubicBezTo>
                <a:close/>
                <a:moveTo>
                  <a:pt x="1188790" y="2220771"/>
                </a:moveTo>
                <a:cubicBezTo>
                  <a:pt x="1238496" y="2220771"/>
                  <a:pt x="1278790" y="2180477"/>
                  <a:pt x="1278790" y="2130771"/>
                </a:cubicBezTo>
                <a:lnTo>
                  <a:pt x="1278790" y="438771"/>
                </a:lnTo>
                <a:cubicBezTo>
                  <a:pt x="1278790" y="389065"/>
                  <a:pt x="1238496" y="348771"/>
                  <a:pt x="1188790" y="348771"/>
                </a:cubicBezTo>
                <a:cubicBezTo>
                  <a:pt x="1139084" y="348771"/>
                  <a:pt x="1098790" y="389065"/>
                  <a:pt x="1098790" y="438771"/>
                </a:cubicBezTo>
                <a:lnTo>
                  <a:pt x="1098790" y="2130771"/>
                </a:lnTo>
                <a:cubicBezTo>
                  <a:pt x="1098790" y="2180477"/>
                  <a:pt x="1139084" y="2220771"/>
                  <a:pt x="1188790" y="2220771"/>
                </a:cubicBezTo>
                <a:close/>
                <a:moveTo>
                  <a:pt x="1764854" y="2220771"/>
                </a:moveTo>
                <a:cubicBezTo>
                  <a:pt x="1814560" y="2220771"/>
                  <a:pt x="1854854" y="2180477"/>
                  <a:pt x="1854854" y="2130771"/>
                </a:cubicBezTo>
                <a:lnTo>
                  <a:pt x="1854854" y="438771"/>
                </a:lnTo>
                <a:cubicBezTo>
                  <a:pt x="1854854" y="389065"/>
                  <a:pt x="1814560" y="348771"/>
                  <a:pt x="1764854" y="348771"/>
                </a:cubicBezTo>
                <a:cubicBezTo>
                  <a:pt x="1715148" y="348771"/>
                  <a:pt x="1674854" y="389065"/>
                  <a:pt x="1674854" y="438771"/>
                </a:cubicBezTo>
                <a:lnTo>
                  <a:pt x="1674854" y="2130771"/>
                </a:lnTo>
                <a:cubicBezTo>
                  <a:pt x="1674854" y="2180477"/>
                  <a:pt x="1715148" y="2220771"/>
                  <a:pt x="1764854" y="2220771"/>
                </a:cubicBezTo>
                <a:close/>
                <a:moveTo>
                  <a:pt x="2340918" y="2220771"/>
                </a:moveTo>
                <a:cubicBezTo>
                  <a:pt x="2390624" y="2220771"/>
                  <a:pt x="2430918" y="2180477"/>
                  <a:pt x="2430918" y="2130771"/>
                </a:cubicBezTo>
                <a:lnTo>
                  <a:pt x="2430918" y="438771"/>
                </a:lnTo>
                <a:cubicBezTo>
                  <a:pt x="2430918" y="389065"/>
                  <a:pt x="2390624" y="348771"/>
                  <a:pt x="2340918" y="348771"/>
                </a:cubicBezTo>
                <a:cubicBezTo>
                  <a:pt x="2291212" y="348771"/>
                  <a:pt x="2250918" y="389065"/>
                  <a:pt x="2250918" y="438771"/>
                </a:cubicBezTo>
                <a:lnTo>
                  <a:pt x="2250918" y="2130771"/>
                </a:lnTo>
                <a:cubicBezTo>
                  <a:pt x="2250918" y="2180477"/>
                  <a:pt x="2291212" y="2220771"/>
                  <a:pt x="2340918" y="2220771"/>
                </a:cubicBezTo>
                <a:close/>
                <a:moveTo>
                  <a:pt x="2784182" y="2519920"/>
                </a:moveTo>
                <a:lnTo>
                  <a:pt x="96136" y="2519920"/>
                </a:lnTo>
                <a:lnTo>
                  <a:pt x="96136" y="419995"/>
                </a:lnTo>
                <a:cubicBezTo>
                  <a:pt x="96136" y="188038"/>
                  <a:pt x="284174" y="0"/>
                  <a:pt x="516131" y="0"/>
                </a:cubicBezTo>
                <a:lnTo>
                  <a:pt x="2364187" y="0"/>
                </a:lnTo>
                <a:cubicBezTo>
                  <a:pt x="2596144" y="0"/>
                  <a:pt x="2784182" y="188038"/>
                  <a:pt x="2784182" y="419995"/>
                </a:cubicBezTo>
                <a:close/>
                <a:moveTo>
                  <a:pt x="1687966" y="3252576"/>
                </a:moveTo>
                <a:lnTo>
                  <a:pt x="1192350" y="3252576"/>
                </a:lnTo>
                <a:cubicBezTo>
                  <a:pt x="1129224" y="3252576"/>
                  <a:pt x="1078050" y="3201402"/>
                  <a:pt x="1078050" y="3138276"/>
                </a:cubicBezTo>
                <a:lnTo>
                  <a:pt x="1078050" y="3023976"/>
                </a:lnTo>
                <a:lnTo>
                  <a:pt x="60008" y="3023976"/>
                </a:lnTo>
                <a:cubicBezTo>
                  <a:pt x="26866" y="3023976"/>
                  <a:pt x="0" y="2997110"/>
                  <a:pt x="0" y="2963968"/>
                </a:cubicBezTo>
                <a:lnTo>
                  <a:pt x="0" y="2723944"/>
                </a:lnTo>
                <a:cubicBezTo>
                  <a:pt x="0" y="2690802"/>
                  <a:pt x="26866" y="2663936"/>
                  <a:pt x="60008" y="2663936"/>
                </a:cubicBezTo>
                <a:lnTo>
                  <a:pt x="2820312" y="2663936"/>
                </a:lnTo>
                <a:cubicBezTo>
                  <a:pt x="2853454" y="2663936"/>
                  <a:pt x="2880320" y="2690802"/>
                  <a:pt x="2880320" y="2723944"/>
                </a:cubicBezTo>
                <a:lnTo>
                  <a:pt x="2880320" y="2963968"/>
                </a:lnTo>
                <a:cubicBezTo>
                  <a:pt x="2880320" y="2997110"/>
                  <a:pt x="2853454" y="3023976"/>
                  <a:pt x="2820312" y="3023976"/>
                </a:cubicBezTo>
                <a:lnTo>
                  <a:pt x="1802266" y="3023976"/>
                </a:lnTo>
                <a:lnTo>
                  <a:pt x="1802266" y="3138276"/>
                </a:lnTo>
                <a:cubicBezTo>
                  <a:pt x="1802266" y="3201402"/>
                  <a:pt x="1751092" y="3252576"/>
                  <a:pt x="1687966" y="325257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1" name="Oval 26">
            <a:extLst>
              <a:ext uri="{FF2B5EF4-FFF2-40B4-BE49-F238E27FC236}">
                <a16:creationId xmlns:a16="http://schemas.microsoft.com/office/drawing/2014/main" xmlns="" id="{A8611118-4553-45C9-837B-A5EA5C617D63}"/>
              </a:ext>
            </a:extLst>
          </p:cNvPr>
          <p:cNvSpPr/>
          <p:nvPr/>
        </p:nvSpPr>
        <p:spPr>
          <a:xfrm>
            <a:off x="6966942" y="3587275"/>
            <a:ext cx="472482" cy="563852"/>
          </a:xfrm>
          <a:custGeom>
            <a:avLst/>
            <a:gdLst/>
            <a:ahLst/>
            <a:cxnLst/>
            <a:rect l="l" t="t" r="r" b="b"/>
            <a:pathLst>
              <a:path w="2543357" h="3035197">
                <a:moveTo>
                  <a:pt x="1932497" y="885460"/>
                </a:moveTo>
                <a:lnTo>
                  <a:pt x="1858608" y="981586"/>
                </a:lnTo>
                <a:cubicBezTo>
                  <a:pt x="2087948" y="1157874"/>
                  <a:pt x="2221364" y="1431493"/>
                  <a:pt x="2219022" y="1720748"/>
                </a:cubicBezTo>
                <a:lnTo>
                  <a:pt x="2340261" y="1721729"/>
                </a:lnTo>
                <a:cubicBezTo>
                  <a:pt x="2342911" y="1394473"/>
                  <a:pt x="2191967" y="1084907"/>
                  <a:pt x="1932497" y="885460"/>
                </a:cubicBezTo>
                <a:close/>
                <a:moveTo>
                  <a:pt x="1028922" y="281987"/>
                </a:moveTo>
                <a:cubicBezTo>
                  <a:pt x="1157068" y="321344"/>
                  <a:pt x="1128134" y="299573"/>
                  <a:pt x="1193247" y="332230"/>
                </a:cubicBezTo>
                <a:cubicBezTo>
                  <a:pt x="1269854" y="451410"/>
                  <a:pt x="1301375" y="602654"/>
                  <a:pt x="1295736" y="739575"/>
                </a:cubicBezTo>
                <a:cubicBezTo>
                  <a:pt x="1418781" y="730097"/>
                  <a:pt x="1391656" y="622269"/>
                  <a:pt x="1842154" y="674175"/>
                </a:cubicBezTo>
                <a:cubicBezTo>
                  <a:pt x="2251963" y="725703"/>
                  <a:pt x="2543357" y="1202505"/>
                  <a:pt x="2543357" y="1911138"/>
                </a:cubicBezTo>
                <a:cubicBezTo>
                  <a:pt x="2543357" y="2619771"/>
                  <a:pt x="2228290" y="3174439"/>
                  <a:pt x="1189012" y="3004227"/>
                </a:cubicBezTo>
                <a:cubicBezTo>
                  <a:pt x="266689" y="3142266"/>
                  <a:pt x="99973" y="2479414"/>
                  <a:pt x="24671" y="2089269"/>
                </a:cubicBezTo>
                <a:cubicBezTo>
                  <a:pt x="-50631" y="1699124"/>
                  <a:pt x="9514" y="922425"/>
                  <a:pt x="737199" y="663358"/>
                </a:cubicBezTo>
                <a:cubicBezTo>
                  <a:pt x="1021153" y="585721"/>
                  <a:pt x="1093645" y="690425"/>
                  <a:pt x="1216376" y="728497"/>
                </a:cubicBezTo>
                <a:cubicBezTo>
                  <a:pt x="1183268" y="569368"/>
                  <a:pt x="1135766" y="458984"/>
                  <a:pt x="1028922" y="281987"/>
                </a:cubicBezTo>
                <a:close/>
                <a:moveTo>
                  <a:pt x="1919942" y="47"/>
                </a:moveTo>
                <a:cubicBezTo>
                  <a:pt x="2086542" y="1491"/>
                  <a:pt x="2263938" y="35583"/>
                  <a:pt x="2350876" y="60453"/>
                </a:cubicBezTo>
                <a:cubicBezTo>
                  <a:pt x="2672784" y="174000"/>
                  <a:pt x="2321773" y="213881"/>
                  <a:pt x="2220060" y="345654"/>
                </a:cubicBezTo>
                <a:cubicBezTo>
                  <a:pt x="2118347" y="477427"/>
                  <a:pt x="2005019" y="609932"/>
                  <a:pt x="1770740" y="609932"/>
                </a:cubicBezTo>
                <a:lnTo>
                  <a:pt x="1326444" y="614956"/>
                </a:lnTo>
                <a:lnTo>
                  <a:pt x="1346541" y="320533"/>
                </a:lnTo>
                <a:cubicBezTo>
                  <a:pt x="1401807" y="115484"/>
                  <a:pt x="1563158" y="44336"/>
                  <a:pt x="1760692" y="11037"/>
                </a:cubicBezTo>
                <a:cubicBezTo>
                  <a:pt x="1810076" y="2712"/>
                  <a:pt x="1864409" y="-434"/>
                  <a:pt x="1919942" y="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2" name="Freeform 32">
            <a:extLst>
              <a:ext uri="{FF2B5EF4-FFF2-40B4-BE49-F238E27FC236}">
                <a16:creationId xmlns:a16="http://schemas.microsoft.com/office/drawing/2014/main" xmlns="" id="{9C5A04AA-A50B-457A-A783-D941E78BCCDF}"/>
              </a:ext>
            </a:extLst>
          </p:cNvPr>
          <p:cNvSpPr/>
          <p:nvPr/>
        </p:nvSpPr>
        <p:spPr>
          <a:xfrm>
            <a:off x="4360223" y="1480860"/>
            <a:ext cx="597487" cy="547278"/>
          </a:xfrm>
          <a:custGeom>
            <a:avLst/>
            <a:gdLst/>
            <a:ahLst/>
            <a:cxnLst/>
            <a:rect l="l" t="t" r="r" b="b"/>
            <a:pathLst>
              <a:path w="3210745" h="294092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3" name="Rounded Rectangle 10">
            <a:extLst>
              <a:ext uri="{FF2B5EF4-FFF2-40B4-BE49-F238E27FC236}">
                <a16:creationId xmlns:a16="http://schemas.microsoft.com/office/drawing/2014/main" xmlns="" id="{B55467B8-5BFB-46FE-82D2-AA896BC192F1}"/>
              </a:ext>
            </a:extLst>
          </p:cNvPr>
          <p:cNvSpPr/>
          <p:nvPr/>
        </p:nvSpPr>
        <p:spPr>
          <a:xfrm>
            <a:off x="8534202" y="2515987"/>
            <a:ext cx="372169" cy="492524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4" name="Rounded Rectangle 32">
            <a:extLst>
              <a:ext uri="{FF2B5EF4-FFF2-40B4-BE49-F238E27FC236}">
                <a16:creationId xmlns:a16="http://schemas.microsoft.com/office/drawing/2014/main" xmlns="" id="{A7C45BCB-0B8E-4E0E-842A-DD554B68B1C0}"/>
              </a:ext>
            </a:extLst>
          </p:cNvPr>
          <p:cNvSpPr/>
          <p:nvPr/>
        </p:nvSpPr>
        <p:spPr>
          <a:xfrm>
            <a:off x="10179594" y="3623455"/>
            <a:ext cx="491492" cy="4914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5" name="Trapezoid 13">
            <a:extLst>
              <a:ext uri="{FF2B5EF4-FFF2-40B4-BE49-F238E27FC236}">
                <a16:creationId xmlns:a16="http://schemas.microsoft.com/office/drawing/2014/main" xmlns="" id="{EAB635DE-58EF-4585-A0F5-0790A1957A5B}"/>
              </a:ext>
            </a:extLst>
          </p:cNvPr>
          <p:cNvSpPr/>
          <p:nvPr/>
        </p:nvSpPr>
        <p:spPr>
          <a:xfrm>
            <a:off x="5324216" y="2538243"/>
            <a:ext cx="529844" cy="448015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6" name="Rounded Rectangle 7">
            <a:extLst>
              <a:ext uri="{FF2B5EF4-FFF2-40B4-BE49-F238E27FC236}">
                <a16:creationId xmlns:a16="http://schemas.microsoft.com/office/drawing/2014/main" xmlns="" id="{890A206E-8EB0-46CB-87E5-BB62DA827BE4}"/>
              </a:ext>
            </a:extLst>
          </p:cNvPr>
          <p:cNvSpPr/>
          <p:nvPr/>
        </p:nvSpPr>
        <p:spPr>
          <a:xfrm>
            <a:off x="7858216" y="2527504"/>
            <a:ext cx="271294" cy="469495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7" name="Rectangle 18">
            <a:extLst>
              <a:ext uri="{FF2B5EF4-FFF2-40B4-BE49-F238E27FC236}">
                <a16:creationId xmlns:a16="http://schemas.microsoft.com/office/drawing/2014/main" xmlns="" id="{D8BFBE69-EC90-491A-A905-789398F4B3A8}"/>
              </a:ext>
            </a:extLst>
          </p:cNvPr>
          <p:cNvSpPr/>
          <p:nvPr/>
        </p:nvSpPr>
        <p:spPr>
          <a:xfrm>
            <a:off x="6258752" y="2567175"/>
            <a:ext cx="491054" cy="390153"/>
          </a:xfrm>
          <a:custGeom>
            <a:avLst/>
            <a:gdLst/>
            <a:ahLst/>
            <a:cxnLst/>
            <a:rect l="l" t="t" r="r" b="b"/>
            <a:pathLst>
              <a:path w="3240000" h="2574247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8" name="Rounded Rectangle 25">
            <a:extLst>
              <a:ext uri="{FF2B5EF4-FFF2-40B4-BE49-F238E27FC236}">
                <a16:creationId xmlns:a16="http://schemas.microsoft.com/office/drawing/2014/main" xmlns="" id="{4572E89B-D1A8-4A73-807F-C57BE0137D47}"/>
              </a:ext>
            </a:extLst>
          </p:cNvPr>
          <p:cNvSpPr/>
          <p:nvPr/>
        </p:nvSpPr>
        <p:spPr>
          <a:xfrm>
            <a:off x="7154498" y="2552022"/>
            <a:ext cx="299026" cy="420457"/>
          </a:xfrm>
          <a:custGeom>
            <a:avLst/>
            <a:gdLst/>
            <a:ahLst/>
            <a:cxnLst/>
            <a:rect l="l" t="t" r="r" b="b"/>
            <a:pathLst>
              <a:path w="2304256" h="3240000">
                <a:moveTo>
                  <a:pt x="954128" y="3024336"/>
                </a:moveTo>
                <a:cubicBezTo>
                  <a:pt x="924305" y="3024336"/>
                  <a:pt x="900128" y="3048513"/>
                  <a:pt x="900128" y="3078336"/>
                </a:cubicBezTo>
                <a:cubicBezTo>
                  <a:pt x="900128" y="3108159"/>
                  <a:pt x="924305" y="3132336"/>
                  <a:pt x="954128" y="3132336"/>
                </a:cubicBezTo>
                <a:lnTo>
                  <a:pt x="1350128" y="3132336"/>
                </a:lnTo>
                <a:cubicBezTo>
                  <a:pt x="1379951" y="3132336"/>
                  <a:pt x="1404128" y="3108159"/>
                  <a:pt x="1404128" y="3078336"/>
                </a:cubicBezTo>
                <a:cubicBezTo>
                  <a:pt x="1404128" y="3048513"/>
                  <a:pt x="1379951" y="3024336"/>
                  <a:pt x="1350128" y="3024336"/>
                </a:cubicBezTo>
                <a:close/>
                <a:moveTo>
                  <a:pt x="131531" y="224650"/>
                </a:moveTo>
                <a:lnTo>
                  <a:pt x="131531" y="2888946"/>
                </a:lnTo>
                <a:lnTo>
                  <a:pt x="2172725" y="2888946"/>
                </a:lnTo>
                <a:lnTo>
                  <a:pt x="2172725" y="224650"/>
                </a:lnTo>
                <a:close/>
                <a:moveTo>
                  <a:pt x="936128" y="73520"/>
                </a:moveTo>
                <a:cubicBezTo>
                  <a:pt x="916246" y="73520"/>
                  <a:pt x="900128" y="89638"/>
                  <a:pt x="900128" y="109520"/>
                </a:cubicBezTo>
                <a:cubicBezTo>
                  <a:pt x="900128" y="129402"/>
                  <a:pt x="916246" y="145520"/>
                  <a:pt x="936128" y="145520"/>
                </a:cubicBezTo>
                <a:lnTo>
                  <a:pt x="1368128" y="145520"/>
                </a:lnTo>
                <a:cubicBezTo>
                  <a:pt x="1388010" y="145520"/>
                  <a:pt x="1404128" y="129402"/>
                  <a:pt x="1404128" y="109520"/>
                </a:cubicBezTo>
                <a:cubicBezTo>
                  <a:pt x="1404128" y="89638"/>
                  <a:pt x="1388010" y="73520"/>
                  <a:pt x="1368128" y="73520"/>
                </a:cubicBezTo>
                <a:close/>
                <a:moveTo>
                  <a:pt x="155330" y="0"/>
                </a:moveTo>
                <a:lnTo>
                  <a:pt x="2148926" y="0"/>
                </a:lnTo>
                <a:cubicBezTo>
                  <a:pt x="2234712" y="0"/>
                  <a:pt x="2304256" y="69544"/>
                  <a:pt x="2304256" y="155330"/>
                </a:cubicBezTo>
                <a:lnTo>
                  <a:pt x="2304256" y="3084670"/>
                </a:lnTo>
                <a:cubicBezTo>
                  <a:pt x="2304256" y="3170456"/>
                  <a:pt x="2234712" y="3240000"/>
                  <a:pt x="2148926" y="3240000"/>
                </a:cubicBezTo>
                <a:lnTo>
                  <a:pt x="155330" y="3240000"/>
                </a:lnTo>
                <a:cubicBezTo>
                  <a:pt x="69544" y="3240000"/>
                  <a:pt x="0" y="3170456"/>
                  <a:pt x="0" y="3084670"/>
                </a:cubicBezTo>
                <a:lnTo>
                  <a:pt x="0" y="155330"/>
                </a:lnTo>
                <a:cubicBezTo>
                  <a:pt x="0" y="69544"/>
                  <a:pt x="69544" y="0"/>
                  <a:pt x="1553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9" name="Chord 14">
            <a:extLst>
              <a:ext uri="{FF2B5EF4-FFF2-40B4-BE49-F238E27FC236}">
                <a16:creationId xmlns:a16="http://schemas.microsoft.com/office/drawing/2014/main" xmlns="" id="{55CB0732-5078-415F-A13A-7992B69C1679}"/>
              </a:ext>
            </a:extLst>
          </p:cNvPr>
          <p:cNvSpPr/>
          <p:nvPr/>
        </p:nvSpPr>
        <p:spPr>
          <a:xfrm>
            <a:off x="5919945" y="5535338"/>
            <a:ext cx="512639" cy="646909"/>
          </a:xfrm>
          <a:custGeom>
            <a:avLst/>
            <a:gdLst/>
            <a:ahLst/>
            <a:cxnLst/>
            <a:rect l="l" t="t" r="r" b="b"/>
            <a:pathLst>
              <a:path w="2120980" h="2676504">
                <a:moveTo>
                  <a:pt x="824057" y="2198115"/>
                </a:moveTo>
                <a:lnTo>
                  <a:pt x="824057" y="2229022"/>
                </a:lnTo>
                <a:lnTo>
                  <a:pt x="751177" y="2229022"/>
                </a:lnTo>
                <a:lnTo>
                  <a:pt x="751177" y="2510330"/>
                </a:lnTo>
                <a:lnTo>
                  <a:pt x="824057" y="2510330"/>
                </a:lnTo>
                <a:lnTo>
                  <a:pt x="824057" y="2541237"/>
                </a:lnTo>
                <a:lnTo>
                  <a:pt x="1298129" y="2541237"/>
                </a:lnTo>
                <a:lnTo>
                  <a:pt x="1298129" y="2510330"/>
                </a:lnTo>
                <a:lnTo>
                  <a:pt x="1371008" y="2510330"/>
                </a:lnTo>
                <a:lnTo>
                  <a:pt x="1371008" y="2229022"/>
                </a:lnTo>
                <a:lnTo>
                  <a:pt x="1298129" y="2229022"/>
                </a:lnTo>
                <a:lnTo>
                  <a:pt x="1298129" y="2198115"/>
                </a:lnTo>
                <a:close/>
                <a:moveTo>
                  <a:pt x="1933495" y="134375"/>
                </a:moveTo>
                <a:cubicBezTo>
                  <a:pt x="1872496" y="128267"/>
                  <a:pt x="1778964" y="206162"/>
                  <a:pt x="1655092" y="316398"/>
                </a:cubicBezTo>
                <a:lnTo>
                  <a:pt x="1655092" y="762581"/>
                </a:lnTo>
                <a:lnTo>
                  <a:pt x="1651862" y="762581"/>
                </a:lnTo>
                <a:cubicBezTo>
                  <a:pt x="1647824" y="843406"/>
                  <a:pt x="1633793" y="920606"/>
                  <a:pt x="1611266" y="992211"/>
                </a:cubicBezTo>
                <a:cubicBezTo>
                  <a:pt x="1739269" y="1047184"/>
                  <a:pt x="1828260" y="986425"/>
                  <a:pt x="1895778" y="900656"/>
                </a:cubicBezTo>
                <a:cubicBezTo>
                  <a:pt x="1964561" y="813279"/>
                  <a:pt x="2016746" y="624382"/>
                  <a:pt x="2016490" y="465292"/>
                </a:cubicBezTo>
                <a:cubicBezTo>
                  <a:pt x="2023696" y="232949"/>
                  <a:pt x="1995287" y="140561"/>
                  <a:pt x="1933495" y="134375"/>
                </a:cubicBezTo>
                <a:close/>
                <a:moveTo>
                  <a:pt x="187485" y="134375"/>
                </a:moveTo>
                <a:cubicBezTo>
                  <a:pt x="125693" y="140561"/>
                  <a:pt x="97284" y="232949"/>
                  <a:pt x="104490" y="465292"/>
                </a:cubicBezTo>
                <a:cubicBezTo>
                  <a:pt x="104234" y="624382"/>
                  <a:pt x="156419" y="813279"/>
                  <a:pt x="225202" y="900656"/>
                </a:cubicBezTo>
                <a:cubicBezTo>
                  <a:pt x="292944" y="986710"/>
                  <a:pt x="382303" y="1047587"/>
                  <a:pt x="511026" y="991745"/>
                </a:cubicBezTo>
                <a:cubicBezTo>
                  <a:pt x="488627" y="920189"/>
                  <a:pt x="474740" y="843131"/>
                  <a:pt x="470841" y="762581"/>
                </a:cubicBezTo>
                <a:lnTo>
                  <a:pt x="467092" y="762581"/>
                </a:lnTo>
                <a:lnTo>
                  <a:pt x="467092" y="317447"/>
                </a:lnTo>
                <a:cubicBezTo>
                  <a:pt x="342616" y="206663"/>
                  <a:pt x="248680" y="128248"/>
                  <a:pt x="187485" y="134375"/>
                </a:cubicBezTo>
                <a:close/>
                <a:moveTo>
                  <a:pt x="171293" y="338"/>
                </a:moveTo>
                <a:cubicBezTo>
                  <a:pt x="267101" y="7324"/>
                  <a:pt x="383647" y="121035"/>
                  <a:pt x="467092" y="183917"/>
                </a:cubicBezTo>
                <a:lnTo>
                  <a:pt x="467092" y="127304"/>
                </a:lnTo>
                <a:cubicBezTo>
                  <a:pt x="446033" y="120339"/>
                  <a:pt x="431092" y="100383"/>
                  <a:pt x="431092" y="76938"/>
                </a:cubicBezTo>
                <a:cubicBezTo>
                  <a:pt x="431092" y="47115"/>
                  <a:pt x="455269" y="22938"/>
                  <a:pt x="485092" y="22938"/>
                </a:cubicBezTo>
                <a:lnTo>
                  <a:pt x="1637092" y="22938"/>
                </a:lnTo>
                <a:cubicBezTo>
                  <a:pt x="1666915" y="22938"/>
                  <a:pt x="1691092" y="47115"/>
                  <a:pt x="1691092" y="76938"/>
                </a:cubicBezTo>
                <a:cubicBezTo>
                  <a:pt x="1691092" y="100383"/>
                  <a:pt x="1676151" y="120339"/>
                  <a:pt x="1655092" y="127304"/>
                </a:cubicBezTo>
                <a:lnTo>
                  <a:pt x="1655092" y="182958"/>
                </a:lnTo>
                <a:cubicBezTo>
                  <a:pt x="1738474" y="119924"/>
                  <a:pt x="1854348" y="7289"/>
                  <a:pt x="1949687" y="338"/>
                </a:cubicBezTo>
                <a:cubicBezTo>
                  <a:pt x="2046947" y="-6754"/>
                  <a:pt x="2122836" y="96139"/>
                  <a:pt x="2120946" y="473736"/>
                </a:cubicBezTo>
                <a:cubicBezTo>
                  <a:pt x="2117166" y="673942"/>
                  <a:pt x="2058714" y="872497"/>
                  <a:pt x="1966316" y="974360"/>
                </a:cubicBezTo>
                <a:cubicBezTo>
                  <a:pt x="1875288" y="1074712"/>
                  <a:pt x="1740706" y="1159472"/>
                  <a:pt x="1574365" y="1087619"/>
                </a:cubicBezTo>
                <a:cubicBezTo>
                  <a:pt x="1498402" y="1256706"/>
                  <a:pt x="1371540" y="1383225"/>
                  <a:pt x="1220432" y="1434843"/>
                </a:cubicBezTo>
                <a:lnTo>
                  <a:pt x="1220432" y="1524098"/>
                </a:lnTo>
                <a:cubicBezTo>
                  <a:pt x="1242816" y="1529237"/>
                  <a:pt x="1259092" y="1549488"/>
                  <a:pt x="1259092" y="1573540"/>
                </a:cubicBezTo>
                <a:lnTo>
                  <a:pt x="1259092" y="1782216"/>
                </a:lnTo>
                <a:cubicBezTo>
                  <a:pt x="1259092" y="1806269"/>
                  <a:pt x="1242816" y="1826519"/>
                  <a:pt x="1220432" y="1831659"/>
                </a:cubicBezTo>
                <a:lnTo>
                  <a:pt x="1220432" y="1899972"/>
                </a:lnTo>
                <a:cubicBezTo>
                  <a:pt x="1220432" y="1908643"/>
                  <a:pt x="1218317" y="1916820"/>
                  <a:pt x="1214011" y="1923722"/>
                </a:cubicBezTo>
                <a:cubicBezTo>
                  <a:pt x="1480406" y="1939701"/>
                  <a:pt x="1673079" y="1996147"/>
                  <a:pt x="1682229" y="2062848"/>
                </a:cubicBezTo>
                <a:lnTo>
                  <a:pt x="1925188" y="2062848"/>
                </a:lnTo>
                <a:lnTo>
                  <a:pt x="1925188" y="2676504"/>
                </a:lnTo>
                <a:lnTo>
                  <a:pt x="196996" y="2676504"/>
                </a:lnTo>
                <a:lnTo>
                  <a:pt x="196996" y="2062848"/>
                </a:lnTo>
                <a:lnTo>
                  <a:pt x="427501" y="2062848"/>
                </a:lnTo>
                <a:cubicBezTo>
                  <a:pt x="436455" y="1995236"/>
                  <a:pt x="634470" y="1937990"/>
                  <a:pt x="907722" y="1923052"/>
                </a:cubicBezTo>
                <a:cubicBezTo>
                  <a:pt x="903729" y="1916275"/>
                  <a:pt x="901752" y="1908354"/>
                  <a:pt x="901752" y="1899972"/>
                </a:cubicBezTo>
                <a:lnTo>
                  <a:pt x="901752" y="1831659"/>
                </a:lnTo>
                <a:cubicBezTo>
                  <a:pt x="879369" y="1826519"/>
                  <a:pt x="863092" y="1806269"/>
                  <a:pt x="863092" y="1782216"/>
                </a:cubicBezTo>
                <a:lnTo>
                  <a:pt x="863092" y="1573540"/>
                </a:lnTo>
                <a:cubicBezTo>
                  <a:pt x="863092" y="1549488"/>
                  <a:pt x="879369" y="1529237"/>
                  <a:pt x="901752" y="1524098"/>
                </a:cubicBezTo>
                <a:lnTo>
                  <a:pt x="901752" y="1435225"/>
                </a:lnTo>
                <a:cubicBezTo>
                  <a:pt x="750211" y="1383280"/>
                  <a:pt x="623484" y="1256276"/>
                  <a:pt x="547795" y="1087211"/>
                </a:cubicBezTo>
                <a:cubicBezTo>
                  <a:pt x="380891" y="1159861"/>
                  <a:pt x="245901" y="1074942"/>
                  <a:pt x="154664" y="974360"/>
                </a:cubicBezTo>
                <a:cubicBezTo>
                  <a:pt x="62266" y="872497"/>
                  <a:pt x="3814" y="673942"/>
                  <a:pt x="34" y="473736"/>
                </a:cubicBezTo>
                <a:cubicBezTo>
                  <a:pt x="-1856" y="96139"/>
                  <a:pt x="74033" y="-6754"/>
                  <a:pt x="171293" y="3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0" name="Rounded Rectangle 6">
            <a:extLst>
              <a:ext uri="{FF2B5EF4-FFF2-40B4-BE49-F238E27FC236}">
                <a16:creationId xmlns:a16="http://schemas.microsoft.com/office/drawing/2014/main" xmlns="" id="{11DB8BB9-D675-470D-AC1D-C9EF80405172}"/>
              </a:ext>
            </a:extLst>
          </p:cNvPr>
          <p:cNvSpPr/>
          <p:nvPr/>
        </p:nvSpPr>
        <p:spPr>
          <a:xfrm>
            <a:off x="4411373" y="2471636"/>
            <a:ext cx="508153" cy="516633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1" name="Oval 66">
            <a:extLst>
              <a:ext uri="{FF2B5EF4-FFF2-40B4-BE49-F238E27FC236}">
                <a16:creationId xmlns:a16="http://schemas.microsoft.com/office/drawing/2014/main" xmlns="" id="{64136ECC-E882-4D1E-8298-06A6A02A6E1A}"/>
              </a:ext>
            </a:extLst>
          </p:cNvPr>
          <p:cNvSpPr/>
          <p:nvPr/>
        </p:nvSpPr>
        <p:spPr>
          <a:xfrm rot="20700000">
            <a:off x="6137536" y="3634206"/>
            <a:ext cx="548680" cy="469988"/>
          </a:xfrm>
          <a:custGeom>
            <a:avLst/>
            <a:gdLst/>
            <a:ahLst/>
            <a:cxnLst/>
            <a:rect l="l" t="t" r="r" b="b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2" name="Isosceles Triangle 13">
            <a:extLst>
              <a:ext uri="{FF2B5EF4-FFF2-40B4-BE49-F238E27FC236}">
                <a16:creationId xmlns:a16="http://schemas.microsoft.com/office/drawing/2014/main" xmlns="" id="{A54A6140-C0D9-4440-A5D4-E05BC900724C}"/>
              </a:ext>
            </a:extLst>
          </p:cNvPr>
          <p:cNvSpPr/>
          <p:nvPr/>
        </p:nvSpPr>
        <p:spPr>
          <a:xfrm rot="10800000">
            <a:off x="5188220" y="5485943"/>
            <a:ext cx="376548" cy="745701"/>
          </a:xfrm>
          <a:custGeom>
            <a:avLst/>
            <a:gdLst/>
            <a:ahLst/>
            <a:cxnLst/>
            <a:rect l="l" t="t" r="r" b="b"/>
            <a:pathLst>
              <a:path w="1613569" h="3195455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3" name="Smiley Face 14">
            <a:extLst>
              <a:ext uri="{FF2B5EF4-FFF2-40B4-BE49-F238E27FC236}">
                <a16:creationId xmlns:a16="http://schemas.microsoft.com/office/drawing/2014/main" xmlns="" id="{BD37565A-D14C-4133-B9E1-D7F8BF1C6551}"/>
              </a:ext>
            </a:extLst>
          </p:cNvPr>
          <p:cNvSpPr/>
          <p:nvPr/>
        </p:nvSpPr>
        <p:spPr>
          <a:xfrm>
            <a:off x="7617042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4" name="Smiley Face 12">
            <a:extLst>
              <a:ext uri="{FF2B5EF4-FFF2-40B4-BE49-F238E27FC236}">
                <a16:creationId xmlns:a16="http://schemas.microsoft.com/office/drawing/2014/main" xmlns="" id="{7F01996A-EF70-44A8-AD2D-1E270513DCED}"/>
              </a:ext>
            </a:extLst>
          </p:cNvPr>
          <p:cNvSpPr/>
          <p:nvPr/>
        </p:nvSpPr>
        <p:spPr>
          <a:xfrm>
            <a:off x="10160622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613470" y="2077417"/>
                </a:moveTo>
                <a:cubicBezTo>
                  <a:pt x="1358886" y="2080042"/>
                  <a:pt x="1130625" y="2234862"/>
                  <a:pt x="1034031" y="2470424"/>
                </a:cubicBezTo>
                <a:lnTo>
                  <a:pt x="1213303" y="2543936"/>
                </a:lnTo>
                <a:cubicBezTo>
                  <a:pt x="1280345" y="2380442"/>
                  <a:pt x="1438772" y="2272988"/>
                  <a:pt x="1615468" y="2271166"/>
                </a:cubicBezTo>
                <a:cubicBezTo>
                  <a:pt x="1792164" y="2269344"/>
                  <a:pt x="1952774" y="2373507"/>
                  <a:pt x="2023173" y="2535584"/>
                </a:cubicBezTo>
                <a:lnTo>
                  <a:pt x="2200891" y="2458391"/>
                </a:lnTo>
                <a:cubicBezTo>
                  <a:pt x="2099460" y="2224871"/>
                  <a:pt x="1868054" y="2074792"/>
                  <a:pt x="1613470" y="2077417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9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8" y="276671"/>
                </a:lnTo>
                <a:lnTo>
                  <a:pt x="2650471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30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30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1" y="2870071"/>
                </a:lnTo>
                <a:lnTo>
                  <a:pt x="2525758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9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3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4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3" y="2802158"/>
                  <a:pt x="474487" y="2765513"/>
                </a:cubicBezTo>
                <a:cubicBezTo>
                  <a:pt x="437842" y="2728868"/>
                  <a:pt x="402944" y="2690475"/>
                  <a:pt x="369930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5" y="2438097"/>
                  <a:pt x="195526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5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5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6" y="847812"/>
                </a:cubicBezTo>
                <a:cubicBezTo>
                  <a:pt x="220465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30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3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4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5" name="Smiley Face 15">
            <a:extLst>
              <a:ext uri="{FF2B5EF4-FFF2-40B4-BE49-F238E27FC236}">
                <a16:creationId xmlns:a16="http://schemas.microsoft.com/office/drawing/2014/main" xmlns="" id="{7DB0A6EE-0534-4660-BA3C-A3E8C9FF112F}"/>
              </a:ext>
            </a:extLst>
          </p:cNvPr>
          <p:cNvSpPr/>
          <p:nvPr/>
        </p:nvSpPr>
        <p:spPr>
          <a:xfrm>
            <a:off x="8468995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6" name="Oval 37">
            <a:extLst>
              <a:ext uri="{FF2B5EF4-FFF2-40B4-BE49-F238E27FC236}">
                <a16:creationId xmlns:a16="http://schemas.microsoft.com/office/drawing/2014/main" xmlns="" id="{1430B71C-D580-4CA6-A442-26AED5FAE293}"/>
              </a:ext>
            </a:extLst>
          </p:cNvPr>
          <p:cNvSpPr/>
          <p:nvPr/>
        </p:nvSpPr>
        <p:spPr>
          <a:xfrm>
            <a:off x="11012576" y="5575424"/>
            <a:ext cx="566738" cy="566738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49999" y="2117384"/>
                </a:moveTo>
                <a:lnTo>
                  <a:pt x="990192" y="2131776"/>
                </a:lnTo>
                <a:cubicBezTo>
                  <a:pt x="998682" y="2476365"/>
                  <a:pt x="1282526" y="2750154"/>
                  <a:pt x="1627197" y="2746216"/>
                </a:cubicBezTo>
                <a:cubicBezTo>
                  <a:pt x="1971867" y="2742279"/>
                  <a:pt x="2249383" y="2462077"/>
                  <a:pt x="2249999" y="2117384"/>
                </a:cubicBezTo>
                <a:close/>
                <a:moveTo>
                  <a:pt x="2505352" y="784338"/>
                </a:moveTo>
                <a:lnTo>
                  <a:pt x="1869332" y="1428843"/>
                </a:lnTo>
                <a:lnTo>
                  <a:pt x="2505352" y="1522122"/>
                </a:lnTo>
                <a:lnTo>
                  <a:pt x="2505352" y="1378597"/>
                </a:lnTo>
                <a:lnTo>
                  <a:pt x="2187887" y="1332038"/>
                </a:lnTo>
                <a:lnTo>
                  <a:pt x="2505352" y="1010338"/>
                </a:lnTo>
                <a:close/>
                <a:moveTo>
                  <a:pt x="734649" y="784338"/>
                </a:moveTo>
                <a:lnTo>
                  <a:pt x="734649" y="1010338"/>
                </a:lnTo>
                <a:lnTo>
                  <a:pt x="1052115" y="1332038"/>
                </a:lnTo>
                <a:lnTo>
                  <a:pt x="734649" y="1378597"/>
                </a:lnTo>
                <a:lnTo>
                  <a:pt x="734649" y="1522122"/>
                </a:lnTo>
                <a:lnTo>
                  <a:pt x="1370670" y="1428843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Smiley Face 14">
            <a:extLst>
              <a:ext uri="{FF2B5EF4-FFF2-40B4-BE49-F238E27FC236}">
                <a16:creationId xmlns:a16="http://schemas.microsoft.com/office/drawing/2014/main" xmlns="" id="{77504E11-68B3-460A-979B-D56E2900C922}"/>
              </a:ext>
            </a:extLst>
          </p:cNvPr>
          <p:cNvSpPr/>
          <p:nvPr/>
        </p:nvSpPr>
        <p:spPr>
          <a:xfrm>
            <a:off x="9314808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937973" y="986566"/>
                </a:moveTo>
                <a:cubicBezTo>
                  <a:pt x="850807" y="983371"/>
                  <a:pt x="762813" y="1002775"/>
                  <a:pt x="683096" y="1045110"/>
                </a:cubicBezTo>
                <a:cubicBezTo>
                  <a:pt x="523662" y="1129780"/>
                  <a:pt x="421680" y="1293248"/>
                  <a:pt x="415731" y="1473672"/>
                </a:cubicBezTo>
                <a:lnTo>
                  <a:pt x="615852" y="1480270"/>
                </a:lnTo>
                <a:cubicBezTo>
                  <a:pt x="619438" y="1371518"/>
                  <a:pt x="680908" y="1272986"/>
                  <a:pt x="777009" y="1221950"/>
                </a:cubicBezTo>
                <a:cubicBezTo>
                  <a:pt x="873110" y="1170914"/>
                  <a:pt x="989166" y="1175167"/>
                  <a:pt x="1081273" y="1233100"/>
                </a:cubicBezTo>
                <a:cubicBezTo>
                  <a:pt x="1173381" y="1291033"/>
                  <a:pt x="1227475" y="1393800"/>
                  <a:pt x="1223091" y="1502523"/>
                </a:cubicBezTo>
                <a:lnTo>
                  <a:pt x="1423160" y="1510590"/>
                </a:lnTo>
                <a:cubicBezTo>
                  <a:pt x="1430433" y="1330214"/>
                  <a:pt x="1340689" y="1159721"/>
                  <a:pt x="1187880" y="1063608"/>
                </a:cubicBezTo>
                <a:cubicBezTo>
                  <a:pt x="1111476" y="1015552"/>
                  <a:pt x="1025138" y="989760"/>
                  <a:pt x="937973" y="986566"/>
                </a:cubicBezTo>
                <a:close/>
                <a:moveTo>
                  <a:pt x="2306124" y="986566"/>
                </a:moveTo>
                <a:cubicBezTo>
                  <a:pt x="2218958" y="983371"/>
                  <a:pt x="2130964" y="1002775"/>
                  <a:pt x="2051247" y="1045110"/>
                </a:cubicBezTo>
                <a:cubicBezTo>
                  <a:pt x="1891813" y="1129780"/>
                  <a:pt x="1789831" y="1293248"/>
                  <a:pt x="1783882" y="1473672"/>
                </a:cubicBezTo>
                <a:lnTo>
                  <a:pt x="1984003" y="1480270"/>
                </a:lnTo>
                <a:cubicBezTo>
                  <a:pt x="1987589" y="1371518"/>
                  <a:pt x="2049059" y="1272986"/>
                  <a:pt x="2145160" y="1221950"/>
                </a:cubicBezTo>
                <a:cubicBezTo>
                  <a:pt x="2241261" y="1170914"/>
                  <a:pt x="2357317" y="1175167"/>
                  <a:pt x="2449424" y="1233100"/>
                </a:cubicBezTo>
                <a:cubicBezTo>
                  <a:pt x="2541532" y="1291033"/>
                  <a:pt x="2595626" y="1393800"/>
                  <a:pt x="2591242" y="1502523"/>
                </a:cubicBezTo>
                <a:lnTo>
                  <a:pt x="2791311" y="1510590"/>
                </a:lnTo>
                <a:cubicBezTo>
                  <a:pt x="2798584" y="1330214"/>
                  <a:pt x="2708840" y="1159721"/>
                  <a:pt x="2556031" y="1063608"/>
                </a:cubicBezTo>
                <a:cubicBezTo>
                  <a:pt x="2479627" y="1015552"/>
                  <a:pt x="2393289" y="989760"/>
                  <a:pt x="2306124" y="98656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8" name="Rectangle 16">
            <a:extLst>
              <a:ext uri="{FF2B5EF4-FFF2-40B4-BE49-F238E27FC236}">
                <a16:creationId xmlns:a16="http://schemas.microsoft.com/office/drawing/2014/main" xmlns="" id="{EE8124F3-717D-48CF-A47F-1E6B4110895D}"/>
              </a:ext>
            </a:extLst>
          </p:cNvPr>
          <p:cNvSpPr/>
          <p:nvPr/>
        </p:nvSpPr>
        <p:spPr>
          <a:xfrm rot="2700000">
            <a:off x="5325698" y="3520150"/>
            <a:ext cx="389390" cy="69810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9" name="Rectangle 9">
            <a:extLst>
              <a:ext uri="{FF2B5EF4-FFF2-40B4-BE49-F238E27FC236}">
                <a16:creationId xmlns:a16="http://schemas.microsoft.com/office/drawing/2014/main" xmlns="" id="{444E6227-4972-4DE6-BEB0-C3FC42991182}"/>
              </a:ext>
            </a:extLst>
          </p:cNvPr>
          <p:cNvSpPr/>
          <p:nvPr/>
        </p:nvSpPr>
        <p:spPr>
          <a:xfrm>
            <a:off x="4401174" y="3545247"/>
            <a:ext cx="527335" cy="493633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0" name="Round Same Side Corner Rectangle 6">
            <a:extLst>
              <a:ext uri="{FF2B5EF4-FFF2-40B4-BE49-F238E27FC236}">
                <a16:creationId xmlns:a16="http://schemas.microsoft.com/office/drawing/2014/main" xmlns="" id="{11207448-F26A-4EF1-8764-2D6798600849}"/>
              </a:ext>
            </a:extLst>
          </p:cNvPr>
          <p:cNvSpPr/>
          <p:nvPr/>
        </p:nvSpPr>
        <p:spPr>
          <a:xfrm rot="2700000">
            <a:off x="6979028" y="5476482"/>
            <a:ext cx="190721" cy="764622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1" name="Frame 17">
            <a:extLst>
              <a:ext uri="{FF2B5EF4-FFF2-40B4-BE49-F238E27FC236}">
                <a16:creationId xmlns:a16="http://schemas.microsoft.com/office/drawing/2014/main" xmlns="" id="{1278BF84-DDF3-43F8-88E4-A0F28E4079EF}"/>
              </a:ext>
            </a:extLst>
          </p:cNvPr>
          <p:cNvSpPr/>
          <p:nvPr/>
        </p:nvSpPr>
        <p:spPr>
          <a:xfrm>
            <a:off x="4376235" y="4613417"/>
            <a:ext cx="508153" cy="50815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2" name="Rounded Rectangle 5">
            <a:extLst>
              <a:ext uri="{FF2B5EF4-FFF2-40B4-BE49-F238E27FC236}">
                <a16:creationId xmlns:a16="http://schemas.microsoft.com/office/drawing/2014/main" xmlns="" id="{B5A177C8-7AB0-4E40-873A-70F231B3FA06}"/>
              </a:ext>
            </a:extLst>
          </p:cNvPr>
          <p:cNvSpPr/>
          <p:nvPr/>
        </p:nvSpPr>
        <p:spPr>
          <a:xfrm flipH="1">
            <a:off x="10102420" y="2554106"/>
            <a:ext cx="504633" cy="416291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3" name="Teardrop 1">
            <a:extLst>
              <a:ext uri="{FF2B5EF4-FFF2-40B4-BE49-F238E27FC236}">
                <a16:creationId xmlns:a16="http://schemas.microsoft.com/office/drawing/2014/main" xmlns="" id="{45BBC696-75E7-44AB-A411-9B80C52FFE5A}"/>
              </a:ext>
            </a:extLst>
          </p:cNvPr>
          <p:cNvSpPr/>
          <p:nvPr/>
        </p:nvSpPr>
        <p:spPr>
          <a:xfrm rot="18805991">
            <a:off x="10126692" y="1539348"/>
            <a:ext cx="551843" cy="546086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4" name="Rectangle 130">
            <a:extLst>
              <a:ext uri="{FF2B5EF4-FFF2-40B4-BE49-F238E27FC236}">
                <a16:creationId xmlns:a16="http://schemas.microsoft.com/office/drawing/2014/main" xmlns="" id="{F7759672-254A-46D2-98DF-B919494C603A}"/>
              </a:ext>
            </a:extLst>
          </p:cNvPr>
          <p:cNvSpPr/>
          <p:nvPr/>
        </p:nvSpPr>
        <p:spPr>
          <a:xfrm>
            <a:off x="10932820" y="1539414"/>
            <a:ext cx="544577" cy="547049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5" name="Right Triangle 17">
            <a:extLst>
              <a:ext uri="{FF2B5EF4-FFF2-40B4-BE49-F238E27FC236}">
                <a16:creationId xmlns:a16="http://schemas.microsoft.com/office/drawing/2014/main" xmlns="" id="{5B989D8F-E127-48E7-B329-C52CA522C191}"/>
              </a:ext>
            </a:extLst>
          </p:cNvPr>
          <p:cNvSpPr>
            <a:spLocks noChangeAspect="1"/>
          </p:cNvSpPr>
          <p:nvPr/>
        </p:nvSpPr>
        <p:spPr>
          <a:xfrm>
            <a:off x="9363473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1999321" y="2603448"/>
                </a:moveTo>
                <a:lnTo>
                  <a:pt x="1999321" y="2772810"/>
                </a:lnTo>
                <a:lnTo>
                  <a:pt x="2528507" y="2772810"/>
                </a:lnTo>
                <a:lnTo>
                  <a:pt x="2528507" y="2603448"/>
                </a:lnTo>
                <a:close/>
                <a:moveTo>
                  <a:pt x="2263914" y="2230929"/>
                </a:moveTo>
                <a:cubicBezTo>
                  <a:pt x="2516419" y="2230929"/>
                  <a:pt x="2721114" y="2435624"/>
                  <a:pt x="2721114" y="2688129"/>
                </a:cubicBezTo>
                <a:cubicBezTo>
                  <a:pt x="2721114" y="2940634"/>
                  <a:pt x="2516419" y="3145329"/>
                  <a:pt x="2263914" y="3145329"/>
                </a:cubicBezTo>
                <a:cubicBezTo>
                  <a:pt x="2011409" y="3145329"/>
                  <a:pt x="1806714" y="2940634"/>
                  <a:pt x="1806714" y="2688129"/>
                </a:cubicBezTo>
                <a:cubicBezTo>
                  <a:pt x="1806714" y="2435624"/>
                  <a:pt x="2011409" y="2230929"/>
                  <a:pt x="2263914" y="2230929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6" name="Right Triangle 17">
            <a:extLst>
              <a:ext uri="{FF2B5EF4-FFF2-40B4-BE49-F238E27FC236}">
                <a16:creationId xmlns:a16="http://schemas.microsoft.com/office/drawing/2014/main" xmlns="" id="{D61B263F-9E2B-4D6D-AE92-C6B011C62C98}"/>
              </a:ext>
            </a:extLst>
          </p:cNvPr>
          <p:cNvSpPr>
            <a:spLocks noChangeAspect="1"/>
          </p:cNvSpPr>
          <p:nvPr/>
        </p:nvSpPr>
        <p:spPr>
          <a:xfrm>
            <a:off x="8488431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7" name="Right Triangle 17">
            <a:extLst>
              <a:ext uri="{FF2B5EF4-FFF2-40B4-BE49-F238E27FC236}">
                <a16:creationId xmlns:a16="http://schemas.microsoft.com/office/drawing/2014/main" xmlns="" id="{5E5AE7B0-988E-44BF-89EA-013033086F96}"/>
              </a:ext>
            </a:extLst>
          </p:cNvPr>
          <p:cNvSpPr>
            <a:spLocks noChangeAspect="1"/>
          </p:cNvSpPr>
          <p:nvPr/>
        </p:nvSpPr>
        <p:spPr>
          <a:xfrm>
            <a:off x="10238515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36698" y="2449196"/>
                </a:moveTo>
                <a:lnTo>
                  <a:pt x="2016940" y="2568954"/>
                </a:lnTo>
                <a:lnTo>
                  <a:pt x="2144156" y="2696170"/>
                </a:lnTo>
                <a:lnTo>
                  <a:pt x="2016940" y="2823386"/>
                </a:lnTo>
                <a:lnTo>
                  <a:pt x="2136698" y="2943144"/>
                </a:lnTo>
                <a:lnTo>
                  <a:pt x="2263914" y="2815928"/>
                </a:lnTo>
                <a:lnTo>
                  <a:pt x="2391130" y="2943144"/>
                </a:lnTo>
                <a:lnTo>
                  <a:pt x="2510888" y="2823386"/>
                </a:lnTo>
                <a:lnTo>
                  <a:pt x="2383672" y="2696170"/>
                </a:lnTo>
                <a:lnTo>
                  <a:pt x="2510888" y="2568954"/>
                </a:lnTo>
                <a:lnTo>
                  <a:pt x="2391130" y="2449196"/>
                </a:lnTo>
                <a:lnTo>
                  <a:pt x="2263914" y="2576412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8" name="Oval 44">
            <a:extLst>
              <a:ext uri="{FF2B5EF4-FFF2-40B4-BE49-F238E27FC236}">
                <a16:creationId xmlns:a16="http://schemas.microsoft.com/office/drawing/2014/main" xmlns="" id="{94195A6D-E3B2-4E10-BD54-AC5E4FED7A15}"/>
              </a:ext>
            </a:extLst>
          </p:cNvPr>
          <p:cNvSpPr>
            <a:spLocks noChangeAspect="1"/>
          </p:cNvSpPr>
          <p:nvPr/>
        </p:nvSpPr>
        <p:spPr>
          <a:xfrm>
            <a:off x="11113556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3137583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Fully Editable Icon Sets: B</a:t>
            </a:r>
          </a:p>
        </p:txBody>
      </p:sp>
      <p:sp>
        <p:nvSpPr>
          <p:cNvPr id="54" name="Freeform 47">
            <a:extLst>
              <a:ext uri="{FF2B5EF4-FFF2-40B4-BE49-F238E27FC236}">
                <a16:creationId xmlns:a16="http://schemas.microsoft.com/office/drawing/2014/main" xmlns="" id="{C23D3A46-4648-419A-831A-39A9EF5FA6C6}"/>
              </a:ext>
            </a:extLst>
          </p:cNvPr>
          <p:cNvSpPr>
            <a:spLocks noChangeAspect="1"/>
          </p:cNvSpPr>
          <p:nvPr/>
        </p:nvSpPr>
        <p:spPr>
          <a:xfrm>
            <a:off x="4430860" y="1410562"/>
            <a:ext cx="530134" cy="529812"/>
          </a:xfrm>
          <a:custGeom>
            <a:avLst/>
            <a:gdLst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5619 w 1901727"/>
              <a:gd name="connsiteY10" fmla="*/ 633909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42424"/>
              <a:gd name="connsiteY0" fmla="*/ 0 h 1985875"/>
              <a:gd name="connsiteX1" fmla="*/ 790984 w 1942424"/>
              <a:gd name="connsiteY1" fmla="*/ 0 h 1985875"/>
              <a:gd name="connsiteX2" fmla="*/ 1026596 w 1942424"/>
              <a:gd name="connsiteY2" fmla="*/ 5610 h 1985875"/>
              <a:gd name="connsiteX3" fmla="*/ 1020986 w 1942424"/>
              <a:gd name="connsiteY3" fmla="*/ 493664 h 1985875"/>
              <a:gd name="connsiteX4" fmla="*/ 1155622 w 1942424"/>
              <a:gd name="connsiteY4" fmla="*/ 572201 h 1985875"/>
              <a:gd name="connsiteX5" fmla="*/ 1351965 w 1942424"/>
              <a:gd name="connsiteY5" fmla="*/ 375858 h 1985875"/>
              <a:gd name="connsiteX6" fmla="*/ 1901727 w 1942424"/>
              <a:gd name="connsiteY6" fmla="*/ 1924167 h 1985875"/>
              <a:gd name="connsiteX7" fmla="*/ 992937 w 1942424"/>
              <a:gd name="connsiteY7" fmla="*/ 1480991 h 1985875"/>
              <a:gd name="connsiteX8" fmla="*/ 1054645 w 1942424"/>
              <a:gd name="connsiteY8" fmla="*/ 1121963 h 1985875"/>
              <a:gd name="connsiteX9" fmla="*/ 1088304 w 1942424"/>
              <a:gd name="connsiteY9" fmla="*/ 757325 h 1985875"/>
              <a:gd name="connsiteX10" fmla="*/ 920009 w 1942424"/>
              <a:gd name="connsiteY10" fmla="*/ 611470 h 1985875"/>
              <a:gd name="connsiteX11" fmla="*/ 729276 w 1942424"/>
              <a:gd name="connsiteY11" fmla="*/ 751715 h 1985875"/>
              <a:gd name="connsiteX12" fmla="*/ 740495 w 1942424"/>
              <a:gd name="connsiteY12" fmla="*/ 1161232 h 1985875"/>
              <a:gd name="connsiteX13" fmla="*/ 785374 w 1942424"/>
              <a:gd name="connsiteY13" fmla="*/ 1509040 h 1985875"/>
              <a:gd name="connsiteX14" fmla="*/ 0 w 1942424"/>
              <a:gd name="connsiteY14" fmla="*/ 1985875 h 1985875"/>
              <a:gd name="connsiteX15" fmla="*/ 437565 w 1942424"/>
              <a:gd name="connsiteY15" fmla="*/ 387077 h 1985875"/>
              <a:gd name="connsiteX16" fmla="*/ 650738 w 1942424"/>
              <a:gd name="connsiteY16" fmla="*/ 611470 h 1985875"/>
              <a:gd name="connsiteX17" fmla="*/ 813423 w 1942424"/>
              <a:gd name="connsiteY17" fmla="*/ 499274 h 1985875"/>
              <a:gd name="connsiteX18" fmla="*/ 790984 w 1942424"/>
              <a:gd name="connsiteY18" fmla="*/ 0 h 1985875"/>
              <a:gd name="connsiteX0" fmla="*/ 790984 w 1942424"/>
              <a:gd name="connsiteY0" fmla="*/ 0 h 1985875"/>
              <a:gd name="connsiteX1" fmla="*/ 790984 w 1942424"/>
              <a:gd name="connsiteY1" fmla="*/ 0 h 1985875"/>
              <a:gd name="connsiteX2" fmla="*/ 1026596 w 1942424"/>
              <a:gd name="connsiteY2" fmla="*/ 5610 h 1985875"/>
              <a:gd name="connsiteX3" fmla="*/ 1020986 w 1942424"/>
              <a:gd name="connsiteY3" fmla="*/ 493664 h 1985875"/>
              <a:gd name="connsiteX4" fmla="*/ 1155622 w 1942424"/>
              <a:gd name="connsiteY4" fmla="*/ 572201 h 1985875"/>
              <a:gd name="connsiteX5" fmla="*/ 1351965 w 1942424"/>
              <a:gd name="connsiteY5" fmla="*/ 375858 h 1985875"/>
              <a:gd name="connsiteX6" fmla="*/ 1901727 w 1942424"/>
              <a:gd name="connsiteY6" fmla="*/ 1924167 h 1985875"/>
              <a:gd name="connsiteX7" fmla="*/ 992937 w 1942424"/>
              <a:gd name="connsiteY7" fmla="*/ 1480991 h 1985875"/>
              <a:gd name="connsiteX8" fmla="*/ 1054645 w 1942424"/>
              <a:gd name="connsiteY8" fmla="*/ 1121963 h 1985875"/>
              <a:gd name="connsiteX9" fmla="*/ 1088304 w 1942424"/>
              <a:gd name="connsiteY9" fmla="*/ 757325 h 1985875"/>
              <a:gd name="connsiteX10" fmla="*/ 920009 w 1942424"/>
              <a:gd name="connsiteY10" fmla="*/ 611470 h 1985875"/>
              <a:gd name="connsiteX11" fmla="*/ 729276 w 1942424"/>
              <a:gd name="connsiteY11" fmla="*/ 751715 h 1985875"/>
              <a:gd name="connsiteX12" fmla="*/ 740495 w 1942424"/>
              <a:gd name="connsiteY12" fmla="*/ 1161232 h 1985875"/>
              <a:gd name="connsiteX13" fmla="*/ 785374 w 1942424"/>
              <a:gd name="connsiteY13" fmla="*/ 1509040 h 1985875"/>
              <a:gd name="connsiteX14" fmla="*/ 0 w 1942424"/>
              <a:gd name="connsiteY14" fmla="*/ 1985875 h 1985875"/>
              <a:gd name="connsiteX15" fmla="*/ 437565 w 1942424"/>
              <a:gd name="connsiteY15" fmla="*/ 387077 h 1985875"/>
              <a:gd name="connsiteX16" fmla="*/ 650738 w 1942424"/>
              <a:gd name="connsiteY16" fmla="*/ 611470 h 1985875"/>
              <a:gd name="connsiteX17" fmla="*/ 813423 w 1942424"/>
              <a:gd name="connsiteY17" fmla="*/ 499274 h 1985875"/>
              <a:gd name="connsiteX18" fmla="*/ 790984 w 194242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54645 w 1946874"/>
              <a:gd name="connsiteY8" fmla="*/ 112196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54645 w 1946874"/>
              <a:gd name="connsiteY8" fmla="*/ 112196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71474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20736 w 1946874"/>
              <a:gd name="connsiteY15" fmla="*/ 375858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20736 w 1946874"/>
              <a:gd name="connsiteY15" fmla="*/ 375858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858302 w 2014192"/>
              <a:gd name="connsiteY0" fmla="*/ 0 h 1958316"/>
              <a:gd name="connsiteX1" fmla="*/ 858302 w 2014192"/>
              <a:gd name="connsiteY1" fmla="*/ 0 h 1958316"/>
              <a:gd name="connsiteX2" fmla="*/ 1093914 w 2014192"/>
              <a:gd name="connsiteY2" fmla="*/ 5610 h 1958316"/>
              <a:gd name="connsiteX3" fmla="*/ 1088304 w 2014192"/>
              <a:gd name="connsiteY3" fmla="*/ 493664 h 1958316"/>
              <a:gd name="connsiteX4" fmla="*/ 1222940 w 2014192"/>
              <a:gd name="connsiteY4" fmla="*/ 572201 h 1958316"/>
              <a:gd name="connsiteX5" fmla="*/ 1419283 w 2014192"/>
              <a:gd name="connsiteY5" fmla="*/ 375858 h 1958316"/>
              <a:gd name="connsiteX6" fmla="*/ 1969045 w 2014192"/>
              <a:gd name="connsiteY6" fmla="*/ 1924167 h 1958316"/>
              <a:gd name="connsiteX7" fmla="*/ 1121962 w 2014192"/>
              <a:gd name="connsiteY7" fmla="*/ 1486600 h 1958316"/>
              <a:gd name="connsiteX8" fmla="*/ 1105134 w 2014192"/>
              <a:gd name="connsiteY8" fmla="*/ 1144403 h 1958316"/>
              <a:gd name="connsiteX9" fmla="*/ 1155622 w 2014192"/>
              <a:gd name="connsiteY9" fmla="*/ 757325 h 1958316"/>
              <a:gd name="connsiteX10" fmla="*/ 987327 w 2014192"/>
              <a:gd name="connsiteY10" fmla="*/ 611470 h 1958316"/>
              <a:gd name="connsiteX11" fmla="*/ 796594 w 2014192"/>
              <a:gd name="connsiteY11" fmla="*/ 751715 h 1958316"/>
              <a:gd name="connsiteX12" fmla="*/ 807813 w 2014192"/>
              <a:gd name="connsiteY12" fmla="*/ 1161232 h 1958316"/>
              <a:gd name="connsiteX13" fmla="*/ 852692 w 2014192"/>
              <a:gd name="connsiteY13" fmla="*/ 1509040 h 1958316"/>
              <a:gd name="connsiteX14" fmla="*/ 0 w 2014192"/>
              <a:gd name="connsiteY14" fmla="*/ 1952216 h 1958316"/>
              <a:gd name="connsiteX15" fmla="*/ 488054 w 2014192"/>
              <a:gd name="connsiteY15" fmla="*/ 375858 h 1958316"/>
              <a:gd name="connsiteX16" fmla="*/ 718056 w 2014192"/>
              <a:gd name="connsiteY16" fmla="*/ 611470 h 1958316"/>
              <a:gd name="connsiteX17" fmla="*/ 880741 w 2014192"/>
              <a:gd name="connsiteY17" fmla="*/ 499274 h 1958316"/>
              <a:gd name="connsiteX18" fmla="*/ 858302 w 2014192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41893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41893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227994 w 2103393"/>
              <a:gd name="connsiteY8" fmla="*/ 1194891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227994 w 2103393"/>
              <a:gd name="connsiteY8" fmla="*/ 1194891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27994 w 2103393"/>
              <a:gd name="connsiteY8" fmla="*/ 1194891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22384 w 2103393"/>
              <a:gd name="connsiteY8" fmla="*/ 117806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61617"/>
              <a:gd name="connsiteX1" fmla="*/ 947503 w 2103393"/>
              <a:gd name="connsiteY1" fmla="*/ 0 h 1961617"/>
              <a:gd name="connsiteX2" fmla="*/ 1183115 w 2103393"/>
              <a:gd name="connsiteY2" fmla="*/ 5610 h 1961617"/>
              <a:gd name="connsiteX3" fmla="*/ 1177505 w 2103393"/>
              <a:gd name="connsiteY3" fmla="*/ 493664 h 1961617"/>
              <a:gd name="connsiteX4" fmla="*/ 1312141 w 2103393"/>
              <a:gd name="connsiteY4" fmla="*/ 572201 h 1961617"/>
              <a:gd name="connsiteX5" fmla="*/ 1508484 w 2103393"/>
              <a:gd name="connsiteY5" fmla="*/ 375858 h 1961617"/>
              <a:gd name="connsiteX6" fmla="*/ 2058246 w 2103393"/>
              <a:gd name="connsiteY6" fmla="*/ 1924167 h 1961617"/>
              <a:gd name="connsiteX7" fmla="*/ 1244822 w 2103393"/>
              <a:gd name="connsiteY7" fmla="*/ 1514649 h 1961617"/>
              <a:gd name="connsiteX8" fmla="*/ 1205554 w 2103393"/>
              <a:gd name="connsiteY8" fmla="*/ 1200502 h 1961617"/>
              <a:gd name="connsiteX9" fmla="*/ 1244823 w 2103393"/>
              <a:gd name="connsiteY9" fmla="*/ 757325 h 1961617"/>
              <a:gd name="connsiteX10" fmla="*/ 1076528 w 2103393"/>
              <a:gd name="connsiteY10" fmla="*/ 611470 h 1961617"/>
              <a:gd name="connsiteX11" fmla="*/ 885795 w 2103393"/>
              <a:gd name="connsiteY11" fmla="*/ 751715 h 1961617"/>
              <a:gd name="connsiteX12" fmla="*/ 919453 w 2103393"/>
              <a:gd name="connsiteY12" fmla="*/ 1189281 h 1961617"/>
              <a:gd name="connsiteX13" fmla="*/ 891405 w 2103393"/>
              <a:gd name="connsiteY13" fmla="*/ 1509040 h 1961617"/>
              <a:gd name="connsiteX14" fmla="*/ 89201 w 2103393"/>
              <a:gd name="connsiteY14" fmla="*/ 1952216 h 1961617"/>
              <a:gd name="connsiteX15" fmla="*/ 577255 w 2103393"/>
              <a:gd name="connsiteY15" fmla="*/ 375858 h 1961617"/>
              <a:gd name="connsiteX16" fmla="*/ 807257 w 2103393"/>
              <a:gd name="connsiteY16" fmla="*/ 611470 h 1961617"/>
              <a:gd name="connsiteX17" fmla="*/ 969942 w 2103393"/>
              <a:gd name="connsiteY17" fmla="*/ 499274 h 1961617"/>
              <a:gd name="connsiteX18" fmla="*/ 947503 w 2103393"/>
              <a:gd name="connsiteY18" fmla="*/ 0 h 1961617"/>
              <a:gd name="connsiteX0" fmla="*/ 947503 w 2103393"/>
              <a:gd name="connsiteY0" fmla="*/ 0 h 1961617"/>
              <a:gd name="connsiteX1" fmla="*/ 947503 w 2103393"/>
              <a:gd name="connsiteY1" fmla="*/ 0 h 1961617"/>
              <a:gd name="connsiteX2" fmla="*/ 1183115 w 2103393"/>
              <a:gd name="connsiteY2" fmla="*/ 5610 h 1961617"/>
              <a:gd name="connsiteX3" fmla="*/ 1177505 w 2103393"/>
              <a:gd name="connsiteY3" fmla="*/ 493664 h 1961617"/>
              <a:gd name="connsiteX4" fmla="*/ 1312141 w 2103393"/>
              <a:gd name="connsiteY4" fmla="*/ 572201 h 1961617"/>
              <a:gd name="connsiteX5" fmla="*/ 1508484 w 2103393"/>
              <a:gd name="connsiteY5" fmla="*/ 375858 h 1961617"/>
              <a:gd name="connsiteX6" fmla="*/ 2058246 w 2103393"/>
              <a:gd name="connsiteY6" fmla="*/ 1924167 h 1961617"/>
              <a:gd name="connsiteX7" fmla="*/ 1244822 w 2103393"/>
              <a:gd name="connsiteY7" fmla="*/ 1514649 h 1961617"/>
              <a:gd name="connsiteX8" fmla="*/ 1205554 w 2103393"/>
              <a:gd name="connsiteY8" fmla="*/ 1200502 h 1961617"/>
              <a:gd name="connsiteX9" fmla="*/ 1244823 w 2103393"/>
              <a:gd name="connsiteY9" fmla="*/ 757325 h 1961617"/>
              <a:gd name="connsiteX10" fmla="*/ 1076528 w 2103393"/>
              <a:gd name="connsiteY10" fmla="*/ 611470 h 1961617"/>
              <a:gd name="connsiteX11" fmla="*/ 885795 w 2103393"/>
              <a:gd name="connsiteY11" fmla="*/ 751715 h 1961617"/>
              <a:gd name="connsiteX12" fmla="*/ 919453 w 2103393"/>
              <a:gd name="connsiteY12" fmla="*/ 1189281 h 1961617"/>
              <a:gd name="connsiteX13" fmla="*/ 891405 w 2103393"/>
              <a:gd name="connsiteY13" fmla="*/ 1509040 h 1961617"/>
              <a:gd name="connsiteX14" fmla="*/ 89201 w 2103393"/>
              <a:gd name="connsiteY14" fmla="*/ 1952216 h 1961617"/>
              <a:gd name="connsiteX15" fmla="*/ 577255 w 2103393"/>
              <a:gd name="connsiteY15" fmla="*/ 375858 h 1961617"/>
              <a:gd name="connsiteX16" fmla="*/ 807257 w 2103393"/>
              <a:gd name="connsiteY16" fmla="*/ 611470 h 1961617"/>
              <a:gd name="connsiteX17" fmla="*/ 969942 w 2103393"/>
              <a:gd name="connsiteY17" fmla="*/ 499274 h 1961617"/>
              <a:gd name="connsiteX18" fmla="*/ 947503 w 2103393"/>
              <a:gd name="connsiteY18" fmla="*/ 0 h 1961617"/>
              <a:gd name="connsiteX0" fmla="*/ 947503 w 2103393"/>
              <a:gd name="connsiteY0" fmla="*/ 0 h 1963064"/>
              <a:gd name="connsiteX1" fmla="*/ 947503 w 2103393"/>
              <a:gd name="connsiteY1" fmla="*/ 0 h 1963064"/>
              <a:gd name="connsiteX2" fmla="*/ 1183115 w 2103393"/>
              <a:gd name="connsiteY2" fmla="*/ 5610 h 1963064"/>
              <a:gd name="connsiteX3" fmla="*/ 1177505 w 2103393"/>
              <a:gd name="connsiteY3" fmla="*/ 493664 h 1963064"/>
              <a:gd name="connsiteX4" fmla="*/ 1312141 w 2103393"/>
              <a:gd name="connsiteY4" fmla="*/ 572201 h 1963064"/>
              <a:gd name="connsiteX5" fmla="*/ 1508484 w 2103393"/>
              <a:gd name="connsiteY5" fmla="*/ 375858 h 1963064"/>
              <a:gd name="connsiteX6" fmla="*/ 2058246 w 2103393"/>
              <a:gd name="connsiteY6" fmla="*/ 1924167 h 1963064"/>
              <a:gd name="connsiteX7" fmla="*/ 1244822 w 2103393"/>
              <a:gd name="connsiteY7" fmla="*/ 1514649 h 1963064"/>
              <a:gd name="connsiteX8" fmla="*/ 1205554 w 2103393"/>
              <a:gd name="connsiteY8" fmla="*/ 1200502 h 1963064"/>
              <a:gd name="connsiteX9" fmla="*/ 1244823 w 2103393"/>
              <a:gd name="connsiteY9" fmla="*/ 757325 h 1963064"/>
              <a:gd name="connsiteX10" fmla="*/ 1076528 w 2103393"/>
              <a:gd name="connsiteY10" fmla="*/ 611470 h 1963064"/>
              <a:gd name="connsiteX11" fmla="*/ 885795 w 2103393"/>
              <a:gd name="connsiteY11" fmla="*/ 751715 h 1963064"/>
              <a:gd name="connsiteX12" fmla="*/ 919453 w 2103393"/>
              <a:gd name="connsiteY12" fmla="*/ 1189281 h 1963064"/>
              <a:gd name="connsiteX13" fmla="*/ 891405 w 2103393"/>
              <a:gd name="connsiteY13" fmla="*/ 1509040 h 1963064"/>
              <a:gd name="connsiteX14" fmla="*/ 89201 w 2103393"/>
              <a:gd name="connsiteY14" fmla="*/ 1952216 h 1963064"/>
              <a:gd name="connsiteX15" fmla="*/ 577255 w 2103393"/>
              <a:gd name="connsiteY15" fmla="*/ 375858 h 1963064"/>
              <a:gd name="connsiteX16" fmla="*/ 807257 w 2103393"/>
              <a:gd name="connsiteY16" fmla="*/ 611470 h 1963064"/>
              <a:gd name="connsiteX17" fmla="*/ 969942 w 2103393"/>
              <a:gd name="connsiteY17" fmla="*/ 499274 h 1963064"/>
              <a:gd name="connsiteX18" fmla="*/ 947503 w 2103393"/>
              <a:gd name="connsiteY18" fmla="*/ 0 h 1963064"/>
              <a:gd name="connsiteX0" fmla="*/ 947503 w 2103393"/>
              <a:gd name="connsiteY0" fmla="*/ 0 h 1964995"/>
              <a:gd name="connsiteX1" fmla="*/ 947503 w 2103393"/>
              <a:gd name="connsiteY1" fmla="*/ 0 h 1964995"/>
              <a:gd name="connsiteX2" fmla="*/ 1183115 w 2103393"/>
              <a:gd name="connsiteY2" fmla="*/ 5610 h 1964995"/>
              <a:gd name="connsiteX3" fmla="*/ 1177505 w 2103393"/>
              <a:gd name="connsiteY3" fmla="*/ 493664 h 1964995"/>
              <a:gd name="connsiteX4" fmla="*/ 1312141 w 2103393"/>
              <a:gd name="connsiteY4" fmla="*/ 572201 h 1964995"/>
              <a:gd name="connsiteX5" fmla="*/ 1508484 w 2103393"/>
              <a:gd name="connsiteY5" fmla="*/ 375858 h 1964995"/>
              <a:gd name="connsiteX6" fmla="*/ 2058246 w 2103393"/>
              <a:gd name="connsiteY6" fmla="*/ 1924167 h 1964995"/>
              <a:gd name="connsiteX7" fmla="*/ 1244822 w 2103393"/>
              <a:gd name="connsiteY7" fmla="*/ 1514649 h 1964995"/>
              <a:gd name="connsiteX8" fmla="*/ 1205554 w 2103393"/>
              <a:gd name="connsiteY8" fmla="*/ 1200502 h 1964995"/>
              <a:gd name="connsiteX9" fmla="*/ 1244823 w 2103393"/>
              <a:gd name="connsiteY9" fmla="*/ 757325 h 1964995"/>
              <a:gd name="connsiteX10" fmla="*/ 1076528 w 2103393"/>
              <a:gd name="connsiteY10" fmla="*/ 611470 h 1964995"/>
              <a:gd name="connsiteX11" fmla="*/ 885795 w 2103393"/>
              <a:gd name="connsiteY11" fmla="*/ 751715 h 1964995"/>
              <a:gd name="connsiteX12" fmla="*/ 919453 w 2103393"/>
              <a:gd name="connsiteY12" fmla="*/ 1189281 h 1964995"/>
              <a:gd name="connsiteX13" fmla="*/ 891405 w 2103393"/>
              <a:gd name="connsiteY13" fmla="*/ 1509040 h 1964995"/>
              <a:gd name="connsiteX14" fmla="*/ 89201 w 2103393"/>
              <a:gd name="connsiteY14" fmla="*/ 1952216 h 1964995"/>
              <a:gd name="connsiteX15" fmla="*/ 577255 w 2103393"/>
              <a:gd name="connsiteY15" fmla="*/ 375858 h 1964995"/>
              <a:gd name="connsiteX16" fmla="*/ 807257 w 2103393"/>
              <a:gd name="connsiteY16" fmla="*/ 611470 h 1964995"/>
              <a:gd name="connsiteX17" fmla="*/ 969942 w 2103393"/>
              <a:gd name="connsiteY17" fmla="*/ 499274 h 1964995"/>
              <a:gd name="connsiteX18" fmla="*/ 947503 w 2103393"/>
              <a:gd name="connsiteY18" fmla="*/ 0 h 1964995"/>
              <a:gd name="connsiteX0" fmla="*/ 947503 w 2103393"/>
              <a:gd name="connsiteY0" fmla="*/ 13781 h 1978776"/>
              <a:gd name="connsiteX1" fmla="*/ 947503 w 2103393"/>
              <a:gd name="connsiteY1" fmla="*/ 13781 h 1978776"/>
              <a:gd name="connsiteX2" fmla="*/ 1183115 w 2103393"/>
              <a:gd name="connsiteY2" fmla="*/ 19391 h 1978776"/>
              <a:gd name="connsiteX3" fmla="*/ 1177505 w 2103393"/>
              <a:gd name="connsiteY3" fmla="*/ 507445 h 1978776"/>
              <a:gd name="connsiteX4" fmla="*/ 1312141 w 2103393"/>
              <a:gd name="connsiteY4" fmla="*/ 585982 h 1978776"/>
              <a:gd name="connsiteX5" fmla="*/ 1508484 w 2103393"/>
              <a:gd name="connsiteY5" fmla="*/ 389639 h 1978776"/>
              <a:gd name="connsiteX6" fmla="*/ 2058246 w 2103393"/>
              <a:gd name="connsiteY6" fmla="*/ 1937948 h 1978776"/>
              <a:gd name="connsiteX7" fmla="*/ 1244822 w 2103393"/>
              <a:gd name="connsiteY7" fmla="*/ 1528430 h 1978776"/>
              <a:gd name="connsiteX8" fmla="*/ 1205554 w 2103393"/>
              <a:gd name="connsiteY8" fmla="*/ 1214283 h 1978776"/>
              <a:gd name="connsiteX9" fmla="*/ 1244823 w 2103393"/>
              <a:gd name="connsiteY9" fmla="*/ 771106 h 1978776"/>
              <a:gd name="connsiteX10" fmla="*/ 1076528 w 2103393"/>
              <a:gd name="connsiteY10" fmla="*/ 625251 h 1978776"/>
              <a:gd name="connsiteX11" fmla="*/ 885795 w 2103393"/>
              <a:gd name="connsiteY11" fmla="*/ 765496 h 1978776"/>
              <a:gd name="connsiteX12" fmla="*/ 919453 w 2103393"/>
              <a:gd name="connsiteY12" fmla="*/ 1203062 h 1978776"/>
              <a:gd name="connsiteX13" fmla="*/ 891405 w 2103393"/>
              <a:gd name="connsiteY13" fmla="*/ 1522821 h 1978776"/>
              <a:gd name="connsiteX14" fmla="*/ 89201 w 2103393"/>
              <a:gd name="connsiteY14" fmla="*/ 1965997 h 1978776"/>
              <a:gd name="connsiteX15" fmla="*/ 577255 w 2103393"/>
              <a:gd name="connsiteY15" fmla="*/ 389639 h 1978776"/>
              <a:gd name="connsiteX16" fmla="*/ 807257 w 2103393"/>
              <a:gd name="connsiteY16" fmla="*/ 625251 h 1978776"/>
              <a:gd name="connsiteX17" fmla="*/ 969942 w 2103393"/>
              <a:gd name="connsiteY17" fmla="*/ 513055 h 1978776"/>
              <a:gd name="connsiteX18" fmla="*/ 947503 w 2103393"/>
              <a:gd name="connsiteY18" fmla="*/ 13781 h 1978776"/>
              <a:gd name="connsiteX0" fmla="*/ 964333 w 2103393"/>
              <a:gd name="connsiteY0" fmla="*/ 55026 h 1980752"/>
              <a:gd name="connsiteX1" fmla="*/ 947503 w 2103393"/>
              <a:gd name="connsiteY1" fmla="*/ 15757 h 1980752"/>
              <a:gd name="connsiteX2" fmla="*/ 1183115 w 2103393"/>
              <a:gd name="connsiteY2" fmla="*/ 21367 h 1980752"/>
              <a:gd name="connsiteX3" fmla="*/ 1177505 w 2103393"/>
              <a:gd name="connsiteY3" fmla="*/ 509421 h 1980752"/>
              <a:gd name="connsiteX4" fmla="*/ 1312141 w 2103393"/>
              <a:gd name="connsiteY4" fmla="*/ 587958 h 1980752"/>
              <a:gd name="connsiteX5" fmla="*/ 1508484 w 2103393"/>
              <a:gd name="connsiteY5" fmla="*/ 391615 h 1980752"/>
              <a:gd name="connsiteX6" fmla="*/ 2058246 w 2103393"/>
              <a:gd name="connsiteY6" fmla="*/ 1939924 h 1980752"/>
              <a:gd name="connsiteX7" fmla="*/ 1244822 w 2103393"/>
              <a:gd name="connsiteY7" fmla="*/ 1530406 h 1980752"/>
              <a:gd name="connsiteX8" fmla="*/ 1205554 w 2103393"/>
              <a:gd name="connsiteY8" fmla="*/ 1216259 h 1980752"/>
              <a:gd name="connsiteX9" fmla="*/ 1244823 w 2103393"/>
              <a:gd name="connsiteY9" fmla="*/ 773082 h 1980752"/>
              <a:gd name="connsiteX10" fmla="*/ 1076528 w 2103393"/>
              <a:gd name="connsiteY10" fmla="*/ 627227 h 1980752"/>
              <a:gd name="connsiteX11" fmla="*/ 885795 w 2103393"/>
              <a:gd name="connsiteY11" fmla="*/ 767472 h 1980752"/>
              <a:gd name="connsiteX12" fmla="*/ 919453 w 2103393"/>
              <a:gd name="connsiteY12" fmla="*/ 1205038 h 1980752"/>
              <a:gd name="connsiteX13" fmla="*/ 891405 w 2103393"/>
              <a:gd name="connsiteY13" fmla="*/ 1524797 h 1980752"/>
              <a:gd name="connsiteX14" fmla="*/ 89201 w 2103393"/>
              <a:gd name="connsiteY14" fmla="*/ 1967973 h 1980752"/>
              <a:gd name="connsiteX15" fmla="*/ 577255 w 2103393"/>
              <a:gd name="connsiteY15" fmla="*/ 391615 h 1980752"/>
              <a:gd name="connsiteX16" fmla="*/ 807257 w 2103393"/>
              <a:gd name="connsiteY16" fmla="*/ 627227 h 1980752"/>
              <a:gd name="connsiteX17" fmla="*/ 969942 w 2103393"/>
              <a:gd name="connsiteY17" fmla="*/ 515031 h 1980752"/>
              <a:gd name="connsiteX18" fmla="*/ 964333 w 2103393"/>
              <a:gd name="connsiteY18" fmla="*/ 55026 h 1980752"/>
              <a:gd name="connsiteX0" fmla="*/ 913845 w 2103393"/>
              <a:gd name="connsiteY0" fmla="*/ 72662 h 1981559"/>
              <a:gd name="connsiteX1" fmla="*/ 947503 w 2103393"/>
              <a:gd name="connsiteY1" fmla="*/ 16564 h 1981559"/>
              <a:gd name="connsiteX2" fmla="*/ 1183115 w 2103393"/>
              <a:gd name="connsiteY2" fmla="*/ 22174 h 1981559"/>
              <a:gd name="connsiteX3" fmla="*/ 1177505 w 2103393"/>
              <a:gd name="connsiteY3" fmla="*/ 510228 h 1981559"/>
              <a:gd name="connsiteX4" fmla="*/ 1312141 w 2103393"/>
              <a:gd name="connsiteY4" fmla="*/ 588765 h 1981559"/>
              <a:gd name="connsiteX5" fmla="*/ 1508484 w 2103393"/>
              <a:gd name="connsiteY5" fmla="*/ 392422 h 1981559"/>
              <a:gd name="connsiteX6" fmla="*/ 2058246 w 2103393"/>
              <a:gd name="connsiteY6" fmla="*/ 1940731 h 1981559"/>
              <a:gd name="connsiteX7" fmla="*/ 1244822 w 2103393"/>
              <a:gd name="connsiteY7" fmla="*/ 1531213 h 1981559"/>
              <a:gd name="connsiteX8" fmla="*/ 1205554 w 2103393"/>
              <a:gd name="connsiteY8" fmla="*/ 1217066 h 1981559"/>
              <a:gd name="connsiteX9" fmla="*/ 1244823 w 2103393"/>
              <a:gd name="connsiteY9" fmla="*/ 773889 h 1981559"/>
              <a:gd name="connsiteX10" fmla="*/ 1076528 w 2103393"/>
              <a:gd name="connsiteY10" fmla="*/ 628034 h 1981559"/>
              <a:gd name="connsiteX11" fmla="*/ 885795 w 2103393"/>
              <a:gd name="connsiteY11" fmla="*/ 768279 h 1981559"/>
              <a:gd name="connsiteX12" fmla="*/ 919453 w 2103393"/>
              <a:gd name="connsiteY12" fmla="*/ 1205845 h 1981559"/>
              <a:gd name="connsiteX13" fmla="*/ 891405 w 2103393"/>
              <a:gd name="connsiteY13" fmla="*/ 1525604 h 1981559"/>
              <a:gd name="connsiteX14" fmla="*/ 89201 w 2103393"/>
              <a:gd name="connsiteY14" fmla="*/ 1968780 h 1981559"/>
              <a:gd name="connsiteX15" fmla="*/ 577255 w 2103393"/>
              <a:gd name="connsiteY15" fmla="*/ 392422 h 1981559"/>
              <a:gd name="connsiteX16" fmla="*/ 807257 w 2103393"/>
              <a:gd name="connsiteY16" fmla="*/ 628034 h 1981559"/>
              <a:gd name="connsiteX17" fmla="*/ 969942 w 2103393"/>
              <a:gd name="connsiteY17" fmla="*/ 515838 h 1981559"/>
              <a:gd name="connsiteX18" fmla="*/ 913845 w 2103393"/>
              <a:gd name="connsiteY18" fmla="*/ 72662 h 1981559"/>
              <a:gd name="connsiteX0" fmla="*/ 913845 w 2103393"/>
              <a:gd name="connsiteY0" fmla="*/ 103017 h 2011914"/>
              <a:gd name="connsiteX1" fmla="*/ 1003601 w 2103393"/>
              <a:gd name="connsiteY1" fmla="*/ 2040 h 2011914"/>
              <a:gd name="connsiteX2" fmla="*/ 1183115 w 2103393"/>
              <a:gd name="connsiteY2" fmla="*/ 52529 h 2011914"/>
              <a:gd name="connsiteX3" fmla="*/ 1177505 w 2103393"/>
              <a:gd name="connsiteY3" fmla="*/ 540583 h 2011914"/>
              <a:gd name="connsiteX4" fmla="*/ 1312141 w 2103393"/>
              <a:gd name="connsiteY4" fmla="*/ 619120 h 2011914"/>
              <a:gd name="connsiteX5" fmla="*/ 1508484 w 2103393"/>
              <a:gd name="connsiteY5" fmla="*/ 422777 h 2011914"/>
              <a:gd name="connsiteX6" fmla="*/ 2058246 w 2103393"/>
              <a:gd name="connsiteY6" fmla="*/ 1971086 h 2011914"/>
              <a:gd name="connsiteX7" fmla="*/ 1244822 w 2103393"/>
              <a:gd name="connsiteY7" fmla="*/ 1561568 h 2011914"/>
              <a:gd name="connsiteX8" fmla="*/ 1205554 w 2103393"/>
              <a:gd name="connsiteY8" fmla="*/ 1247421 h 2011914"/>
              <a:gd name="connsiteX9" fmla="*/ 1244823 w 2103393"/>
              <a:gd name="connsiteY9" fmla="*/ 804244 h 2011914"/>
              <a:gd name="connsiteX10" fmla="*/ 1076528 w 2103393"/>
              <a:gd name="connsiteY10" fmla="*/ 658389 h 2011914"/>
              <a:gd name="connsiteX11" fmla="*/ 885795 w 2103393"/>
              <a:gd name="connsiteY11" fmla="*/ 798634 h 2011914"/>
              <a:gd name="connsiteX12" fmla="*/ 919453 w 2103393"/>
              <a:gd name="connsiteY12" fmla="*/ 1236200 h 2011914"/>
              <a:gd name="connsiteX13" fmla="*/ 891405 w 2103393"/>
              <a:gd name="connsiteY13" fmla="*/ 1555959 h 2011914"/>
              <a:gd name="connsiteX14" fmla="*/ 89201 w 2103393"/>
              <a:gd name="connsiteY14" fmla="*/ 1999135 h 2011914"/>
              <a:gd name="connsiteX15" fmla="*/ 577255 w 2103393"/>
              <a:gd name="connsiteY15" fmla="*/ 422777 h 2011914"/>
              <a:gd name="connsiteX16" fmla="*/ 807257 w 2103393"/>
              <a:gd name="connsiteY16" fmla="*/ 658389 h 2011914"/>
              <a:gd name="connsiteX17" fmla="*/ 969942 w 2103393"/>
              <a:gd name="connsiteY17" fmla="*/ 546193 h 2011914"/>
              <a:gd name="connsiteX18" fmla="*/ 913845 w 2103393"/>
              <a:gd name="connsiteY18" fmla="*/ 103017 h 2011914"/>
              <a:gd name="connsiteX0" fmla="*/ 930675 w 2103393"/>
              <a:gd name="connsiteY0" fmla="*/ 67702 h 2010258"/>
              <a:gd name="connsiteX1" fmla="*/ 1003601 w 2103393"/>
              <a:gd name="connsiteY1" fmla="*/ 384 h 2010258"/>
              <a:gd name="connsiteX2" fmla="*/ 1183115 w 2103393"/>
              <a:gd name="connsiteY2" fmla="*/ 50873 h 2010258"/>
              <a:gd name="connsiteX3" fmla="*/ 1177505 w 2103393"/>
              <a:gd name="connsiteY3" fmla="*/ 538927 h 2010258"/>
              <a:gd name="connsiteX4" fmla="*/ 1312141 w 2103393"/>
              <a:gd name="connsiteY4" fmla="*/ 617464 h 2010258"/>
              <a:gd name="connsiteX5" fmla="*/ 1508484 w 2103393"/>
              <a:gd name="connsiteY5" fmla="*/ 421121 h 2010258"/>
              <a:gd name="connsiteX6" fmla="*/ 2058246 w 2103393"/>
              <a:gd name="connsiteY6" fmla="*/ 1969430 h 2010258"/>
              <a:gd name="connsiteX7" fmla="*/ 1244822 w 2103393"/>
              <a:gd name="connsiteY7" fmla="*/ 1559912 h 2010258"/>
              <a:gd name="connsiteX8" fmla="*/ 1205554 w 2103393"/>
              <a:gd name="connsiteY8" fmla="*/ 1245765 h 2010258"/>
              <a:gd name="connsiteX9" fmla="*/ 1244823 w 2103393"/>
              <a:gd name="connsiteY9" fmla="*/ 802588 h 2010258"/>
              <a:gd name="connsiteX10" fmla="*/ 1076528 w 2103393"/>
              <a:gd name="connsiteY10" fmla="*/ 656733 h 2010258"/>
              <a:gd name="connsiteX11" fmla="*/ 885795 w 2103393"/>
              <a:gd name="connsiteY11" fmla="*/ 796978 h 2010258"/>
              <a:gd name="connsiteX12" fmla="*/ 919453 w 2103393"/>
              <a:gd name="connsiteY12" fmla="*/ 1234544 h 2010258"/>
              <a:gd name="connsiteX13" fmla="*/ 891405 w 2103393"/>
              <a:gd name="connsiteY13" fmla="*/ 1554303 h 2010258"/>
              <a:gd name="connsiteX14" fmla="*/ 89201 w 2103393"/>
              <a:gd name="connsiteY14" fmla="*/ 1997479 h 2010258"/>
              <a:gd name="connsiteX15" fmla="*/ 577255 w 2103393"/>
              <a:gd name="connsiteY15" fmla="*/ 421121 h 2010258"/>
              <a:gd name="connsiteX16" fmla="*/ 807257 w 2103393"/>
              <a:gd name="connsiteY16" fmla="*/ 656733 h 2010258"/>
              <a:gd name="connsiteX17" fmla="*/ 969942 w 2103393"/>
              <a:gd name="connsiteY17" fmla="*/ 544537 h 2010258"/>
              <a:gd name="connsiteX18" fmla="*/ 930675 w 2103393"/>
              <a:gd name="connsiteY18" fmla="*/ 67702 h 2010258"/>
              <a:gd name="connsiteX0" fmla="*/ 930675 w 2103393"/>
              <a:gd name="connsiteY0" fmla="*/ 69239 h 2011795"/>
              <a:gd name="connsiteX1" fmla="*/ 1183115 w 2103393"/>
              <a:gd name="connsiteY1" fmla="*/ 52410 h 2011795"/>
              <a:gd name="connsiteX2" fmla="*/ 1177505 w 2103393"/>
              <a:gd name="connsiteY2" fmla="*/ 540464 h 2011795"/>
              <a:gd name="connsiteX3" fmla="*/ 1312141 w 2103393"/>
              <a:gd name="connsiteY3" fmla="*/ 619001 h 2011795"/>
              <a:gd name="connsiteX4" fmla="*/ 1508484 w 2103393"/>
              <a:gd name="connsiteY4" fmla="*/ 422658 h 2011795"/>
              <a:gd name="connsiteX5" fmla="*/ 2058246 w 2103393"/>
              <a:gd name="connsiteY5" fmla="*/ 1970967 h 2011795"/>
              <a:gd name="connsiteX6" fmla="*/ 1244822 w 2103393"/>
              <a:gd name="connsiteY6" fmla="*/ 1561449 h 2011795"/>
              <a:gd name="connsiteX7" fmla="*/ 1205554 w 2103393"/>
              <a:gd name="connsiteY7" fmla="*/ 1247302 h 2011795"/>
              <a:gd name="connsiteX8" fmla="*/ 1244823 w 2103393"/>
              <a:gd name="connsiteY8" fmla="*/ 804125 h 2011795"/>
              <a:gd name="connsiteX9" fmla="*/ 1076528 w 2103393"/>
              <a:gd name="connsiteY9" fmla="*/ 658270 h 2011795"/>
              <a:gd name="connsiteX10" fmla="*/ 885795 w 2103393"/>
              <a:gd name="connsiteY10" fmla="*/ 798515 h 2011795"/>
              <a:gd name="connsiteX11" fmla="*/ 919453 w 2103393"/>
              <a:gd name="connsiteY11" fmla="*/ 1236081 h 2011795"/>
              <a:gd name="connsiteX12" fmla="*/ 891405 w 2103393"/>
              <a:gd name="connsiteY12" fmla="*/ 1555840 h 2011795"/>
              <a:gd name="connsiteX13" fmla="*/ 89201 w 2103393"/>
              <a:gd name="connsiteY13" fmla="*/ 1999016 h 2011795"/>
              <a:gd name="connsiteX14" fmla="*/ 577255 w 2103393"/>
              <a:gd name="connsiteY14" fmla="*/ 422658 h 2011795"/>
              <a:gd name="connsiteX15" fmla="*/ 807257 w 2103393"/>
              <a:gd name="connsiteY15" fmla="*/ 658270 h 2011795"/>
              <a:gd name="connsiteX16" fmla="*/ 969942 w 2103393"/>
              <a:gd name="connsiteY16" fmla="*/ 546074 h 2011795"/>
              <a:gd name="connsiteX17" fmla="*/ 930675 w 2103393"/>
              <a:gd name="connsiteY17" fmla="*/ 69239 h 2011795"/>
              <a:gd name="connsiteX0" fmla="*/ 930675 w 2103393"/>
              <a:gd name="connsiteY0" fmla="*/ 63795 h 2006351"/>
              <a:gd name="connsiteX1" fmla="*/ 1183115 w 2103393"/>
              <a:gd name="connsiteY1" fmla="*/ 46966 h 2006351"/>
              <a:gd name="connsiteX2" fmla="*/ 1177505 w 2103393"/>
              <a:gd name="connsiteY2" fmla="*/ 535020 h 2006351"/>
              <a:gd name="connsiteX3" fmla="*/ 1312141 w 2103393"/>
              <a:gd name="connsiteY3" fmla="*/ 613557 h 2006351"/>
              <a:gd name="connsiteX4" fmla="*/ 1508484 w 2103393"/>
              <a:gd name="connsiteY4" fmla="*/ 417214 h 2006351"/>
              <a:gd name="connsiteX5" fmla="*/ 2058246 w 2103393"/>
              <a:gd name="connsiteY5" fmla="*/ 1965523 h 2006351"/>
              <a:gd name="connsiteX6" fmla="*/ 1244822 w 2103393"/>
              <a:gd name="connsiteY6" fmla="*/ 1556005 h 2006351"/>
              <a:gd name="connsiteX7" fmla="*/ 1205554 w 2103393"/>
              <a:gd name="connsiteY7" fmla="*/ 1241858 h 2006351"/>
              <a:gd name="connsiteX8" fmla="*/ 1244823 w 2103393"/>
              <a:gd name="connsiteY8" fmla="*/ 798681 h 2006351"/>
              <a:gd name="connsiteX9" fmla="*/ 1076528 w 2103393"/>
              <a:gd name="connsiteY9" fmla="*/ 652826 h 2006351"/>
              <a:gd name="connsiteX10" fmla="*/ 885795 w 2103393"/>
              <a:gd name="connsiteY10" fmla="*/ 793071 h 2006351"/>
              <a:gd name="connsiteX11" fmla="*/ 919453 w 2103393"/>
              <a:gd name="connsiteY11" fmla="*/ 1230637 h 2006351"/>
              <a:gd name="connsiteX12" fmla="*/ 891405 w 2103393"/>
              <a:gd name="connsiteY12" fmla="*/ 1550396 h 2006351"/>
              <a:gd name="connsiteX13" fmla="*/ 89201 w 2103393"/>
              <a:gd name="connsiteY13" fmla="*/ 1993572 h 2006351"/>
              <a:gd name="connsiteX14" fmla="*/ 577255 w 2103393"/>
              <a:gd name="connsiteY14" fmla="*/ 417214 h 2006351"/>
              <a:gd name="connsiteX15" fmla="*/ 807257 w 2103393"/>
              <a:gd name="connsiteY15" fmla="*/ 652826 h 2006351"/>
              <a:gd name="connsiteX16" fmla="*/ 969942 w 2103393"/>
              <a:gd name="connsiteY16" fmla="*/ 540630 h 2006351"/>
              <a:gd name="connsiteX17" fmla="*/ 930675 w 2103393"/>
              <a:gd name="connsiteY17" fmla="*/ 63795 h 2006351"/>
              <a:gd name="connsiteX0" fmla="*/ 930675 w 2103393"/>
              <a:gd name="connsiteY0" fmla="*/ 51191 h 2016186"/>
              <a:gd name="connsiteX1" fmla="*/ 1183115 w 2103393"/>
              <a:gd name="connsiteY1" fmla="*/ 56801 h 2016186"/>
              <a:gd name="connsiteX2" fmla="*/ 1177505 w 2103393"/>
              <a:gd name="connsiteY2" fmla="*/ 544855 h 2016186"/>
              <a:gd name="connsiteX3" fmla="*/ 1312141 w 2103393"/>
              <a:gd name="connsiteY3" fmla="*/ 623392 h 2016186"/>
              <a:gd name="connsiteX4" fmla="*/ 1508484 w 2103393"/>
              <a:gd name="connsiteY4" fmla="*/ 427049 h 2016186"/>
              <a:gd name="connsiteX5" fmla="*/ 2058246 w 2103393"/>
              <a:gd name="connsiteY5" fmla="*/ 1975358 h 2016186"/>
              <a:gd name="connsiteX6" fmla="*/ 1244822 w 2103393"/>
              <a:gd name="connsiteY6" fmla="*/ 1565840 h 2016186"/>
              <a:gd name="connsiteX7" fmla="*/ 1205554 w 2103393"/>
              <a:gd name="connsiteY7" fmla="*/ 1251693 h 2016186"/>
              <a:gd name="connsiteX8" fmla="*/ 1244823 w 2103393"/>
              <a:gd name="connsiteY8" fmla="*/ 808516 h 2016186"/>
              <a:gd name="connsiteX9" fmla="*/ 1076528 w 2103393"/>
              <a:gd name="connsiteY9" fmla="*/ 662661 h 2016186"/>
              <a:gd name="connsiteX10" fmla="*/ 885795 w 2103393"/>
              <a:gd name="connsiteY10" fmla="*/ 802906 h 2016186"/>
              <a:gd name="connsiteX11" fmla="*/ 919453 w 2103393"/>
              <a:gd name="connsiteY11" fmla="*/ 1240472 h 2016186"/>
              <a:gd name="connsiteX12" fmla="*/ 891405 w 2103393"/>
              <a:gd name="connsiteY12" fmla="*/ 1560231 h 2016186"/>
              <a:gd name="connsiteX13" fmla="*/ 89201 w 2103393"/>
              <a:gd name="connsiteY13" fmla="*/ 2003407 h 2016186"/>
              <a:gd name="connsiteX14" fmla="*/ 577255 w 2103393"/>
              <a:gd name="connsiteY14" fmla="*/ 427049 h 2016186"/>
              <a:gd name="connsiteX15" fmla="*/ 807257 w 2103393"/>
              <a:gd name="connsiteY15" fmla="*/ 662661 h 2016186"/>
              <a:gd name="connsiteX16" fmla="*/ 969942 w 2103393"/>
              <a:gd name="connsiteY16" fmla="*/ 550465 h 2016186"/>
              <a:gd name="connsiteX17" fmla="*/ 930675 w 2103393"/>
              <a:gd name="connsiteY17" fmla="*/ 51191 h 2016186"/>
              <a:gd name="connsiteX0" fmla="*/ 930675 w 2103393"/>
              <a:gd name="connsiteY0" fmla="*/ 47103 h 2012098"/>
              <a:gd name="connsiteX1" fmla="*/ 1183115 w 2103393"/>
              <a:gd name="connsiteY1" fmla="*/ 52713 h 2012098"/>
              <a:gd name="connsiteX2" fmla="*/ 1177505 w 2103393"/>
              <a:gd name="connsiteY2" fmla="*/ 540767 h 2012098"/>
              <a:gd name="connsiteX3" fmla="*/ 1312141 w 2103393"/>
              <a:gd name="connsiteY3" fmla="*/ 619304 h 2012098"/>
              <a:gd name="connsiteX4" fmla="*/ 1508484 w 2103393"/>
              <a:gd name="connsiteY4" fmla="*/ 422961 h 2012098"/>
              <a:gd name="connsiteX5" fmla="*/ 2058246 w 2103393"/>
              <a:gd name="connsiteY5" fmla="*/ 1971270 h 2012098"/>
              <a:gd name="connsiteX6" fmla="*/ 1244822 w 2103393"/>
              <a:gd name="connsiteY6" fmla="*/ 1561752 h 2012098"/>
              <a:gd name="connsiteX7" fmla="*/ 1205554 w 2103393"/>
              <a:gd name="connsiteY7" fmla="*/ 1247605 h 2012098"/>
              <a:gd name="connsiteX8" fmla="*/ 1244823 w 2103393"/>
              <a:gd name="connsiteY8" fmla="*/ 804428 h 2012098"/>
              <a:gd name="connsiteX9" fmla="*/ 1076528 w 2103393"/>
              <a:gd name="connsiteY9" fmla="*/ 658573 h 2012098"/>
              <a:gd name="connsiteX10" fmla="*/ 885795 w 2103393"/>
              <a:gd name="connsiteY10" fmla="*/ 798818 h 2012098"/>
              <a:gd name="connsiteX11" fmla="*/ 919453 w 2103393"/>
              <a:gd name="connsiteY11" fmla="*/ 1236384 h 2012098"/>
              <a:gd name="connsiteX12" fmla="*/ 891405 w 2103393"/>
              <a:gd name="connsiteY12" fmla="*/ 1556143 h 2012098"/>
              <a:gd name="connsiteX13" fmla="*/ 89201 w 2103393"/>
              <a:gd name="connsiteY13" fmla="*/ 1999319 h 2012098"/>
              <a:gd name="connsiteX14" fmla="*/ 577255 w 2103393"/>
              <a:gd name="connsiteY14" fmla="*/ 422961 h 2012098"/>
              <a:gd name="connsiteX15" fmla="*/ 807257 w 2103393"/>
              <a:gd name="connsiteY15" fmla="*/ 658573 h 2012098"/>
              <a:gd name="connsiteX16" fmla="*/ 969942 w 2103393"/>
              <a:gd name="connsiteY16" fmla="*/ 546377 h 2012098"/>
              <a:gd name="connsiteX17" fmla="*/ 930675 w 2103393"/>
              <a:gd name="connsiteY17" fmla="*/ 47103 h 2012098"/>
              <a:gd name="connsiteX0" fmla="*/ 930675 w 2103393"/>
              <a:gd name="connsiteY0" fmla="*/ 47103 h 2012098"/>
              <a:gd name="connsiteX1" fmla="*/ 1183115 w 2103393"/>
              <a:gd name="connsiteY1" fmla="*/ 52713 h 2012098"/>
              <a:gd name="connsiteX2" fmla="*/ 1177505 w 2103393"/>
              <a:gd name="connsiteY2" fmla="*/ 540767 h 2012098"/>
              <a:gd name="connsiteX3" fmla="*/ 1312141 w 2103393"/>
              <a:gd name="connsiteY3" fmla="*/ 619304 h 2012098"/>
              <a:gd name="connsiteX4" fmla="*/ 1508484 w 2103393"/>
              <a:gd name="connsiteY4" fmla="*/ 422961 h 2012098"/>
              <a:gd name="connsiteX5" fmla="*/ 2058246 w 2103393"/>
              <a:gd name="connsiteY5" fmla="*/ 1971270 h 2012098"/>
              <a:gd name="connsiteX6" fmla="*/ 1244822 w 2103393"/>
              <a:gd name="connsiteY6" fmla="*/ 1561752 h 2012098"/>
              <a:gd name="connsiteX7" fmla="*/ 1205554 w 2103393"/>
              <a:gd name="connsiteY7" fmla="*/ 1247605 h 2012098"/>
              <a:gd name="connsiteX8" fmla="*/ 1244823 w 2103393"/>
              <a:gd name="connsiteY8" fmla="*/ 804428 h 2012098"/>
              <a:gd name="connsiteX9" fmla="*/ 1076528 w 2103393"/>
              <a:gd name="connsiteY9" fmla="*/ 658573 h 2012098"/>
              <a:gd name="connsiteX10" fmla="*/ 885795 w 2103393"/>
              <a:gd name="connsiteY10" fmla="*/ 798818 h 2012098"/>
              <a:gd name="connsiteX11" fmla="*/ 919453 w 2103393"/>
              <a:gd name="connsiteY11" fmla="*/ 1236384 h 2012098"/>
              <a:gd name="connsiteX12" fmla="*/ 891405 w 2103393"/>
              <a:gd name="connsiteY12" fmla="*/ 1556143 h 2012098"/>
              <a:gd name="connsiteX13" fmla="*/ 89201 w 2103393"/>
              <a:gd name="connsiteY13" fmla="*/ 1999319 h 2012098"/>
              <a:gd name="connsiteX14" fmla="*/ 577255 w 2103393"/>
              <a:gd name="connsiteY14" fmla="*/ 422961 h 2012098"/>
              <a:gd name="connsiteX15" fmla="*/ 807257 w 2103393"/>
              <a:gd name="connsiteY15" fmla="*/ 658573 h 2012098"/>
              <a:gd name="connsiteX16" fmla="*/ 969942 w 2103393"/>
              <a:gd name="connsiteY16" fmla="*/ 546377 h 2012098"/>
              <a:gd name="connsiteX17" fmla="*/ 930675 w 2103393"/>
              <a:gd name="connsiteY17" fmla="*/ 47103 h 2012098"/>
              <a:gd name="connsiteX0" fmla="*/ 930675 w 2103393"/>
              <a:gd name="connsiteY0" fmla="*/ 24191 h 2051098"/>
              <a:gd name="connsiteX1" fmla="*/ 1183115 w 2103393"/>
              <a:gd name="connsiteY1" fmla="*/ 91713 h 2051098"/>
              <a:gd name="connsiteX2" fmla="*/ 1177505 w 2103393"/>
              <a:gd name="connsiteY2" fmla="*/ 579767 h 2051098"/>
              <a:gd name="connsiteX3" fmla="*/ 1312141 w 2103393"/>
              <a:gd name="connsiteY3" fmla="*/ 658304 h 2051098"/>
              <a:gd name="connsiteX4" fmla="*/ 1508484 w 2103393"/>
              <a:gd name="connsiteY4" fmla="*/ 461961 h 2051098"/>
              <a:gd name="connsiteX5" fmla="*/ 2058246 w 2103393"/>
              <a:gd name="connsiteY5" fmla="*/ 2010270 h 2051098"/>
              <a:gd name="connsiteX6" fmla="*/ 1244822 w 2103393"/>
              <a:gd name="connsiteY6" fmla="*/ 1600752 h 2051098"/>
              <a:gd name="connsiteX7" fmla="*/ 1205554 w 2103393"/>
              <a:gd name="connsiteY7" fmla="*/ 1286605 h 2051098"/>
              <a:gd name="connsiteX8" fmla="*/ 1244823 w 2103393"/>
              <a:gd name="connsiteY8" fmla="*/ 843428 h 2051098"/>
              <a:gd name="connsiteX9" fmla="*/ 1076528 w 2103393"/>
              <a:gd name="connsiteY9" fmla="*/ 697573 h 2051098"/>
              <a:gd name="connsiteX10" fmla="*/ 885795 w 2103393"/>
              <a:gd name="connsiteY10" fmla="*/ 837818 h 2051098"/>
              <a:gd name="connsiteX11" fmla="*/ 919453 w 2103393"/>
              <a:gd name="connsiteY11" fmla="*/ 1275384 h 2051098"/>
              <a:gd name="connsiteX12" fmla="*/ 891405 w 2103393"/>
              <a:gd name="connsiteY12" fmla="*/ 1595143 h 2051098"/>
              <a:gd name="connsiteX13" fmla="*/ 89201 w 2103393"/>
              <a:gd name="connsiteY13" fmla="*/ 2038319 h 2051098"/>
              <a:gd name="connsiteX14" fmla="*/ 577255 w 2103393"/>
              <a:gd name="connsiteY14" fmla="*/ 461961 h 2051098"/>
              <a:gd name="connsiteX15" fmla="*/ 807257 w 2103393"/>
              <a:gd name="connsiteY15" fmla="*/ 697573 h 2051098"/>
              <a:gd name="connsiteX16" fmla="*/ 969942 w 2103393"/>
              <a:gd name="connsiteY16" fmla="*/ 585377 h 2051098"/>
              <a:gd name="connsiteX17" fmla="*/ 930675 w 2103393"/>
              <a:gd name="connsiteY17" fmla="*/ 24191 h 2051098"/>
              <a:gd name="connsiteX0" fmla="*/ 930675 w 2103393"/>
              <a:gd name="connsiteY0" fmla="*/ 51153 h 2078060"/>
              <a:gd name="connsiteX1" fmla="*/ 1190398 w 2103393"/>
              <a:gd name="connsiteY1" fmla="*/ 49480 h 2078060"/>
              <a:gd name="connsiteX2" fmla="*/ 1177505 w 2103393"/>
              <a:gd name="connsiteY2" fmla="*/ 606729 h 2078060"/>
              <a:gd name="connsiteX3" fmla="*/ 1312141 w 2103393"/>
              <a:gd name="connsiteY3" fmla="*/ 685266 h 2078060"/>
              <a:gd name="connsiteX4" fmla="*/ 1508484 w 2103393"/>
              <a:gd name="connsiteY4" fmla="*/ 488923 h 2078060"/>
              <a:gd name="connsiteX5" fmla="*/ 2058246 w 2103393"/>
              <a:gd name="connsiteY5" fmla="*/ 2037232 h 2078060"/>
              <a:gd name="connsiteX6" fmla="*/ 1244822 w 2103393"/>
              <a:gd name="connsiteY6" fmla="*/ 1627714 h 2078060"/>
              <a:gd name="connsiteX7" fmla="*/ 1205554 w 2103393"/>
              <a:gd name="connsiteY7" fmla="*/ 1313567 h 2078060"/>
              <a:gd name="connsiteX8" fmla="*/ 1244823 w 2103393"/>
              <a:gd name="connsiteY8" fmla="*/ 870390 h 2078060"/>
              <a:gd name="connsiteX9" fmla="*/ 1076528 w 2103393"/>
              <a:gd name="connsiteY9" fmla="*/ 724535 h 2078060"/>
              <a:gd name="connsiteX10" fmla="*/ 885795 w 2103393"/>
              <a:gd name="connsiteY10" fmla="*/ 864780 h 2078060"/>
              <a:gd name="connsiteX11" fmla="*/ 919453 w 2103393"/>
              <a:gd name="connsiteY11" fmla="*/ 1302346 h 2078060"/>
              <a:gd name="connsiteX12" fmla="*/ 891405 w 2103393"/>
              <a:gd name="connsiteY12" fmla="*/ 1622105 h 2078060"/>
              <a:gd name="connsiteX13" fmla="*/ 89201 w 2103393"/>
              <a:gd name="connsiteY13" fmla="*/ 2065281 h 2078060"/>
              <a:gd name="connsiteX14" fmla="*/ 577255 w 2103393"/>
              <a:gd name="connsiteY14" fmla="*/ 488923 h 2078060"/>
              <a:gd name="connsiteX15" fmla="*/ 807257 w 2103393"/>
              <a:gd name="connsiteY15" fmla="*/ 724535 h 2078060"/>
              <a:gd name="connsiteX16" fmla="*/ 969942 w 2103393"/>
              <a:gd name="connsiteY16" fmla="*/ 612339 h 2078060"/>
              <a:gd name="connsiteX17" fmla="*/ 930675 w 2103393"/>
              <a:gd name="connsiteY17" fmla="*/ 51153 h 2078060"/>
              <a:gd name="connsiteX0" fmla="*/ 930675 w 2103393"/>
              <a:gd name="connsiteY0" fmla="*/ 57180 h 2084087"/>
              <a:gd name="connsiteX1" fmla="*/ 1190398 w 2103393"/>
              <a:gd name="connsiteY1" fmla="*/ 55507 h 2084087"/>
              <a:gd name="connsiteX2" fmla="*/ 1177505 w 2103393"/>
              <a:gd name="connsiteY2" fmla="*/ 612756 h 2084087"/>
              <a:gd name="connsiteX3" fmla="*/ 1312141 w 2103393"/>
              <a:gd name="connsiteY3" fmla="*/ 691293 h 2084087"/>
              <a:gd name="connsiteX4" fmla="*/ 1508484 w 2103393"/>
              <a:gd name="connsiteY4" fmla="*/ 494950 h 2084087"/>
              <a:gd name="connsiteX5" fmla="*/ 2058246 w 2103393"/>
              <a:gd name="connsiteY5" fmla="*/ 2043259 h 2084087"/>
              <a:gd name="connsiteX6" fmla="*/ 1244822 w 2103393"/>
              <a:gd name="connsiteY6" fmla="*/ 1633741 h 2084087"/>
              <a:gd name="connsiteX7" fmla="*/ 1205554 w 2103393"/>
              <a:gd name="connsiteY7" fmla="*/ 1319594 h 2084087"/>
              <a:gd name="connsiteX8" fmla="*/ 1244823 w 2103393"/>
              <a:gd name="connsiteY8" fmla="*/ 876417 h 2084087"/>
              <a:gd name="connsiteX9" fmla="*/ 1076528 w 2103393"/>
              <a:gd name="connsiteY9" fmla="*/ 730562 h 2084087"/>
              <a:gd name="connsiteX10" fmla="*/ 885795 w 2103393"/>
              <a:gd name="connsiteY10" fmla="*/ 870807 h 2084087"/>
              <a:gd name="connsiteX11" fmla="*/ 919453 w 2103393"/>
              <a:gd name="connsiteY11" fmla="*/ 1308373 h 2084087"/>
              <a:gd name="connsiteX12" fmla="*/ 891405 w 2103393"/>
              <a:gd name="connsiteY12" fmla="*/ 1628132 h 2084087"/>
              <a:gd name="connsiteX13" fmla="*/ 89201 w 2103393"/>
              <a:gd name="connsiteY13" fmla="*/ 2071308 h 2084087"/>
              <a:gd name="connsiteX14" fmla="*/ 577255 w 2103393"/>
              <a:gd name="connsiteY14" fmla="*/ 494950 h 2084087"/>
              <a:gd name="connsiteX15" fmla="*/ 807257 w 2103393"/>
              <a:gd name="connsiteY15" fmla="*/ 730562 h 2084087"/>
              <a:gd name="connsiteX16" fmla="*/ 969942 w 2103393"/>
              <a:gd name="connsiteY16" fmla="*/ 618366 h 2084087"/>
              <a:gd name="connsiteX17" fmla="*/ 930675 w 2103393"/>
              <a:gd name="connsiteY17" fmla="*/ 57180 h 2084087"/>
              <a:gd name="connsiteX0" fmla="*/ 930675 w 2103393"/>
              <a:gd name="connsiteY0" fmla="*/ 65797 h 2092704"/>
              <a:gd name="connsiteX1" fmla="*/ 1190398 w 2103393"/>
              <a:gd name="connsiteY1" fmla="*/ 64124 h 2092704"/>
              <a:gd name="connsiteX2" fmla="*/ 1177505 w 2103393"/>
              <a:gd name="connsiteY2" fmla="*/ 621373 h 2092704"/>
              <a:gd name="connsiteX3" fmla="*/ 1312141 w 2103393"/>
              <a:gd name="connsiteY3" fmla="*/ 699910 h 2092704"/>
              <a:gd name="connsiteX4" fmla="*/ 1508484 w 2103393"/>
              <a:gd name="connsiteY4" fmla="*/ 503567 h 2092704"/>
              <a:gd name="connsiteX5" fmla="*/ 2058246 w 2103393"/>
              <a:gd name="connsiteY5" fmla="*/ 2051876 h 2092704"/>
              <a:gd name="connsiteX6" fmla="*/ 1244822 w 2103393"/>
              <a:gd name="connsiteY6" fmla="*/ 1642358 h 2092704"/>
              <a:gd name="connsiteX7" fmla="*/ 1205554 w 2103393"/>
              <a:gd name="connsiteY7" fmla="*/ 1328211 h 2092704"/>
              <a:gd name="connsiteX8" fmla="*/ 1244823 w 2103393"/>
              <a:gd name="connsiteY8" fmla="*/ 885034 h 2092704"/>
              <a:gd name="connsiteX9" fmla="*/ 1076528 w 2103393"/>
              <a:gd name="connsiteY9" fmla="*/ 739179 h 2092704"/>
              <a:gd name="connsiteX10" fmla="*/ 885795 w 2103393"/>
              <a:gd name="connsiteY10" fmla="*/ 879424 h 2092704"/>
              <a:gd name="connsiteX11" fmla="*/ 919453 w 2103393"/>
              <a:gd name="connsiteY11" fmla="*/ 1316990 h 2092704"/>
              <a:gd name="connsiteX12" fmla="*/ 891405 w 2103393"/>
              <a:gd name="connsiteY12" fmla="*/ 1636749 h 2092704"/>
              <a:gd name="connsiteX13" fmla="*/ 89201 w 2103393"/>
              <a:gd name="connsiteY13" fmla="*/ 2079925 h 2092704"/>
              <a:gd name="connsiteX14" fmla="*/ 577255 w 2103393"/>
              <a:gd name="connsiteY14" fmla="*/ 503567 h 2092704"/>
              <a:gd name="connsiteX15" fmla="*/ 807257 w 2103393"/>
              <a:gd name="connsiteY15" fmla="*/ 739179 h 2092704"/>
              <a:gd name="connsiteX16" fmla="*/ 969942 w 2103393"/>
              <a:gd name="connsiteY16" fmla="*/ 626983 h 2092704"/>
              <a:gd name="connsiteX17" fmla="*/ 930675 w 2103393"/>
              <a:gd name="connsiteY17" fmla="*/ 65797 h 2092704"/>
              <a:gd name="connsiteX0" fmla="*/ 930675 w 2103393"/>
              <a:gd name="connsiteY0" fmla="*/ 65797 h 2092704"/>
              <a:gd name="connsiteX1" fmla="*/ 1190398 w 2103393"/>
              <a:gd name="connsiteY1" fmla="*/ 64124 h 2092704"/>
              <a:gd name="connsiteX2" fmla="*/ 1177505 w 2103393"/>
              <a:gd name="connsiteY2" fmla="*/ 621373 h 2092704"/>
              <a:gd name="connsiteX3" fmla="*/ 1312141 w 2103393"/>
              <a:gd name="connsiteY3" fmla="*/ 699910 h 2092704"/>
              <a:gd name="connsiteX4" fmla="*/ 1508484 w 2103393"/>
              <a:gd name="connsiteY4" fmla="*/ 503567 h 2092704"/>
              <a:gd name="connsiteX5" fmla="*/ 2058246 w 2103393"/>
              <a:gd name="connsiteY5" fmla="*/ 2051876 h 2092704"/>
              <a:gd name="connsiteX6" fmla="*/ 1244822 w 2103393"/>
              <a:gd name="connsiteY6" fmla="*/ 1642358 h 2092704"/>
              <a:gd name="connsiteX7" fmla="*/ 1205554 w 2103393"/>
              <a:gd name="connsiteY7" fmla="*/ 1328211 h 2092704"/>
              <a:gd name="connsiteX8" fmla="*/ 1244823 w 2103393"/>
              <a:gd name="connsiteY8" fmla="*/ 885034 h 2092704"/>
              <a:gd name="connsiteX9" fmla="*/ 1076528 w 2103393"/>
              <a:gd name="connsiteY9" fmla="*/ 739179 h 2092704"/>
              <a:gd name="connsiteX10" fmla="*/ 885795 w 2103393"/>
              <a:gd name="connsiteY10" fmla="*/ 879424 h 2092704"/>
              <a:gd name="connsiteX11" fmla="*/ 919453 w 2103393"/>
              <a:gd name="connsiteY11" fmla="*/ 1316990 h 2092704"/>
              <a:gd name="connsiteX12" fmla="*/ 891405 w 2103393"/>
              <a:gd name="connsiteY12" fmla="*/ 1636749 h 2092704"/>
              <a:gd name="connsiteX13" fmla="*/ 89201 w 2103393"/>
              <a:gd name="connsiteY13" fmla="*/ 2079925 h 2092704"/>
              <a:gd name="connsiteX14" fmla="*/ 577255 w 2103393"/>
              <a:gd name="connsiteY14" fmla="*/ 503567 h 2092704"/>
              <a:gd name="connsiteX15" fmla="*/ 807257 w 2103393"/>
              <a:gd name="connsiteY15" fmla="*/ 739179 h 2092704"/>
              <a:gd name="connsiteX16" fmla="*/ 969942 w 2103393"/>
              <a:gd name="connsiteY16" fmla="*/ 626983 h 2092704"/>
              <a:gd name="connsiteX17" fmla="*/ 930675 w 2103393"/>
              <a:gd name="connsiteY17" fmla="*/ 65797 h 2092704"/>
              <a:gd name="connsiteX0" fmla="*/ 930675 w 2103393"/>
              <a:gd name="connsiteY0" fmla="*/ 73853 h 2100760"/>
              <a:gd name="connsiteX1" fmla="*/ 1190398 w 2103393"/>
              <a:gd name="connsiteY1" fmla="*/ 72180 h 2100760"/>
              <a:gd name="connsiteX2" fmla="*/ 1177505 w 2103393"/>
              <a:gd name="connsiteY2" fmla="*/ 629429 h 2100760"/>
              <a:gd name="connsiteX3" fmla="*/ 1312141 w 2103393"/>
              <a:gd name="connsiteY3" fmla="*/ 707966 h 2100760"/>
              <a:gd name="connsiteX4" fmla="*/ 1508484 w 2103393"/>
              <a:gd name="connsiteY4" fmla="*/ 511623 h 2100760"/>
              <a:gd name="connsiteX5" fmla="*/ 2058246 w 2103393"/>
              <a:gd name="connsiteY5" fmla="*/ 2059932 h 2100760"/>
              <a:gd name="connsiteX6" fmla="*/ 1244822 w 2103393"/>
              <a:gd name="connsiteY6" fmla="*/ 1650414 h 2100760"/>
              <a:gd name="connsiteX7" fmla="*/ 1205554 w 2103393"/>
              <a:gd name="connsiteY7" fmla="*/ 1336267 h 2100760"/>
              <a:gd name="connsiteX8" fmla="*/ 1244823 w 2103393"/>
              <a:gd name="connsiteY8" fmla="*/ 893090 h 2100760"/>
              <a:gd name="connsiteX9" fmla="*/ 1076528 w 2103393"/>
              <a:gd name="connsiteY9" fmla="*/ 747235 h 2100760"/>
              <a:gd name="connsiteX10" fmla="*/ 885795 w 2103393"/>
              <a:gd name="connsiteY10" fmla="*/ 887480 h 2100760"/>
              <a:gd name="connsiteX11" fmla="*/ 919453 w 2103393"/>
              <a:gd name="connsiteY11" fmla="*/ 1325046 h 2100760"/>
              <a:gd name="connsiteX12" fmla="*/ 891405 w 2103393"/>
              <a:gd name="connsiteY12" fmla="*/ 1644805 h 2100760"/>
              <a:gd name="connsiteX13" fmla="*/ 89201 w 2103393"/>
              <a:gd name="connsiteY13" fmla="*/ 2087981 h 2100760"/>
              <a:gd name="connsiteX14" fmla="*/ 577255 w 2103393"/>
              <a:gd name="connsiteY14" fmla="*/ 511623 h 2100760"/>
              <a:gd name="connsiteX15" fmla="*/ 807257 w 2103393"/>
              <a:gd name="connsiteY15" fmla="*/ 747235 h 2100760"/>
              <a:gd name="connsiteX16" fmla="*/ 969942 w 2103393"/>
              <a:gd name="connsiteY16" fmla="*/ 635039 h 2100760"/>
              <a:gd name="connsiteX17" fmla="*/ 930675 w 2103393"/>
              <a:gd name="connsiteY17" fmla="*/ 73853 h 2100760"/>
              <a:gd name="connsiteX0" fmla="*/ 930675 w 2103393"/>
              <a:gd name="connsiteY0" fmla="*/ 77953 h 2104860"/>
              <a:gd name="connsiteX1" fmla="*/ 1190398 w 2103393"/>
              <a:gd name="connsiteY1" fmla="*/ 76280 h 2104860"/>
              <a:gd name="connsiteX2" fmla="*/ 1177505 w 2103393"/>
              <a:gd name="connsiteY2" fmla="*/ 633529 h 2104860"/>
              <a:gd name="connsiteX3" fmla="*/ 1312141 w 2103393"/>
              <a:gd name="connsiteY3" fmla="*/ 712066 h 2104860"/>
              <a:gd name="connsiteX4" fmla="*/ 1508484 w 2103393"/>
              <a:gd name="connsiteY4" fmla="*/ 515723 h 2104860"/>
              <a:gd name="connsiteX5" fmla="*/ 2058246 w 2103393"/>
              <a:gd name="connsiteY5" fmla="*/ 2064032 h 2104860"/>
              <a:gd name="connsiteX6" fmla="*/ 1244822 w 2103393"/>
              <a:gd name="connsiteY6" fmla="*/ 1654514 h 2104860"/>
              <a:gd name="connsiteX7" fmla="*/ 1205554 w 2103393"/>
              <a:gd name="connsiteY7" fmla="*/ 1340367 h 2104860"/>
              <a:gd name="connsiteX8" fmla="*/ 1244823 w 2103393"/>
              <a:gd name="connsiteY8" fmla="*/ 897190 h 2104860"/>
              <a:gd name="connsiteX9" fmla="*/ 1076528 w 2103393"/>
              <a:gd name="connsiteY9" fmla="*/ 751335 h 2104860"/>
              <a:gd name="connsiteX10" fmla="*/ 885795 w 2103393"/>
              <a:gd name="connsiteY10" fmla="*/ 891580 h 2104860"/>
              <a:gd name="connsiteX11" fmla="*/ 919453 w 2103393"/>
              <a:gd name="connsiteY11" fmla="*/ 1329146 h 2104860"/>
              <a:gd name="connsiteX12" fmla="*/ 891405 w 2103393"/>
              <a:gd name="connsiteY12" fmla="*/ 1648905 h 2104860"/>
              <a:gd name="connsiteX13" fmla="*/ 89201 w 2103393"/>
              <a:gd name="connsiteY13" fmla="*/ 2092081 h 2104860"/>
              <a:gd name="connsiteX14" fmla="*/ 577255 w 2103393"/>
              <a:gd name="connsiteY14" fmla="*/ 515723 h 2104860"/>
              <a:gd name="connsiteX15" fmla="*/ 807257 w 2103393"/>
              <a:gd name="connsiteY15" fmla="*/ 751335 h 2104860"/>
              <a:gd name="connsiteX16" fmla="*/ 969942 w 2103393"/>
              <a:gd name="connsiteY16" fmla="*/ 639139 h 2104860"/>
              <a:gd name="connsiteX17" fmla="*/ 930675 w 2103393"/>
              <a:gd name="connsiteY17" fmla="*/ 77953 h 2104860"/>
              <a:gd name="connsiteX0" fmla="*/ 930675 w 2103393"/>
              <a:gd name="connsiteY0" fmla="*/ 71187 h 2098094"/>
              <a:gd name="connsiteX1" fmla="*/ 1190398 w 2103393"/>
              <a:gd name="connsiteY1" fmla="*/ 69514 h 2098094"/>
              <a:gd name="connsiteX2" fmla="*/ 1177505 w 2103393"/>
              <a:gd name="connsiteY2" fmla="*/ 626763 h 2098094"/>
              <a:gd name="connsiteX3" fmla="*/ 1312141 w 2103393"/>
              <a:gd name="connsiteY3" fmla="*/ 705300 h 2098094"/>
              <a:gd name="connsiteX4" fmla="*/ 1508484 w 2103393"/>
              <a:gd name="connsiteY4" fmla="*/ 508957 h 2098094"/>
              <a:gd name="connsiteX5" fmla="*/ 2058246 w 2103393"/>
              <a:gd name="connsiteY5" fmla="*/ 2057266 h 2098094"/>
              <a:gd name="connsiteX6" fmla="*/ 1244822 w 2103393"/>
              <a:gd name="connsiteY6" fmla="*/ 1647748 h 2098094"/>
              <a:gd name="connsiteX7" fmla="*/ 1205554 w 2103393"/>
              <a:gd name="connsiteY7" fmla="*/ 1333601 h 2098094"/>
              <a:gd name="connsiteX8" fmla="*/ 1244823 w 2103393"/>
              <a:gd name="connsiteY8" fmla="*/ 890424 h 2098094"/>
              <a:gd name="connsiteX9" fmla="*/ 1076528 w 2103393"/>
              <a:gd name="connsiteY9" fmla="*/ 744569 h 2098094"/>
              <a:gd name="connsiteX10" fmla="*/ 885795 w 2103393"/>
              <a:gd name="connsiteY10" fmla="*/ 884814 h 2098094"/>
              <a:gd name="connsiteX11" fmla="*/ 919453 w 2103393"/>
              <a:gd name="connsiteY11" fmla="*/ 1322380 h 2098094"/>
              <a:gd name="connsiteX12" fmla="*/ 891405 w 2103393"/>
              <a:gd name="connsiteY12" fmla="*/ 1642139 h 2098094"/>
              <a:gd name="connsiteX13" fmla="*/ 89201 w 2103393"/>
              <a:gd name="connsiteY13" fmla="*/ 2085315 h 2098094"/>
              <a:gd name="connsiteX14" fmla="*/ 577255 w 2103393"/>
              <a:gd name="connsiteY14" fmla="*/ 508957 h 2098094"/>
              <a:gd name="connsiteX15" fmla="*/ 807257 w 2103393"/>
              <a:gd name="connsiteY15" fmla="*/ 744569 h 2098094"/>
              <a:gd name="connsiteX16" fmla="*/ 969942 w 2103393"/>
              <a:gd name="connsiteY16" fmla="*/ 632373 h 2098094"/>
              <a:gd name="connsiteX17" fmla="*/ 930675 w 2103393"/>
              <a:gd name="connsiteY17" fmla="*/ 71187 h 2098094"/>
              <a:gd name="connsiteX0" fmla="*/ 930675 w 2103393"/>
              <a:gd name="connsiteY0" fmla="*/ 75207 h 2102114"/>
              <a:gd name="connsiteX1" fmla="*/ 1190398 w 2103393"/>
              <a:gd name="connsiteY1" fmla="*/ 73534 h 2102114"/>
              <a:gd name="connsiteX2" fmla="*/ 1177505 w 2103393"/>
              <a:gd name="connsiteY2" fmla="*/ 630783 h 2102114"/>
              <a:gd name="connsiteX3" fmla="*/ 1312141 w 2103393"/>
              <a:gd name="connsiteY3" fmla="*/ 709320 h 2102114"/>
              <a:gd name="connsiteX4" fmla="*/ 1508484 w 2103393"/>
              <a:gd name="connsiteY4" fmla="*/ 512977 h 2102114"/>
              <a:gd name="connsiteX5" fmla="*/ 2058246 w 2103393"/>
              <a:gd name="connsiteY5" fmla="*/ 2061286 h 2102114"/>
              <a:gd name="connsiteX6" fmla="*/ 1244822 w 2103393"/>
              <a:gd name="connsiteY6" fmla="*/ 1651768 h 2102114"/>
              <a:gd name="connsiteX7" fmla="*/ 1205554 w 2103393"/>
              <a:gd name="connsiteY7" fmla="*/ 1337621 h 2102114"/>
              <a:gd name="connsiteX8" fmla="*/ 1244823 w 2103393"/>
              <a:gd name="connsiteY8" fmla="*/ 894444 h 2102114"/>
              <a:gd name="connsiteX9" fmla="*/ 1076528 w 2103393"/>
              <a:gd name="connsiteY9" fmla="*/ 748589 h 2102114"/>
              <a:gd name="connsiteX10" fmla="*/ 885795 w 2103393"/>
              <a:gd name="connsiteY10" fmla="*/ 888834 h 2102114"/>
              <a:gd name="connsiteX11" fmla="*/ 919453 w 2103393"/>
              <a:gd name="connsiteY11" fmla="*/ 1326400 h 2102114"/>
              <a:gd name="connsiteX12" fmla="*/ 891405 w 2103393"/>
              <a:gd name="connsiteY12" fmla="*/ 1646159 h 2102114"/>
              <a:gd name="connsiteX13" fmla="*/ 89201 w 2103393"/>
              <a:gd name="connsiteY13" fmla="*/ 2089335 h 2102114"/>
              <a:gd name="connsiteX14" fmla="*/ 577255 w 2103393"/>
              <a:gd name="connsiteY14" fmla="*/ 512977 h 2102114"/>
              <a:gd name="connsiteX15" fmla="*/ 807257 w 2103393"/>
              <a:gd name="connsiteY15" fmla="*/ 748589 h 2102114"/>
              <a:gd name="connsiteX16" fmla="*/ 969942 w 2103393"/>
              <a:gd name="connsiteY16" fmla="*/ 636393 h 2102114"/>
              <a:gd name="connsiteX17" fmla="*/ 930675 w 2103393"/>
              <a:gd name="connsiteY17" fmla="*/ 75207 h 2102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03393" h="2102114">
                <a:moveTo>
                  <a:pt x="930675" y="75207"/>
                </a:moveTo>
                <a:cubicBezTo>
                  <a:pt x="914336" y="-26367"/>
                  <a:pt x="1202803" y="-23213"/>
                  <a:pt x="1190398" y="73534"/>
                </a:cubicBezTo>
                <a:lnTo>
                  <a:pt x="1177505" y="630783"/>
                </a:lnTo>
                <a:lnTo>
                  <a:pt x="1312141" y="709320"/>
                </a:lnTo>
                <a:cubicBezTo>
                  <a:pt x="1349539" y="621433"/>
                  <a:pt x="1403768" y="466228"/>
                  <a:pt x="1508484" y="512977"/>
                </a:cubicBezTo>
                <a:cubicBezTo>
                  <a:pt x="1961009" y="692492"/>
                  <a:pt x="2211581" y="1696648"/>
                  <a:pt x="2058246" y="2061286"/>
                </a:cubicBezTo>
                <a:cubicBezTo>
                  <a:pt x="1912391" y="2233320"/>
                  <a:pt x="1542142" y="1816322"/>
                  <a:pt x="1244822" y="1651768"/>
                </a:cubicBezTo>
                <a:cubicBezTo>
                  <a:pt x="1113927" y="1590061"/>
                  <a:pt x="1184984" y="1466646"/>
                  <a:pt x="1205554" y="1337621"/>
                </a:cubicBezTo>
                <a:cubicBezTo>
                  <a:pt x="1233603" y="1238514"/>
                  <a:pt x="1127017" y="1161846"/>
                  <a:pt x="1244823" y="894444"/>
                </a:cubicBezTo>
                <a:cubicBezTo>
                  <a:pt x="1188725" y="845826"/>
                  <a:pt x="1155065" y="802817"/>
                  <a:pt x="1076528" y="748589"/>
                </a:cubicBezTo>
                <a:cubicBezTo>
                  <a:pt x="973682" y="789728"/>
                  <a:pt x="949373" y="842086"/>
                  <a:pt x="885795" y="888834"/>
                </a:cubicBezTo>
                <a:cubicBezTo>
                  <a:pt x="951243" y="1053389"/>
                  <a:pt x="898883" y="1240382"/>
                  <a:pt x="919453" y="1326400"/>
                </a:cubicBezTo>
                <a:cubicBezTo>
                  <a:pt x="930673" y="1432986"/>
                  <a:pt x="1003602" y="1595671"/>
                  <a:pt x="891405" y="1646159"/>
                </a:cubicBezTo>
                <a:cubicBezTo>
                  <a:pt x="685711" y="1737785"/>
                  <a:pt x="311722" y="2121123"/>
                  <a:pt x="89201" y="2089335"/>
                </a:cubicBezTo>
                <a:cubicBezTo>
                  <a:pt x="-118362" y="2035107"/>
                  <a:pt x="33103" y="774768"/>
                  <a:pt x="577255" y="512977"/>
                </a:cubicBezTo>
                <a:cubicBezTo>
                  <a:pt x="704411" y="464359"/>
                  <a:pt x="736199" y="673791"/>
                  <a:pt x="807257" y="748589"/>
                </a:cubicBezTo>
                <a:lnTo>
                  <a:pt x="969942" y="636393"/>
                </a:lnTo>
                <a:cubicBezTo>
                  <a:pt x="968072" y="483058"/>
                  <a:pt x="947112" y="235825"/>
                  <a:pt x="930675" y="752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5" name="Freeform 48">
            <a:extLst>
              <a:ext uri="{FF2B5EF4-FFF2-40B4-BE49-F238E27FC236}">
                <a16:creationId xmlns:a16="http://schemas.microsoft.com/office/drawing/2014/main" xmlns="" id="{67772B45-BD3F-44C4-8C3C-0A45A7F5D7AA}"/>
              </a:ext>
            </a:extLst>
          </p:cNvPr>
          <p:cNvSpPr>
            <a:spLocks noChangeAspect="1"/>
          </p:cNvSpPr>
          <p:nvPr/>
        </p:nvSpPr>
        <p:spPr>
          <a:xfrm>
            <a:off x="5278002" y="1454850"/>
            <a:ext cx="529812" cy="441236"/>
          </a:xfrm>
          <a:custGeom>
            <a:avLst/>
            <a:gdLst/>
            <a:ahLst/>
            <a:cxnLst/>
            <a:rect l="l" t="t" r="r" b="b"/>
            <a:pathLst>
              <a:path w="3240001" h="2698329">
                <a:moveTo>
                  <a:pt x="2548075" y="5025"/>
                </a:moveTo>
                <a:cubicBezTo>
                  <a:pt x="2888705" y="21427"/>
                  <a:pt x="3205543" y="144443"/>
                  <a:pt x="3236875" y="324866"/>
                </a:cubicBezTo>
                <a:cubicBezTo>
                  <a:pt x="3272384" y="584869"/>
                  <a:pt x="3000845" y="793843"/>
                  <a:pt x="2654112" y="922630"/>
                </a:cubicBezTo>
                <a:cubicBezTo>
                  <a:pt x="2512076" y="1002818"/>
                  <a:pt x="2288579" y="1396468"/>
                  <a:pt x="2077615" y="1155904"/>
                </a:cubicBezTo>
                <a:cubicBezTo>
                  <a:pt x="1902159" y="985808"/>
                  <a:pt x="1914692" y="662627"/>
                  <a:pt x="1946024" y="426923"/>
                </a:cubicBezTo>
                <a:cubicBezTo>
                  <a:pt x="1958557" y="234957"/>
                  <a:pt x="1977355" y="79442"/>
                  <a:pt x="2209208" y="25983"/>
                </a:cubicBezTo>
                <a:cubicBezTo>
                  <a:pt x="2318345" y="5936"/>
                  <a:pt x="2434532" y="-443"/>
                  <a:pt x="2548075" y="5025"/>
                </a:cubicBezTo>
                <a:close/>
                <a:moveTo>
                  <a:pt x="1184195" y="86"/>
                </a:moveTo>
                <a:cubicBezTo>
                  <a:pt x="1412849" y="2955"/>
                  <a:pt x="1621488" y="77771"/>
                  <a:pt x="1732975" y="244677"/>
                </a:cubicBezTo>
                <a:cubicBezTo>
                  <a:pt x="1866656" y="436642"/>
                  <a:pt x="1793548" y="672347"/>
                  <a:pt x="1801904" y="871602"/>
                </a:cubicBezTo>
                <a:cubicBezTo>
                  <a:pt x="1820702" y="1041698"/>
                  <a:pt x="1996160" y="1255532"/>
                  <a:pt x="1889631" y="1396469"/>
                </a:cubicBezTo>
                <a:cubicBezTo>
                  <a:pt x="1714174" y="1644320"/>
                  <a:pt x="1482324" y="1717219"/>
                  <a:pt x="1300601" y="1906754"/>
                </a:cubicBezTo>
                <a:cubicBezTo>
                  <a:pt x="1068750" y="2152178"/>
                  <a:pt x="736639" y="2754803"/>
                  <a:pt x="442124" y="2694054"/>
                </a:cubicBezTo>
                <a:cubicBezTo>
                  <a:pt x="189385" y="2609005"/>
                  <a:pt x="149697" y="2276103"/>
                  <a:pt x="78680" y="2016101"/>
                </a:cubicBezTo>
                <a:cubicBezTo>
                  <a:pt x="-50823" y="1442635"/>
                  <a:pt x="-61268" y="759824"/>
                  <a:pt x="366928" y="302996"/>
                </a:cubicBezTo>
                <a:cubicBezTo>
                  <a:pt x="563141" y="111638"/>
                  <a:pt x="890211" y="-3604"/>
                  <a:pt x="1184195" y="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6" name="Freeform 49">
            <a:extLst>
              <a:ext uri="{FF2B5EF4-FFF2-40B4-BE49-F238E27FC236}">
                <a16:creationId xmlns:a16="http://schemas.microsoft.com/office/drawing/2014/main" xmlns="" id="{7993CC28-260D-4BB5-BA6E-195B880D9905}"/>
              </a:ext>
            </a:extLst>
          </p:cNvPr>
          <p:cNvSpPr>
            <a:spLocks noChangeAspect="1"/>
          </p:cNvSpPr>
          <p:nvPr/>
        </p:nvSpPr>
        <p:spPr>
          <a:xfrm>
            <a:off x="6995432" y="1440016"/>
            <a:ext cx="470907" cy="470907"/>
          </a:xfrm>
          <a:custGeom>
            <a:avLst/>
            <a:gdLst>
              <a:gd name="connsiteX0" fmla="*/ 1054645 w 3259303"/>
              <a:gd name="connsiteY0" fmla="*/ 0 h 3248084"/>
              <a:gd name="connsiteX1" fmla="*/ 1469772 w 3259303"/>
              <a:gd name="connsiteY1" fmla="*/ 28049 h 3248084"/>
              <a:gd name="connsiteX2" fmla="*/ 1682945 w 3259303"/>
              <a:gd name="connsiteY2" fmla="*/ 740496 h 3248084"/>
              <a:gd name="connsiteX3" fmla="*/ 2417830 w 3259303"/>
              <a:gd name="connsiteY3" fmla="*/ 566592 h 3248084"/>
              <a:gd name="connsiteX4" fmla="*/ 3259303 w 3259303"/>
              <a:gd name="connsiteY4" fmla="*/ 1834410 h 3248084"/>
              <a:gd name="connsiteX5" fmla="*/ 2311244 w 3259303"/>
              <a:gd name="connsiteY5" fmla="*/ 3113448 h 3248084"/>
              <a:gd name="connsiteX6" fmla="*/ 622689 w 3259303"/>
              <a:gd name="connsiteY6" fmla="*/ 2670273 h 3248084"/>
              <a:gd name="connsiteX7" fmla="*/ 398297 w 3259303"/>
              <a:gd name="connsiteY7" fmla="*/ 3248084 h 3248084"/>
              <a:gd name="connsiteX8" fmla="*/ 0 w 3259303"/>
              <a:gd name="connsiteY8" fmla="*/ 3242474 h 3248084"/>
              <a:gd name="connsiteX9" fmla="*/ 218783 w 3259303"/>
              <a:gd name="connsiteY9" fmla="*/ 2333684 h 3248084"/>
              <a:gd name="connsiteX10" fmla="*/ 1593187 w 3259303"/>
              <a:gd name="connsiteY10" fmla="*/ 1997095 h 3248084"/>
              <a:gd name="connsiteX11" fmla="*/ 1250989 w 3259303"/>
              <a:gd name="connsiteY11" fmla="*/ 964889 h 3248084"/>
              <a:gd name="connsiteX12" fmla="*/ 1054645 w 3259303"/>
              <a:gd name="connsiteY12" fmla="*/ 0 h 3248084"/>
              <a:gd name="connsiteX0" fmla="*/ 1054645 w 3259303"/>
              <a:gd name="connsiteY0" fmla="*/ 0 h 3225645"/>
              <a:gd name="connsiteX1" fmla="*/ 1469772 w 3259303"/>
              <a:gd name="connsiteY1" fmla="*/ 5610 h 3225645"/>
              <a:gd name="connsiteX2" fmla="*/ 1682945 w 3259303"/>
              <a:gd name="connsiteY2" fmla="*/ 718057 h 3225645"/>
              <a:gd name="connsiteX3" fmla="*/ 2417830 w 3259303"/>
              <a:gd name="connsiteY3" fmla="*/ 544153 h 3225645"/>
              <a:gd name="connsiteX4" fmla="*/ 3259303 w 3259303"/>
              <a:gd name="connsiteY4" fmla="*/ 1811971 h 3225645"/>
              <a:gd name="connsiteX5" fmla="*/ 2311244 w 3259303"/>
              <a:gd name="connsiteY5" fmla="*/ 3091009 h 3225645"/>
              <a:gd name="connsiteX6" fmla="*/ 622689 w 3259303"/>
              <a:gd name="connsiteY6" fmla="*/ 2647834 h 3225645"/>
              <a:gd name="connsiteX7" fmla="*/ 398297 w 3259303"/>
              <a:gd name="connsiteY7" fmla="*/ 3225645 h 3225645"/>
              <a:gd name="connsiteX8" fmla="*/ 0 w 3259303"/>
              <a:gd name="connsiteY8" fmla="*/ 3220035 h 3225645"/>
              <a:gd name="connsiteX9" fmla="*/ 218783 w 3259303"/>
              <a:gd name="connsiteY9" fmla="*/ 2311245 h 3225645"/>
              <a:gd name="connsiteX10" fmla="*/ 1593187 w 3259303"/>
              <a:gd name="connsiteY10" fmla="*/ 1974656 h 3225645"/>
              <a:gd name="connsiteX11" fmla="*/ 1250989 w 3259303"/>
              <a:gd name="connsiteY11" fmla="*/ 942450 h 3225645"/>
              <a:gd name="connsiteX12" fmla="*/ 1054645 w 3259303"/>
              <a:gd name="connsiteY12" fmla="*/ 0 h 3225645"/>
              <a:gd name="connsiteX0" fmla="*/ 1054645 w 3259303"/>
              <a:gd name="connsiteY0" fmla="*/ 0 h 3242475"/>
              <a:gd name="connsiteX1" fmla="*/ 1469772 w 3259303"/>
              <a:gd name="connsiteY1" fmla="*/ 22440 h 3242475"/>
              <a:gd name="connsiteX2" fmla="*/ 1682945 w 3259303"/>
              <a:gd name="connsiteY2" fmla="*/ 734887 h 3242475"/>
              <a:gd name="connsiteX3" fmla="*/ 2417830 w 3259303"/>
              <a:gd name="connsiteY3" fmla="*/ 560983 h 3242475"/>
              <a:gd name="connsiteX4" fmla="*/ 3259303 w 3259303"/>
              <a:gd name="connsiteY4" fmla="*/ 1828801 h 3242475"/>
              <a:gd name="connsiteX5" fmla="*/ 2311244 w 3259303"/>
              <a:gd name="connsiteY5" fmla="*/ 3107839 h 3242475"/>
              <a:gd name="connsiteX6" fmla="*/ 622689 w 3259303"/>
              <a:gd name="connsiteY6" fmla="*/ 2664664 h 3242475"/>
              <a:gd name="connsiteX7" fmla="*/ 398297 w 3259303"/>
              <a:gd name="connsiteY7" fmla="*/ 3242475 h 3242475"/>
              <a:gd name="connsiteX8" fmla="*/ 0 w 3259303"/>
              <a:gd name="connsiteY8" fmla="*/ 3236865 h 3242475"/>
              <a:gd name="connsiteX9" fmla="*/ 218783 w 3259303"/>
              <a:gd name="connsiteY9" fmla="*/ 2328075 h 3242475"/>
              <a:gd name="connsiteX10" fmla="*/ 1593187 w 3259303"/>
              <a:gd name="connsiteY10" fmla="*/ 1991486 h 3242475"/>
              <a:gd name="connsiteX11" fmla="*/ 1250989 w 3259303"/>
              <a:gd name="connsiteY11" fmla="*/ 959280 h 3242475"/>
              <a:gd name="connsiteX12" fmla="*/ 1054645 w 3259303"/>
              <a:gd name="connsiteY12" fmla="*/ 0 h 3242475"/>
              <a:gd name="connsiteX0" fmla="*/ 1054645 w 3259303"/>
              <a:gd name="connsiteY0" fmla="*/ 0 h 3242475"/>
              <a:gd name="connsiteX1" fmla="*/ 1464162 w 3259303"/>
              <a:gd name="connsiteY1" fmla="*/ 1 h 3242475"/>
              <a:gd name="connsiteX2" fmla="*/ 1682945 w 3259303"/>
              <a:gd name="connsiteY2" fmla="*/ 734887 h 3242475"/>
              <a:gd name="connsiteX3" fmla="*/ 2417830 w 3259303"/>
              <a:gd name="connsiteY3" fmla="*/ 560983 h 3242475"/>
              <a:gd name="connsiteX4" fmla="*/ 3259303 w 3259303"/>
              <a:gd name="connsiteY4" fmla="*/ 1828801 h 3242475"/>
              <a:gd name="connsiteX5" fmla="*/ 2311244 w 3259303"/>
              <a:gd name="connsiteY5" fmla="*/ 3107839 h 3242475"/>
              <a:gd name="connsiteX6" fmla="*/ 622689 w 3259303"/>
              <a:gd name="connsiteY6" fmla="*/ 2664664 h 3242475"/>
              <a:gd name="connsiteX7" fmla="*/ 398297 w 3259303"/>
              <a:gd name="connsiteY7" fmla="*/ 3242475 h 3242475"/>
              <a:gd name="connsiteX8" fmla="*/ 0 w 3259303"/>
              <a:gd name="connsiteY8" fmla="*/ 3236865 h 3242475"/>
              <a:gd name="connsiteX9" fmla="*/ 218783 w 3259303"/>
              <a:gd name="connsiteY9" fmla="*/ 2328075 h 3242475"/>
              <a:gd name="connsiteX10" fmla="*/ 1593187 w 3259303"/>
              <a:gd name="connsiteY10" fmla="*/ 1991486 h 3242475"/>
              <a:gd name="connsiteX11" fmla="*/ 1250989 w 3259303"/>
              <a:gd name="connsiteY11" fmla="*/ 959280 h 3242475"/>
              <a:gd name="connsiteX12" fmla="*/ 1054645 w 3259303"/>
              <a:gd name="connsiteY12" fmla="*/ 0 h 3242475"/>
              <a:gd name="connsiteX0" fmla="*/ 1065864 w 3259303"/>
              <a:gd name="connsiteY0" fmla="*/ 5609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5609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37566 w 3259303"/>
              <a:gd name="connsiteY9" fmla="*/ 2260757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37566 w 3259303"/>
              <a:gd name="connsiteY9" fmla="*/ 2260757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76358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76358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04156 w 3197595"/>
              <a:gd name="connsiteY0" fmla="*/ 16828 h 3242474"/>
              <a:gd name="connsiteX1" fmla="*/ 1402454 w 3197595"/>
              <a:gd name="connsiteY1" fmla="*/ 0 h 3242474"/>
              <a:gd name="connsiteX2" fmla="*/ 1621237 w 3197595"/>
              <a:gd name="connsiteY2" fmla="*/ 734886 h 3242474"/>
              <a:gd name="connsiteX3" fmla="*/ 2356122 w 3197595"/>
              <a:gd name="connsiteY3" fmla="*/ 560982 h 3242474"/>
              <a:gd name="connsiteX4" fmla="*/ 3197595 w 3197595"/>
              <a:gd name="connsiteY4" fmla="*/ 1828800 h 3242474"/>
              <a:gd name="connsiteX5" fmla="*/ 2249536 w 3197595"/>
              <a:gd name="connsiteY5" fmla="*/ 3107838 h 3242474"/>
              <a:gd name="connsiteX6" fmla="*/ 560981 w 3197595"/>
              <a:gd name="connsiteY6" fmla="*/ 2664663 h 3242474"/>
              <a:gd name="connsiteX7" fmla="*/ 336589 w 3197595"/>
              <a:gd name="connsiteY7" fmla="*/ 3242474 h 3242474"/>
              <a:gd name="connsiteX8" fmla="*/ 0 w 3197595"/>
              <a:gd name="connsiteY8" fmla="*/ 3236864 h 3242474"/>
              <a:gd name="connsiteX9" fmla="*/ 387077 w 3197595"/>
              <a:gd name="connsiteY9" fmla="*/ 2232708 h 3242474"/>
              <a:gd name="connsiteX10" fmla="*/ 1514650 w 3197595"/>
              <a:gd name="connsiteY10" fmla="*/ 1991485 h 3242474"/>
              <a:gd name="connsiteX11" fmla="*/ 1189281 w 3197595"/>
              <a:gd name="connsiteY11" fmla="*/ 959279 h 3242474"/>
              <a:gd name="connsiteX12" fmla="*/ 1004156 w 3197595"/>
              <a:gd name="connsiteY12" fmla="*/ 16828 h 3242474"/>
              <a:gd name="connsiteX0" fmla="*/ 1011476 w 3204915"/>
              <a:gd name="connsiteY0" fmla="*/ 16828 h 3242474"/>
              <a:gd name="connsiteX1" fmla="*/ 1409774 w 3204915"/>
              <a:gd name="connsiteY1" fmla="*/ 0 h 3242474"/>
              <a:gd name="connsiteX2" fmla="*/ 1628557 w 3204915"/>
              <a:gd name="connsiteY2" fmla="*/ 734886 h 3242474"/>
              <a:gd name="connsiteX3" fmla="*/ 2363442 w 3204915"/>
              <a:gd name="connsiteY3" fmla="*/ 560982 h 3242474"/>
              <a:gd name="connsiteX4" fmla="*/ 3204915 w 3204915"/>
              <a:gd name="connsiteY4" fmla="*/ 1828800 h 3242474"/>
              <a:gd name="connsiteX5" fmla="*/ 2256856 w 3204915"/>
              <a:gd name="connsiteY5" fmla="*/ 3107838 h 3242474"/>
              <a:gd name="connsiteX6" fmla="*/ 568301 w 3204915"/>
              <a:gd name="connsiteY6" fmla="*/ 2664663 h 3242474"/>
              <a:gd name="connsiteX7" fmla="*/ 343909 w 3204915"/>
              <a:gd name="connsiteY7" fmla="*/ 3242474 h 3242474"/>
              <a:gd name="connsiteX8" fmla="*/ 7320 w 3204915"/>
              <a:gd name="connsiteY8" fmla="*/ 3236864 h 3242474"/>
              <a:gd name="connsiteX9" fmla="*/ 394397 w 3204915"/>
              <a:gd name="connsiteY9" fmla="*/ 2232708 h 3242474"/>
              <a:gd name="connsiteX10" fmla="*/ 1521970 w 3204915"/>
              <a:gd name="connsiteY10" fmla="*/ 1991485 h 3242474"/>
              <a:gd name="connsiteX11" fmla="*/ 1196601 w 3204915"/>
              <a:gd name="connsiteY11" fmla="*/ 959279 h 3242474"/>
              <a:gd name="connsiteX12" fmla="*/ 1011476 w 3204915"/>
              <a:gd name="connsiteY12" fmla="*/ 16828 h 3242474"/>
              <a:gd name="connsiteX0" fmla="*/ 1007292 w 3200731"/>
              <a:gd name="connsiteY0" fmla="*/ 16828 h 3242474"/>
              <a:gd name="connsiteX1" fmla="*/ 1405590 w 3200731"/>
              <a:gd name="connsiteY1" fmla="*/ 0 h 3242474"/>
              <a:gd name="connsiteX2" fmla="*/ 1624373 w 3200731"/>
              <a:gd name="connsiteY2" fmla="*/ 734886 h 3242474"/>
              <a:gd name="connsiteX3" fmla="*/ 2359258 w 3200731"/>
              <a:gd name="connsiteY3" fmla="*/ 560982 h 3242474"/>
              <a:gd name="connsiteX4" fmla="*/ 3200731 w 3200731"/>
              <a:gd name="connsiteY4" fmla="*/ 1828800 h 3242474"/>
              <a:gd name="connsiteX5" fmla="*/ 2252672 w 3200731"/>
              <a:gd name="connsiteY5" fmla="*/ 3107838 h 3242474"/>
              <a:gd name="connsiteX6" fmla="*/ 564117 w 3200731"/>
              <a:gd name="connsiteY6" fmla="*/ 2664663 h 3242474"/>
              <a:gd name="connsiteX7" fmla="*/ 339725 w 3200731"/>
              <a:gd name="connsiteY7" fmla="*/ 3242474 h 3242474"/>
              <a:gd name="connsiteX8" fmla="*/ 3136 w 3200731"/>
              <a:gd name="connsiteY8" fmla="*/ 3236864 h 3242474"/>
              <a:gd name="connsiteX9" fmla="*/ 390213 w 3200731"/>
              <a:gd name="connsiteY9" fmla="*/ 2232708 h 3242474"/>
              <a:gd name="connsiteX10" fmla="*/ 1517786 w 3200731"/>
              <a:gd name="connsiteY10" fmla="*/ 1991485 h 3242474"/>
              <a:gd name="connsiteX11" fmla="*/ 1192417 w 3200731"/>
              <a:gd name="connsiteY11" fmla="*/ 959279 h 3242474"/>
              <a:gd name="connsiteX12" fmla="*/ 1007292 w 3200731"/>
              <a:gd name="connsiteY12" fmla="*/ 16828 h 3242474"/>
              <a:gd name="connsiteX0" fmla="*/ 1051443 w 3244882"/>
              <a:gd name="connsiteY0" fmla="*/ 16828 h 3242474"/>
              <a:gd name="connsiteX1" fmla="*/ 1449741 w 3244882"/>
              <a:gd name="connsiteY1" fmla="*/ 0 h 3242474"/>
              <a:gd name="connsiteX2" fmla="*/ 1668524 w 3244882"/>
              <a:gd name="connsiteY2" fmla="*/ 734886 h 3242474"/>
              <a:gd name="connsiteX3" fmla="*/ 2403409 w 3244882"/>
              <a:gd name="connsiteY3" fmla="*/ 560982 h 3242474"/>
              <a:gd name="connsiteX4" fmla="*/ 3244882 w 3244882"/>
              <a:gd name="connsiteY4" fmla="*/ 1828800 h 3242474"/>
              <a:gd name="connsiteX5" fmla="*/ 2296823 w 3244882"/>
              <a:gd name="connsiteY5" fmla="*/ 3107838 h 3242474"/>
              <a:gd name="connsiteX6" fmla="*/ 608268 w 3244882"/>
              <a:gd name="connsiteY6" fmla="*/ 2664663 h 3242474"/>
              <a:gd name="connsiteX7" fmla="*/ 383876 w 3244882"/>
              <a:gd name="connsiteY7" fmla="*/ 3242474 h 3242474"/>
              <a:gd name="connsiteX8" fmla="*/ 2408 w 3244882"/>
              <a:gd name="connsiteY8" fmla="*/ 3236864 h 3242474"/>
              <a:gd name="connsiteX9" fmla="*/ 434364 w 3244882"/>
              <a:gd name="connsiteY9" fmla="*/ 2232708 h 3242474"/>
              <a:gd name="connsiteX10" fmla="*/ 1561937 w 3244882"/>
              <a:gd name="connsiteY10" fmla="*/ 1991485 h 3242474"/>
              <a:gd name="connsiteX11" fmla="*/ 1236568 w 3244882"/>
              <a:gd name="connsiteY11" fmla="*/ 959279 h 3242474"/>
              <a:gd name="connsiteX12" fmla="*/ 1051443 w 3244882"/>
              <a:gd name="connsiteY12" fmla="*/ 16828 h 3242474"/>
              <a:gd name="connsiteX0" fmla="*/ 1049313 w 3242752"/>
              <a:gd name="connsiteY0" fmla="*/ 16828 h 3242474"/>
              <a:gd name="connsiteX1" fmla="*/ 1447611 w 3242752"/>
              <a:gd name="connsiteY1" fmla="*/ 0 h 3242474"/>
              <a:gd name="connsiteX2" fmla="*/ 1666394 w 3242752"/>
              <a:gd name="connsiteY2" fmla="*/ 734886 h 3242474"/>
              <a:gd name="connsiteX3" fmla="*/ 2401279 w 3242752"/>
              <a:gd name="connsiteY3" fmla="*/ 560982 h 3242474"/>
              <a:gd name="connsiteX4" fmla="*/ 3242752 w 3242752"/>
              <a:gd name="connsiteY4" fmla="*/ 1828800 h 3242474"/>
              <a:gd name="connsiteX5" fmla="*/ 2294693 w 3242752"/>
              <a:gd name="connsiteY5" fmla="*/ 3107838 h 3242474"/>
              <a:gd name="connsiteX6" fmla="*/ 606138 w 3242752"/>
              <a:gd name="connsiteY6" fmla="*/ 2664663 h 3242474"/>
              <a:gd name="connsiteX7" fmla="*/ 381746 w 3242752"/>
              <a:gd name="connsiteY7" fmla="*/ 3242474 h 3242474"/>
              <a:gd name="connsiteX8" fmla="*/ 278 w 3242752"/>
              <a:gd name="connsiteY8" fmla="*/ 3236864 h 3242474"/>
              <a:gd name="connsiteX9" fmla="*/ 432234 w 3242752"/>
              <a:gd name="connsiteY9" fmla="*/ 2232708 h 3242474"/>
              <a:gd name="connsiteX10" fmla="*/ 1559807 w 3242752"/>
              <a:gd name="connsiteY10" fmla="*/ 1991485 h 3242474"/>
              <a:gd name="connsiteX11" fmla="*/ 1234438 w 3242752"/>
              <a:gd name="connsiteY11" fmla="*/ 959279 h 3242474"/>
              <a:gd name="connsiteX12" fmla="*/ 1049313 w 3242752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34409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516103 w 3203206"/>
              <a:gd name="connsiteY9" fmla="*/ 224953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03570" h="3242474">
                <a:moveTo>
                  <a:pt x="1049035" y="16828"/>
                </a:moveTo>
                <a:lnTo>
                  <a:pt x="1447333" y="0"/>
                </a:lnTo>
                <a:cubicBezTo>
                  <a:pt x="1441724" y="284231"/>
                  <a:pt x="1413674" y="613340"/>
                  <a:pt x="1666116" y="734886"/>
                </a:cubicBezTo>
                <a:cubicBezTo>
                  <a:pt x="1888639" y="783504"/>
                  <a:pt x="1937256" y="473095"/>
                  <a:pt x="2401001" y="560982"/>
                </a:cubicBezTo>
                <a:cubicBezTo>
                  <a:pt x="2875965" y="635779"/>
                  <a:pt x="3216295" y="1035945"/>
                  <a:pt x="3203206" y="1834409"/>
                </a:cubicBezTo>
                <a:cubicBezTo>
                  <a:pt x="3175156" y="2587994"/>
                  <a:pt x="2844177" y="2814257"/>
                  <a:pt x="2300025" y="3046130"/>
                </a:cubicBezTo>
                <a:cubicBezTo>
                  <a:pt x="1406194" y="3347190"/>
                  <a:pt x="820903" y="2705801"/>
                  <a:pt x="605860" y="2664663"/>
                </a:cubicBezTo>
                <a:cubicBezTo>
                  <a:pt x="379598" y="2621655"/>
                  <a:pt x="355288" y="2954503"/>
                  <a:pt x="381468" y="3242474"/>
                </a:cubicBezTo>
                <a:lnTo>
                  <a:pt x="0" y="3236864"/>
                </a:lnTo>
                <a:cubicBezTo>
                  <a:pt x="9350" y="2823607"/>
                  <a:pt x="-31788" y="2191567"/>
                  <a:pt x="516103" y="2249538"/>
                </a:cubicBezTo>
                <a:cubicBezTo>
                  <a:pt x="918138" y="2305637"/>
                  <a:pt x="1303347" y="2423441"/>
                  <a:pt x="1559529" y="1991485"/>
                </a:cubicBezTo>
                <a:cubicBezTo>
                  <a:pt x="1720344" y="1686686"/>
                  <a:pt x="1701645" y="1337006"/>
                  <a:pt x="1234160" y="959279"/>
                </a:cubicBezTo>
                <a:cubicBezTo>
                  <a:pt x="1155622" y="891961"/>
                  <a:pt x="981717" y="516102"/>
                  <a:pt x="1049035" y="168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7" name="Freeform 50">
            <a:extLst>
              <a:ext uri="{FF2B5EF4-FFF2-40B4-BE49-F238E27FC236}">
                <a16:creationId xmlns:a16="http://schemas.microsoft.com/office/drawing/2014/main" xmlns="" id="{605A5CD8-DE95-4E92-98B2-C8DFAA6AF85E}"/>
              </a:ext>
            </a:extLst>
          </p:cNvPr>
          <p:cNvSpPr>
            <a:spLocks noChangeAspect="1"/>
          </p:cNvSpPr>
          <p:nvPr/>
        </p:nvSpPr>
        <p:spPr>
          <a:xfrm>
            <a:off x="6115987" y="1451770"/>
            <a:ext cx="529812" cy="447396"/>
          </a:xfrm>
          <a:custGeom>
            <a:avLst/>
            <a:gdLst/>
            <a:ahLst/>
            <a:cxnLst/>
            <a:rect l="l" t="t" r="r" b="b"/>
            <a:pathLst>
              <a:path w="3213653" h="2719059">
                <a:moveTo>
                  <a:pt x="1378151" y="1333546"/>
                </a:moveTo>
                <a:cubicBezTo>
                  <a:pt x="1319627" y="1375402"/>
                  <a:pt x="1250513" y="1400241"/>
                  <a:pt x="1177640" y="1404742"/>
                </a:cubicBezTo>
                <a:cubicBezTo>
                  <a:pt x="1183273" y="1421668"/>
                  <a:pt x="1185388" y="1439329"/>
                  <a:pt x="1185029" y="1457608"/>
                </a:cubicBezTo>
                <a:lnTo>
                  <a:pt x="1182201" y="1517198"/>
                </a:lnTo>
                <a:cubicBezTo>
                  <a:pt x="1256472" y="1514781"/>
                  <a:pt x="1326341" y="1484168"/>
                  <a:pt x="1378151" y="1432005"/>
                </a:cubicBezTo>
                <a:close/>
                <a:moveTo>
                  <a:pt x="1765736" y="0"/>
                </a:moveTo>
                <a:cubicBezTo>
                  <a:pt x="1820598" y="0"/>
                  <a:pt x="1865072" y="44474"/>
                  <a:pt x="1865072" y="99336"/>
                </a:cubicBezTo>
                <a:lnTo>
                  <a:pt x="1865072" y="1145199"/>
                </a:lnTo>
                <a:cubicBezTo>
                  <a:pt x="1927584" y="1198906"/>
                  <a:pt x="2002197" y="1234373"/>
                  <a:pt x="2081262" y="1252128"/>
                </a:cubicBezTo>
                <a:cubicBezTo>
                  <a:pt x="2096727" y="1219747"/>
                  <a:pt x="2112543" y="1186289"/>
                  <a:pt x="2123992" y="1149920"/>
                </a:cubicBezTo>
                <a:cubicBezTo>
                  <a:pt x="1899600" y="1041464"/>
                  <a:pt x="1832282" y="585198"/>
                  <a:pt x="1933258" y="437473"/>
                </a:cubicBezTo>
                <a:cubicBezTo>
                  <a:pt x="2028156" y="327848"/>
                  <a:pt x="2131647" y="265468"/>
                  <a:pt x="2345195" y="261608"/>
                </a:cubicBezTo>
                <a:cubicBezTo>
                  <a:pt x="2375702" y="261056"/>
                  <a:pt x="2408455" y="261699"/>
                  <a:pt x="2443750" y="263569"/>
                </a:cubicBezTo>
                <a:cubicBezTo>
                  <a:pt x="2954244" y="291618"/>
                  <a:pt x="3189856" y="886259"/>
                  <a:pt x="3206686" y="1323824"/>
                </a:cubicBezTo>
                <a:cubicBezTo>
                  <a:pt x="3247823" y="2015701"/>
                  <a:pt x="3103839" y="2270013"/>
                  <a:pt x="2853267" y="2462617"/>
                </a:cubicBezTo>
                <a:cubicBezTo>
                  <a:pt x="2511068" y="2735627"/>
                  <a:pt x="2157650" y="2470097"/>
                  <a:pt x="2084722" y="2170906"/>
                </a:cubicBezTo>
                <a:cubicBezTo>
                  <a:pt x="2058544" y="2038140"/>
                  <a:pt x="2127730" y="1922204"/>
                  <a:pt x="2202528" y="1800658"/>
                </a:cubicBezTo>
                <a:lnTo>
                  <a:pt x="2143866" y="1730900"/>
                </a:lnTo>
                <a:cubicBezTo>
                  <a:pt x="2096151" y="1741682"/>
                  <a:pt x="2046910" y="1746675"/>
                  <a:pt x="1997032" y="1746402"/>
                </a:cubicBezTo>
                <a:lnTo>
                  <a:pt x="1887189" y="1736891"/>
                </a:lnTo>
                <a:lnTo>
                  <a:pt x="1887189" y="2619722"/>
                </a:lnTo>
                <a:cubicBezTo>
                  <a:pt x="1887189" y="2674584"/>
                  <a:pt x="1842715" y="2719058"/>
                  <a:pt x="1787853" y="2719058"/>
                </a:cubicBezTo>
                <a:cubicBezTo>
                  <a:pt x="1732991" y="2719058"/>
                  <a:pt x="1688517" y="2674584"/>
                  <a:pt x="1688517" y="2619722"/>
                </a:cubicBezTo>
                <a:lnTo>
                  <a:pt x="1688517" y="1730093"/>
                </a:lnTo>
                <a:cubicBezTo>
                  <a:pt x="1688517" y="1710960"/>
                  <a:pt x="1693926" y="1693091"/>
                  <a:pt x="1704798" y="1678857"/>
                </a:cubicBezTo>
                <a:cubicBezTo>
                  <a:pt x="1659024" y="1659660"/>
                  <a:pt x="1616387" y="1633873"/>
                  <a:pt x="1576823" y="1603655"/>
                </a:cubicBezTo>
                <a:lnTo>
                  <a:pt x="1576823" y="2619723"/>
                </a:lnTo>
                <a:cubicBezTo>
                  <a:pt x="1576823" y="2674585"/>
                  <a:pt x="1532349" y="2719059"/>
                  <a:pt x="1477487" y="2719059"/>
                </a:cubicBezTo>
                <a:cubicBezTo>
                  <a:pt x="1422625" y="2719059"/>
                  <a:pt x="1378151" y="2674585"/>
                  <a:pt x="1378151" y="2619723"/>
                </a:cubicBezTo>
                <a:lnTo>
                  <a:pt x="1378151" y="1615564"/>
                </a:lnTo>
                <a:cubicBezTo>
                  <a:pt x="1313743" y="1650180"/>
                  <a:pt x="1240907" y="1668612"/>
                  <a:pt x="1165758" y="1668570"/>
                </a:cubicBezTo>
                <a:lnTo>
                  <a:pt x="1143358" y="1665899"/>
                </a:lnTo>
                <a:cubicBezTo>
                  <a:pt x="1108602" y="1733381"/>
                  <a:pt x="1056017" y="1769960"/>
                  <a:pt x="1011125" y="1833465"/>
                </a:cubicBezTo>
                <a:cubicBezTo>
                  <a:pt x="1085923" y="1955011"/>
                  <a:pt x="1155109" y="2070947"/>
                  <a:pt x="1128931" y="2203713"/>
                </a:cubicBezTo>
                <a:cubicBezTo>
                  <a:pt x="1056003" y="2502904"/>
                  <a:pt x="702585" y="2768434"/>
                  <a:pt x="360386" y="2495424"/>
                </a:cubicBezTo>
                <a:cubicBezTo>
                  <a:pt x="109814" y="2302820"/>
                  <a:pt x="-34170" y="2048508"/>
                  <a:pt x="6967" y="1356631"/>
                </a:cubicBezTo>
                <a:cubicBezTo>
                  <a:pt x="23797" y="919066"/>
                  <a:pt x="259409" y="324425"/>
                  <a:pt x="769903" y="296376"/>
                </a:cubicBezTo>
                <a:cubicBezTo>
                  <a:pt x="805198" y="294506"/>
                  <a:pt x="837951" y="293863"/>
                  <a:pt x="868458" y="294415"/>
                </a:cubicBezTo>
                <a:cubicBezTo>
                  <a:pt x="1082006" y="298276"/>
                  <a:pt x="1185497" y="360655"/>
                  <a:pt x="1280395" y="470280"/>
                </a:cubicBezTo>
                <a:cubicBezTo>
                  <a:pt x="1381371" y="618005"/>
                  <a:pt x="1314053" y="1074271"/>
                  <a:pt x="1089661" y="1182727"/>
                </a:cubicBezTo>
                <a:cubicBezTo>
                  <a:pt x="1098183" y="1209798"/>
                  <a:pt x="1109125" y="1235256"/>
                  <a:pt x="1120578" y="1259840"/>
                </a:cubicBezTo>
                <a:cubicBezTo>
                  <a:pt x="1123656" y="1260899"/>
                  <a:pt x="1126770" y="1260948"/>
                  <a:pt x="1129891" y="1260950"/>
                </a:cubicBezTo>
                <a:cubicBezTo>
                  <a:pt x="1227949" y="1261006"/>
                  <a:pt x="1320161" y="1214330"/>
                  <a:pt x="1378151" y="1135267"/>
                </a:cubicBezTo>
                <a:lnTo>
                  <a:pt x="1378151" y="118395"/>
                </a:lnTo>
                <a:cubicBezTo>
                  <a:pt x="1378151" y="63533"/>
                  <a:pt x="1422625" y="19059"/>
                  <a:pt x="1477487" y="19059"/>
                </a:cubicBezTo>
                <a:cubicBezTo>
                  <a:pt x="1532349" y="19059"/>
                  <a:pt x="1576823" y="63533"/>
                  <a:pt x="1576823" y="118395"/>
                </a:cubicBezTo>
                <a:lnTo>
                  <a:pt x="1576823" y="1413063"/>
                </a:lnTo>
                <a:cubicBezTo>
                  <a:pt x="1680597" y="1536757"/>
                  <a:pt x="1834575" y="1607590"/>
                  <a:pt x="1997786" y="1608484"/>
                </a:cubicBezTo>
                <a:lnTo>
                  <a:pt x="2057480" y="1605248"/>
                </a:lnTo>
                <a:cubicBezTo>
                  <a:pt x="2038910" y="1561698"/>
                  <a:pt x="2027992" y="1505121"/>
                  <a:pt x="2028624" y="1424801"/>
                </a:cubicBezTo>
                <a:lnTo>
                  <a:pt x="2034537" y="1382501"/>
                </a:lnTo>
                <a:cubicBezTo>
                  <a:pt x="1972012" y="1367348"/>
                  <a:pt x="1912047" y="1342676"/>
                  <a:pt x="1856155" y="1310037"/>
                </a:cubicBezTo>
                <a:cubicBezTo>
                  <a:pt x="1840993" y="1344880"/>
                  <a:pt x="1806188" y="1369059"/>
                  <a:pt x="1765736" y="1369059"/>
                </a:cubicBezTo>
                <a:cubicBezTo>
                  <a:pt x="1710874" y="1369059"/>
                  <a:pt x="1666400" y="1324585"/>
                  <a:pt x="1666400" y="1269723"/>
                </a:cubicBezTo>
                <a:lnTo>
                  <a:pt x="1666400" y="99336"/>
                </a:lnTo>
                <a:cubicBezTo>
                  <a:pt x="1666400" y="44474"/>
                  <a:pt x="1710874" y="0"/>
                  <a:pt x="17657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8" name="Teardrop 9">
            <a:extLst>
              <a:ext uri="{FF2B5EF4-FFF2-40B4-BE49-F238E27FC236}">
                <a16:creationId xmlns:a16="http://schemas.microsoft.com/office/drawing/2014/main" xmlns="" id="{4408BA9B-C6A7-4C33-9FEA-0E214549F256}"/>
              </a:ext>
            </a:extLst>
          </p:cNvPr>
          <p:cNvSpPr>
            <a:spLocks noChangeAspect="1"/>
          </p:cNvSpPr>
          <p:nvPr/>
        </p:nvSpPr>
        <p:spPr>
          <a:xfrm rot="18900000">
            <a:off x="7840756" y="2475143"/>
            <a:ext cx="512877" cy="437727"/>
          </a:xfrm>
          <a:custGeom>
            <a:avLst/>
            <a:gdLst/>
            <a:ahLst/>
            <a:cxnLst/>
            <a:rect l="l" t="t" r="r" b="b"/>
            <a:pathLst>
              <a:path w="3552042" h="3031575">
                <a:moveTo>
                  <a:pt x="1499560" y="1284945"/>
                </a:moveTo>
                <a:lnTo>
                  <a:pt x="1272419" y="1057805"/>
                </a:lnTo>
                <a:lnTo>
                  <a:pt x="1054631" y="1275593"/>
                </a:lnTo>
                <a:lnTo>
                  <a:pt x="836843" y="1057805"/>
                </a:lnTo>
                <a:lnTo>
                  <a:pt x="609703" y="1284945"/>
                </a:lnTo>
                <a:lnTo>
                  <a:pt x="827491" y="1502733"/>
                </a:lnTo>
                <a:lnTo>
                  <a:pt x="609703" y="1720522"/>
                </a:lnTo>
                <a:lnTo>
                  <a:pt x="836843" y="1947662"/>
                </a:lnTo>
                <a:lnTo>
                  <a:pt x="1054631" y="1729874"/>
                </a:lnTo>
                <a:lnTo>
                  <a:pt x="1272419" y="1947662"/>
                </a:lnTo>
                <a:lnTo>
                  <a:pt x="1499560" y="1720522"/>
                </a:lnTo>
                <a:lnTo>
                  <a:pt x="1281771" y="1502733"/>
                </a:lnTo>
                <a:close/>
                <a:moveTo>
                  <a:pt x="3552042" y="1021270"/>
                </a:moveTo>
                <a:cubicBezTo>
                  <a:pt x="3346428" y="1488389"/>
                  <a:pt x="3240687" y="1885112"/>
                  <a:pt x="3146822" y="2229032"/>
                </a:cubicBezTo>
                <a:cubicBezTo>
                  <a:pt x="3047091" y="2666397"/>
                  <a:pt x="2787512" y="3031575"/>
                  <a:pt x="2344279" y="3031575"/>
                </a:cubicBezTo>
                <a:cubicBezTo>
                  <a:pt x="1991740" y="3031575"/>
                  <a:pt x="1692293" y="2804263"/>
                  <a:pt x="1587926" y="2487045"/>
                </a:cubicBezTo>
                <a:cubicBezTo>
                  <a:pt x="1859795" y="2308350"/>
                  <a:pt x="2033031" y="1980125"/>
                  <a:pt x="2117061" y="1611614"/>
                </a:cubicBezTo>
                <a:cubicBezTo>
                  <a:pt x="2127904" y="1571883"/>
                  <a:pt x="2138872" y="1531598"/>
                  <a:pt x="2150086" y="1490753"/>
                </a:cubicBezTo>
                <a:cubicBezTo>
                  <a:pt x="2212338" y="1465032"/>
                  <a:pt x="2277652" y="1444164"/>
                  <a:pt x="2344279" y="1426490"/>
                </a:cubicBezTo>
                <a:cubicBezTo>
                  <a:pt x="2764465" y="1315024"/>
                  <a:pt x="3073190" y="1226884"/>
                  <a:pt x="3552042" y="1021270"/>
                </a:cubicBezTo>
                <a:close/>
                <a:moveTo>
                  <a:pt x="2557365" y="0"/>
                </a:moveTo>
                <a:cubicBezTo>
                  <a:pt x="2295797" y="594236"/>
                  <a:pt x="2161281" y="1098917"/>
                  <a:pt x="2041873" y="1536428"/>
                </a:cubicBezTo>
                <a:cubicBezTo>
                  <a:pt x="1915003" y="2092812"/>
                  <a:pt x="1584785" y="2557364"/>
                  <a:pt x="1020937" y="2557364"/>
                </a:cubicBezTo>
                <a:cubicBezTo>
                  <a:pt x="457089" y="2557364"/>
                  <a:pt x="0" y="2100276"/>
                  <a:pt x="0" y="1536428"/>
                </a:cubicBezTo>
                <a:cubicBezTo>
                  <a:pt x="0" y="972580"/>
                  <a:pt x="475939" y="660066"/>
                  <a:pt x="1020937" y="515492"/>
                </a:cubicBezTo>
                <a:cubicBezTo>
                  <a:pt x="1555467" y="373694"/>
                  <a:pt x="1948204" y="261568"/>
                  <a:pt x="255736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9" name="Freeform 97">
            <a:extLst>
              <a:ext uri="{FF2B5EF4-FFF2-40B4-BE49-F238E27FC236}">
                <a16:creationId xmlns:a16="http://schemas.microsoft.com/office/drawing/2014/main" xmlns="" id="{EC2CC9E2-613C-4C7C-AA96-FC8E238EAB9F}"/>
              </a:ext>
            </a:extLst>
          </p:cNvPr>
          <p:cNvSpPr>
            <a:spLocks noChangeAspect="1"/>
          </p:cNvSpPr>
          <p:nvPr/>
        </p:nvSpPr>
        <p:spPr>
          <a:xfrm>
            <a:off x="8560808" y="1444151"/>
            <a:ext cx="619107" cy="462636"/>
          </a:xfrm>
          <a:custGeom>
            <a:avLst/>
            <a:gdLst/>
            <a:ahLst/>
            <a:cxnLst/>
            <a:rect l="l" t="t" r="r" b="b"/>
            <a:pathLst>
              <a:path w="3246245" h="2425805">
                <a:moveTo>
                  <a:pt x="2545666" y="706851"/>
                </a:moveTo>
                <a:cubicBezTo>
                  <a:pt x="2704742" y="706851"/>
                  <a:pt x="2833698" y="835807"/>
                  <a:pt x="2833698" y="994883"/>
                </a:cubicBezTo>
                <a:cubicBezTo>
                  <a:pt x="2833698" y="1153959"/>
                  <a:pt x="2704742" y="1282915"/>
                  <a:pt x="2545666" y="1282915"/>
                </a:cubicBezTo>
                <a:cubicBezTo>
                  <a:pt x="2386590" y="1282915"/>
                  <a:pt x="2257634" y="1153959"/>
                  <a:pt x="2257634" y="994883"/>
                </a:cubicBezTo>
                <a:cubicBezTo>
                  <a:pt x="2257634" y="835807"/>
                  <a:pt x="2386590" y="706851"/>
                  <a:pt x="2545666" y="706851"/>
                </a:cubicBezTo>
                <a:close/>
                <a:moveTo>
                  <a:pt x="700580" y="706851"/>
                </a:moveTo>
                <a:cubicBezTo>
                  <a:pt x="859656" y="706851"/>
                  <a:pt x="988612" y="835807"/>
                  <a:pt x="988612" y="994883"/>
                </a:cubicBezTo>
                <a:cubicBezTo>
                  <a:pt x="988612" y="1153959"/>
                  <a:pt x="859656" y="1282915"/>
                  <a:pt x="700580" y="1282915"/>
                </a:cubicBezTo>
                <a:cubicBezTo>
                  <a:pt x="541504" y="1282915"/>
                  <a:pt x="412548" y="1153959"/>
                  <a:pt x="412548" y="994883"/>
                </a:cubicBezTo>
                <a:cubicBezTo>
                  <a:pt x="412548" y="835807"/>
                  <a:pt x="541504" y="706851"/>
                  <a:pt x="700580" y="706851"/>
                </a:cubicBezTo>
                <a:close/>
                <a:moveTo>
                  <a:pt x="1619971" y="0"/>
                </a:moveTo>
                <a:cubicBezTo>
                  <a:pt x="1621025" y="5"/>
                  <a:pt x="1622076" y="12"/>
                  <a:pt x="1623123" y="141"/>
                </a:cubicBezTo>
                <a:cubicBezTo>
                  <a:pt x="1624170" y="12"/>
                  <a:pt x="1625221" y="5"/>
                  <a:pt x="1626275" y="0"/>
                </a:cubicBezTo>
                <a:lnTo>
                  <a:pt x="1626274" y="282"/>
                </a:lnTo>
                <a:cubicBezTo>
                  <a:pt x="1966825" y="4283"/>
                  <a:pt x="1974816" y="220494"/>
                  <a:pt x="2177568" y="171426"/>
                </a:cubicBezTo>
                <a:cubicBezTo>
                  <a:pt x="2600959" y="50212"/>
                  <a:pt x="2963165" y="85364"/>
                  <a:pt x="3172404" y="310875"/>
                </a:cubicBezTo>
                <a:cubicBezTo>
                  <a:pt x="3300075" y="473051"/>
                  <a:pt x="3301971" y="794993"/>
                  <a:pt x="2851767" y="1164523"/>
                </a:cubicBezTo>
                <a:cubicBezTo>
                  <a:pt x="2918303" y="1029844"/>
                  <a:pt x="2927052" y="857771"/>
                  <a:pt x="2799829" y="746887"/>
                </a:cubicBezTo>
                <a:cubicBezTo>
                  <a:pt x="3115459" y="786295"/>
                  <a:pt x="3165949" y="533368"/>
                  <a:pt x="3049873" y="419809"/>
                </a:cubicBezTo>
                <a:cubicBezTo>
                  <a:pt x="2811516" y="207658"/>
                  <a:pt x="2338612" y="298041"/>
                  <a:pt x="2253222" y="493802"/>
                </a:cubicBezTo>
                <a:cubicBezTo>
                  <a:pt x="2139861" y="783555"/>
                  <a:pt x="2165869" y="1185485"/>
                  <a:pt x="2076302" y="1369861"/>
                </a:cubicBezTo>
                <a:cubicBezTo>
                  <a:pt x="1906668" y="1634081"/>
                  <a:pt x="1716639" y="1881305"/>
                  <a:pt x="1713569" y="2080938"/>
                </a:cubicBezTo>
                <a:cubicBezTo>
                  <a:pt x="1706472" y="2158984"/>
                  <a:pt x="1709123" y="2405980"/>
                  <a:pt x="1625847" y="2423204"/>
                </a:cubicBezTo>
                <a:cubicBezTo>
                  <a:pt x="1625847" y="2424071"/>
                  <a:pt x="1625843" y="2424938"/>
                  <a:pt x="1625839" y="2425805"/>
                </a:cubicBezTo>
                <a:lnTo>
                  <a:pt x="1623123" y="2424507"/>
                </a:lnTo>
                <a:lnTo>
                  <a:pt x="1620407" y="2425805"/>
                </a:lnTo>
                <a:cubicBezTo>
                  <a:pt x="1620403" y="2424938"/>
                  <a:pt x="1620399" y="2424071"/>
                  <a:pt x="1620399" y="2423204"/>
                </a:cubicBezTo>
                <a:cubicBezTo>
                  <a:pt x="1537123" y="2405980"/>
                  <a:pt x="1539774" y="2158984"/>
                  <a:pt x="1532677" y="2080938"/>
                </a:cubicBezTo>
                <a:cubicBezTo>
                  <a:pt x="1529607" y="1881305"/>
                  <a:pt x="1339578" y="1634081"/>
                  <a:pt x="1169944" y="1369861"/>
                </a:cubicBezTo>
                <a:cubicBezTo>
                  <a:pt x="1080377" y="1185485"/>
                  <a:pt x="1106385" y="783555"/>
                  <a:pt x="993024" y="493802"/>
                </a:cubicBezTo>
                <a:cubicBezTo>
                  <a:pt x="907634" y="298041"/>
                  <a:pt x="434730" y="207658"/>
                  <a:pt x="196373" y="419809"/>
                </a:cubicBezTo>
                <a:cubicBezTo>
                  <a:pt x="80297" y="533368"/>
                  <a:pt x="130787" y="786295"/>
                  <a:pt x="446417" y="746887"/>
                </a:cubicBezTo>
                <a:cubicBezTo>
                  <a:pt x="319194" y="857771"/>
                  <a:pt x="327943" y="1029844"/>
                  <a:pt x="394479" y="1164523"/>
                </a:cubicBezTo>
                <a:cubicBezTo>
                  <a:pt x="-55725" y="794993"/>
                  <a:pt x="-53829" y="473051"/>
                  <a:pt x="73842" y="310875"/>
                </a:cubicBezTo>
                <a:cubicBezTo>
                  <a:pt x="283081" y="85364"/>
                  <a:pt x="645287" y="50212"/>
                  <a:pt x="1068678" y="171426"/>
                </a:cubicBezTo>
                <a:cubicBezTo>
                  <a:pt x="1271430" y="220494"/>
                  <a:pt x="1279421" y="4283"/>
                  <a:pt x="1619972" y="2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0" name="Donut 22">
            <a:extLst>
              <a:ext uri="{FF2B5EF4-FFF2-40B4-BE49-F238E27FC236}">
                <a16:creationId xmlns:a16="http://schemas.microsoft.com/office/drawing/2014/main" xmlns="" id="{CE7A0D83-9523-4EB8-8677-1D7D4415C973}"/>
              </a:ext>
            </a:extLst>
          </p:cNvPr>
          <p:cNvSpPr>
            <a:spLocks noChangeAspect="1"/>
          </p:cNvSpPr>
          <p:nvPr/>
        </p:nvSpPr>
        <p:spPr>
          <a:xfrm>
            <a:off x="10277429" y="1539784"/>
            <a:ext cx="529812" cy="271370"/>
          </a:xfrm>
          <a:custGeom>
            <a:avLst/>
            <a:gdLst/>
            <a:ahLst/>
            <a:cxnLst/>
            <a:rect l="l" t="t" r="r" b="b"/>
            <a:pathLst>
              <a:path w="3372524" h="1727404">
                <a:moveTo>
                  <a:pt x="1758003" y="666958"/>
                </a:moveTo>
                <a:cubicBezTo>
                  <a:pt x="1703684" y="666958"/>
                  <a:pt x="1659649" y="710993"/>
                  <a:pt x="1659649" y="765312"/>
                </a:cubicBezTo>
                <a:cubicBezTo>
                  <a:pt x="1659649" y="819631"/>
                  <a:pt x="1703684" y="863666"/>
                  <a:pt x="1758003" y="863666"/>
                </a:cubicBezTo>
                <a:cubicBezTo>
                  <a:pt x="1812322" y="863666"/>
                  <a:pt x="1856357" y="819631"/>
                  <a:pt x="1856357" y="765312"/>
                </a:cubicBezTo>
                <a:cubicBezTo>
                  <a:pt x="1856357" y="710993"/>
                  <a:pt x="1812322" y="666958"/>
                  <a:pt x="1758003" y="666958"/>
                </a:cubicBezTo>
                <a:close/>
                <a:moveTo>
                  <a:pt x="1686261" y="586208"/>
                </a:moveTo>
                <a:cubicBezTo>
                  <a:pt x="1849880" y="586208"/>
                  <a:pt x="1982519" y="718847"/>
                  <a:pt x="1982519" y="882466"/>
                </a:cubicBezTo>
                <a:cubicBezTo>
                  <a:pt x="1982519" y="1046085"/>
                  <a:pt x="1849880" y="1178724"/>
                  <a:pt x="1686261" y="1178724"/>
                </a:cubicBezTo>
                <a:cubicBezTo>
                  <a:pt x="1522642" y="1178724"/>
                  <a:pt x="1390003" y="1046085"/>
                  <a:pt x="1390003" y="882466"/>
                </a:cubicBezTo>
                <a:cubicBezTo>
                  <a:pt x="1390003" y="718847"/>
                  <a:pt x="1522642" y="586208"/>
                  <a:pt x="1686261" y="586208"/>
                </a:cubicBezTo>
                <a:close/>
                <a:moveTo>
                  <a:pt x="1686262" y="448985"/>
                </a:moveTo>
                <a:cubicBezTo>
                  <a:pt x="1446857" y="448985"/>
                  <a:pt x="1252780" y="643062"/>
                  <a:pt x="1252780" y="882467"/>
                </a:cubicBezTo>
                <a:cubicBezTo>
                  <a:pt x="1252780" y="1121872"/>
                  <a:pt x="1446857" y="1315949"/>
                  <a:pt x="1686262" y="1315949"/>
                </a:cubicBezTo>
                <a:cubicBezTo>
                  <a:pt x="1925667" y="1315949"/>
                  <a:pt x="2119744" y="1121872"/>
                  <a:pt x="2119744" y="882467"/>
                </a:cubicBezTo>
                <a:cubicBezTo>
                  <a:pt x="2119744" y="643062"/>
                  <a:pt x="1925667" y="448985"/>
                  <a:pt x="1686262" y="448985"/>
                </a:cubicBezTo>
                <a:close/>
                <a:moveTo>
                  <a:pt x="1893261" y="271274"/>
                </a:moveTo>
                <a:cubicBezTo>
                  <a:pt x="2150128" y="355123"/>
                  <a:pt x="2334334" y="597283"/>
                  <a:pt x="2334334" y="882467"/>
                </a:cubicBezTo>
                <a:cubicBezTo>
                  <a:pt x="2334334" y="1103921"/>
                  <a:pt x="2223259" y="1299432"/>
                  <a:pt x="2053457" y="1415856"/>
                </a:cubicBezTo>
                <a:cubicBezTo>
                  <a:pt x="2494577" y="1286853"/>
                  <a:pt x="2931337" y="1005905"/>
                  <a:pt x="2940842" y="882353"/>
                </a:cubicBezTo>
                <a:lnTo>
                  <a:pt x="2946401" y="882364"/>
                </a:lnTo>
                <a:lnTo>
                  <a:pt x="2943679" y="877137"/>
                </a:lnTo>
                <a:lnTo>
                  <a:pt x="2946401" y="872130"/>
                </a:lnTo>
                <a:lnTo>
                  <a:pt x="2941077" y="872141"/>
                </a:lnTo>
                <a:cubicBezTo>
                  <a:pt x="2875996" y="732702"/>
                  <a:pt x="2369865" y="377972"/>
                  <a:pt x="1893261" y="271274"/>
                </a:cubicBezTo>
                <a:close/>
                <a:moveTo>
                  <a:pt x="1525754" y="256843"/>
                </a:moveTo>
                <a:cubicBezTo>
                  <a:pt x="984953" y="339274"/>
                  <a:pt x="426123" y="752145"/>
                  <a:pt x="426123" y="877021"/>
                </a:cubicBezTo>
                <a:lnTo>
                  <a:pt x="426123" y="877247"/>
                </a:lnTo>
                <a:cubicBezTo>
                  <a:pt x="439083" y="984175"/>
                  <a:pt x="877625" y="1311577"/>
                  <a:pt x="1355183" y="1436828"/>
                </a:cubicBezTo>
                <a:cubicBezTo>
                  <a:pt x="1164798" y="1325758"/>
                  <a:pt x="1038190" y="1118898"/>
                  <a:pt x="1038190" y="882467"/>
                </a:cubicBezTo>
                <a:cubicBezTo>
                  <a:pt x="1038190" y="580157"/>
                  <a:pt x="1245184" y="326193"/>
                  <a:pt x="1525754" y="256843"/>
                </a:cubicBezTo>
                <a:close/>
                <a:moveTo>
                  <a:pt x="1682713" y="0"/>
                </a:moveTo>
                <a:cubicBezTo>
                  <a:pt x="2385858" y="36225"/>
                  <a:pt x="3265322" y="653066"/>
                  <a:pt x="3365400" y="875412"/>
                </a:cubicBezTo>
                <a:lnTo>
                  <a:pt x="3372524" y="875397"/>
                </a:lnTo>
                <a:lnTo>
                  <a:pt x="3368881" y="882344"/>
                </a:lnTo>
                <a:lnTo>
                  <a:pt x="3372524" y="889597"/>
                </a:lnTo>
                <a:lnTo>
                  <a:pt x="3365086" y="889581"/>
                </a:lnTo>
                <a:cubicBezTo>
                  <a:pt x="3348713" y="1110249"/>
                  <a:pt x="2385134" y="1692746"/>
                  <a:pt x="1682713" y="1727404"/>
                </a:cubicBezTo>
                <a:cubicBezTo>
                  <a:pt x="901706" y="1708470"/>
                  <a:pt x="21301" y="1064732"/>
                  <a:pt x="0" y="882497"/>
                </a:cubicBezTo>
                <a:lnTo>
                  <a:pt x="0" y="882184"/>
                </a:lnTo>
                <a:cubicBezTo>
                  <a:pt x="0" y="691908"/>
                  <a:pt x="901706" y="19770"/>
                  <a:pt x="16827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1" name="Freeform 99">
            <a:extLst>
              <a:ext uri="{FF2B5EF4-FFF2-40B4-BE49-F238E27FC236}">
                <a16:creationId xmlns:a16="http://schemas.microsoft.com/office/drawing/2014/main" xmlns="" id="{6EFBEDF3-F563-421B-9E3D-7024636F370F}"/>
              </a:ext>
            </a:extLst>
          </p:cNvPr>
          <p:cNvSpPr>
            <a:spLocks noChangeAspect="1"/>
          </p:cNvSpPr>
          <p:nvPr/>
        </p:nvSpPr>
        <p:spPr>
          <a:xfrm>
            <a:off x="7902810" y="1432248"/>
            <a:ext cx="388767" cy="486441"/>
          </a:xfrm>
          <a:custGeom>
            <a:avLst/>
            <a:gdLst/>
            <a:ahLst/>
            <a:cxnLst/>
            <a:rect l="l" t="t" r="r" b="b"/>
            <a:pathLst>
              <a:path w="2427821" h="3249943">
                <a:moveTo>
                  <a:pt x="1783445" y="477276"/>
                </a:moveTo>
                <a:cubicBezTo>
                  <a:pt x="1867295" y="479049"/>
                  <a:pt x="1940306" y="495815"/>
                  <a:pt x="1995323" y="528655"/>
                </a:cubicBezTo>
                <a:cubicBezTo>
                  <a:pt x="2375187" y="892595"/>
                  <a:pt x="1478983" y="963108"/>
                  <a:pt x="1620010" y="1047270"/>
                </a:cubicBezTo>
                <a:cubicBezTo>
                  <a:pt x="1920260" y="1267909"/>
                  <a:pt x="2179568" y="1563610"/>
                  <a:pt x="2275102" y="1879783"/>
                </a:cubicBezTo>
                <a:cubicBezTo>
                  <a:pt x="2386559" y="2264195"/>
                  <a:pt x="2620845" y="2969329"/>
                  <a:pt x="2118153" y="3196792"/>
                </a:cubicBezTo>
                <a:cubicBezTo>
                  <a:pt x="862559" y="3474297"/>
                  <a:pt x="146052" y="2612212"/>
                  <a:pt x="9574" y="1838839"/>
                </a:cubicBezTo>
                <a:cubicBezTo>
                  <a:pt x="-38192" y="1613652"/>
                  <a:pt x="98284" y="1313401"/>
                  <a:pt x="296177" y="1170100"/>
                </a:cubicBezTo>
                <a:cubicBezTo>
                  <a:pt x="391711" y="1081390"/>
                  <a:pt x="330296" y="876673"/>
                  <a:pt x="323472" y="671956"/>
                </a:cubicBezTo>
                <a:cubicBezTo>
                  <a:pt x="296177" y="474063"/>
                  <a:pt x="760199" y="351234"/>
                  <a:pt x="664666" y="1211043"/>
                </a:cubicBezTo>
                <a:cubicBezTo>
                  <a:pt x="853176" y="743465"/>
                  <a:pt x="1420091" y="469595"/>
                  <a:pt x="1783445" y="477276"/>
                </a:cubicBezTo>
                <a:close/>
                <a:moveTo>
                  <a:pt x="1024970" y="33"/>
                </a:moveTo>
                <a:cubicBezTo>
                  <a:pt x="1115949" y="3590"/>
                  <a:pt x="1140206" y="286408"/>
                  <a:pt x="1176458" y="269348"/>
                </a:cubicBezTo>
                <a:cubicBezTo>
                  <a:pt x="1251521" y="278446"/>
                  <a:pt x="1265168" y="21414"/>
                  <a:pt x="1401646" y="44160"/>
                </a:cubicBezTo>
                <a:cubicBezTo>
                  <a:pt x="1469884" y="71456"/>
                  <a:pt x="1374351" y="221581"/>
                  <a:pt x="1360703" y="310292"/>
                </a:cubicBezTo>
                <a:lnTo>
                  <a:pt x="1517652" y="453593"/>
                </a:lnTo>
                <a:cubicBezTo>
                  <a:pt x="974016" y="540030"/>
                  <a:pt x="901229" y="790238"/>
                  <a:pt x="753379" y="951737"/>
                </a:cubicBezTo>
                <a:lnTo>
                  <a:pt x="705610" y="644662"/>
                </a:lnTo>
                <a:lnTo>
                  <a:pt x="787497" y="521832"/>
                </a:lnTo>
                <a:cubicBezTo>
                  <a:pt x="712435" y="433122"/>
                  <a:pt x="446303" y="364883"/>
                  <a:pt x="562310" y="255701"/>
                </a:cubicBezTo>
                <a:cubicBezTo>
                  <a:pt x="739730" y="98751"/>
                  <a:pt x="862560" y="337587"/>
                  <a:pt x="1012685" y="378530"/>
                </a:cubicBezTo>
                <a:cubicBezTo>
                  <a:pt x="1010410" y="253426"/>
                  <a:pt x="796596" y="101025"/>
                  <a:pt x="1005861" y="3217"/>
                </a:cubicBezTo>
                <a:cubicBezTo>
                  <a:pt x="1012543" y="800"/>
                  <a:pt x="1018905" y="-204"/>
                  <a:pt x="1024970" y="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2" name="Oval 10">
            <a:extLst>
              <a:ext uri="{FF2B5EF4-FFF2-40B4-BE49-F238E27FC236}">
                <a16:creationId xmlns:a16="http://schemas.microsoft.com/office/drawing/2014/main" xmlns="" id="{8624E4A5-1602-4F93-B497-F8D7323B39B1}"/>
              </a:ext>
            </a:extLst>
          </p:cNvPr>
          <p:cNvSpPr/>
          <p:nvPr/>
        </p:nvSpPr>
        <p:spPr>
          <a:xfrm>
            <a:off x="9460302" y="1433265"/>
            <a:ext cx="486653" cy="484407"/>
          </a:xfrm>
          <a:custGeom>
            <a:avLst/>
            <a:gdLst/>
            <a:ahLst/>
            <a:cxnLst/>
            <a:rect l="l" t="t" r="r" b="b"/>
            <a:pathLst>
              <a:path w="3229769" h="3214867">
                <a:moveTo>
                  <a:pt x="388922" y="0"/>
                </a:moveTo>
                <a:cubicBezTo>
                  <a:pt x="481031" y="0"/>
                  <a:pt x="564991" y="34887"/>
                  <a:pt x="627459" y="93109"/>
                </a:cubicBezTo>
                <a:cubicBezTo>
                  <a:pt x="689927" y="34887"/>
                  <a:pt x="773888" y="0"/>
                  <a:pt x="865996" y="0"/>
                </a:cubicBezTo>
                <a:cubicBezTo>
                  <a:pt x="958105" y="0"/>
                  <a:pt x="1042065" y="34887"/>
                  <a:pt x="1104533" y="93109"/>
                </a:cubicBezTo>
                <a:cubicBezTo>
                  <a:pt x="1167001" y="34887"/>
                  <a:pt x="1250962" y="0"/>
                  <a:pt x="1343070" y="0"/>
                </a:cubicBezTo>
                <a:cubicBezTo>
                  <a:pt x="1435179" y="0"/>
                  <a:pt x="1519139" y="34887"/>
                  <a:pt x="1581607" y="93109"/>
                </a:cubicBezTo>
                <a:cubicBezTo>
                  <a:pt x="1644075" y="34887"/>
                  <a:pt x="1728036" y="0"/>
                  <a:pt x="1820144" y="0"/>
                </a:cubicBezTo>
                <a:cubicBezTo>
                  <a:pt x="1912253" y="0"/>
                  <a:pt x="1996213" y="34887"/>
                  <a:pt x="2058681" y="93109"/>
                </a:cubicBezTo>
                <a:cubicBezTo>
                  <a:pt x="2121149" y="34887"/>
                  <a:pt x="2205110" y="0"/>
                  <a:pt x="2297218" y="0"/>
                </a:cubicBezTo>
                <a:cubicBezTo>
                  <a:pt x="2389326" y="0"/>
                  <a:pt x="2473286" y="34887"/>
                  <a:pt x="2535755" y="93108"/>
                </a:cubicBezTo>
                <a:cubicBezTo>
                  <a:pt x="2598223" y="34887"/>
                  <a:pt x="2682183" y="0"/>
                  <a:pt x="2774291" y="0"/>
                </a:cubicBezTo>
                <a:cubicBezTo>
                  <a:pt x="2971429" y="0"/>
                  <a:pt x="3131241" y="159812"/>
                  <a:pt x="3131241" y="356950"/>
                </a:cubicBezTo>
                <a:cubicBezTo>
                  <a:pt x="3131241" y="414550"/>
                  <a:pt x="3117598" y="468963"/>
                  <a:pt x="3092026" y="516460"/>
                </a:cubicBezTo>
                <a:cubicBezTo>
                  <a:pt x="3176259" y="580602"/>
                  <a:pt x="3229769" y="682177"/>
                  <a:pt x="3229769" y="796250"/>
                </a:cubicBezTo>
                <a:cubicBezTo>
                  <a:pt x="3229769" y="902465"/>
                  <a:pt x="3183377" y="997845"/>
                  <a:pt x="3108820" y="1062184"/>
                </a:cubicBezTo>
                <a:cubicBezTo>
                  <a:pt x="3183377" y="1126523"/>
                  <a:pt x="3229769" y="1221903"/>
                  <a:pt x="3229769" y="1328118"/>
                </a:cubicBezTo>
                <a:cubicBezTo>
                  <a:pt x="3229769" y="1434333"/>
                  <a:pt x="3183377" y="1529713"/>
                  <a:pt x="3108820" y="1594052"/>
                </a:cubicBezTo>
                <a:cubicBezTo>
                  <a:pt x="3183377" y="1658391"/>
                  <a:pt x="3229769" y="1753771"/>
                  <a:pt x="3229769" y="1859986"/>
                </a:cubicBezTo>
                <a:cubicBezTo>
                  <a:pt x="3229769" y="2057124"/>
                  <a:pt x="3069957" y="2216936"/>
                  <a:pt x="2872819" y="2216936"/>
                </a:cubicBezTo>
                <a:lnTo>
                  <a:pt x="2849067" y="2214542"/>
                </a:lnTo>
                <a:cubicBezTo>
                  <a:pt x="2790894" y="2329236"/>
                  <a:pt x="2671548" y="2406987"/>
                  <a:pt x="2534043" y="2406987"/>
                </a:cubicBezTo>
                <a:cubicBezTo>
                  <a:pt x="2483158" y="2406987"/>
                  <a:pt x="2434760" y="2396340"/>
                  <a:pt x="2391120" y="2376775"/>
                </a:cubicBezTo>
                <a:cubicBezTo>
                  <a:pt x="2326908" y="2456876"/>
                  <a:pt x="2228003" y="2507238"/>
                  <a:pt x="2117336" y="2507238"/>
                </a:cubicBezTo>
                <a:lnTo>
                  <a:pt x="2081608" y="2503636"/>
                </a:lnTo>
                <a:cubicBezTo>
                  <a:pt x="2058765" y="2546355"/>
                  <a:pt x="2027330" y="2583686"/>
                  <a:pt x="1987704" y="2611019"/>
                </a:cubicBezTo>
                <a:cubicBezTo>
                  <a:pt x="2049806" y="2674751"/>
                  <a:pt x="2087711" y="2761907"/>
                  <a:pt x="2087711" y="2857917"/>
                </a:cubicBezTo>
                <a:cubicBezTo>
                  <a:pt x="2087711" y="3055055"/>
                  <a:pt x="1927899" y="3214867"/>
                  <a:pt x="1730761" y="3214867"/>
                </a:cubicBezTo>
                <a:cubicBezTo>
                  <a:pt x="1533623" y="3214867"/>
                  <a:pt x="1373811" y="3055055"/>
                  <a:pt x="1373811" y="2857917"/>
                </a:cubicBezTo>
                <a:cubicBezTo>
                  <a:pt x="1373811" y="2743560"/>
                  <a:pt x="1427588" y="2641764"/>
                  <a:pt x="1512161" y="2577627"/>
                </a:cubicBezTo>
                <a:cubicBezTo>
                  <a:pt x="1450743" y="2514125"/>
                  <a:pt x="1413385" y="2427536"/>
                  <a:pt x="1413385" y="2332221"/>
                </a:cubicBezTo>
                <a:cubicBezTo>
                  <a:pt x="1413385" y="2135083"/>
                  <a:pt x="1573197" y="1975271"/>
                  <a:pt x="1770335" y="1975271"/>
                </a:cubicBezTo>
                <a:lnTo>
                  <a:pt x="1806063" y="1978873"/>
                </a:lnTo>
                <a:cubicBezTo>
                  <a:pt x="1865384" y="1867935"/>
                  <a:pt x="1982649" y="1793338"/>
                  <a:pt x="2117336" y="1793338"/>
                </a:cubicBezTo>
                <a:cubicBezTo>
                  <a:pt x="2168221" y="1793338"/>
                  <a:pt x="2216619" y="1803986"/>
                  <a:pt x="2260259" y="1823550"/>
                </a:cubicBezTo>
                <a:cubicBezTo>
                  <a:pt x="2324471" y="1743450"/>
                  <a:pt x="2423376" y="1693087"/>
                  <a:pt x="2534043" y="1693087"/>
                </a:cubicBezTo>
                <a:lnTo>
                  <a:pt x="2557875" y="1695490"/>
                </a:lnTo>
                <a:cubicBezTo>
                  <a:pt x="2576891" y="1656391"/>
                  <a:pt x="2604151" y="1622242"/>
                  <a:pt x="2636819" y="1594052"/>
                </a:cubicBezTo>
                <a:cubicBezTo>
                  <a:pt x="2562261" y="1529713"/>
                  <a:pt x="2515869" y="1434333"/>
                  <a:pt x="2515869" y="1328118"/>
                </a:cubicBezTo>
                <a:cubicBezTo>
                  <a:pt x="2515869" y="1221903"/>
                  <a:pt x="2562261" y="1126523"/>
                  <a:pt x="2636819" y="1062184"/>
                </a:cubicBezTo>
                <a:cubicBezTo>
                  <a:pt x="2562261" y="997845"/>
                  <a:pt x="2515869" y="902465"/>
                  <a:pt x="2515869" y="796250"/>
                </a:cubicBezTo>
                <a:cubicBezTo>
                  <a:pt x="2515869" y="738650"/>
                  <a:pt x="2529512" y="684237"/>
                  <a:pt x="2555084" y="636740"/>
                </a:cubicBezTo>
                <a:lnTo>
                  <a:pt x="2537209" y="619592"/>
                </a:lnTo>
                <a:cubicBezTo>
                  <a:pt x="2474524" y="678496"/>
                  <a:pt x="2390006" y="713900"/>
                  <a:pt x="2297218" y="713900"/>
                </a:cubicBezTo>
                <a:cubicBezTo>
                  <a:pt x="2205110" y="713900"/>
                  <a:pt x="2121149" y="679013"/>
                  <a:pt x="2058681" y="620791"/>
                </a:cubicBezTo>
                <a:cubicBezTo>
                  <a:pt x="1996213" y="679013"/>
                  <a:pt x="1912253" y="713900"/>
                  <a:pt x="1820144" y="713900"/>
                </a:cubicBezTo>
                <a:cubicBezTo>
                  <a:pt x="1728036" y="713900"/>
                  <a:pt x="1644075" y="679013"/>
                  <a:pt x="1581607" y="620791"/>
                </a:cubicBezTo>
                <a:cubicBezTo>
                  <a:pt x="1519139" y="679013"/>
                  <a:pt x="1435179" y="713900"/>
                  <a:pt x="1343070" y="713900"/>
                </a:cubicBezTo>
                <a:cubicBezTo>
                  <a:pt x="1250962" y="713900"/>
                  <a:pt x="1167001" y="679013"/>
                  <a:pt x="1104533" y="620791"/>
                </a:cubicBezTo>
                <a:cubicBezTo>
                  <a:pt x="1042065" y="679013"/>
                  <a:pt x="958105" y="713900"/>
                  <a:pt x="865996" y="713900"/>
                </a:cubicBezTo>
                <a:cubicBezTo>
                  <a:pt x="773370" y="713900"/>
                  <a:pt x="688985" y="678620"/>
                  <a:pt x="626352" y="619878"/>
                </a:cubicBezTo>
                <a:cubicBezTo>
                  <a:pt x="623659" y="623930"/>
                  <a:pt x="620064" y="626957"/>
                  <a:pt x="616405" y="629911"/>
                </a:cubicBezTo>
                <a:cubicBezTo>
                  <a:pt x="686492" y="694366"/>
                  <a:pt x="729886" y="786957"/>
                  <a:pt x="729886" y="889683"/>
                </a:cubicBezTo>
                <a:cubicBezTo>
                  <a:pt x="729886" y="993972"/>
                  <a:pt x="685162" y="1087815"/>
                  <a:pt x="613058" y="1152216"/>
                </a:cubicBezTo>
                <a:cubicBezTo>
                  <a:pt x="675622" y="1216104"/>
                  <a:pt x="713900" y="1303645"/>
                  <a:pt x="713900" y="1400126"/>
                </a:cubicBezTo>
                <a:cubicBezTo>
                  <a:pt x="713900" y="1487795"/>
                  <a:pt x="682295" y="1568081"/>
                  <a:pt x="628622" y="1629172"/>
                </a:cubicBezTo>
                <a:cubicBezTo>
                  <a:pt x="691419" y="1693140"/>
                  <a:pt x="729886" y="1780874"/>
                  <a:pt x="729886" y="1877593"/>
                </a:cubicBezTo>
                <a:cubicBezTo>
                  <a:pt x="729886" y="2034043"/>
                  <a:pt x="629234" y="2166985"/>
                  <a:pt x="488639" y="2213706"/>
                </a:cubicBezTo>
                <a:lnTo>
                  <a:pt x="488639" y="2375547"/>
                </a:lnTo>
                <a:cubicBezTo>
                  <a:pt x="488639" y="2448277"/>
                  <a:pt x="429679" y="2507237"/>
                  <a:pt x="356949" y="2507237"/>
                </a:cubicBezTo>
                <a:cubicBezTo>
                  <a:pt x="284219" y="2507237"/>
                  <a:pt x="225259" y="2448277"/>
                  <a:pt x="225259" y="2375547"/>
                </a:cubicBezTo>
                <a:lnTo>
                  <a:pt x="225259" y="2201750"/>
                </a:lnTo>
                <a:cubicBezTo>
                  <a:pt x="101654" y="2146256"/>
                  <a:pt x="15986" y="2021929"/>
                  <a:pt x="15986" y="1877593"/>
                </a:cubicBezTo>
                <a:cubicBezTo>
                  <a:pt x="15986" y="1789924"/>
                  <a:pt x="47591" y="1709638"/>
                  <a:pt x="101264" y="1648547"/>
                </a:cubicBezTo>
                <a:cubicBezTo>
                  <a:pt x="38467" y="1584579"/>
                  <a:pt x="0" y="1496845"/>
                  <a:pt x="0" y="1400126"/>
                </a:cubicBezTo>
                <a:cubicBezTo>
                  <a:pt x="0" y="1295837"/>
                  <a:pt x="44724" y="1201994"/>
                  <a:pt x="116828" y="1137593"/>
                </a:cubicBezTo>
                <a:cubicBezTo>
                  <a:pt x="54264" y="1073704"/>
                  <a:pt x="15986" y="986164"/>
                  <a:pt x="15986" y="889683"/>
                </a:cubicBezTo>
                <a:cubicBezTo>
                  <a:pt x="15986" y="779482"/>
                  <a:pt x="65925" y="680945"/>
                  <a:pt x="145453" y="616722"/>
                </a:cubicBezTo>
                <a:cubicBezTo>
                  <a:pt x="75366" y="552267"/>
                  <a:pt x="31972" y="459676"/>
                  <a:pt x="31972" y="356950"/>
                </a:cubicBezTo>
                <a:cubicBezTo>
                  <a:pt x="31972" y="159812"/>
                  <a:pt x="191784" y="0"/>
                  <a:pt x="3889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3" name="Freeform 101">
            <a:extLst>
              <a:ext uri="{FF2B5EF4-FFF2-40B4-BE49-F238E27FC236}">
                <a16:creationId xmlns:a16="http://schemas.microsoft.com/office/drawing/2014/main" xmlns="" id="{398DE87D-E996-4168-8931-FBF1633FDCD5}"/>
              </a:ext>
            </a:extLst>
          </p:cNvPr>
          <p:cNvSpPr/>
          <p:nvPr/>
        </p:nvSpPr>
        <p:spPr>
          <a:xfrm>
            <a:off x="11180535" y="1485955"/>
            <a:ext cx="284691" cy="379029"/>
          </a:xfrm>
          <a:custGeom>
            <a:avLst/>
            <a:gdLst>
              <a:gd name="connsiteX0" fmla="*/ 143301 w 1910686"/>
              <a:gd name="connsiteY0" fmla="*/ 0 h 3268639"/>
              <a:gd name="connsiteX1" fmla="*/ 0 w 1910686"/>
              <a:gd name="connsiteY1" fmla="*/ 1705970 h 3268639"/>
              <a:gd name="connsiteX2" fmla="*/ 436728 w 1910686"/>
              <a:gd name="connsiteY2" fmla="*/ 3268639 h 3268639"/>
              <a:gd name="connsiteX3" fmla="*/ 928047 w 1910686"/>
              <a:gd name="connsiteY3" fmla="*/ 1944806 h 3268639"/>
              <a:gd name="connsiteX4" fmla="*/ 1364776 w 1910686"/>
              <a:gd name="connsiteY4" fmla="*/ 3268639 h 3268639"/>
              <a:gd name="connsiteX5" fmla="*/ 1910686 w 1910686"/>
              <a:gd name="connsiteY5" fmla="*/ 1726442 h 3268639"/>
              <a:gd name="connsiteX6" fmla="*/ 1603612 w 1910686"/>
              <a:gd name="connsiteY6" fmla="*/ 6824 h 3268639"/>
              <a:gd name="connsiteX7" fmla="*/ 1521725 w 1910686"/>
              <a:gd name="connsiteY7" fmla="*/ 20472 h 3268639"/>
              <a:gd name="connsiteX8" fmla="*/ 907576 w 1910686"/>
              <a:gd name="connsiteY8" fmla="*/ 163773 h 3268639"/>
              <a:gd name="connsiteX9" fmla="*/ 143301 w 1910686"/>
              <a:gd name="connsiteY9" fmla="*/ 0 h 3268639"/>
              <a:gd name="connsiteX0" fmla="*/ 143301 w 1910686"/>
              <a:gd name="connsiteY0" fmla="*/ 27296 h 3261815"/>
              <a:gd name="connsiteX1" fmla="*/ 0 w 1910686"/>
              <a:gd name="connsiteY1" fmla="*/ 1699146 h 3261815"/>
              <a:gd name="connsiteX2" fmla="*/ 436728 w 1910686"/>
              <a:gd name="connsiteY2" fmla="*/ 3261815 h 3261815"/>
              <a:gd name="connsiteX3" fmla="*/ 928047 w 1910686"/>
              <a:gd name="connsiteY3" fmla="*/ 1937982 h 3261815"/>
              <a:gd name="connsiteX4" fmla="*/ 1364776 w 1910686"/>
              <a:gd name="connsiteY4" fmla="*/ 3261815 h 3261815"/>
              <a:gd name="connsiteX5" fmla="*/ 1910686 w 1910686"/>
              <a:gd name="connsiteY5" fmla="*/ 1719618 h 3261815"/>
              <a:gd name="connsiteX6" fmla="*/ 1603612 w 1910686"/>
              <a:gd name="connsiteY6" fmla="*/ 0 h 3261815"/>
              <a:gd name="connsiteX7" fmla="*/ 1521725 w 1910686"/>
              <a:gd name="connsiteY7" fmla="*/ 13648 h 3261815"/>
              <a:gd name="connsiteX8" fmla="*/ 907576 w 1910686"/>
              <a:gd name="connsiteY8" fmla="*/ 156949 h 3261815"/>
              <a:gd name="connsiteX9" fmla="*/ 143301 w 1910686"/>
              <a:gd name="connsiteY9" fmla="*/ 27296 h 3261815"/>
              <a:gd name="connsiteX0" fmla="*/ 143301 w 1910686"/>
              <a:gd name="connsiteY0" fmla="*/ 27296 h 3261815"/>
              <a:gd name="connsiteX1" fmla="*/ 0 w 1910686"/>
              <a:gd name="connsiteY1" fmla="*/ 1699146 h 3261815"/>
              <a:gd name="connsiteX2" fmla="*/ 436728 w 1910686"/>
              <a:gd name="connsiteY2" fmla="*/ 3261815 h 3261815"/>
              <a:gd name="connsiteX3" fmla="*/ 928047 w 1910686"/>
              <a:gd name="connsiteY3" fmla="*/ 1937982 h 3261815"/>
              <a:gd name="connsiteX4" fmla="*/ 1364776 w 1910686"/>
              <a:gd name="connsiteY4" fmla="*/ 3261815 h 3261815"/>
              <a:gd name="connsiteX5" fmla="*/ 1910686 w 1910686"/>
              <a:gd name="connsiteY5" fmla="*/ 1719618 h 3261815"/>
              <a:gd name="connsiteX6" fmla="*/ 1603612 w 1910686"/>
              <a:gd name="connsiteY6" fmla="*/ 0 h 3261815"/>
              <a:gd name="connsiteX7" fmla="*/ 1521725 w 1910686"/>
              <a:gd name="connsiteY7" fmla="*/ 13648 h 3261815"/>
              <a:gd name="connsiteX8" fmla="*/ 907576 w 1910686"/>
              <a:gd name="connsiteY8" fmla="*/ 156949 h 3261815"/>
              <a:gd name="connsiteX9" fmla="*/ 143301 w 1910686"/>
              <a:gd name="connsiteY9" fmla="*/ 27296 h 3261815"/>
              <a:gd name="connsiteX0" fmla="*/ 326627 w 2094012"/>
              <a:gd name="connsiteY0" fmla="*/ 27296 h 3261815"/>
              <a:gd name="connsiteX1" fmla="*/ 183326 w 2094012"/>
              <a:gd name="connsiteY1" fmla="*/ 1699146 h 3261815"/>
              <a:gd name="connsiteX2" fmla="*/ 620054 w 2094012"/>
              <a:gd name="connsiteY2" fmla="*/ 3261815 h 3261815"/>
              <a:gd name="connsiteX3" fmla="*/ 1111373 w 2094012"/>
              <a:gd name="connsiteY3" fmla="*/ 1937982 h 3261815"/>
              <a:gd name="connsiteX4" fmla="*/ 1548102 w 2094012"/>
              <a:gd name="connsiteY4" fmla="*/ 3261815 h 3261815"/>
              <a:gd name="connsiteX5" fmla="*/ 2094012 w 2094012"/>
              <a:gd name="connsiteY5" fmla="*/ 1719618 h 3261815"/>
              <a:gd name="connsiteX6" fmla="*/ 1786938 w 2094012"/>
              <a:gd name="connsiteY6" fmla="*/ 0 h 3261815"/>
              <a:gd name="connsiteX7" fmla="*/ 1705051 w 2094012"/>
              <a:gd name="connsiteY7" fmla="*/ 13648 h 3261815"/>
              <a:gd name="connsiteX8" fmla="*/ 1090902 w 2094012"/>
              <a:gd name="connsiteY8" fmla="*/ 156949 h 3261815"/>
              <a:gd name="connsiteX9" fmla="*/ 326627 w 2094012"/>
              <a:gd name="connsiteY9" fmla="*/ 27296 h 3261815"/>
              <a:gd name="connsiteX0" fmla="*/ 402442 w 2169827"/>
              <a:gd name="connsiteY0" fmla="*/ 27296 h 3261815"/>
              <a:gd name="connsiteX1" fmla="*/ 259141 w 2169827"/>
              <a:gd name="connsiteY1" fmla="*/ 1699146 h 3261815"/>
              <a:gd name="connsiteX2" fmla="*/ 695869 w 2169827"/>
              <a:gd name="connsiteY2" fmla="*/ 3261815 h 3261815"/>
              <a:gd name="connsiteX3" fmla="*/ 1187188 w 2169827"/>
              <a:gd name="connsiteY3" fmla="*/ 1937982 h 3261815"/>
              <a:gd name="connsiteX4" fmla="*/ 1623917 w 2169827"/>
              <a:gd name="connsiteY4" fmla="*/ 3261815 h 3261815"/>
              <a:gd name="connsiteX5" fmla="*/ 2169827 w 2169827"/>
              <a:gd name="connsiteY5" fmla="*/ 1719618 h 3261815"/>
              <a:gd name="connsiteX6" fmla="*/ 1862753 w 2169827"/>
              <a:gd name="connsiteY6" fmla="*/ 0 h 3261815"/>
              <a:gd name="connsiteX7" fmla="*/ 1780866 w 2169827"/>
              <a:gd name="connsiteY7" fmla="*/ 13648 h 3261815"/>
              <a:gd name="connsiteX8" fmla="*/ 1166717 w 2169827"/>
              <a:gd name="connsiteY8" fmla="*/ 156949 h 3261815"/>
              <a:gd name="connsiteX9" fmla="*/ 402442 w 2169827"/>
              <a:gd name="connsiteY9" fmla="*/ 27296 h 3261815"/>
              <a:gd name="connsiteX0" fmla="*/ 402442 w 2169827"/>
              <a:gd name="connsiteY0" fmla="*/ 27296 h 3261815"/>
              <a:gd name="connsiteX1" fmla="*/ 259141 w 2169827"/>
              <a:gd name="connsiteY1" fmla="*/ 1699146 h 3261815"/>
              <a:gd name="connsiteX2" fmla="*/ 695869 w 2169827"/>
              <a:gd name="connsiteY2" fmla="*/ 3261815 h 3261815"/>
              <a:gd name="connsiteX3" fmla="*/ 1187188 w 2169827"/>
              <a:gd name="connsiteY3" fmla="*/ 1937982 h 3261815"/>
              <a:gd name="connsiteX4" fmla="*/ 1623917 w 2169827"/>
              <a:gd name="connsiteY4" fmla="*/ 3261815 h 3261815"/>
              <a:gd name="connsiteX5" fmla="*/ 2169827 w 2169827"/>
              <a:gd name="connsiteY5" fmla="*/ 1719618 h 3261815"/>
              <a:gd name="connsiteX6" fmla="*/ 1862753 w 2169827"/>
              <a:gd name="connsiteY6" fmla="*/ 0 h 3261815"/>
              <a:gd name="connsiteX7" fmla="*/ 1780866 w 2169827"/>
              <a:gd name="connsiteY7" fmla="*/ 13648 h 3261815"/>
              <a:gd name="connsiteX8" fmla="*/ 1166717 w 2169827"/>
              <a:gd name="connsiteY8" fmla="*/ 156949 h 3261815"/>
              <a:gd name="connsiteX9" fmla="*/ 402442 w 2169827"/>
              <a:gd name="connsiteY9" fmla="*/ 27296 h 3261815"/>
              <a:gd name="connsiteX0" fmla="*/ 377501 w 2144886"/>
              <a:gd name="connsiteY0" fmla="*/ 27296 h 3261815"/>
              <a:gd name="connsiteX1" fmla="*/ 295615 w 2144886"/>
              <a:gd name="connsiteY1" fmla="*/ 1774209 h 3261815"/>
              <a:gd name="connsiteX2" fmla="*/ 670928 w 2144886"/>
              <a:gd name="connsiteY2" fmla="*/ 3261815 h 3261815"/>
              <a:gd name="connsiteX3" fmla="*/ 1162247 w 2144886"/>
              <a:gd name="connsiteY3" fmla="*/ 1937982 h 3261815"/>
              <a:gd name="connsiteX4" fmla="*/ 1598976 w 2144886"/>
              <a:gd name="connsiteY4" fmla="*/ 3261815 h 3261815"/>
              <a:gd name="connsiteX5" fmla="*/ 2144886 w 2144886"/>
              <a:gd name="connsiteY5" fmla="*/ 1719618 h 3261815"/>
              <a:gd name="connsiteX6" fmla="*/ 1837812 w 2144886"/>
              <a:gd name="connsiteY6" fmla="*/ 0 h 3261815"/>
              <a:gd name="connsiteX7" fmla="*/ 1755925 w 2144886"/>
              <a:gd name="connsiteY7" fmla="*/ 13648 h 3261815"/>
              <a:gd name="connsiteX8" fmla="*/ 1141776 w 2144886"/>
              <a:gd name="connsiteY8" fmla="*/ 156949 h 3261815"/>
              <a:gd name="connsiteX9" fmla="*/ 377501 w 2144886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80396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205171"/>
              <a:gd name="connsiteY0" fmla="*/ 27296 h 3261815"/>
              <a:gd name="connsiteX1" fmla="*/ 322444 w 2205171"/>
              <a:gd name="connsiteY1" fmla="*/ 1801504 h 3261815"/>
              <a:gd name="connsiteX2" fmla="*/ 704581 w 2205171"/>
              <a:gd name="connsiteY2" fmla="*/ 3261815 h 3261815"/>
              <a:gd name="connsiteX3" fmla="*/ 1216372 w 2205171"/>
              <a:gd name="connsiteY3" fmla="*/ 1951629 h 3261815"/>
              <a:gd name="connsiteX4" fmla="*/ 1707692 w 2205171"/>
              <a:gd name="connsiteY4" fmla="*/ 3254991 h 3261815"/>
              <a:gd name="connsiteX5" fmla="*/ 2144420 w 2205171"/>
              <a:gd name="connsiteY5" fmla="*/ 1753737 h 3261815"/>
              <a:gd name="connsiteX6" fmla="*/ 1871465 w 2205171"/>
              <a:gd name="connsiteY6" fmla="*/ 0 h 3261815"/>
              <a:gd name="connsiteX7" fmla="*/ 1789578 w 2205171"/>
              <a:gd name="connsiteY7" fmla="*/ 13648 h 3261815"/>
              <a:gd name="connsiteX8" fmla="*/ 1175429 w 2205171"/>
              <a:gd name="connsiteY8" fmla="*/ 156949 h 3261815"/>
              <a:gd name="connsiteX9" fmla="*/ 411154 w 2205171"/>
              <a:gd name="connsiteY9" fmla="*/ 27296 h 3261815"/>
              <a:gd name="connsiteX0" fmla="*/ 411154 w 2145061"/>
              <a:gd name="connsiteY0" fmla="*/ 23869 h 3258388"/>
              <a:gd name="connsiteX1" fmla="*/ 322444 w 2145061"/>
              <a:gd name="connsiteY1" fmla="*/ 1798077 h 3258388"/>
              <a:gd name="connsiteX2" fmla="*/ 704581 w 2145061"/>
              <a:gd name="connsiteY2" fmla="*/ 3258388 h 3258388"/>
              <a:gd name="connsiteX3" fmla="*/ 1216372 w 2145061"/>
              <a:gd name="connsiteY3" fmla="*/ 1948202 h 3258388"/>
              <a:gd name="connsiteX4" fmla="*/ 1707692 w 2145061"/>
              <a:gd name="connsiteY4" fmla="*/ 3251564 h 3258388"/>
              <a:gd name="connsiteX5" fmla="*/ 2144420 w 2145061"/>
              <a:gd name="connsiteY5" fmla="*/ 1750310 h 3258388"/>
              <a:gd name="connsiteX6" fmla="*/ 1789578 w 2145061"/>
              <a:gd name="connsiteY6" fmla="*/ 10221 h 3258388"/>
              <a:gd name="connsiteX7" fmla="*/ 1175429 w 2145061"/>
              <a:gd name="connsiteY7" fmla="*/ 153522 h 3258388"/>
              <a:gd name="connsiteX8" fmla="*/ 411154 w 2145061"/>
              <a:gd name="connsiteY8" fmla="*/ 23869 h 3258388"/>
              <a:gd name="connsiteX0" fmla="*/ 411154 w 2146076"/>
              <a:gd name="connsiteY0" fmla="*/ 23869 h 3258388"/>
              <a:gd name="connsiteX1" fmla="*/ 322444 w 2146076"/>
              <a:gd name="connsiteY1" fmla="*/ 1798077 h 3258388"/>
              <a:gd name="connsiteX2" fmla="*/ 704581 w 2146076"/>
              <a:gd name="connsiteY2" fmla="*/ 3258388 h 3258388"/>
              <a:gd name="connsiteX3" fmla="*/ 1216372 w 2146076"/>
              <a:gd name="connsiteY3" fmla="*/ 1948202 h 3258388"/>
              <a:gd name="connsiteX4" fmla="*/ 1707692 w 2146076"/>
              <a:gd name="connsiteY4" fmla="*/ 3251564 h 3258388"/>
              <a:gd name="connsiteX5" fmla="*/ 2144420 w 2146076"/>
              <a:gd name="connsiteY5" fmla="*/ 1750310 h 3258388"/>
              <a:gd name="connsiteX6" fmla="*/ 1926056 w 2146076"/>
              <a:gd name="connsiteY6" fmla="*/ 17045 h 3258388"/>
              <a:gd name="connsiteX7" fmla="*/ 1175429 w 2146076"/>
              <a:gd name="connsiteY7" fmla="*/ 153522 h 3258388"/>
              <a:gd name="connsiteX8" fmla="*/ 411154 w 2146076"/>
              <a:gd name="connsiteY8" fmla="*/ 23869 h 3258388"/>
              <a:gd name="connsiteX0" fmla="*/ 411154 w 2374416"/>
              <a:gd name="connsiteY0" fmla="*/ 23869 h 3258388"/>
              <a:gd name="connsiteX1" fmla="*/ 322444 w 2374416"/>
              <a:gd name="connsiteY1" fmla="*/ 1798077 h 3258388"/>
              <a:gd name="connsiteX2" fmla="*/ 704581 w 2374416"/>
              <a:gd name="connsiteY2" fmla="*/ 3258388 h 3258388"/>
              <a:gd name="connsiteX3" fmla="*/ 1216372 w 2374416"/>
              <a:gd name="connsiteY3" fmla="*/ 1948202 h 3258388"/>
              <a:gd name="connsiteX4" fmla="*/ 1707692 w 2374416"/>
              <a:gd name="connsiteY4" fmla="*/ 3251564 h 3258388"/>
              <a:gd name="connsiteX5" fmla="*/ 2144420 w 2374416"/>
              <a:gd name="connsiteY5" fmla="*/ 1750310 h 3258388"/>
              <a:gd name="connsiteX6" fmla="*/ 1926056 w 2374416"/>
              <a:gd name="connsiteY6" fmla="*/ 17045 h 3258388"/>
              <a:gd name="connsiteX7" fmla="*/ 1175429 w 2374416"/>
              <a:gd name="connsiteY7" fmla="*/ 153522 h 3258388"/>
              <a:gd name="connsiteX8" fmla="*/ 411154 w 2374416"/>
              <a:gd name="connsiteY8" fmla="*/ 23869 h 3258388"/>
              <a:gd name="connsiteX0" fmla="*/ 411154 w 2441693"/>
              <a:gd name="connsiteY0" fmla="*/ 23869 h 3258388"/>
              <a:gd name="connsiteX1" fmla="*/ 322444 w 2441693"/>
              <a:gd name="connsiteY1" fmla="*/ 1798077 h 3258388"/>
              <a:gd name="connsiteX2" fmla="*/ 704581 w 2441693"/>
              <a:gd name="connsiteY2" fmla="*/ 3258388 h 3258388"/>
              <a:gd name="connsiteX3" fmla="*/ 1216372 w 2441693"/>
              <a:gd name="connsiteY3" fmla="*/ 1948202 h 3258388"/>
              <a:gd name="connsiteX4" fmla="*/ 1707692 w 2441693"/>
              <a:gd name="connsiteY4" fmla="*/ 3251564 h 3258388"/>
              <a:gd name="connsiteX5" fmla="*/ 2144420 w 2441693"/>
              <a:gd name="connsiteY5" fmla="*/ 1750310 h 3258388"/>
              <a:gd name="connsiteX6" fmla="*/ 1926056 w 2441693"/>
              <a:gd name="connsiteY6" fmla="*/ 17045 h 3258388"/>
              <a:gd name="connsiteX7" fmla="*/ 1175429 w 2441693"/>
              <a:gd name="connsiteY7" fmla="*/ 153522 h 3258388"/>
              <a:gd name="connsiteX8" fmla="*/ 411154 w 2441693"/>
              <a:gd name="connsiteY8" fmla="*/ 23869 h 3258388"/>
              <a:gd name="connsiteX0" fmla="*/ 411154 w 2377348"/>
              <a:gd name="connsiteY0" fmla="*/ 23869 h 3258388"/>
              <a:gd name="connsiteX1" fmla="*/ 322444 w 2377348"/>
              <a:gd name="connsiteY1" fmla="*/ 1798077 h 3258388"/>
              <a:gd name="connsiteX2" fmla="*/ 704581 w 2377348"/>
              <a:gd name="connsiteY2" fmla="*/ 3258388 h 3258388"/>
              <a:gd name="connsiteX3" fmla="*/ 1216372 w 2377348"/>
              <a:gd name="connsiteY3" fmla="*/ 1948202 h 3258388"/>
              <a:gd name="connsiteX4" fmla="*/ 1707692 w 2377348"/>
              <a:gd name="connsiteY4" fmla="*/ 3251564 h 3258388"/>
              <a:gd name="connsiteX5" fmla="*/ 2144420 w 2377348"/>
              <a:gd name="connsiteY5" fmla="*/ 1750310 h 3258388"/>
              <a:gd name="connsiteX6" fmla="*/ 1926056 w 2377348"/>
              <a:gd name="connsiteY6" fmla="*/ 17045 h 3258388"/>
              <a:gd name="connsiteX7" fmla="*/ 1175429 w 2377348"/>
              <a:gd name="connsiteY7" fmla="*/ 153522 h 3258388"/>
              <a:gd name="connsiteX8" fmla="*/ 411154 w 2377348"/>
              <a:gd name="connsiteY8" fmla="*/ 23869 h 3258388"/>
              <a:gd name="connsiteX0" fmla="*/ 411154 w 2424220"/>
              <a:gd name="connsiteY0" fmla="*/ 23869 h 3258388"/>
              <a:gd name="connsiteX1" fmla="*/ 322444 w 2424220"/>
              <a:gd name="connsiteY1" fmla="*/ 1798077 h 3258388"/>
              <a:gd name="connsiteX2" fmla="*/ 704581 w 2424220"/>
              <a:gd name="connsiteY2" fmla="*/ 3258388 h 3258388"/>
              <a:gd name="connsiteX3" fmla="*/ 1216372 w 2424220"/>
              <a:gd name="connsiteY3" fmla="*/ 1948202 h 3258388"/>
              <a:gd name="connsiteX4" fmla="*/ 1707692 w 2424220"/>
              <a:gd name="connsiteY4" fmla="*/ 3251564 h 3258388"/>
              <a:gd name="connsiteX5" fmla="*/ 2144420 w 2424220"/>
              <a:gd name="connsiteY5" fmla="*/ 1750310 h 3258388"/>
              <a:gd name="connsiteX6" fmla="*/ 1926056 w 2424220"/>
              <a:gd name="connsiteY6" fmla="*/ 17045 h 3258388"/>
              <a:gd name="connsiteX7" fmla="*/ 1175429 w 2424220"/>
              <a:gd name="connsiteY7" fmla="*/ 153522 h 3258388"/>
              <a:gd name="connsiteX8" fmla="*/ 411154 w 2424220"/>
              <a:gd name="connsiteY8" fmla="*/ 23869 h 3258388"/>
              <a:gd name="connsiteX0" fmla="*/ 411154 w 2449010"/>
              <a:gd name="connsiteY0" fmla="*/ 23869 h 3258388"/>
              <a:gd name="connsiteX1" fmla="*/ 322444 w 2449010"/>
              <a:gd name="connsiteY1" fmla="*/ 1798077 h 3258388"/>
              <a:gd name="connsiteX2" fmla="*/ 704581 w 2449010"/>
              <a:gd name="connsiteY2" fmla="*/ 3258388 h 3258388"/>
              <a:gd name="connsiteX3" fmla="*/ 1216372 w 2449010"/>
              <a:gd name="connsiteY3" fmla="*/ 1948202 h 3258388"/>
              <a:gd name="connsiteX4" fmla="*/ 1707692 w 2449010"/>
              <a:gd name="connsiteY4" fmla="*/ 3251564 h 3258388"/>
              <a:gd name="connsiteX5" fmla="*/ 2144420 w 2449010"/>
              <a:gd name="connsiteY5" fmla="*/ 1750310 h 3258388"/>
              <a:gd name="connsiteX6" fmla="*/ 1926056 w 2449010"/>
              <a:gd name="connsiteY6" fmla="*/ 17045 h 3258388"/>
              <a:gd name="connsiteX7" fmla="*/ 1175429 w 2449010"/>
              <a:gd name="connsiteY7" fmla="*/ 153522 h 3258388"/>
              <a:gd name="connsiteX8" fmla="*/ 411154 w 2449010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3593" h="3258388">
                <a:moveTo>
                  <a:pt x="411154" y="23869"/>
                </a:moveTo>
                <a:cubicBezTo>
                  <a:pt x="-257586" y="355964"/>
                  <a:pt x="22194" y="1036078"/>
                  <a:pt x="322444" y="1798077"/>
                </a:cubicBezTo>
                <a:cubicBezTo>
                  <a:pt x="338366" y="2660163"/>
                  <a:pt x="545357" y="3249289"/>
                  <a:pt x="704581" y="3258388"/>
                </a:cubicBezTo>
                <a:cubicBezTo>
                  <a:pt x="1018479" y="3247015"/>
                  <a:pt x="779644" y="1925457"/>
                  <a:pt x="1216372" y="1948202"/>
                </a:cubicBezTo>
                <a:cubicBezTo>
                  <a:pt x="1580313" y="1945929"/>
                  <a:pt x="1473406" y="3281133"/>
                  <a:pt x="1707692" y="3251564"/>
                </a:cubicBezTo>
                <a:cubicBezTo>
                  <a:pt x="2048886" y="3121910"/>
                  <a:pt x="2001118" y="2180214"/>
                  <a:pt x="2144420" y="1750310"/>
                </a:cubicBezTo>
                <a:cubicBezTo>
                  <a:pt x="2451495" y="1080432"/>
                  <a:pt x="2681232" y="64812"/>
                  <a:pt x="1926056" y="17045"/>
                </a:cubicBezTo>
                <a:lnTo>
                  <a:pt x="1175429" y="153522"/>
                </a:lnTo>
                <a:cubicBezTo>
                  <a:pt x="920671" y="110304"/>
                  <a:pt x="679560" y="-62566"/>
                  <a:pt x="411154" y="238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64" name="Group 102">
            <a:extLst>
              <a:ext uri="{FF2B5EF4-FFF2-40B4-BE49-F238E27FC236}">
                <a16:creationId xmlns:a16="http://schemas.microsoft.com/office/drawing/2014/main" xmlns="" id="{3B22177F-3D45-4A9B-976C-0E5FC31B92C4}"/>
              </a:ext>
            </a:extLst>
          </p:cNvPr>
          <p:cNvGrpSpPr>
            <a:grpSpLocks noChangeAspect="1"/>
          </p:cNvGrpSpPr>
          <p:nvPr/>
        </p:nvGrpSpPr>
        <p:grpSpPr>
          <a:xfrm>
            <a:off x="8707494" y="2429101"/>
            <a:ext cx="325734" cy="529812"/>
            <a:chOff x="2071598" y="2060848"/>
            <a:chExt cx="1917605" cy="3137144"/>
          </a:xfrm>
          <a:solidFill>
            <a:schemeClr val="accent4"/>
          </a:solidFill>
        </p:grpSpPr>
        <p:sp>
          <p:nvSpPr>
            <p:cNvPr id="65" name="Freeform 103">
              <a:extLst>
                <a:ext uri="{FF2B5EF4-FFF2-40B4-BE49-F238E27FC236}">
                  <a16:creationId xmlns:a16="http://schemas.microsoft.com/office/drawing/2014/main" xmlns="" id="{45551A25-8F0E-4347-975E-A924A7130E47}"/>
                </a:ext>
              </a:extLst>
            </p:cNvPr>
            <p:cNvSpPr/>
            <p:nvPr/>
          </p:nvSpPr>
          <p:spPr>
            <a:xfrm>
              <a:off x="2483768" y="2060848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6" name="Freeform 104">
              <a:extLst>
                <a:ext uri="{FF2B5EF4-FFF2-40B4-BE49-F238E27FC236}">
                  <a16:creationId xmlns:a16="http://schemas.microsoft.com/office/drawing/2014/main" xmlns="" id="{1D56ED84-718A-4F64-9201-3371A122B353}"/>
                </a:ext>
              </a:extLst>
            </p:cNvPr>
            <p:cNvSpPr/>
            <p:nvPr/>
          </p:nvSpPr>
          <p:spPr>
            <a:xfrm rot="21253755">
              <a:off x="2170737" y="2710023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7" name="Freeform 105">
              <a:extLst>
                <a:ext uri="{FF2B5EF4-FFF2-40B4-BE49-F238E27FC236}">
                  <a16:creationId xmlns:a16="http://schemas.microsoft.com/office/drawing/2014/main" xmlns="" id="{C13BBB19-70FE-4952-97D0-FDEBC2A1BBF6}"/>
                </a:ext>
              </a:extLst>
            </p:cNvPr>
            <p:cNvSpPr/>
            <p:nvPr/>
          </p:nvSpPr>
          <p:spPr>
            <a:xfrm rot="20634645">
              <a:off x="2071598" y="3466865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8" name="Freeform 106">
              <a:extLst>
                <a:ext uri="{FF2B5EF4-FFF2-40B4-BE49-F238E27FC236}">
                  <a16:creationId xmlns:a16="http://schemas.microsoft.com/office/drawing/2014/main" xmlns="" id="{7ABD01DA-F7D7-478D-A532-2A1B78A013CF}"/>
                </a:ext>
              </a:extLst>
            </p:cNvPr>
            <p:cNvSpPr/>
            <p:nvPr/>
          </p:nvSpPr>
          <p:spPr>
            <a:xfrm rot="19632933">
              <a:off x="2257651" y="4182238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69" name="Freeform 107">
            <a:extLst>
              <a:ext uri="{FF2B5EF4-FFF2-40B4-BE49-F238E27FC236}">
                <a16:creationId xmlns:a16="http://schemas.microsoft.com/office/drawing/2014/main" xmlns="" id="{5F7DADB8-BA7C-4AE5-BF1E-BC82543D1EA9}"/>
              </a:ext>
            </a:extLst>
          </p:cNvPr>
          <p:cNvSpPr>
            <a:spLocks noChangeAspect="1"/>
          </p:cNvSpPr>
          <p:nvPr/>
        </p:nvSpPr>
        <p:spPr>
          <a:xfrm>
            <a:off x="9618682" y="2429101"/>
            <a:ext cx="169894" cy="529812"/>
          </a:xfrm>
          <a:custGeom>
            <a:avLst/>
            <a:gdLst>
              <a:gd name="connsiteX0" fmla="*/ 430619 w 798902"/>
              <a:gd name="connsiteY0" fmla="*/ 1331843 h 2449001"/>
              <a:gd name="connsiteX1" fmla="*/ 541938 w 798902"/>
              <a:gd name="connsiteY1" fmla="*/ 1379551 h 2449001"/>
              <a:gd name="connsiteX2" fmla="*/ 780476 w 798902"/>
              <a:gd name="connsiteY2" fmla="*/ 1375575 h 2449001"/>
              <a:gd name="connsiteX3" fmla="*/ 625426 w 798902"/>
              <a:gd name="connsiteY3" fmla="*/ 1741335 h 2449001"/>
              <a:gd name="connsiteX4" fmla="*/ 609523 w 798902"/>
              <a:gd name="connsiteY4" fmla="*/ 2441050 h 2449001"/>
              <a:gd name="connsiteX5" fmla="*/ 319301 w 798902"/>
              <a:gd name="connsiteY5" fmla="*/ 2445025 h 2449001"/>
              <a:gd name="connsiteX6" fmla="*/ 211958 w 798902"/>
              <a:gd name="connsiteY6" fmla="*/ 1673750 h 2449001"/>
              <a:gd name="connsiteX7" fmla="*/ 207983 w 798902"/>
              <a:gd name="connsiteY7" fmla="*/ 2441050 h 2449001"/>
              <a:gd name="connsiteX8" fmla="*/ 136421 w 798902"/>
              <a:gd name="connsiteY8" fmla="*/ 2449001 h 2449001"/>
              <a:gd name="connsiteX9" fmla="*/ 5224 w 798902"/>
              <a:gd name="connsiteY9" fmla="*/ 1701579 h 2449001"/>
              <a:gd name="connsiteX10" fmla="*/ 37029 w 798902"/>
              <a:gd name="connsiteY10" fmla="*/ 1582309 h 2449001"/>
              <a:gd name="connsiteX11" fmla="*/ 76786 w 798902"/>
              <a:gd name="connsiteY11" fmla="*/ 1566407 h 2449001"/>
              <a:gd name="connsiteX12" fmla="*/ 89266 w 798902"/>
              <a:gd name="connsiteY12" fmla="*/ 1389262 h 2449001"/>
              <a:gd name="connsiteX13" fmla="*/ 339179 w 798902"/>
              <a:gd name="connsiteY13" fmla="*/ 1375575 h 2449001"/>
              <a:gd name="connsiteX14" fmla="*/ 430619 w 798902"/>
              <a:gd name="connsiteY14" fmla="*/ 1331843 h 2449001"/>
              <a:gd name="connsiteX15" fmla="*/ 243762 w 798902"/>
              <a:gd name="connsiteY15" fmla="*/ 0 h 2449001"/>
              <a:gd name="connsiteX16" fmla="*/ 557838 w 798902"/>
              <a:gd name="connsiteY16" fmla="*/ 0 h 2449001"/>
              <a:gd name="connsiteX17" fmla="*/ 689036 w 798902"/>
              <a:gd name="connsiteY17" fmla="*/ 962108 h 2449001"/>
              <a:gd name="connsiteX18" fmla="*/ 724816 w 798902"/>
              <a:gd name="connsiteY18" fmla="*/ 1307990 h 2449001"/>
              <a:gd name="connsiteX19" fmla="*/ 414715 w 798902"/>
              <a:gd name="connsiteY19" fmla="*/ 1268233 h 2449001"/>
              <a:gd name="connsiteX20" fmla="*/ 104615 w 798902"/>
              <a:gd name="connsiteY20" fmla="*/ 1288111 h 2449001"/>
              <a:gd name="connsiteX21" fmla="*/ 124493 w 798902"/>
              <a:gd name="connsiteY21" fmla="*/ 1017766 h 2449001"/>
              <a:gd name="connsiteX22" fmla="*/ 243762 w 798902"/>
              <a:gd name="connsiteY22" fmla="*/ 0 h 2449001"/>
              <a:gd name="connsiteX0" fmla="*/ 430619 w 798902"/>
              <a:gd name="connsiteY0" fmla="*/ 1331843 h 2449001"/>
              <a:gd name="connsiteX1" fmla="*/ 541938 w 798902"/>
              <a:gd name="connsiteY1" fmla="*/ 1379551 h 2449001"/>
              <a:gd name="connsiteX2" fmla="*/ 780476 w 798902"/>
              <a:gd name="connsiteY2" fmla="*/ 1375575 h 2449001"/>
              <a:gd name="connsiteX3" fmla="*/ 625426 w 798902"/>
              <a:gd name="connsiteY3" fmla="*/ 1741335 h 2449001"/>
              <a:gd name="connsiteX4" fmla="*/ 609523 w 798902"/>
              <a:gd name="connsiteY4" fmla="*/ 2441050 h 2449001"/>
              <a:gd name="connsiteX5" fmla="*/ 319301 w 798902"/>
              <a:gd name="connsiteY5" fmla="*/ 2445025 h 2449001"/>
              <a:gd name="connsiteX6" fmla="*/ 211958 w 798902"/>
              <a:gd name="connsiteY6" fmla="*/ 1673750 h 2449001"/>
              <a:gd name="connsiteX7" fmla="*/ 207983 w 798902"/>
              <a:gd name="connsiteY7" fmla="*/ 2441050 h 2449001"/>
              <a:gd name="connsiteX8" fmla="*/ 136421 w 798902"/>
              <a:gd name="connsiteY8" fmla="*/ 2449001 h 2449001"/>
              <a:gd name="connsiteX9" fmla="*/ 5224 w 798902"/>
              <a:gd name="connsiteY9" fmla="*/ 1701579 h 2449001"/>
              <a:gd name="connsiteX10" fmla="*/ 37029 w 798902"/>
              <a:gd name="connsiteY10" fmla="*/ 1582309 h 2449001"/>
              <a:gd name="connsiteX11" fmla="*/ 76786 w 798902"/>
              <a:gd name="connsiteY11" fmla="*/ 1566407 h 2449001"/>
              <a:gd name="connsiteX12" fmla="*/ 89266 w 798902"/>
              <a:gd name="connsiteY12" fmla="*/ 1389262 h 2449001"/>
              <a:gd name="connsiteX13" fmla="*/ 339179 w 798902"/>
              <a:gd name="connsiteY13" fmla="*/ 1375575 h 2449001"/>
              <a:gd name="connsiteX14" fmla="*/ 430619 w 798902"/>
              <a:gd name="connsiteY14" fmla="*/ 1331843 h 2449001"/>
              <a:gd name="connsiteX15" fmla="*/ 243762 w 798902"/>
              <a:gd name="connsiteY15" fmla="*/ 0 h 2449001"/>
              <a:gd name="connsiteX16" fmla="*/ 557838 w 798902"/>
              <a:gd name="connsiteY16" fmla="*/ 0 h 2449001"/>
              <a:gd name="connsiteX17" fmla="*/ 689036 w 798902"/>
              <a:gd name="connsiteY17" fmla="*/ 962108 h 2449001"/>
              <a:gd name="connsiteX18" fmla="*/ 724816 w 798902"/>
              <a:gd name="connsiteY18" fmla="*/ 1307990 h 2449001"/>
              <a:gd name="connsiteX19" fmla="*/ 414715 w 798902"/>
              <a:gd name="connsiteY19" fmla="*/ 1268233 h 2449001"/>
              <a:gd name="connsiteX20" fmla="*/ 104615 w 798902"/>
              <a:gd name="connsiteY20" fmla="*/ 1288111 h 2449001"/>
              <a:gd name="connsiteX21" fmla="*/ 124493 w 798902"/>
              <a:gd name="connsiteY21" fmla="*/ 1017766 h 2449001"/>
              <a:gd name="connsiteX22" fmla="*/ 243762 w 798902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997 w 785142"/>
              <a:gd name="connsiteY0" fmla="*/ 1331843 h 2449001"/>
              <a:gd name="connsiteX1" fmla="*/ 542316 w 785142"/>
              <a:gd name="connsiteY1" fmla="*/ 1379551 h 2449001"/>
              <a:gd name="connsiteX2" fmla="*/ 763746 w 785142"/>
              <a:gd name="connsiteY2" fmla="*/ 1406369 h 2449001"/>
              <a:gd name="connsiteX3" fmla="*/ 625804 w 785142"/>
              <a:gd name="connsiteY3" fmla="*/ 1741335 h 2449001"/>
              <a:gd name="connsiteX4" fmla="*/ 609901 w 785142"/>
              <a:gd name="connsiteY4" fmla="*/ 2441050 h 2449001"/>
              <a:gd name="connsiteX5" fmla="*/ 319679 w 785142"/>
              <a:gd name="connsiteY5" fmla="*/ 2445025 h 2449001"/>
              <a:gd name="connsiteX6" fmla="*/ 212336 w 785142"/>
              <a:gd name="connsiteY6" fmla="*/ 1673750 h 2449001"/>
              <a:gd name="connsiteX7" fmla="*/ 208361 w 785142"/>
              <a:gd name="connsiteY7" fmla="*/ 2441050 h 2449001"/>
              <a:gd name="connsiteX8" fmla="*/ 136799 w 785142"/>
              <a:gd name="connsiteY8" fmla="*/ 2449001 h 2449001"/>
              <a:gd name="connsiteX9" fmla="*/ 5602 w 785142"/>
              <a:gd name="connsiteY9" fmla="*/ 1701579 h 2449001"/>
              <a:gd name="connsiteX10" fmla="*/ 37407 w 785142"/>
              <a:gd name="connsiteY10" fmla="*/ 1582309 h 2449001"/>
              <a:gd name="connsiteX11" fmla="*/ 101115 w 785142"/>
              <a:gd name="connsiteY11" fmla="*/ 1597201 h 2449001"/>
              <a:gd name="connsiteX12" fmla="*/ 89644 w 785142"/>
              <a:gd name="connsiteY12" fmla="*/ 1389262 h 2449001"/>
              <a:gd name="connsiteX13" fmla="*/ 339557 w 785142"/>
              <a:gd name="connsiteY13" fmla="*/ 1375575 h 2449001"/>
              <a:gd name="connsiteX14" fmla="*/ 430997 w 785142"/>
              <a:gd name="connsiteY14" fmla="*/ 1331843 h 2449001"/>
              <a:gd name="connsiteX15" fmla="*/ 244140 w 785142"/>
              <a:gd name="connsiteY15" fmla="*/ 0 h 2449001"/>
              <a:gd name="connsiteX16" fmla="*/ 558216 w 785142"/>
              <a:gd name="connsiteY16" fmla="*/ 0 h 2449001"/>
              <a:gd name="connsiteX17" fmla="*/ 689414 w 785142"/>
              <a:gd name="connsiteY17" fmla="*/ 962108 h 2449001"/>
              <a:gd name="connsiteX18" fmla="*/ 725194 w 785142"/>
              <a:gd name="connsiteY18" fmla="*/ 1307990 h 2449001"/>
              <a:gd name="connsiteX19" fmla="*/ 415093 w 785142"/>
              <a:gd name="connsiteY19" fmla="*/ 1268233 h 2449001"/>
              <a:gd name="connsiteX20" fmla="*/ 104993 w 785142"/>
              <a:gd name="connsiteY20" fmla="*/ 1288111 h 2449001"/>
              <a:gd name="connsiteX21" fmla="*/ 124871 w 785142"/>
              <a:gd name="connsiteY21" fmla="*/ 1017766 h 2449001"/>
              <a:gd name="connsiteX22" fmla="*/ 244140 w 785142"/>
              <a:gd name="connsiteY22" fmla="*/ 0 h 2449001"/>
              <a:gd name="connsiteX0" fmla="*/ 430997 w 785142"/>
              <a:gd name="connsiteY0" fmla="*/ 1331843 h 2449001"/>
              <a:gd name="connsiteX1" fmla="*/ 542316 w 785142"/>
              <a:gd name="connsiteY1" fmla="*/ 1379551 h 2449001"/>
              <a:gd name="connsiteX2" fmla="*/ 763746 w 785142"/>
              <a:gd name="connsiteY2" fmla="*/ 1406369 h 2449001"/>
              <a:gd name="connsiteX3" fmla="*/ 625804 w 785142"/>
              <a:gd name="connsiteY3" fmla="*/ 1741335 h 2449001"/>
              <a:gd name="connsiteX4" fmla="*/ 609901 w 785142"/>
              <a:gd name="connsiteY4" fmla="*/ 2441050 h 2449001"/>
              <a:gd name="connsiteX5" fmla="*/ 319679 w 785142"/>
              <a:gd name="connsiteY5" fmla="*/ 2445025 h 2449001"/>
              <a:gd name="connsiteX6" fmla="*/ 212336 w 785142"/>
              <a:gd name="connsiteY6" fmla="*/ 1673750 h 2449001"/>
              <a:gd name="connsiteX7" fmla="*/ 208361 w 785142"/>
              <a:gd name="connsiteY7" fmla="*/ 2441050 h 2449001"/>
              <a:gd name="connsiteX8" fmla="*/ 136799 w 785142"/>
              <a:gd name="connsiteY8" fmla="*/ 2449001 h 2449001"/>
              <a:gd name="connsiteX9" fmla="*/ 5602 w 785142"/>
              <a:gd name="connsiteY9" fmla="*/ 1701579 h 2449001"/>
              <a:gd name="connsiteX10" fmla="*/ 37407 w 785142"/>
              <a:gd name="connsiteY10" fmla="*/ 1582309 h 2449001"/>
              <a:gd name="connsiteX11" fmla="*/ 101115 w 785142"/>
              <a:gd name="connsiteY11" fmla="*/ 1597201 h 2449001"/>
              <a:gd name="connsiteX12" fmla="*/ 89644 w 785142"/>
              <a:gd name="connsiteY12" fmla="*/ 1389262 h 2449001"/>
              <a:gd name="connsiteX13" fmla="*/ 339557 w 785142"/>
              <a:gd name="connsiteY13" fmla="*/ 1375575 h 2449001"/>
              <a:gd name="connsiteX14" fmla="*/ 430997 w 785142"/>
              <a:gd name="connsiteY14" fmla="*/ 1331843 h 2449001"/>
              <a:gd name="connsiteX15" fmla="*/ 244140 w 785142"/>
              <a:gd name="connsiteY15" fmla="*/ 0 h 2449001"/>
              <a:gd name="connsiteX16" fmla="*/ 558216 w 785142"/>
              <a:gd name="connsiteY16" fmla="*/ 0 h 2449001"/>
              <a:gd name="connsiteX17" fmla="*/ 689414 w 785142"/>
              <a:gd name="connsiteY17" fmla="*/ 962108 h 2449001"/>
              <a:gd name="connsiteX18" fmla="*/ 725194 w 785142"/>
              <a:gd name="connsiteY18" fmla="*/ 1307990 h 2449001"/>
              <a:gd name="connsiteX19" fmla="*/ 415093 w 785142"/>
              <a:gd name="connsiteY19" fmla="*/ 1268233 h 2449001"/>
              <a:gd name="connsiteX20" fmla="*/ 104993 w 785142"/>
              <a:gd name="connsiteY20" fmla="*/ 1288111 h 2449001"/>
              <a:gd name="connsiteX21" fmla="*/ 124871 w 785142"/>
              <a:gd name="connsiteY21" fmla="*/ 1017766 h 2449001"/>
              <a:gd name="connsiteX22" fmla="*/ 244140 w 785142"/>
              <a:gd name="connsiteY22" fmla="*/ 0 h 2449001"/>
              <a:gd name="connsiteX0" fmla="*/ 425685 w 779830"/>
              <a:gd name="connsiteY0" fmla="*/ 1331843 h 2449001"/>
              <a:gd name="connsiteX1" fmla="*/ 537004 w 779830"/>
              <a:gd name="connsiteY1" fmla="*/ 1379551 h 2449001"/>
              <a:gd name="connsiteX2" fmla="*/ 758434 w 779830"/>
              <a:gd name="connsiteY2" fmla="*/ 1406369 h 2449001"/>
              <a:gd name="connsiteX3" fmla="*/ 620492 w 779830"/>
              <a:gd name="connsiteY3" fmla="*/ 1741335 h 2449001"/>
              <a:gd name="connsiteX4" fmla="*/ 604589 w 779830"/>
              <a:gd name="connsiteY4" fmla="*/ 2441050 h 2449001"/>
              <a:gd name="connsiteX5" fmla="*/ 314367 w 779830"/>
              <a:gd name="connsiteY5" fmla="*/ 2445025 h 2449001"/>
              <a:gd name="connsiteX6" fmla="*/ 207024 w 779830"/>
              <a:gd name="connsiteY6" fmla="*/ 1673750 h 2449001"/>
              <a:gd name="connsiteX7" fmla="*/ 203049 w 779830"/>
              <a:gd name="connsiteY7" fmla="*/ 2441050 h 2449001"/>
              <a:gd name="connsiteX8" fmla="*/ 131487 w 779830"/>
              <a:gd name="connsiteY8" fmla="*/ 2449001 h 2449001"/>
              <a:gd name="connsiteX9" fmla="*/ 290 w 779830"/>
              <a:gd name="connsiteY9" fmla="*/ 1701579 h 2449001"/>
              <a:gd name="connsiteX10" fmla="*/ 95803 w 779830"/>
              <a:gd name="connsiteY10" fmla="*/ 1597201 h 2449001"/>
              <a:gd name="connsiteX11" fmla="*/ 84332 w 779830"/>
              <a:gd name="connsiteY11" fmla="*/ 1389262 h 2449001"/>
              <a:gd name="connsiteX12" fmla="*/ 334245 w 779830"/>
              <a:gd name="connsiteY12" fmla="*/ 1375575 h 2449001"/>
              <a:gd name="connsiteX13" fmla="*/ 425685 w 779830"/>
              <a:gd name="connsiteY13" fmla="*/ 1331843 h 2449001"/>
              <a:gd name="connsiteX14" fmla="*/ 238828 w 779830"/>
              <a:gd name="connsiteY14" fmla="*/ 0 h 2449001"/>
              <a:gd name="connsiteX15" fmla="*/ 552904 w 779830"/>
              <a:gd name="connsiteY15" fmla="*/ 0 h 2449001"/>
              <a:gd name="connsiteX16" fmla="*/ 684102 w 779830"/>
              <a:gd name="connsiteY16" fmla="*/ 962108 h 2449001"/>
              <a:gd name="connsiteX17" fmla="*/ 719882 w 779830"/>
              <a:gd name="connsiteY17" fmla="*/ 1307990 h 2449001"/>
              <a:gd name="connsiteX18" fmla="*/ 409781 w 779830"/>
              <a:gd name="connsiteY18" fmla="*/ 1268233 h 2449001"/>
              <a:gd name="connsiteX19" fmla="*/ 99681 w 779830"/>
              <a:gd name="connsiteY19" fmla="*/ 1288111 h 2449001"/>
              <a:gd name="connsiteX20" fmla="*/ 119559 w 779830"/>
              <a:gd name="connsiteY20" fmla="*/ 1017766 h 2449001"/>
              <a:gd name="connsiteX21" fmla="*/ 238828 w 779830"/>
              <a:gd name="connsiteY21" fmla="*/ 0 h 2449001"/>
              <a:gd name="connsiteX0" fmla="*/ 425766 w 779911"/>
              <a:gd name="connsiteY0" fmla="*/ 1331843 h 2449001"/>
              <a:gd name="connsiteX1" fmla="*/ 537085 w 779911"/>
              <a:gd name="connsiteY1" fmla="*/ 1379551 h 2449001"/>
              <a:gd name="connsiteX2" fmla="*/ 758515 w 779911"/>
              <a:gd name="connsiteY2" fmla="*/ 1406369 h 2449001"/>
              <a:gd name="connsiteX3" fmla="*/ 620573 w 779911"/>
              <a:gd name="connsiteY3" fmla="*/ 1741335 h 2449001"/>
              <a:gd name="connsiteX4" fmla="*/ 604670 w 779911"/>
              <a:gd name="connsiteY4" fmla="*/ 2441050 h 2449001"/>
              <a:gd name="connsiteX5" fmla="*/ 314448 w 779911"/>
              <a:gd name="connsiteY5" fmla="*/ 2445025 h 2449001"/>
              <a:gd name="connsiteX6" fmla="*/ 207105 w 779911"/>
              <a:gd name="connsiteY6" fmla="*/ 1673750 h 2449001"/>
              <a:gd name="connsiteX7" fmla="*/ 203130 w 779911"/>
              <a:gd name="connsiteY7" fmla="*/ 2441050 h 2449001"/>
              <a:gd name="connsiteX8" fmla="*/ 131568 w 779911"/>
              <a:gd name="connsiteY8" fmla="*/ 2449001 h 2449001"/>
              <a:gd name="connsiteX9" fmla="*/ 371 w 779911"/>
              <a:gd name="connsiteY9" fmla="*/ 1701579 h 2449001"/>
              <a:gd name="connsiteX10" fmla="*/ 95884 w 779911"/>
              <a:gd name="connsiteY10" fmla="*/ 1597201 h 2449001"/>
              <a:gd name="connsiteX11" fmla="*/ 84413 w 779911"/>
              <a:gd name="connsiteY11" fmla="*/ 1389262 h 2449001"/>
              <a:gd name="connsiteX12" fmla="*/ 334326 w 779911"/>
              <a:gd name="connsiteY12" fmla="*/ 1375575 h 2449001"/>
              <a:gd name="connsiteX13" fmla="*/ 425766 w 779911"/>
              <a:gd name="connsiteY13" fmla="*/ 1331843 h 2449001"/>
              <a:gd name="connsiteX14" fmla="*/ 238909 w 779911"/>
              <a:gd name="connsiteY14" fmla="*/ 0 h 2449001"/>
              <a:gd name="connsiteX15" fmla="*/ 552985 w 779911"/>
              <a:gd name="connsiteY15" fmla="*/ 0 h 2449001"/>
              <a:gd name="connsiteX16" fmla="*/ 684183 w 779911"/>
              <a:gd name="connsiteY16" fmla="*/ 962108 h 2449001"/>
              <a:gd name="connsiteX17" fmla="*/ 719963 w 779911"/>
              <a:gd name="connsiteY17" fmla="*/ 1307990 h 2449001"/>
              <a:gd name="connsiteX18" fmla="*/ 409862 w 779911"/>
              <a:gd name="connsiteY18" fmla="*/ 1268233 h 2449001"/>
              <a:gd name="connsiteX19" fmla="*/ 99762 w 779911"/>
              <a:gd name="connsiteY19" fmla="*/ 1288111 h 2449001"/>
              <a:gd name="connsiteX20" fmla="*/ 119640 w 779911"/>
              <a:gd name="connsiteY20" fmla="*/ 1017766 h 2449001"/>
              <a:gd name="connsiteX21" fmla="*/ 238909 w 779911"/>
              <a:gd name="connsiteY21" fmla="*/ 0 h 2449001"/>
              <a:gd name="connsiteX0" fmla="*/ 425696 w 779841"/>
              <a:gd name="connsiteY0" fmla="*/ 1331843 h 2449001"/>
              <a:gd name="connsiteX1" fmla="*/ 537015 w 779841"/>
              <a:gd name="connsiteY1" fmla="*/ 1379551 h 2449001"/>
              <a:gd name="connsiteX2" fmla="*/ 758445 w 779841"/>
              <a:gd name="connsiteY2" fmla="*/ 1406369 h 2449001"/>
              <a:gd name="connsiteX3" fmla="*/ 620503 w 779841"/>
              <a:gd name="connsiteY3" fmla="*/ 1741335 h 2449001"/>
              <a:gd name="connsiteX4" fmla="*/ 604600 w 779841"/>
              <a:gd name="connsiteY4" fmla="*/ 2441050 h 2449001"/>
              <a:gd name="connsiteX5" fmla="*/ 314378 w 779841"/>
              <a:gd name="connsiteY5" fmla="*/ 2445025 h 2449001"/>
              <a:gd name="connsiteX6" fmla="*/ 207035 w 779841"/>
              <a:gd name="connsiteY6" fmla="*/ 1673750 h 2449001"/>
              <a:gd name="connsiteX7" fmla="*/ 203060 w 779841"/>
              <a:gd name="connsiteY7" fmla="*/ 2441050 h 2449001"/>
              <a:gd name="connsiteX8" fmla="*/ 131498 w 779841"/>
              <a:gd name="connsiteY8" fmla="*/ 2449001 h 2449001"/>
              <a:gd name="connsiteX9" fmla="*/ 301 w 779841"/>
              <a:gd name="connsiteY9" fmla="*/ 1701579 h 2449001"/>
              <a:gd name="connsiteX10" fmla="*/ 95814 w 779841"/>
              <a:gd name="connsiteY10" fmla="*/ 1597201 h 2449001"/>
              <a:gd name="connsiteX11" fmla="*/ 84343 w 779841"/>
              <a:gd name="connsiteY11" fmla="*/ 1389262 h 2449001"/>
              <a:gd name="connsiteX12" fmla="*/ 334256 w 779841"/>
              <a:gd name="connsiteY12" fmla="*/ 1375575 h 2449001"/>
              <a:gd name="connsiteX13" fmla="*/ 425696 w 779841"/>
              <a:gd name="connsiteY13" fmla="*/ 1331843 h 2449001"/>
              <a:gd name="connsiteX14" fmla="*/ 238839 w 779841"/>
              <a:gd name="connsiteY14" fmla="*/ 0 h 2449001"/>
              <a:gd name="connsiteX15" fmla="*/ 552915 w 779841"/>
              <a:gd name="connsiteY15" fmla="*/ 0 h 2449001"/>
              <a:gd name="connsiteX16" fmla="*/ 684113 w 779841"/>
              <a:gd name="connsiteY16" fmla="*/ 962108 h 2449001"/>
              <a:gd name="connsiteX17" fmla="*/ 719893 w 779841"/>
              <a:gd name="connsiteY17" fmla="*/ 1307990 h 2449001"/>
              <a:gd name="connsiteX18" fmla="*/ 409792 w 779841"/>
              <a:gd name="connsiteY18" fmla="*/ 1268233 h 2449001"/>
              <a:gd name="connsiteX19" fmla="*/ 99692 w 779841"/>
              <a:gd name="connsiteY19" fmla="*/ 1288111 h 2449001"/>
              <a:gd name="connsiteX20" fmla="*/ 119570 w 779841"/>
              <a:gd name="connsiteY20" fmla="*/ 1017766 h 2449001"/>
              <a:gd name="connsiteX21" fmla="*/ 238839 w 779841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19570 w 794874"/>
              <a:gd name="connsiteY20" fmla="*/ 1017766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1314"/>
              <a:gd name="connsiteY0" fmla="*/ 1331843 h 2449001"/>
              <a:gd name="connsiteX1" fmla="*/ 537015 w 791314"/>
              <a:gd name="connsiteY1" fmla="*/ 1379551 h 2449001"/>
              <a:gd name="connsiteX2" fmla="*/ 758445 w 791314"/>
              <a:gd name="connsiteY2" fmla="*/ 1406369 h 2449001"/>
              <a:gd name="connsiteX3" fmla="*/ 620503 w 791314"/>
              <a:gd name="connsiteY3" fmla="*/ 1741335 h 2449001"/>
              <a:gd name="connsiteX4" fmla="*/ 604600 w 791314"/>
              <a:gd name="connsiteY4" fmla="*/ 2441050 h 2449001"/>
              <a:gd name="connsiteX5" fmla="*/ 314378 w 791314"/>
              <a:gd name="connsiteY5" fmla="*/ 2445025 h 2449001"/>
              <a:gd name="connsiteX6" fmla="*/ 207035 w 791314"/>
              <a:gd name="connsiteY6" fmla="*/ 1673750 h 2449001"/>
              <a:gd name="connsiteX7" fmla="*/ 203060 w 791314"/>
              <a:gd name="connsiteY7" fmla="*/ 2441050 h 2449001"/>
              <a:gd name="connsiteX8" fmla="*/ 131498 w 791314"/>
              <a:gd name="connsiteY8" fmla="*/ 2449001 h 2449001"/>
              <a:gd name="connsiteX9" fmla="*/ 301 w 791314"/>
              <a:gd name="connsiteY9" fmla="*/ 1701579 h 2449001"/>
              <a:gd name="connsiteX10" fmla="*/ 95814 w 791314"/>
              <a:gd name="connsiteY10" fmla="*/ 1597201 h 2449001"/>
              <a:gd name="connsiteX11" fmla="*/ 84343 w 791314"/>
              <a:gd name="connsiteY11" fmla="*/ 1389262 h 2449001"/>
              <a:gd name="connsiteX12" fmla="*/ 334256 w 791314"/>
              <a:gd name="connsiteY12" fmla="*/ 1375575 h 2449001"/>
              <a:gd name="connsiteX13" fmla="*/ 425696 w 791314"/>
              <a:gd name="connsiteY13" fmla="*/ 1331843 h 2449001"/>
              <a:gd name="connsiteX14" fmla="*/ 218310 w 791314"/>
              <a:gd name="connsiteY14" fmla="*/ 0 h 2449001"/>
              <a:gd name="connsiteX15" fmla="*/ 570023 w 791314"/>
              <a:gd name="connsiteY15" fmla="*/ 3422 h 2449001"/>
              <a:gd name="connsiteX16" fmla="*/ 677271 w 791314"/>
              <a:gd name="connsiteY16" fmla="*/ 938156 h 2449001"/>
              <a:gd name="connsiteX17" fmla="*/ 719893 w 791314"/>
              <a:gd name="connsiteY17" fmla="*/ 1307990 h 2449001"/>
              <a:gd name="connsiteX18" fmla="*/ 409792 w 791314"/>
              <a:gd name="connsiteY18" fmla="*/ 1268233 h 2449001"/>
              <a:gd name="connsiteX19" fmla="*/ 99692 w 791314"/>
              <a:gd name="connsiteY19" fmla="*/ 1288111 h 2449001"/>
              <a:gd name="connsiteX20" fmla="*/ 133257 w 791314"/>
              <a:gd name="connsiteY20" fmla="*/ 945913 h 2449001"/>
              <a:gd name="connsiteX21" fmla="*/ 218310 w 791314"/>
              <a:gd name="connsiteY21" fmla="*/ 0 h 2449001"/>
              <a:gd name="connsiteX0" fmla="*/ 425696 w 791740"/>
              <a:gd name="connsiteY0" fmla="*/ 1331843 h 2449001"/>
              <a:gd name="connsiteX1" fmla="*/ 537015 w 791740"/>
              <a:gd name="connsiteY1" fmla="*/ 1379551 h 2449001"/>
              <a:gd name="connsiteX2" fmla="*/ 775553 w 791740"/>
              <a:gd name="connsiteY2" fmla="*/ 1406369 h 2449001"/>
              <a:gd name="connsiteX3" fmla="*/ 620503 w 791740"/>
              <a:gd name="connsiteY3" fmla="*/ 1741335 h 2449001"/>
              <a:gd name="connsiteX4" fmla="*/ 604600 w 791740"/>
              <a:gd name="connsiteY4" fmla="*/ 2441050 h 2449001"/>
              <a:gd name="connsiteX5" fmla="*/ 314378 w 791740"/>
              <a:gd name="connsiteY5" fmla="*/ 2445025 h 2449001"/>
              <a:gd name="connsiteX6" fmla="*/ 207035 w 791740"/>
              <a:gd name="connsiteY6" fmla="*/ 1673750 h 2449001"/>
              <a:gd name="connsiteX7" fmla="*/ 203060 w 791740"/>
              <a:gd name="connsiteY7" fmla="*/ 2441050 h 2449001"/>
              <a:gd name="connsiteX8" fmla="*/ 131498 w 791740"/>
              <a:gd name="connsiteY8" fmla="*/ 2449001 h 2449001"/>
              <a:gd name="connsiteX9" fmla="*/ 301 w 791740"/>
              <a:gd name="connsiteY9" fmla="*/ 1701579 h 2449001"/>
              <a:gd name="connsiteX10" fmla="*/ 95814 w 791740"/>
              <a:gd name="connsiteY10" fmla="*/ 1597201 h 2449001"/>
              <a:gd name="connsiteX11" fmla="*/ 84343 w 791740"/>
              <a:gd name="connsiteY11" fmla="*/ 1389262 h 2449001"/>
              <a:gd name="connsiteX12" fmla="*/ 334256 w 791740"/>
              <a:gd name="connsiteY12" fmla="*/ 1375575 h 2449001"/>
              <a:gd name="connsiteX13" fmla="*/ 425696 w 791740"/>
              <a:gd name="connsiteY13" fmla="*/ 1331843 h 2449001"/>
              <a:gd name="connsiteX14" fmla="*/ 218310 w 791740"/>
              <a:gd name="connsiteY14" fmla="*/ 0 h 2449001"/>
              <a:gd name="connsiteX15" fmla="*/ 570023 w 791740"/>
              <a:gd name="connsiteY15" fmla="*/ 3422 h 2449001"/>
              <a:gd name="connsiteX16" fmla="*/ 677271 w 791740"/>
              <a:gd name="connsiteY16" fmla="*/ 938156 h 2449001"/>
              <a:gd name="connsiteX17" fmla="*/ 719893 w 791740"/>
              <a:gd name="connsiteY17" fmla="*/ 1307990 h 2449001"/>
              <a:gd name="connsiteX18" fmla="*/ 409792 w 791740"/>
              <a:gd name="connsiteY18" fmla="*/ 1268233 h 2449001"/>
              <a:gd name="connsiteX19" fmla="*/ 99692 w 791740"/>
              <a:gd name="connsiteY19" fmla="*/ 1288111 h 2449001"/>
              <a:gd name="connsiteX20" fmla="*/ 133257 w 791740"/>
              <a:gd name="connsiteY20" fmla="*/ 945913 h 2449001"/>
              <a:gd name="connsiteX21" fmla="*/ 218310 w 791740"/>
              <a:gd name="connsiteY21" fmla="*/ 0 h 2449001"/>
              <a:gd name="connsiteX0" fmla="*/ 425696 w 798638"/>
              <a:gd name="connsiteY0" fmla="*/ 1331843 h 2449001"/>
              <a:gd name="connsiteX1" fmla="*/ 537015 w 798638"/>
              <a:gd name="connsiteY1" fmla="*/ 1379551 h 2449001"/>
              <a:gd name="connsiteX2" fmla="*/ 775553 w 798638"/>
              <a:gd name="connsiteY2" fmla="*/ 1406369 h 2449001"/>
              <a:gd name="connsiteX3" fmla="*/ 620503 w 798638"/>
              <a:gd name="connsiteY3" fmla="*/ 1741335 h 2449001"/>
              <a:gd name="connsiteX4" fmla="*/ 604600 w 798638"/>
              <a:gd name="connsiteY4" fmla="*/ 2441050 h 2449001"/>
              <a:gd name="connsiteX5" fmla="*/ 314378 w 798638"/>
              <a:gd name="connsiteY5" fmla="*/ 2445025 h 2449001"/>
              <a:gd name="connsiteX6" fmla="*/ 207035 w 798638"/>
              <a:gd name="connsiteY6" fmla="*/ 1673750 h 2449001"/>
              <a:gd name="connsiteX7" fmla="*/ 203060 w 798638"/>
              <a:gd name="connsiteY7" fmla="*/ 2441050 h 2449001"/>
              <a:gd name="connsiteX8" fmla="*/ 131498 w 798638"/>
              <a:gd name="connsiteY8" fmla="*/ 2449001 h 2449001"/>
              <a:gd name="connsiteX9" fmla="*/ 301 w 798638"/>
              <a:gd name="connsiteY9" fmla="*/ 1701579 h 2449001"/>
              <a:gd name="connsiteX10" fmla="*/ 95814 w 798638"/>
              <a:gd name="connsiteY10" fmla="*/ 1597201 h 2449001"/>
              <a:gd name="connsiteX11" fmla="*/ 84343 w 798638"/>
              <a:gd name="connsiteY11" fmla="*/ 1389262 h 2449001"/>
              <a:gd name="connsiteX12" fmla="*/ 334256 w 798638"/>
              <a:gd name="connsiteY12" fmla="*/ 1375575 h 2449001"/>
              <a:gd name="connsiteX13" fmla="*/ 425696 w 798638"/>
              <a:gd name="connsiteY13" fmla="*/ 1331843 h 2449001"/>
              <a:gd name="connsiteX14" fmla="*/ 218310 w 798638"/>
              <a:gd name="connsiteY14" fmla="*/ 0 h 2449001"/>
              <a:gd name="connsiteX15" fmla="*/ 570023 w 798638"/>
              <a:gd name="connsiteY15" fmla="*/ 3422 h 2449001"/>
              <a:gd name="connsiteX16" fmla="*/ 677271 w 798638"/>
              <a:gd name="connsiteY16" fmla="*/ 938156 h 2449001"/>
              <a:gd name="connsiteX17" fmla="*/ 719893 w 798638"/>
              <a:gd name="connsiteY17" fmla="*/ 1307990 h 2449001"/>
              <a:gd name="connsiteX18" fmla="*/ 409792 w 798638"/>
              <a:gd name="connsiteY18" fmla="*/ 1268233 h 2449001"/>
              <a:gd name="connsiteX19" fmla="*/ 99692 w 798638"/>
              <a:gd name="connsiteY19" fmla="*/ 1288111 h 2449001"/>
              <a:gd name="connsiteX20" fmla="*/ 133257 w 798638"/>
              <a:gd name="connsiteY20" fmla="*/ 945913 h 2449001"/>
              <a:gd name="connsiteX21" fmla="*/ 218310 w 798638"/>
              <a:gd name="connsiteY21" fmla="*/ 0 h 2449001"/>
              <a:gd name="connsiteX0" fmla="*/ 425696 w 798137"/>
              <a:gd name="connsiteY0" fmla="*/ 1331843 h 2449001"/>
              <a:gd name="connsiteX1" fmla="*/ 537015 w 798137"/>
              <a:gd name="connsiteY1" fmla="*/ 1379551 h 2449001"/>
              <a:gd name="connsiteX2" fmla="*/ 775553 w 798137"/>
              <a:gd name="connsiteY2" fmla="*/ 1406369 h 2449001"/>
              <a:gd name="connsiteX3" fmla="*/ 613659 w 798137"/>
              <a:gd name="connsiteY3" fmla="*/ 1785816 h 2449001"/>
              <a:gd name="connsiteX4" fmla="*/ 604600 w 798137"/>
              <a:gd name="connsiteY4" fmla="*/ 2441050 h 2449001"/>
              <a:gd name="connsiteX5" fmla="*/ 314378 w 798137"/>
              <a:gd name="connsiteY5" fmla="*/ 2445025 h 2449001"/>
              <a:gd name="connsiteX6" fmla="*/ 207035 w 798137"/>
              <a:gd name="connsiteY6" fmla="*/ 1673750 h 2449001"/>
              <a:gd name="connsiteX7" fmla="*/ 203060 w 798137"/>
              <a:gd name="connsiteY7" fmla="*/ 2441050 h 2449001"/>
              <a:gd name="connsiteX8" fmla="*/ 131498 w 798137"/>
              <a:gd name="connsiteY8" fmla="*/ 2449001 h 2449001"/>
              <a:gd name="connsiteX9" fmla="*/ 301 w 798137"/>
              <a:gd name="connsiteY9" fmla="*/ 1701579 h 2449001"/>
              <a:gd name="connsiteX10" fmla="*/ 95814 w 798137"/>
              <a:gd name="connsiteY10" fmla="*/ 1597201 h 2449001"/>
              <a:gd name="connsiteX11" fmla="*/ 84343 w 798137"/>
              <a:gd name="connsiteY11" fmla="*/ 1389262 h 2449001"/>
              <a:gd name="connsiteX12" fmla="*/ 334256 w 798137"/>
              <a:gd name="connsiteY12" fmla="*/ 1375575 h 2449001"/>
              <a:gd name="connsiteX13" fmla="*/ 425696 w 798137"/>
              <a:gd name="connsiteY13" fmla="*/ 1331843 h 2449001"/>
              <a:gd name="connsiteX14" fmla="*/ 218310 w 798137"/>
              <a:gd name="connsiteY14" fmla="*/ 0 h 2449001"/>
              <a:gd name="connsiteX15" fmla="*/ 570023 w 798137"/>
              <a:gd name="connsiteY15" fmla="*/ 3422 h 2449001"/>
              <a:gd name="connsiteX16" fmla="*/ 677271 w 798137"/>
              <a:gd name="connsiteY16" fmla="*/ 938156 h 2449001"/>
              <a:gd name="connsiteX17" fmla="*/ 719893 w 798137"/>
              <a:gd name="connsiteY17" fmla="*/ 1307990 h 2449001"/>
              <a:gd name="connsiteX18" fmla="*/ 409792 w 798137"/>
              <a:gd name="connsiteY18" fmla="*/ 1268233 h 2449001"/>
              <a:gd name="connsiteX19" fmla="*/ 99692 w 798137"/>
              <a:gd name="connsiteY19" fmla="*/ 1288111 h 2449001"/>
              <a:gd name="connsiteX20" fmla="*/ 133257 w 798137"/>
              <a:gd name="connsiteY20" fmla="*/ 945913 h 2449001"/>
              <a:gd name="connsiteX21" fmla="*/ 218310 w 798137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07035 w 797686"/>
              <a:gd name="connsiteY6" fmla="*/ 1673750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13878 w 797686"/>
              <a:gd name="connsiteY6" fmla="*/ 1707967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13878 w 797686"/>
              <a:gd name="connsiteY6" fmla="*/ 1707967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24143 w 797686"/>
              <a:gd name="connsiteY6" fmla="*/ 1721654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05179 w 777169"/>
              <a:gd name="connsiteY0" fmla="*/ 1331843 h 2449001"/>
              <a:gd name="connsiteX1" fmla="*/ 516498 w 777169"/>
              <a:gd name="connsiteY1" fmla="*/ 1379551 h 2449001"/>
              <a:gd name="connsiteX2" fmla="*/ 755036 w 777169"/>
              <a:gd name="connsiteY2" fmla="*/ 1406369 h 2449001"/>
              <a:gd name="connsiteX3" fmla="*/ 593142 w 777169"/>
              <a:gd name="connsiteY3" fmla="*/ 1785816 h 2449001"/>
              <a:gd name="connsiteX4" fmla="*/ 584083 w 777169"/>
              <a:gd name="connsiteY4" fmla="*/ 2441050 h 2449001"/>
              <a:gd name="connsiteX5" fmla="*/ 293861 w 777169"/>
              <a:gd name="connsiteY5" fmla="*/ 2445025 h 2449001"/>
              <a:gd name="connsiteX6" fmla="*/ 203626 w 777169"/>
              <a:gd name="connsiteY6" fmla="*/ 1721654 h 2449001"/>
              <a:gd name="connsiteX7" fmla="*/ 182543 w 777169"/>
              <a:gd name="connsiteY7" fmla="*/ 2441050 h 2449001"/>
              <a:gd name="connsiteX8" fmla="*/ 110981 w 777169"/>
              <a:gd name="connsiteY8" fmla="*/ 2449001 h 2449001"/>
              <a:gd name="connsiteX9" fmla="*/ 313 w 777169"/>
              <a:gd name="connsiteY9" fmla="*/ 1749481 h 2449001"/>
              <a:gd name="connsiteX10" fmla="*/ 92405 w 777169"/>
              <a:gd name="connsiteY10" fmla="*/ 1641682 h 2449001"/>
              <a:gd name="connsiteX11" fmla="*/ 63826 w 777169"/>
              <a:gd name="connsiteY11" fmla="*/ 1389262 h 2449001"/>
              <a:gd name="connsiteX12" fmla="*/ 313739 w 777169"/>
              <a:gd name="connsiteY12" fmla="*/ 1375575 h 2449001"/>
              <a:gd name="connsiteX13" fmla="*/ 405179 w 777169"/>
              <a:gd name="connsiteY13" fmla="*/ 1331843 h 2449001"/>
              <a:gd name="connsiteX14" fmla="*/ 197793 w 777169"/>
              <a:gd name="connsiteY14" fmla="*/ 0 h 2449001"/>
              <a:gd name="connsiteX15" fmla="*/ 549506 w 777169"/>
              <a:gd name="connsiteY15" fmla="*/ 3422 h 2449001"/>
              <a:gd name="connsiteX16" fmla="*/ 656754 w 777169"/>
              <a:gd name="connsiteY16" fmla="*/ 938156 h 2449001"/>
              <a:gd name="connsiteX17" fmla="*/ 699376 w 777169"/>
              <a:gd name="connsiteY17" fmla="*/ 1307990 h 2449001"/>
              <a:gd name="connsiteX18" fmla="*/ 389275 w 777169"/>
              <a:gd name="connsiteY18" fmla="*/ 1268233 h 2449001"/>
              <a:gd name="connsiteX19" fmla="*/ 79175 w 777169"/>
              <a:gd name="connsiteY19" fmla="*/ 1288111 h 2449001"/>
              <a:gd name="connsiteX20" fmla="*/ 112740 w 777169"/>
              <a:gd name="connsiteY20" fmla="*/ 945913 h 2449001"/>
              <a:gd name="connsiteX21" fmla="*/ 197793 w 777169"/>
              <a:gd name="connsiteY21" fmla="*/ 0 h 2449001"/>
              <a:gd name="connsiteX0" fmla="*/ 413332 w 785322"/>
              <a:gd name="connsiteY0" fmla="*/ 1331843 h 2449001"/>
              <a:gd name="connsiteX1" fmla="*/ 524651 w 785322"/>
              <a:gd name="connsiteY1" fmla="*/ 1379551 h 2449001"/>
              <a:gd name="connsiteX2" fmla="*/ 763189 w 785322"/>
              <a:gd name="connsiteY2" fmla="*/ 1406369 h 2449001"/>
              <a:gd name="connsiteX3" fmla="*/ 601295 w 785322"/>
              <a:gd name="connsiteY3" fmla="*/ 1785816 h 2449001"/>
              <a:gd name="connsiteX4" fmla="*/ 592236 w 785322"/>
              <a:gd name="connsiteY4" fmla="*/ 2441050 h 2449001"/>
              <a:gd name="connsiteX5" fmla="*/ 302014 w 785322"/>
              <a:gd name="connsiteY5" fmla="*/ 2445025 h 2449001"/>
              <a:gd name="connsiteX6" fmla="*/ 211779 w 785322"/>
              <a:gd name="connsiteY6" fmla="*/ 1721654 h 2449001"/>
              <a:gd name="connsiteX7" fmla="*/ 190696 w 785322"/>
              <a:gd name="connsiteY7" fmla="*/ 2441050 h 2449001"/>
              <a:gd name="connsiteX8" fmla="*/ 119134 w 785322"/>
              <a:gd name="connsiteY8" fmla="*/ 2449001 h 2449001"/>
              <a:gd name="connsiteX9" fmla="*/ 8466 w 785322"/>
              <a:gd name="connsiteY9" fmla="*/ 1749481 h 2449001"/>
              <a:gd name="connsiteX10" fmla="*/ 100558 w 785322"/>
              <a:gd name="connsiteY10" fmla="*/ 1641682 h 2449001"/>
              <a:gd name="connsiteX11" fmla="*/ 71979 w 785322"/>
              <a:gd name="connsiteY11" fmla="*/ 1389262 h 2449001"/>
              <a:gd name="connsiteX12" fmla="*/ 321892 w 785322"/>
              <a:gd name="connsiteY12" fmla="*/ 1375575 h 2449001"/>
              <a:gd name="connsiteX13" fmla="*/ 413332 w 785322"/>
              <a:gd name="connsiteY13" fmla="*/ 1331843 h 2449001"/>
              <a:gd name="connsiteX14" fmla="*/ 205946 w 785322"/>
              <a:gd name="connsiteY14" fmla="*/ 0 h 2449001"/>
              <a:gd name="connsiteX15" fmla="*/ 557659 w 785322"/>
              <a:gd name="connsiteY15" fmla="*/ 3422 h 2449001"/>
              <a:gd name="connsiteX16" fmla="*/ 664907 w 785322"/>
              <a:gd name="connsiteY16" fmla="*/ 938156 h 2449001"/>
              <a:gd name="connsiteX17" fmla="*/ 707529 w 785322"/>
              <a:gd name="connsiteY17" fmla="*/ 1307990 h 2449001"/>
              <a:gd name="connsiteX18" fmla="*/ 397428 w 785322"/>
              <a:gd name="connsiteY18" fmla="*/ 1268233 h 2449001"/>
              <a:gd name="connsiteX19" fmla="*/ 87328 w 785322"/>
              <a:gd name="connsiteY19" fmla="*/ 1288111 h 2449001"/>
              <a:gd name="connsiteX20" fmla="*/ 120893 w 785322"/>
              <a:gd name="connsiteY20" fmla="*/ 945913 h 2449001"/>
              <a:gd name="connsiteX21" fmla="*/ 205946 w 785322"/>
              <a:gd name="connsiteY21" fmla="*/ 0 h 244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85322" h="2449001">
                <a:moveTo>
                  <a:pt x="413332" y="1331843"/>
                </a:moveTo>
                <a:cubicBezTo>
                  <a:pt x="470316" y="1339795"/>
                  <a:pt x="487545" y="1363648"/>
                  <a:pt x="524651" y="1379551"/>
                </a:cubicBezTo>
                <a:cubicBezTo>
                  <a:pt x="598461" y="1388490"/>
                  <a:pt x="730438" y="1342684"/>
                  <a:pt x="763189" y="1406369"/>
                </a:cubicBezTo>
                <a:cubicBezTo>
                  <a:pt x="860365" y="1644887"/>
                  <a:pt x="606378" y="1660931"/>
                  <a:pt x="601295" y="1785816"/>
                </a:cubicBezTo>
                <a:cubicBezTo>
                  <a:pt x="592018" y="1995200"/>
                  <a:pt x="585610" y="2024932"/>
                  <a:pt x="592236" y="2441050"/>
                </a:cubicBezTo>
                <a:lnTo>
                  <a:pt x="302014" y="2445025"/>
                </a:lnTo>
                <a:cubicBezTo>
                  <a:pt x="266233" y="2198535"/>
                  <a:pt x="340856" y="1660357"/>
                  <a:pt x="211779" y="1721654"/>
                </a:cubicBezTo>
                <a:cubicBezTo>
                  <a:pt x="170697" y="1762736"/>
                  <a:pt x="192021" y="2185283"/>
                  <a:pt x="190696" y="2441050"/>
                </a:cubicBezTo>
                <a:cubicBezTo>
                  <a:pt x="146301" y="2445688"/>
                  <a:pt x="179432" y="2445688"/>
                  <a:pt x="119134" y="2449001"/>
                </a:cubicBezTo>
                <a:cubicBezTo>
                  <a:pt x="103231" y="1623390"/>
                  <a:pt x="60150" y="1875377"/>
                  <a:pt x="8466" y="1749481"/>
                </a:cubicBezTo>
                <a:cubicBezTo>
                  <a:pt x="-31697" y="1604092"/>
                  <a:pt x="83130" y="1642413"/>
                  <a:pt x="100558" y="1641682"/>
                </a:cubicBezTo>
                <a:cubicBezTo>
                  <a:pt x="5622" y="1561516"/>
                  <a:pt x="-3874" y="1450657"/>
                  <a:pt x="71979" y="1389262"/>
                </a:cubicBezTo>
                <a:cubicBezTo>
                  <a:pt x="119567" y="1358010"/>
                  <a:pt x="239728" y="1375575"/>
                  <a:pt x="321892" y="1375575"/>
                </a:cubicBezTo>
                <a:cubicBezTo>
                  <a:pt x="347071" y="1360998"/>
                  <a:pt x="364299" y="1334493"/>
                  <a:pt x="413332" y="1331843"/>
                </a:cubicBezTo>
                <a:close/>
                <a:moveTo>
                  <a:pt x="205946" y="0"/>
                </a:moveTo>
                <a:lnTo>
                  <a:pt x="557659" y="3422"/>
                </a:lnTo>
                <a:cubicBezTo>
                  <a:pt x="580863" y="327547"/>
                  <a:pt x="489978" y="820211"/>
                  <a:pt x="664907" y="938156"/>
                </a:cubicBezTo>
                <a:cubicBezTo>
                  <a:pt x="834535" y="1061401"/>
                  <a:pt x="785141" y="1256861"/>
                  <a:pt x="707529" y="1307990"/>
                </a:cubicBezTo>
                <a:cubicBezTo>
                  <a:pt x="596211" y="1362324"/>
                  <a:pt x="496819" y="1313291"/>
                  <a:pt x="397428" y="1268233"/>
                </a:cubicBezTo>
                <a:cubicBezTo>
                  <a:pt x="324542" y="1317265"/>
                  <a:pt x="192020" y="1358347"/>
                  <a:pt x="87328" y="1288111"/>
                </a:cubicBezTo>
                <a:cubicBezTo>
                  <a:pt x="-33267" y="1184744"/>
                  <a:pt x="58608" y="985670"/>
                  <a:pt x="120893" y="945913"/>
                </a:cubicBezTo>
                <a:cubicBezTo>
                  <a:pt x="259584" y="846619"/>
                  <a:pt x="211126" y="365206"/>
                  <a:pt x="20594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Freeform 108">
            <a:extLst>
              <a:ext uri="{FF2B5EF4-FFF2-40B4-BE49-F238E27FC236}">
                <a16:creationId xmlns:a16="http://schemas.microsoft.com/office/drawing/2014/main" xmlns="" id="{6A02011B-41CE-4E20-9214-001F7D847E12}"/>
              </a:ext>
            </a:extLst>
          </p:cNvPr>
          <p:cNvSpPr/>
          <p:nvPr/>
        </p:nvSpPr>
        <p:spPr>
          <a:xfrm>
            <a:off x="6129967" y="2416730"/>
            <a:ext cx="501857" cy="554554"/>
          </a:xfrm>
          <a:custGeom>
            <a:avLst/>
            <a:gdLst/>
            <a:ahLst/>
            <a:cxn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1" name="Oval 8">
            <a:extLst>
              <a:ext uri="{FF2B5EF4-FFF2-40B4-BE49-F238E27FC236}">
                <a16:creationId xmlns:a16="http://schemas.microsoft.com/office/drawing/2014/main" xmlns="" id="{E3D5639C-49CF-43D9-965F-7653D69F451F}"/>
              </a:ext>
            </a:extLst>
          </p:cNvPr>
          <p:cNvSpPr/>
          <p:nvPr/>
        </p:nvSpPr>
        <p:spPr>
          <a:xfrm>
            <a:off x="6967308" y="2429072"/>
            <a:ext cx="527152" cy="529870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72" name="Group 110">
            <a:extLst>
              <a:ext uri="{FF2B5EF4-FFF2-40B4-BE49-F238E27FC236}">
                <a16:creationId xmlns:a16="http://schemas.microsoft.com/office/drawing/2014/main" xmlns="" id="{D519BD50-C580-4623-8810-E04695FA5F45}"/>
              </a:ext>
            </a:extLst>
          </p:cNvPr>
          <p:cNvGrpSpPr/>
          <p:nvPr/>
        </p:nvGrpSpPr>
        <p:grpSpPr>
          <a:xfrm>
            <a:off x="5291981" y="2416730"/>
            <a:ext cx="501857" cy="554554"/>
            <a:chOff x="4835382" y="73243"/>
            <a:chExt cx="2920830" cy="3227535"/>
          </a:xfrm>
          <a:solidFill>
            <a:schemeClr val="accent4"/>
          </a:solidFill>
        </p:grpSpPr>
        <p:sp>
          <p:nvSpPr>
            <p:cNvPr id="73" name="Freeform 111">
              <a:extLst>
                <a:ext uri="{FF2B5EF4-FFF2-40B4-BE49-F238E27FC236}">
                  <a16:creationId xmlns:a16="http://schemas.microsoft.com/office/drawing/2014/main" xmlns="" id="{BBCCCC44-B257-423A-BB40-01303C1A40E8}"/>
                </a:ext>
              </a:extLst>
            </p:cNvPr>
            <p:cNvSpPr/>
            <p:nvPr/>
          </p:nvSpPr>
          <p:spPr>
            <a:xfrm>
              <a:off x="4835382" y="73243"/>
              <a:ext cx="2920830" cy="3227535"/>
            </a:xfrm>
            <a:custGeom>
              <a:avLst/>
              <a:gdLst>
                <a:gd name="connsiteX0" fmla="*/ 3030279 w 4784651"/>
                <a:gd name="connsiteY0" fmla="*/ 0 h 5890437"/>
                <a:gd name="connsiteX1" fmla="*/ 765544 w 4784651"/>
                <a:gd name="connsiteY1" fmla="*/ 1935126 h 5890437"/>
                <a:gd name="connsiteX2" fmla="*/ 0 w 4784651"/>
                <a:gd name="connsiteY2" fmla="*/ 3051544 h 5890437"/>
                <a:gd name="connsiteX3" fmla="*/ 510363 w 4784651"/>
                <a:gd name="connsiteY3" fmla="*/ 3327991 h 5890437"/>
                <a:gd name="connsiteX4" fmla="*/ 297711 w 4784651"/>
                <a:gd name="connsiteY4" fmla="*/ 3657600 h 5890437"/>
                <a:gd name="connsiteX5" fmla="*/ 489097 w 4784651"/>
                <a:gd name="connsiteY5" fmla="*/ 3870251 h 5890437"/>
                <a:gd name="connsiteX6" fmla="*/ 372139 w 4784651"/>
                <a:gd name="connsiteY6" fmla="*/ 4061637 h 5890437"/>
                <a:gd name="connsiteX7" fmla="*/ 563525 w 4784651"/>
                <a:gd name="connsiteY7" fmla="*/ 4316819 h 5890437"/>
                <a:gd name="connsiteX8" fmla="*/ 499730 w 4784651"/>
                <a:gd name="connsiteY8" fmla="*/ 4976037 h 5890437"/>
                <a:gd name="connsiteX9" fmla="*/ 1754372 w 4784651"/>
                <a:gd name="connsiteY9" fmla="*/ 5199321 h 5890437"/>
                <a:gd name="connsiteX10" fmla="*/ 1945758 w 4784651"/>
                <a:gd name="connsiteY10" fmla="*/ 5890437 h 5890437"/>
                <a:gd name="connsiteX11" fmla="*/ 4784651 w 4784651"/>
                <a:gd name="connsiteY11" fmla="*/ 5858540 h 5890437"/>
                <a:gd name="connsiteX12" fmla="*/ 4561367 w 4784651"/>
                <a:gd name="connsiteY12" fmla="*/ 4189228 h 5890437"/>
                <a:gd name="connsiteX13" fmla="*/ 3030279 w 4784651"/>
                <a:gd name="connsiteY13" fmla="*/ 0 h 5890437"/>
                <a:gd name="connsiteX0" fmla="*/ 3030279 w 4784651"/>
                <a:gd name="connsiteY0" fmla="*/ 114 h 5890551"/>
                <a:gd name="connsiteX1" fmla="*/ 765544 w 4784651"/>
                <a:gd name="connsiteY1" fmla="*/ 1935240 h 5890551"/>
                <a:gd name="connsiteX2" fmla="*/ 0 w 4784651"/>
                <a:gd name="connsiteY2" fmla="*/ 3051658 h 5890551"/>
                <a:gd name="connsiteX3" fmla="*/ 510363 w 4784651"/>
                <a:gd name="connsiteY3" fmla="*/ 3328105 h 5890551"/>
                <a:gd name="connsiteX4" fmla="*/ 297711 w 4784651"/>
                <a:gd name="connsiteY4" fmla="*/ 3657714 h 5890551"/>
                <a:gd name="connsiteX5" fmla="*/ 489097 w 4784651"/>
                <a:gd name="connsiteY5" fmla="*/ 3870365 h 5890551"/>
                <a:gd name="connsiteX6" fmla="*/ 372139 w 4784651"/>
                <a:gd name="connsiteY6" fmla="*/ 4061751 h 5890551"/>
                <a:gd name="connsiteX7" fmla="*/ 563525 w 4784651"/>
                <a:gd name="connsiteY7" fmla="*/ 4316933 h 5890551"/>
                <a:gd name="connsiteX8" fmla="*/ 499730 w 4784651"/>
                <a:gd name="connsiteY8" fmla="*/ 4976151 h 5890551"/>
                <a:gd name="connsiteX9" fmla="*/ 1754372 w 4784651"/>
                <a:gd name="connsiteY9" fmla="*/ 5199435 h 5890551"/>
                <a:gd name="connsiteX10" fmla="*/ 1945758 w 4784651"/>
                <a:gd name="connsiteY10" fmla="*/ 5890551 h 5890551"/>
                <a:gd name="connsiteX11" fmla="*/ 4784651 w 4784651"/>
                <a:gd name="connsiteY11" fmla="*/ 5858654 h 5890551"/>
                <a:gd name="connsiteX12" fmla="*/ 4561367 w 4784651"/>
                <a:gd name="connsiteY12" fmla="*/ 4189342 h 5890551"/>
                <a:gd name="connsiteX13" fmla="*/ 3030279 w 4784651"/>
                <a:gd name="connsiteY13" fmla="*/ 114 h 5890551"/>
                <a:gd name="connsiteX0" fmla="*/ 3030279 w 4784651"/>
                <a:gd name="connsiteY0" fmla="*/ 398 h 5890835"/>
                <a:gd name="connsiteX1" fmla="*/ 765544 w 4784651"/>
                <a:gd name="connsiteY1" fmla="*/ 1935524 h 5890835"/>
                <a:gd name="connsiteX2" fmla="*/ 0 w 4784651"/>
                <a:gd name="connsiteY2" fmla="*/ 3051942 h 5890835"/>
                <a:gd name="connsiteX3" fmla="*/ 510363 w 4784651"/>
                <a:gd name="connsiteY3" fmla="*/ 3328389 h 5890835"/>
                <a:gd name="connsiteX4" fmla="*/ 297711 w 4784651"/>
                <a:gd name="connsiteY4" fmla="*/ 3657998 h 5890835"/>
                <a:gd name="connsiteX5" fmla="*/ 489097 w 4784651"/>
                <a:gd name="connsiteY5" fmla="*/ 3870649 h 5890835"/>
                <a:gd name="connsiteX6" fmla="*/ 372139 w 4784651"/>
                <a:gd name="connsiteY6" fmla="*/ 4062035 h 5890835"/>
                <a:gd name="connsiteX7" fmla="*/ 563525 w 4784651"/>
                <a:gd name="connsiteY7" fmla="*/ 4317217 h 5890835"/>
                <a:gd name="connsiteX8" fmla="*/ 499730 w 4784651"/>
                <a:gd name="connsiteY8" fmla="*/ 4976435 h 5890835"/>
                <a:gd name="connsiteX9" fmla="*/ 1754372 w 4784651"/>
                <a:gd name="connsiteY9" fmla="*/ 5199719 h 5890835"/>
                <a:gd name="connsiteX10" fmla="*/ 1945758 w 4784651"/>
                <a:gd name="connsiteY10" fmla="*/ 5890835 h 5890835"/>
                <a:gd name="connsiteX11" fmla="*/ 4784651 w 4784651"/>
                <a:gd name="connsiteY11" fmla="*/ 5858938 h 5890835"/>
                <a:gd name="connsiteX12" fmla="*/ 4561367 w 4784651"/>
                <a:gd name="connsiteY12" fmla="*/ 4189626 h 5890835"/>
                <a:gd name="connsiteX13" fmla="*/ 3030279 w 4784651"/>
                <a:gd name="connsiteY13" fmla="*/ 398 h 5890835"/>
                <a:gd name="connsiteX0" fmla="*/ 3030279 w 5042277"/>
                <a:gd name="connsiteY0" fmla="*/ 663 h 5891100"/>
                <a:gd name="connsiteX1" fmla="*/ 765544 w 5042277"/>
                <a:gd name="connsiteY1" fmla="*/ 1935789 h 5891100"/>
                <a:gd name="connsiteX2" fmla="*/ 0 w 5042277"/>
                <a:gd name="connsiteY2" fmla="*/ 3052207 h 5891100"/>
                <a:gd name="connsiteX3" fmla="*/ 510363 w 5042277"/>
                <a:gd name="connsiteY3" fmla="*/ 3328654 h 5891100"/>
                <a:gd name="connsiteX4" fmla="*/ 297711 w 5042277"/>
                <a:gd name="connsiteY4" fmla="*/ 3658263 h 5891100"/>
                <a:gd name="connsiteX5" fmla="*/ 489097 w 5042277"/>
                <a:gd name="connsiteY5" fmla="*/ 3870914 h 5891100"/>
                <a:gd name="connsiteX6" fmla="*/ 372139 w 5042277"/>
                <a:gd name="connsiteY6" fmla="*/ 4062300 h 5891100"/>
                <a:gd name="connsiteX7" fmla="*/ 563525 w 5042277"/>
                <a:gd name="connsiteY7" fmla="*/ 4317482 h 5891100"/>
                <a:gd name="connsiteX8" fmla="*/ 499730 w 5042277"/>
                <a:gd name="connsiteY8" fmla="*/ 4976700 h 5891100"/>
                <a:gd name="connsiteX9" fmla="*/ 1754372 w 5042277"/>
                <a:gd name="connsiteY9" fmla="*/ 5199984 h 5891100"/>
                <a:gd name="connsiteX10" fmla="*/ 1945758 w 5042277"/>
                <a:gd name="connsiteY10" fmla="*/ 5891100 h 5891100"/>
                <a:gd name="connsiteX11" fmla="*/ 4784651 w 5042277"/>
                <a:gd name="connsiteY11" fmla="*/ 5859203 h 5891100"/>
                <a:gd name="connsiteX12" fmla="*/ 4561367 w 5042277"/>
                <a:gd name="connsiteY12" fmla="*/ 4189891 h 5891100"/>
                <a:gd name="connsiteX13" fmla="*/ 3030279 w 5042277"/>
                <a:gd name="connsiteY13" fmla="*/ 663 h 5891100"/>
                <a:gd name="connsiteX0" fmla="*/ 3030279 w 5316637"/>
                <a:gd name="connsiteY0" fmla="*/ 1079 h 5891516"/>
                <a:gd name="connsiteX1" fmla="*/ 765544 w 5316637"/>
                <a:gd name="connsiteY1" fmla="*/ 1936205 h 5891516"/>
                <a:gd name="connsiteX2" fmla="*/ 0 w 5316637"/>
                <a:gd name="connsiteY2" fmla="*/ 3052623 h 5891516"/>
                <a:gd name="connsiteX3" fmla="*/ 510363 w 5316637"/>
                <a:gd name="connsiteY3" fmla="*/ 3329070 h 5891516"/>
                <a:gd name="connsiteX4" fmla="*/ 297711 w 5316637"/>
                <a:gd name="connsiteY4" fmla="*/ 3658679 h 5891516"/>
                <a:gd name="connsiteX5" fmla="*/ 489097 w 5316637"/>
                <a:gd name="connsiteY5" fmla="*/ 3871330 h 5891516"/>
                <a:gd name="connsiteX6" fmla="*/ 372139 w 5316637"/>
                <a:gd name="connsiteY6" fmla="*/ 4062716 h 5891516"/>
                <a:gd name="connsiteX7" fmla="*/ 563525 w 5316637"/>
                <a:gd name="connsiteY7" fmla="*/ 4317898 h 5891516"/>
                <a:gd name="connsiteX8" fmla="*/ 499730 w 5316637"/>
                <a:gd name="connsiteY8" fmla="*/ 4977116 h 5891516"/>
                <a:gd name="connsiteX9" fmla="*/ 1754372 w 5316637"/>
                <a:gd name="connsiteY9" fmla="*/ 5200400 h 5891516"/>
                <a:gd name="connsiteX10" fmla="*/ 1945758 w 5316637"/>
                <a:gd name="connsiteY10" fmla="*/ 5891516 h 5891516"/>
                <a:gd name="connsiteX11" fmla="*/ 4784651 w 5316637"/>
                <a:gd name="connsiteY11" fmla="*/ 5859619 h 5891516"/>
                <a:gd name="connsiteX12" fmla="*/ 4890977 w 5316637"/>
                <a:gd name="connsiteY12" fmla="*/ 3520456 h 5891516"/>
                <a:gd name="connsiteX13" fmla="*/ 3030279 w 5316637"/>
                <a:gd name="connsiteY13" fmla="*/ 1079 h 5891516"/>
                <a:gd name="connsiteX0" fmla="*/ 3030279 w 5338934"/>
                <a:gd name="connsiteY0" fmla="*/ 561 h 5890998"/>
                <a:gd name="connsiteX1" fmla="*/ 765544 w 5338934"/>
                <a:gd name="connsiteY1" fmla="*/ 1935687 h 5890998"/>
                <a:gd name="connsiteX2" fmla="*/ 0 w 5338934"/>
                <a:gd name="connsiteY2" fmla="*/ 3052105 h 5890998"/>
                <a:gd name="connsiteX3" fmla="*/ 510363 w 5338934"/>
                <a:gd name="connsiteY3" fmla="*/ 3328552 h 5890998"/>
                <a:gd name="connsiteX4" fmla="*/ 297711 w 5338934"/>
                <a:gd name="connsiteY4" fmla="*/ 3658161 h 5890998"/>
                <a:gd name="connsiteX5" fmla="*/ 489097 w 5338934"/>
                <a:gd name="connsiteY5" fmla="*/ 3870812 h 5890998"/>
                <a:gd name="connsiteX6" fmla="*/ 372139 w 5338934"/>
                <a:gd name="connsiteY6" fmla="*/ 4062198 h 5890998"/>
                <a:gd name="connsiteX7" fmla="*/ 563525 w 5338934"/>
                <a:gd name="connsiteY7" fmla="*/ 4317380 h 5890998"/>
                <a:gd name="connsiteX8" fmla="*/ 499730 w 5338934"/>
                <a:gd name="connsiteY8" fmla="*/ 4976598 h 5890998"/>
                <a:gd name="connsiteX9" fmla="*/ 1754372 w 5338934"/>
                <a:gd name="connsiteY9" fmla="*/ 5199882 h 5890998"/>
                <a:gd name="connsiteX10" fmla="*/ 1945758 w 5338934"/>
                <a:gd name="connsiteY10" fmla="*/ 5890998 h 5890998"/>
                <a:gd name="connsiteX11" fmla="*/ 4784651 w 5338934"/>
                <a:gd name="connsiteY11" fmla="*/ 5859101 h 5890998"/>
                <a:gd name="connsiteX12" fmla="*/ 4890977 w 5338934"/>
                <a:gd name="connsiteY12" fmla="*/ 3519938 h 5890998"/>
                <a:gd name="connsiteX13" fmla="*/ 3030279 w 5338934"/>
                <a:gd name="connsiteY13" fmla="*/ 561 h 5890998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75 h 5890612"/>
                <a:gd name="connsiteX1" fmla="*/ 765544 w 5381346"/>
                <a:gd name="connsiteY1" fmla="*/ 1935301 h 5890612"/>
                <a:gd name="connsiteX2" fmla="*/ 0 w 5381346"/>
                <a:gd name="connsiteY2" fmla="*/ 3051719 h 5890612"/>
                <a:gd name="connsiteX3" fmla="*/ 510363 w 5381346"/>
                <a:gd name="connsiteY3" fmla="*/ 3328166 h 5890612"/>
                <a:gd name="connsiteX4" fmla="*/ 297711 w 5381346"/>
                <a:gd name="connsiteY4" fmla="*/ 3657775 h 5890612"/>
                <a:gd name="connsiteX5" fmla="*/ 489097 w 5381346"/>
                <a:gd name="connsiteY5" fmla="*/ 3870426 h 5890612"/>
                <a:gd name="connsiteX6" fmla="*/ 372139 w 5381346"/>
                <a:gd name="connsiteY6" fmla="*/ 4061812 h 5890612"/>
                <a:gd name="connsiteX7" fmla="*/ 563525 w 5381346"/>
                <a:gd name="connsiteY7" fmla="*/ 4316994 h 5890612"/>
                <a:gd name="connsiteX8" fmla="*/ 499730 w 5381346"/>
                <a:gd name="connsiteY8" fmla="*/ 4976212 h 5890612"/>
                <a:gd name="connsiteX9" fmla="*/ 1754372 w 5381346"/>
                <a:gd name="connsiteY9" fmla="*/ 5199496 h 5890612"/>
                <a:gd name="connsiteX10" fmla="*/ 1945758 w 5381346"/>
                <a:gd name="connsiteY10" fmla="*/ 5890612 h 5890612"/>
                <a:gd name="connsiteX11" fmla="*/ 4784651 w 5381346"/>
                <a:gd name="connsiteY11" fmla="*/ 5858715 h 5890612"/>
                <a:gd name="connsiteX12" fmla="*/ 4890977 w 5381346"/>
                <a:gd name="connsiteY12" fmla="*/ 3519552 h 5890612"/>
                <a:gd name="connsiteX13" fmla="*/ 3030279 w 5381346"/>
                <a:gd name="connsiteY13" fmla="*/ 175 h 5890612"/>
                <a:gd name="connsiteX0" fmla="*/ 3030279 w 5381346"/>
                <a:gd name="connsiteY0" fmla="*/ 1733 h 5892170"/>
                <a:gd name="connsiteX1" fmla="*/ 0 w 5381346"/>
                <a:gd name="connsiteY1" fmla="*/ 3053277 h 5892170"/>
                <a:gd name="connsiteX2" fmla="*/ 510363 w 5381346"/>
                <a:gd name="connsiteY2" fmla="*/ 3329724 h 5892170"/>
                <a:gd name="connsiteX3" fmla="*/ 297711 w 5381346"/>
                <a:gd name="connsiteY3" fmla="*/ 3659333 h 5892170"/>
                <a:gd name="connsiteX4" fmla="*/ 489097 w 5381346"/>
                <a:gd name="connsiteY4" fmla="*/ 3871984 h 5892170"/>
                <a:gd name="connsiteX5" fmla="*/ 372139 w 5381346"/>
                <a:gd name="connsiteY5" fmla="*/ 4063370 h 5892170"/>
                <a:gd name="connsiteX6" fmla="*/ 563525 w 5381346"/>
                <a:gd name="connsiteY6" fmla="*/ 4318552 h 5892170"/>
                <a:gd name="connsiteX7" fmla="*/ 499730 w 5381346"/>
                <a:gd name="connsiteY7" fmla="*/ 4977770 h 5892170"/>
                <a:gd name="connsiteX8" fmla="*/ 1754372 w 5381346"/>
                <a:gd name="connsiteY8" fmla="*/ 5201054 h 5892170"/>
                <a:gd name="connsiteX9" fmla="*/ 1945758 w 5381346"/>
                <a:gd name="connsiteY9" fmla="*/ 5892170 h 5892170"/>
                <a:gd name="connsiteX10" fmla="*/ 4784651 w 5381346"/>
                <a:gd name="connsiteY10" fmla="*/ 5860273 h 5892170"/>
                <a:gd name="connsiteX11" fmla="*/ 4890977 w 5381346"/>
                <a:gd name="connsiteY11" fmla="*/ 3521110 h 5892170"/>
                <a:gd name="connsiteX12" fmla="*/ 3030279 w 5381346"/>
                <a:gd name="connsiteY12" fmla="*/ 1733 h 5892170"/>
                <a:gd name="connsiteX0" fmla="*/ 3030279 w 5381346"/>
                <a:gd name="connsiteY0" fmla="*/ 4 h 5890441"/>
                <a:gd name="connsiteX1" fmla="*/ 0 w 5381346"/>
                <a:gd name="connsiteY1" fmla="*/ 3051548 h 5890441"/>
                <a:gd name="connsiteX2" fmla="*/ 510363 w 5381346"/>
                <a:gd name="connsiteY2" fmla="*/ 3327995 h 5890441"/>
                <a:gd name="connsiteX3" fmla="*/ 297711 w 5381346"/>
                <a:gd name="connsiteY3" fmla="*/ 3657604 h 5890441"/>
                <a:gd name="connsiteX4" fmla="*/ 489097 w 5381346"/>
                <a:gd name="connsiteY4" fmla="*/ 3870255 h 5890441"/>
                <a:gd name="connsiteX5" fmla="*/ 372139 w 5381346"/>
                <a:gd name="connsiteY5" fmla="*/ 4061641 h 5890441"/>
                <a:gd name="connsiteX6" fmla="*/ 563525 w 5381346"/>
                <a:gd name="connsiteY6" fmla="*/ 4316823 h 5890441"/>
                <a:gd name="connsiteX7" fmla="*/ 499730 w 5381346"/>
                <a:gd name="connsiteY7" fmla="*/ 4976041 h 5890441"/>
                <a:gd name="connsiteX8" fmla="*/ 1754372 w 5381346"/>
                <a:gd name="connsiteY8" fmla="*/ 5199325 h 5890441"/>
                <a:gd name="connsiteX9" fmla="*/ 1945758 w 5381346"/>
                <a:gd name="connsiteY9" fmla="*/ 5890441 h 5890441"/>
                <a:gd name="connsiteX10" fmla="*/ 4784651 w 5381346"/>
                <a:gd name="connsiteY10" fmla="*/ 5858544 h 5890441"/>
                <a:gd name="connsiteX11" fmla="*/ 4890977 w 5381346"/>
                <a:gd name="connsiteY11" fmla="*/ 3519381 h 5890441"/>
                <a:gd name="connsiteX12" fmla="*/ 3030279 w 5381346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30279 w 5381346"/>
                <a:gd name="connsiteY0" fmla="*/ 92120 h 5982557"/>
                <a:gd name="connsiteX1" fmla="*/ 914399 w 5381346"/>
                <a:gd name="connsiteY1" fmla="*/ 1187274 h 5982557"/>
                <a:gd name="connsiteX2" fmla="*/ 0 w 5381346"/>
                <a:gd name="connsiteY2" fmla="*/ 3143664 h 5982557"/>
                <a:gd name="connsiteX3" fmla="*/ 510363 w 5381346"/>
                <a:gd name="connsiteY3" fmla="*/ 3420111 h 5982557"/>
                <a:gd name="connsiteX4" fmla="*/ 297711 w 5381346"/>
                <a:gd name="connsiteY4" fmla="*/ 3749720 h 5982557"/>
                <a:gd name="connsiteX5" fmla="*/ 489097 w 5381346"/>
                <a:gd name="connsiteY5" fmla="*/ 3962371 h 5982557"/>
                <a:gd name="connsiteX6" fmla="*/ 372139 w 5381346"/>
                <a:gd name="connsiteY6" fmla="*/ 4153757 h 5982557"/>
                <a:gd name="connsiteX7" fmla="*/ 563525 w 5381346"/>
                <a:gd name="connsiteY7" fmla="*/ 4408939 h 5982557"/>
                <a:gd name="connsiteX8" fmla="*/ 499730 w 5381346"/>
                <a:gd name="connsiteY8" fmla="*/ 5068157 h 5982557"/>
                <a:gd name="connsiteX9" fmla="*/ 1754372 w 5381346"/>
                <a:gd name="connsiteY9" fmla="*/ 5291441 h 5982557"/>
                <a:gd name="connsiteX10" fmla="*/ 1945758 w 5381346"/>
                <a:gd name="connsiteY10" fmla="*/ 5982557 h 5982557"/>
                <a:gd name="connsiteX11" fmla="*/ 4784651 w 5381346"/>
                <a:gd name="connsiteY11" fmla="*/ 5950660 h 5982557"/>
                <a:gd name="connsiteX12" fmla="*/ 4890977 w 5381346"/>
                <a:gd name="connsiteY12" fmla="*/ 3611497 h 5982557"/>
                <a:gd name="connsiteX13" fmla="*/ 3030279 w 5381346"/>
                <a:gd name="connsiteY13" fmla="*/ 92120 h 5982557"/>
                <a:gd name="connsiteX0" fmla="*/ 3030279 w 5381346"/>
                <a:gd name="connsiteY0" fmla="*/ 94250 h 5984687"/>
                <a:gd name="connsiteX1" fmla="*/ 914399 w 5381346"/>
                <a:gd name="connsiteY1" fmla="*/ 1189404 h 5984687"/>
                <a:gd name="connsiteX2" fmla="*/ 0 w 5381346"/>
                <a:gd name="connsiteY2" fmla="*/ 3145794 h 5984687"/>
                <a:gd name="connsiteX3" fmla="*/ 510363 w 5381346"/>
                <a:gd name="connsiteY3" fmla="*/ 3422241 h 5984687"/>
                <a:gd name="connsiteX4" fmla="*/ 297711 w 5381346"/>
                <a:gd name="connsiteY4" fmla="*/ 3751850 h 5984687"/>
                <a:gd name="connsiteX5" fmla="*/ 489097 w 5381346"/>
                <a:gd name="connsiteY5" fmla="*/ 3964501 h 5984687"/>
                <a:gd name="connsiteX6" fmla="*/ 372139 w 5381346"/>
                <a:gd name="connsiteY6" fmla="*/ 4155887 h 5984687"/>
                <a:gd name="connsiteX7" fmla="*/ 563525 w 5381346"/>
                <a:gd name="connsiteY7" fmla="*/ 4411069 h 5984687"/>
                <a:gd name="connsiteX8" fmla="*/ 499730 w 5381346"/>
                <a:gd name="connsiteY8" fmla="*/ 5070287 h 5984687"/>
                <a:gd name="connsiteX9" fmla="*/ 1754372 w 5381346"/>
                <a:gd name="connsiteY9" fmla="*/ 5293571 h 5984687"/>
                <a:gd name="connsiteX10" fmla="*/ 1945758 w 5381346"/>
                <a:gd name="connsiteY10" fmla="*/ 5984687 h 5984687"/>
                <a:gd name="connsiteX11" fmla="*/ 4784651 w 5381346"/>
                <a:gd name="connsiteY11" fmla="*/ 5952790 h 5984687"/>
                <a:gd name="connsiteX12" fmla="*/ 4890977 w 5381346"/>
                <a:gd name="connsiteY12" fmla="*/ 3613627 h 5984687"/>
                <a:gd name="connsiteX13" fmla="*/ 3030279 w 5381346"/>
                <a:gd name="connsiteY13" fmla="*/ 94250 h 598468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765 w 5381832"/>
                <a:gd name="connsiteY0" fmla="*/ 0 h 5890437"/>
                <a:gd name="connsiteX1" fmla="*/ 890167 w 5381832"/>
                <a:gd name="connsiteY1" fmla="*/ 1098883 h 5890437"/>
                <a:gd name="connsiteX2" fmla="*/ 672821 w 5381832"/>
                <a:gd name="connsiteY2" fmla="*/ 2220272 h 5890437"/>
                <a:gd name="connsiteX3" fmla="*/ 486 w 5381832"/>
                <a:gd name="connsiteY3" fmla="*/ 3051544 h 5890437"/>
                <a:gd name="connsiteX4" fmla="*/ 510849 w 5381832"/>
                <a:gd name="connsiteY4" fmla="*/ 3327991 h 5890437"/>
                <a:gd name="connsiteX5" fmla="*/ 339761 w 5381832"/>
                <a:gd name="connsiteY5" fmla="*/ 3734790 h 5890437"/>
                <a:gd name="connsiteX6" fmla="*/ 531147 w 5381832"/>
                <a:gd name="connsiteY6" fmla="*/ 3870251 h 5890437"/>
                <a:gd name="connsiteX7" fmla="*/ 372625 w 5381832"/>
                <a:gd name="connsiteY7" fmla="*/ 4061637 h 5890437"/>
                <a:gd name="connsiteX8" fmla="*/ 564011 w 5381832"/>
                <a:gd name="connsiteY8" fmla="*/ 4316819 h 5890437"/>
                <a:gd name="connsiteX9" fmla="*/ 500216 w 5381832"/>
                <a:gd name="connsiteY9" fmla="*/ 4976037 h 5890437"/>
                <a:gd name="connsiteX10" fmla="*/ 1754858 w 5381832"/>
                <a:gd name="connsiteY10" fmla="*/ 5039004 h 5890437"/>
                <a:gd name="connsiteX11" fmla="*/ 1946244 w 5381832"/>
                <a:gd name="connsiteY11" fmla="*/ 5890437 h 5890437"/>
                <a:gd name="connsiteX12" fmla="*/ 4785137 w 5381832"/>
                <a:gd name="connsiteY12" fmla="*/ 5858540 h 5890437"/>
                <a:gd name="connsiteX13" fmla="*/ 4891463 w 5381832"/>
                <a:gd name="connsiteY13" fmla="*/ 3519377 h 5890437"/>
                <a:gd name="connsiteX14" fmla="*/ 3030765 w 5381832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1751 h 5892188"/>
                <a:gd name="connsiteX1" fmla="*/ 927042 w 5381929"/>
                <a:gd name="connsiteY1" fmla="*/ 868002 h 5892188"/>
                <a:gd name="connsiteX2" fmla="*/ 672918 w 5381929"/>
                <a:gd name="connsiteY2" fmla="*/ 2222023 h 5892188"/>
                <a:gd name="connsiteX3" fmla="*/ 583 w 5381929"/>
                <a:gd name="connsiteY3" fmla="*/ 3053295 h 5892188"/>
                <a:gd name="connsiteX4" fmla="*/ 510946 w 5381929"/>
                <a:gd name="connsiteY4" fmla="*/ 3329742 h 5892188"/>
                <a:gd name="connsiteX5" fmla="*/ 339858 w 5381929"/>
                <a:gd name="connsiteY5" fmla="*/ 3736541 h 5892188"/>
                <a:gd name="connsiteX6" fmla="*/ 531244 w 5381929"/>
                <a:gd name="connsiteY6" fmla="*/ 3872002 h 5892188"/>
                <a:gd name="connsiteX7" fmla="*/ 372722 w 5381929"/>
                <a:gd name="connsiteY7" fmla="*/ 4063388 h 5892188"/>
                <a:gd name="connsiteX8" fmla="*/ 564108 w 5381929"/>
                <a:gd name="connsiteY8" fmla="*/ 4318570 h 5892188"/>
                <a:gd name="connsiteX9" fmla="*/ 500313 w 5381929"/>
                <a:gd name="connsiteY9" fmla="*/ 4977788 h 5892188"/>
                <a:gd name="connsiteX10" fmla="*/ 1754955 w 5381929"/>
                <a:gd name="connsiteY10" fmla="*/ 5040755 h 5892188"/>
                <a:gd name="connsiteX11" fmla="*/ 1946341 w 5381929"/>
                <a:gd name="connsiteY11" fmla="*/ 5892188 h 5892188"/>
                <a:gd name="connsiteX12" fmla="*/ 4785234 w 5381929"/>
                <a:gd name="connsiteY12" fmla="*/ 5860291 h 5892188"/>
                <a:gd name="connsiteX13" fmla="*/ 4891560 w 5381929"/>
                <a:gd name="connsiteY13" fmla="*/ 3521128 h 5892188"/>
                <a:gd name="connsiteX14" fmla="*/ 3030862 w 5381929"/>
                <a:gd name="connsiteY14" fmla="*/ 1751 h 5892188"/>
                <a:gd name="connsiteX0" fmla="*/ 3031042 w 5382109"/>
                <a:gd name="connsiteY0" fmla="*/ 1751 h 5892188"/>
                <a:gd name="connsiteX1" fmla="*/ 927222 w 5382109"/>
                <a:gd name="connsiteY1" fmla="*/ 868002 h 5892188"/>
                <a:gd name="connsiteX2" fmla="*/ 577563 w 5382109"/>
                <a:gd name="connsiteY2" fmla="*/ 2303910 h 5892188"/>
                <a:gd name="connsiteX3" fmla="*/ 763 w 5382109"/>
                <a:gd name="connsiteY3" fmla="*/ 3053295 h 5892188"/>
                <a:gd name="connsiteX4" fmla="*/ 511126 w 5382109"/>
                <a:gd name="connsiteY4" fmla="*/ 3329742 h 5892188"/>
                <a:gd name="connsiteX5" fmla="*/ 340038 w 5382109"/>
                <a:gd name="connsiteY5" fmla="*/ 3736541 h 5892188"/>
                <a:gd name="connsiteX6" fmla="*/ 531424 w 5382109"/>
                <a:gd name="connsiteY6" fmla="*/ 3872002 h 5892188"/>
                <a:gd name="connsiteX7" fmla="*/ 372902 w 5382109"/>
                <a:gd name="connsiteY7" fmla="*/ 4063388 h 5892188"/>
                <a:gd name="connsiteX8" fmla="*/ 564288 w 5382109"/>
                <a:gd name="connsiteY8" fmla="*/ 4318570 h 5892188"/>
                <a:gd name="connsiteX9" fmla="*/ 500493 w 5382109"/>
                <a:gd name="connsiteY9" fmla="*/ 4977788 h 5892188"/>
                <a:gd name="connsiteX10" fmla="*/ 1755135 w 5382109"/>
                <a:gd name="connsiteY10" fmla="*/ 5040755 h 5892188"/>
                <a:gd name="connsiteX11" fmla="*/ 1946521 w 5382109"/>
                <a:gd name="connsiteY11" fmla="*/ 5892188 h 5892188"/>
                <a:gd name="connsiteX12" fmla="*/ 4785414 w 5382109"/>
                <a:gd name="connsiteY12" fmla="*/ 5860291 h 5892188"/>
                <a:gd name="connsiteX13" fmla="*/ 4891740 w 5382109"/>
                <a:gd name="connsiteY13" fmla="*/ 3521128 h 5892188"/>
                <a:gd name="connsiteX14" fmla="*/ 3031042 w 5382109"/>
                <a:gd name="connsiteY14" fmla="*/ 1751 h 5892188"/>
                <a:gd name="connsiteX0" fmla="*/ 3031042 w 5382109"/>
                <a:gd name="connsiteY0" fmla="*/ 2101 h 5892538"/>
                <a:gd name="connsiteX1" fmla="*/ 913575 w 5382109"/>
                <a:gd name="connsiteY1" fmla="*/ 827408 h 5892538"/>
                <a:gd name="connsiteX2" fmla="*/ 577563 w 5382109"/>
                <a:gd name="connsiteY2" fmla="*/ 2304260 h 5892538"/>
                <a:gd name="connsiteX3" fmla="*/ 763 w 5382109"/>
                <a:gd name="connsiteY3" fmla="*/ 3053645 h 5892538"/>
                <a:gd name="connsiteX4" fmla="*/ 511126 w 5382109"/>
                <a:gd name="connsiteY4" fmla="*/ 3330092 h 5892538"/>
                <a:gd name="connsiteX5" fmla="*/ 340038 w 5382109"/>
                <a:gd name="connsiteY5" fmla="*/ 3736891 h 5892538"/>
                <a:gd name="connsiteX6" fmla="*/ 531424 w 5382109"/>
                <a:gd name="connsiteY6" fmla="*/ 3872352 h 5892538"/>
                <a:gd name="connsiteX7" fmla="*/ 372902 w 5382109"/>
                <a:gd name="connsiteY7" fmla="*/ 4063738 h 5892538"/>
                <a:gd name="connsiteX8" fmla="*/ 564288 w 5382109"/>
                <a:gd name="connsiteY8" fmla="*/ 4318920 h 5892538"/>
                <a:gd name="connsiteX9" fmla="*/ 500493 w 5382109"/>
                <a:gd name="connsiteY9" fmla="*/ 4978138 h 5892538"/>
                <a:gd name="connsiteX10" fmla="*/ 1755135 w 5382109"/>
                <a:gd name="connsiteY10" fmla="*/ 5041105 h 5892538"/>
                <a:gd name="connsiteX11" fmla="*/ 1946521 w 5382109"/>
                <a:gd name="connsiteY11" fmla="*/ 5892538 h 5892538"/>
                <a:gd name="connsiteX12" fmla="*/ 4785414 w 5382109"/>
                <a:gd name="connsiteY12" fmla="*/ 5860641 h 5892538"/>
                <a:gd name="connsiteX13" fmla="*/ 4891740 w 5382109"/>
                <a:gd name="connsiteY13" fmla="*/ 3521478 h 5892538"/>
                <a:gd name="connsiteX14" fmla="*/ 3031042 w 5382109"/>
                <a:gd name="connsiteY14" fmla="*/ 2101 h 5892538"/>
                <a:gd name="connsiteX0" fmla="*/ 3031042 w 5382109"/>
                <a:gd name="connsiteY0" fmla="*/ 941 h 5891378"/>
                <a:gd name="connsiteX1" fmla="*/ 886280 w 5382109"/>
                <a:gd name="connsiteY1" fmla="*/ 1071908 h 5891378"/>
                <a:gd name="connsiteX2" fmla="*/ 577563 w 5382109"/>
                <a:gd name="connsiteY2" fmla="*/ 2303100 h 5891378"/>
                <a:gd name="connsiteX3" fmla="*/ 763 w 5382109"/>
                <a:gd name="connsiteY3" fmla="*/ 3052485 h 5891378"/>
                <a:gd name="connsiteX4" fmla="*/ 511126 w 5382109"/>
                <a:gd name="connsiteY4" fmla="*/ 3328932 h 5891378"/>
                <a:gd name="connsiteX5" fmla="*/ 340038 w 5382109"/>
                <a:gd name="connsiteY5" fmla="*/ 3735731 h 5891378"/>
                <a:gd name="connsiteX6" fmla="*/ 531424 w 5382109"/>
                <a:gd name="connsiteY6" fmla="*/ 3871192 h 5891378"/>
                <a:gd name="connsiteX7" fmla="*/ 372902 w 5382109"/>
                <a:gd name="connsiteY7" fmla="*/ 4062578 h 5891378"/>
                <a:gd name="connsiteX8" fmla="*/ 564288 w 5382109"/>
                <a:gd name="connsiteY8" fmla="*/ 4317760 h 5891378"/>
                <a:gd name="connsiteX9" fmla="*/ 500493 w 5382109"/>
                <a:gd name="connsiteY9" fmla="*/ 4976978 h 5891378"/>
                <a:gd name="connsiteX10" fmla="*/ 1755135 w 5382109"/>
                <a:gd name="connsiteY10" fmla="*/ 5039945 h 5891378"/>
                <a:gd name="connsiteX11" fmla="*/ 1946521 w 5382109"/>
                <a:gd name="connsiteY11" fmla="*/ 5891378 h 5891378"/>
                <a:gd name="connsiteX12" fmla="*/ 4785414 w 5382109"/>
                <a:gd name="connsiteY12" fmla="*/ 5859481 h 5891378"/>
                <a:gd name="connsiteX13" fmla="*/ 4891740 w 5382109"/>
                <a:gd name="connsiteY13" fmla="*/ 3520318 h 5891378"/>
                <a:gd name="connsiteX14" fmla="*/ 3031042 w 5382109"/>
                <a:gd name="connsiteY14" fmla="*/ 941 h 5891378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627 h 5891064"/>
                <a:gd name="connsiteX1" fmla="*/ 777098 w 5382109"/>
                <a:gd name="connsiteY1" fmla="*/ 1180776 h 5891064"/>
                <a:gd name="connsiteX2" fmla="*/ 577563 w 5382109"/>
                <a:gd name="connsiteY2" fmla="*/ 2302786 h 5891064"/>
                <a:gd name="connsiteX3" fmla="*/ 763 w 5382109"/>
                <a:gd name="connsiteY3" fmla="*/ 3052171 h 5891064"/>
                <a:gd name="connsiteX4" fmla="*/ 511126 w 5382109"/>
                <a:gd name="connsiteY4" fmla="*/ 3328618 h 5891064"/>
                <a:gd name="connsiteX5" fmla="*/ 340038 w 5382109"/>
                <a:gd name="connsiteY5" fmla="*/ 3735417 h 5891064"/>
                <a:gd name="connsiteX6" fmla="*/ 531424 w 5382109"/>
                <a:gd name="connsiteY6" fmla="*/ 3870878 h 5891064"/>
                <a:gd name="connsiteX7" fmla="*/ 372902 w 5382109"/>
                <a:gd name="connsiteY7" fmla="*/ 4062264 h 5891064"/>
                <a:gd name="connsiteX8" fmla="*/ 564288 w 5382109"/>
                <a:gd name="connsiteY8" fmla="*/ 4317446 h 5891064"/>
                <a:gd name="connsiteX9" fmla="*/ 500493 w 5382109"/>
                <a:gd name="connsiteY9" fmla="*/ 4976664 h 5891064"/>
                <a:gd name="connsiteX10" fmla="*/ 1755135 w 5382109"/>
                <a:gd name="connsiteY10" fmla="*/ 5039631 h 5891064"/>
                <a:gd name="connsiteX11" fmla="*/ 1946521 w 5382109"/>
                <a:gd name="connsiteY11" fmla="*/ 5891064 h 5891064"/>
                <a:gd name="connsiteX12" fmla="*/ 4785414 w 5382109"/>
                <a:gd name="connsiteY12" fmla="*/ 5859167 h 5891064"/>
                <a:gd name="connsiteX13" fmla="*/ 4891740 w 5382109"/>
                <a:gd name="connsiteY13" fmla="*/ 3520004 h 5891064"/>
                <a:gd name="connsiteX14" fmla="*/ 3031042 w 5382109"/>
                <a:gd name="connsiteY14" fmla="*/ 627 h 5891064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8119 w 5389186"/>
                <a:gd name="connsiteY0" fmla="*/ 968 h 5891405"/>
                <a:gd name="connsiteX1" fmla="*/ 784175 w 5389186"/>
                <a:gd name="connsiteY1" fmla="*/ 1181117 h 5891405"/>
                <a:gd name="connsiteX2" fmla="*/ 530049 w 5389186"/>
                <a:gd name="connsiteY2" fmla="*/ 2303127 h 5891405"/>
                <a:gd name="connsiteX3" fmla="*/ 7840 w 5389186"/>
                <a:gd name="connsiteY3" fmla="*/ 3052512 h 5891405"/>
                <a:gd name="connsiteX4" fmla="*/ 518203 w 5389186"/>
                <a:gd name="connsiteY4" fmla="*/ 3328959 h 5891405"/>
                <a:gd name="connsiteX5" fmla="*/ 347115 w 5389186"/>
                <a:gd name="connsiteY5" fmla="*/ 3735758 h 5891405"/>
                <a:gd name="connsiteX6" fmla="*/ 538501 w 5389186"/>
                <a:gd name="connsiteY6" fmla="*/ 3871219 h 5891405"/>
                <a:gd name="connsiteX7" fmla="*/ 379979 w 5389186"/>
                <a:gd name="connsiteY7" fmla="*/ 4062605 h 5891405"/>
                <a:gd name="connsiteX8" fmla="*/ 571365 w 5389186"/>
                <a:gd name="connsiteY8" fmla="*/ 4317787 h 5891405"/>
                <a:gd name="connsiteX9" fmla="*/ 507570 w 5389186"/>
                <a:gd name="connsiteY9" fmla="*/ 4977005 h 5891405"/>
                <a:gd name="connsiteX10" fmla="*/ 1762212 w 5389186"/>
                <a:gd name="connsiteY10" fmla="*/ 5039972 h 5891405"/>
                <a:gd name="connsiteX11" fmla="*/ 1953598 w 5389186"/>
                <a:gd name="connsiteY11" fmla="*/ 5891405 h 5891405"/>
                <a:gd name="connsiteX12" fmla="*/ 4792491 w 5389186"/>
                <a:gd name="connsiteY12" fmla="*/ 5859508 h 5891405"/>
                <a:gd name="connsiteX13" fmla="*/ 4898817 w 5389186"/>
                <a:gd name="connsiteY13" fmla="*/ 3520345 h 5891405"/>
                <a:gd name="connsiteX14" fmla="*/ 3038119 w 5389186"/>
                <a:gd name="connsiteY14" fmla="*/ 968 h 5891405"/>
                <a:gd name="connsiteX0" fmla="*/ 3037057 w 5388124"/>
                <a:gd name="connsiteY0" fmla="*/ 968 h 5891405"/>
                <a:gd name="connsiteX1" fmla="*/ 783113 w 5388124"/>
                <a:gd name="connsiteY1" fmla="*/ 1181117 h 5891405"/>
                <a:gd name="connsiteX2" fmla="*/ 528987 w 5388124"/>
                <a:gd name="connsiteY2" fmla="*/ 2303127 h 5891405"/>
                <a:gd name="connsiteX3" fmla="*/ 6778 w 5388124"/>
                <a:gd name="connsiteY3" fmla="*/ 3052512 h 5891405"/>
                <a:gd name="connsiteX4" fmla="*/ 517141 w 5388124"/>
                <a:gd name="connsiteY4" fmla="*/ 3328959 h 5891405"/>
                <a:gd name="connsiteX5" fmla="*/ 346053 w 5388124"/>
                <a:gd name="connsiteY5" fmla="*/ 3735758 h 5891405"/>
                <a:gd name="connsiteX6" fmla="*/ 537439 w 5388124"/>
                <a:gd name="connsiteY6" fmla="*/ 3871219 h 5891405"/>
                <a:gd name="connsiteX7" fmla="*/ 378917 w 5388124"/>
                <a:gd name="connsiteY7" fmla="*/ 4062605 h 5891405"/>
                <a:gd name="connsiteX8" fmla="*/ 570303 w 5388124"/>
                <a:gd name="connsiteY8" fmla="*/ 4317787 h 5891405"/>
                <a:gd name="connsiteX9" fmla="*/ 506508 w 5388124"/>
                <a:gd name="connsiteY9" fmla="*/ 4977005 h 5891405"/>
                <a:gd name="connsiteX10" fmla="*/ 1761150 w 5388124"/>
                <a:gd name="connsiteY10" fmla="*/ 5039972 h 5891405"/>
                <a:gd name="connsiteX11" fmla="*/ 1952536 w 5388124"/>
                <a:gd name="connsiteY11" fmla="*/ 5891405 h 5891405"/>
                <a:gd name="connsiteX12" fmla="*/ 4791429 w 5388124"/>
                <a:gd name="connsiteY12" fmla="*/ 5859508 h 5891405"/>
                <a:gd name="connsiteX13" fmla="*/ 4897755 w 5388124"/>
                <a:gd name="connsiteY13" fmla="*/ 3520345 h 5891405"/>
                <a:gd name="connsiteX14" fmla="*/ 3037057 w 5388124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2980702 w 5331769"/>
                <a:gd name="connsiteY0" fmla="*/ 968 h 5891405"/>
                <a:gd name="connsiteX1" fmla="*/ 726758 w 5331769"/>
                <a:gd name="connsiteY1" fmla="*/ 1181117 h 5891405"/>
                <a:gd name="connsiteX2" fmla="*/ 472632 w 5331769"/>
                <a:gd name="connsiteY2" fmla="*/ 2303127 h 5891405"/>
                <a:gd name="connsiteX3" fmla="*/ 5014 w 5331769"/>
                <a:gd name="connsiteY3" fmla="*/ 3079808 h 5891405"/>
                <a:gd name="connsiteX4" fmla="*/ 460786 w 5331769"/>
                <a:gd name="connsiteY4" fmla="*/ 3328959 h 5891405"/>
                <a:gd name="connsiteX5" fmla="*/ 289698 w 5331769"/>
                <a:gd name="connsiteY5" fmla="*/ 3735758 h 5891405"/>
                <a:gd name="connsiteX6" fmla="*/ 481084 w 5331769"/>
                <a:gd name="connsiteY6" fmla="*/ 3871219 h 5891405"/>
                <a:gd name="connsiteX7" fmla="*/ 322562 w 5331769"/>
                <a:gd name="connsiteY7" fmla="*/ 4062605 h 5891405"/>
                <a:gd name="connsiteX8" fmla="*/ 513948 w 5331769"/>
                <a:gd name="connsiteY8" fmla="*/ 4317787 h 5891405"/>
                <a:gd name="connsiteX9" fmla="*/ 450153 w 5331769"/>
                <a:gd name="connsiteY9" fmla="*/ 4977005 h 5891405"/>
                <a:gd name="connsiteX10" fmla="*/ 1704795 w 5331769"/>
                <a:gd name="connsiteY10" fmla="*/ 5039972 h 5891405"/>
                <a:gd name="connsiteX11" fmla="*/ 1896181 w 5331769"/>
                <a:gd name="connsiteY11" fmla="*/ 5891405 h 5891405"/>
                <a:gd name="connsiteX12" fmla="*/ 4735074 w 5331769"/>
                <a:gd name="connsiteY12" fmla="*/ 5859508 h 5891405"/>
                <a:gd name="connsiteX13" fmla="*/ 4841400 w 5331769"/>
                <a:gd name="connsiteY13" fmla="*/ 3520345 h 5891405"/>
                <a:gd name="connsiteX14" fmla="*/ 2980702 w 5331769"/>
                <a:gd name="connsiteY14" fmla="*/ 968 h 5891405"/>
                <a:gd name="connsiteX0" fmla="*/ 2980491 w 5331558"/>
                <a:gd name="connsiteY0" fmla="*/ 968 h 5891405"/>
                <a:gd name="connsiteX1" fmla="*/ 726547 w 5331558"/>
                <a:gd name="connsiteY1" fmla="*/ 1181117 h 5891405"/>
                <a:gd name="connsiteX2" fmla="*/ 486068 w 5331558"/>
                <a:gd name="connsiteY2" fmla="*/ 2371366 h 5891405"/>
                <a:gd name="connsiteX3" fmla="*/ 4803 w 5331558"/>
                <a:gd name="connsiteY3" fmla="*/ 3079808 h 5891405"/>
                <a:gd name="connsiteX4" fmla="*/ 460575 w 5331558"/>
                <a:gd name="connsiteY4" fmla="*/ 3328959 h 5891405"/>
                <a:gd name="connsiteX5" fmla="*/ 289487 w 5331558"/>
                <a:gd name="connsiteY5" fmla="*/ 3735758 h 5891405"/>
                <a:gd name="connsiteX6" fmla="*/ 480873 w 5331558"/>
                <a:gd name="connsiteY6" fmla="*/ 3871219 h 5891405"/>
                <a:gd name="connsiteX7" fmla="*/ 322351 w 5331558"/>
                <a:gd name="connsiteY7" fmla="*/ 4062605 h 5891405"/>
                <a:gd name="connsiteX8" fmla="*/ 513737 w 5331558"/>
                <a:gd name="connsiteY8" fmla="*/ 4317787 h 5891405"/>
                <a:gd name="connsiteX9" fmla="*/ 449942 w 5331558"/>
                <a:gd name="connsiteY9" fmla="*/ 4977005 h 5891405"/>
                <a:gd name="connsiteX10" fmla="*/ 1704584 w 5331558"/>
                <a:gd name="connsiteY10" fmla="*/ 5039972 h 5891405"/>
                <a:gd name="connsiteX11" fmla="*/ 1895970 w 5331558"/>
                <a:gd name="connsiteY11" fmla="*/ 5891405 h 5891405"/>
                <a:gd name="connsiteX12" fmla="*/ 4734863 w 5331558"/>
                <a:gd name="connsiteY12" fmla="*/ 5859508 h 5891405"/>
                <a:gd name="connsiteX13" fmla="*/ 4841189 w 5331558"/>
                <a:gd name="connsiteY13" fmla="*/ 3520345 h 5891405"/>
                <a:gd name="connsiteX14" fmla="*/ 2980491 w 5331558"/>
                <a:gd name="connsiteY14" fmla="*/ 968 h 5891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31558" h="5891405">
                  <a:moveTo>
                    <a:pt x="2980491" y="968"/>
                  </a:moveTo>
                  <a:cubicBezTo>
                    <a:pt x="1784302" y="-22254"/>
                    <a:pt x="1040642" y="372305"/>
                    <a:pt x="726547" y="1181117"/>
                  </a:cubicBezTo>
                  <a:cubicBezTo>
                    <a:pt x="528785" y="1834793"/>
                    <a:pt x="744238" y="2066938"/>
                    <a:pt x="486068" y="2371366"/>
                  </a:cubicBezTo>
                  <a:cubicBezTo>
                    <a:pt x="239818" y="2677225"/>
                    <a:pt x="-40213" y="2911644"/>
                    <a:pt x="4803" y="3079808"/>
                  </a:cubicBezTo>
                  <a:cubicBezTo>
                    <a:pt x="109541" y="3181162"/>
                    <a:pt x="260766" y="3266498"/>
                    <a:pt x="460575" y="3328959"/>
                  </a:cubicBezTo>
                  <a:cubicBezTo>
                    <a:pt x="403546" y="3464559"/>
                    <a:pt x="198074" y="3641722"/>
                    <a:pt x="289487" y="3735758"/>
                  </a:cubicBezTo>
                  <a:lnTo>
                    <a:pt x="480873" y="3871219"/>
                  </a:lnTo>
                  <a:cubicBezTo>
                    <a:pt x="428032" y="3935014"/>
                    <a:pt x="303940" y="3939433"/>
                    <a:pt x="322351" y="4062605"/>
                  </a:cubicBezTo>
                  <a:cubicBezTo>
                    <a:pt x="362395" y="4195168"/>
                    <a:pt x="550882" y="4226788"/>
                    <a:pt x="513737" y="4317787"/>
                  </a:cubicBezTo>
                  <a:cubicBezTo>
                    <a:pt x="397470" y="4561276"/>
                    <a:pt x="358392" y="4876020"/>
                    <a:pt x="449942" y="4977005"/>
                  </a:cubicBezTo>
                  <a:cubicBezTo>
                    <a:pt x="636587" y="5158310"/>
                    <a:pt x="1197305" y="5208988"/>
                    <a:pt x="1704584" y="5039972"/>
                  </a:cubicBezTo>
                  <a:lnTo>
                    <a:pt x="1895970" y="5891405"/>
                  </a:lnTo>
                  <a:lnTo>
                    <a:pt x="4734863" y="5859508"/>
                  </a:lnTo>
                  <a:cubicBezTo>
                    <a:pt x="4366268" y="4516262"/>
                    <a:pt x="4422975" y="3927926"/>
                    <a:pt x="4841189" y="3520345"/>
                  </a:cubicBezTo>
                  <a:cubicBezTo>
                    <a:pt x="6117095" y="1964448"/>
                    <a:pt x="4692333" y="36409"/>
                    <a:pt x="2980491" y="9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4" name="Oval 37">
              <a:extLst>
                <a:ext uri="{FF2B5EF4-FFF2-40B4-BE49-F238E27FC236}">
                  <a16:creationId xmlns:a16="http://schemas.microsoft.com/office/drawing/2014/main" xmlns="" id="{0711327E-9191-4394-B64D-73AD56C41377}"/>
                </a:ext>
              </a:extLst>
            </p:cNvPr>
            <p:cNvSpPr/>
            <p:nvPr/>
          </p:nvSpPr>
          <p:spPr>
            <a:xfrm rot="18100542">
              <a:off x="5907878" y="-58593"/>
              <a:ext cx="1436045" cy="2141152"/>
            </a:xfrm>
            <a:custGeom>
              <a:avLst/>
              <a:gdLst/>
              <a:ahLst/>
              <a:cxnLst/>
              <a:rect l="l" t="t" r="r" b="b"/>
              <a:pathLst>
                <a:path w="1170491" h="1745209">
                  <a:moveTo>
                    <a:pt x="429221" y="671495"/>
                  </a:moveTo>
                  <a:cubicBezTo>
                    <a:pt x="415869" y="670322"/>
                    <a:pt x="402356" y="670624"/>
                    <a:pt x="388917" y="672439"/>
                  </a:cubicBezTo>
                  <a:cubicBezTo>
                    <a:pt x="370997" y="674859"/>
                    <a:pt x="353207" y="679968"/>
                    <a:pt x="336101" y="687858"/>
                  </a:cubicBezTo>
                  <a:lnTo>
                    <a:pt x="344770" y="708640"/>
                  </a:lnTo>
                  <a:cubicBezTo>
                    <a:pt x="405276" y="680369"/>
                    <a:pt x="475531" y="691805"/>
                    <a:pt x="523918" y="737799"/>
                  </a:cubicBezTo>
                  <a:cubicBezTo>
                    <a:pt x="569388" y="781022"/>
                    <a:pt x="587723" y="847396"/>
                    <a:pt x="571504" y="910067"/>
                  </a:cubicBezTo>
                  <a:lnTo>
                    <a:pt x="593243" y="915886"/>
                  </a:lnTo>
                  <a:cubicBezTo>
                    <a:pt x="611678" y="844923"/>
                    <a:pt x="590662" y="769719"/>
                    <a:pt x="538740" y="720849"/>
                  </a:cubicBezTo>
                  <a:cubicBezTo>
                    <a:pt x="507886" y="691808"/>
                    <a:pt x="469277" y="675014"/>
                    <a:pt x="429221" y="671495"/>
                  </a:cubicBezTo>
                  <a:close/>
                  <a:moveTo>
                    <a:pt x="588421" y="580980"/>
                  </a:moveTo>
                  <a:cubicBezTo>
                    <a:pt x="534186" y="581239"/>
                    <a:pt x="482134" y="605639"/>
                    <a:pt x="446738" y="649695"/>
                  </a:cubicBezTo>
                  <a:lnTo>
                    <a:pt x="463760" y="664437"/>
                  </a:lnTo>
                  <a:cubicBezTo>
                    <a:pt x="505329" y="612166"/>
                    <a:pt x="573320" y="591099"/>
                    <a:pt x="637132" y="610714"/>
                  </a:cubicBezTo>
                  <a:cubicBezTo>
                    <a:pt x="697098" y="629147"/>
                    <a:pt x="743088" y="680397"/>
                    <a:pt x="756495" y="743730"/>
                  </a:cubicBezTo>
                  <a:lnTo>
                    <a:pt x="778549" y="739251"/>
                  </a:lnTo>
                  <a:cubicBezTo>
                    <a:pt x="763432" y="667508"/>
                    <a:pt x="711108" y="609548"/>
                    <a:pt x="642848" y="588934"/>
                  </a:cubicBezTo>
                  <a:cubicBezTo>
                    <a:pt x="624821" y="583490"/>
                    <a:pt x="606500" y="580894"/>
                    <a:pt x="588421" y="580980"/>
                  </a:cubicBezTo>
                  <a:close/>
                  <a:moveTo>
                    <a:pt x="533817" y="0"/>
                  </a:moveTo>
                  <a:cubicBezTo>
                    <a:pt x="617807" y="1"/>
                    <a:pt x="687626" y="60667"/>
                    <a:pt x="697680" y="141081"/>
                  </a:cubicBezTo>
                  <a:cubicBezTo>
                    <a:pt x="603869" y="182843"/>
                    <a:pt x="547102" y="268997"/>
                    <a:pt x="562024" y="352718"/>
                  </a:cubicBezTo>
                  <a:lnTo>
                    <a:pt x="584367" y="347971"/>
                  </a:lnTo>
                  <a:cubicBezTo>
                    <a:pt x="570422" y="267354"/>
                    <a:pt x="633895" y="183716"/>
                    <a:pt x="732836" y="150639"/>
                  </a:cubicBezTo>
                  <a:cubicBezTo>
                    <a:pt x="738208" y="147500"/>
                    <a:pt x="743991" y="147205"/>
                    <a:pt x="749842" y="147205"/>
                  </a:cubicBezTo>
                  <a:cubicBezTo>
                    <a:pt x="844103" y="147205"/>
                    <a:pt x="920515" y="223618"/>
                    <a:pt x="920515" y="317877"/>
                  </a:cubicBezTo>
                  <a:lnTo>
                    <a:pt x="910716" y="366417"/>
                  </a:lnTo>
                  <a:lnTo>
                    <a:pt x="920515" y="366418"/>
                  </a:lnTo>
                  <a:lnTo>
                    <a:pt x="920515" y="371433"/>
                  </a:lnTo>
                  <a:cubicBezTo>
                    <a:pt x="997755" y="379016"/>
                    <a:pt x="1056877" y="445155"/>
                    <a:pt x="1056877" y="525101"/>
                  </a:cubicBezTo>
                  <a:lnTo>
                    <a:pt x="1047351" y="572282"/>
                  </a:lnTo>
                  <a:cubicBezTo>
                    <a:pt x="1119671" y="602218"/>
                    <a:pt x="1170491" y="673500"/>
                    <a:pt x="1170491" y="756650"/>
                  </a:cubicBezTo>
                  <a:cubicBezTo>
                    <a:pt x="1170490" y="802863"/>
                    <a:pt x="1154794" y="845409"/>
                    <a:pt x="1127569" y="878235"/>
                  </a:cubicBezTo>
                  <a:cubicBezTo>
                    <a:pt x="1080615" y="934488"/>
                    <a:pt x="1014142" y="959925"/>
                    <a:pt x="954678" y="939840"/>
                  </a:cubicBezTo>
                  <a:lnTo>
                    <a:pt x="947373" y="961469"/>
                  </a:lnTo>
                  <a:cubicBezTo>
                    <a:pt x="1000817" y="979520"/>
                    <a:pt x="1058949" y="966083"/>
                    <a:pt x="1106746" y="928282"/>
                  </a:cubicBezTo>
                  <a:cubicBezTo>
                    <a:pt x="1128548" y="955588"/>
                    <a:pt x="1138907" y="990708"/>
                    <a:pt x="1138907" y="1028247"/>
                  </a:cubicBezTo>
                  <a:cubicBezTo>
                    <a:pt x="1138907" y="1124134"/>
                    <a:pt x="1071328" y="1204237"/>
                    <a:pt x="981133" y="1223220"/>
                  </a:cubicBezTo>
                  <a:cubicBezTo>
                    <a:pt x="889088" y="1236998"/>
                    <a:pt x="805358" y="1200898"/>
                    <a:pt x="777272" y="1134408"/>
                  </a:cubicBezTo>
                  <a:cubicBezTo>
                    <a:pt x="791057" y="1124903"/>
                    <a:pt x="802061" y="1111678"/>
                    <a:pt x="810210" y="1096167"/>
                  </a:cubicBezTo>
                  <a:cubicBezTo>
                    <a:pt x="831546" y="1055553"/>
                    <a:pt x="830022" y="1005443"/>
                    <a:pt x="806195" y="964175"/>
                  </a:cubicBezTo>
                  <a:lnTo>
                    <a:pt x="787267" y="975103"/>
                  </a:lnTo>
                  <a:cubicBezTo>
                    <a:pt x="807161" y="1009560"/>
                    <a:pt x="808703" y="1051275"/>
                    <a:pt x="791333" y="1085110"/>
                  </a:cubicBezTo>
                  <a:cubicBezTo>
                    <a:pt x="784855" y="1097727"/>
                    <a:pt x="776117" y="1108536"/>
                    <a:pt x="763385" y="1114320"/>
                  </a:cubicBezTo>
                  <a:lnTo>
                    <a:pt x="744063" y="1119497"/>
                  </a:lnTo>
                  <a:lnTo>
                    <a:pt x="747716" y="1128718"/>
                  </a:lnTo>
                  <a:cubicBezTo>
                    <a:pt x="731558" y="1137628"/>
                    <a:pt x="712804" y="1141697"/>
                    <a:pt x="693327" y="1140344"/>
                  </a:cubicBezTo>
                  <a:cubicBezTo>
                    <a:pt x="655409" y="1137711"/>
                    <a:pt x="620494" y="1114908"/>
                    <a:pt x="601213" y="1080185"/>
                  </a:cubicBezTo>
                  <a:lnTo>
                    <a:pt x="582082" y="1090754"/>
                  </a:lnTo>
                  <a:cubicBezTo>
                    <a:pt x="605167" y="1132362"/>
                    <a:pt x="647281" y="1159482"/>
                    <a:pt x="693051" y="1162221"/>
                  </a:cubicBezTo>
                  <a:cubicBezTo>
                    <a:pt x="715413" y="1163558"/>
                    <a:pt x="736989" y="1158982"/>
                    <a:pt x="755684" y="1148835"/>
                  </a:cubicBezTo>
                  <a:cubicBezTo>
                    <a:pt x="792539" y="1222022"/>
                    <a:pt x="887119" y="1262260"/>
                    <a:pt x="989751" y="1247587"/>
                  </a:cubicBezTo>
                  <a:cubicBezTo>
                    <a:pt x="1000157" y="1267987"/>
                    <a:pt x="1004489" y="1291252"/>
                    <a:pt x="1004488" y="1315531"/>
                  </a:cubicBezTo>
                  <a:cubicBezTo>
                    <a:pt x="1004488" y="1381750"/>
                    <a:pt x="972258" y="1440443"/>
                    <a:pt x="920375" y="1473506"/>
                  </a:cubicBezTo>
                  <a:lnTo>
                    <a:pt x="913116" y="1474079"/>
                  </a:lnTo>
                  <a:cubicBezTo>
                    <a:pt x="850536" y="1469665"/>
                    <a:pt x="794159" y="1430126"/>
                    <a:pt x="766796" y="1371458"/>
                  </a:cubicBezTo>
                  <a:lnTo>
                    <a:pt x="746323" y="1380801"/>
                  </a:lnTo>
                  <a:cubicBezTo>
                    <a:pt x="776874" y="1446464"/>
                    <a:pt x="839753" y="1490827"/>
                    <a:pt x="909888" y="1496052"/>
                  </a:cubicBezTo>
                  <a:cubicBezTo>
                    <a:pt x="891948" y="1561049"/>
                    <a:pt x="840393" y="1611456"/>
                    <a:pt x="774838" y="1628054"/>
                  </a:cubicBezTo>
                  <a:cubicBezTo>
                    <a:pt x="686646" y="1642970"/>
                    <a:pt x="605133" y="1612285"/>
                    <a:pt x="571751" y="1552195"/>
                  </a:cubicBezTo>
                  <a:lnTo>
                    <a:pt x="550649" y="1566422"/>
                  </a:lnTo>
                  <a:cubicBezTo>
                    <a:pt x="577499" y="1609979"/>
                    <a:pt x="626419" y="1639383"/>
                    <a:pt x="685031" y="1648114"/>
                  </a:cubicBezTo>
                  <a:cubicBezTo>
                    <a:pt x="659684" y="1706013"/>
                    <a:pt x="601329" y="1745210"/>
                    <a:pt x="533818" y="1745209"/>
                  </a:cubicBezTo>
                  <a:cubicBezTo>
                    <a:pt x="455549" y="1745210"/>
                    <a:pt x="416747" y="1692524"/>
                    <a:pt x="372301" y="1619888"/>
                  </a:cubicBezTo>
                  <a:lnTo>
                    <a:pt x="366380" y="1592106"/>
                  </a:lnTo>
                  <a:cubicBezTo>
                    <a:pt x="305091" y="1567105"/>
                    <a:pt x="259811" y="1511085"/>
                    <a:pt x="250590" y="1443452"/>
                  </a:cubicBezTo>
                  <a:cubicBezTo>
                    <a:pt x="203712" y="1453117"/>
                    <a:pt x="158965" y="1444975"/>
                    <a:pt x="117260" y="1407178"/>
                  </a:cubicBezTo>
                  <a:cubicBezTo>
                    <a:pt x="55030" y="1350772"/>
                    <a:pt x="44039" y="1258933"/>
                    <a:pt x="90593" y="1192598"/>
                  </a:cubicBezTo>
                  <a:cubicBezTo>
                    <a:pt x="186799" y="1224213"/>
                    <a:pt x="285304" y="1199642"/>
                    <a:pt x="330760" y="1129474"/>
                  </a:cubicBezTo>
                  <a:lnTo>
                    <a:pt x="344999" y="1132822"/>
                  </a:lnTo>
                  <a:cubicBezTo>
                    <a:pt x="420009" y="1139731"/>
                    <a:pt x="490500" y="1101048"/>
                    <a:pt x="524987" y="1034051"/>
                  </a:cubicBezTo>
                  <a:lnTo>
                    <a:pt x="505360" y="1023014"/>
                  </a:lnTo>
                  <a:cubicBezTo>
                    <a:pt x="475089" y="1082544"/>
                    <a:pt x="412689" y="1116790"/>
                    <a:pt x="346243" y="1110339"/>
                  </a:cubicBezTo>
                  <a:cubicBezTo>
                    <a:pt x="283801" y="1104277"/>
                    <a:pt x="228486" y="1063265"/>
                    <a:pt x="202679" y="1003895"/>
                  </a:cubicBezTo>
                  <a:lnTo>
                    <a:pt x="181967" y="1012696"/>
                  </a:lnTo>
                  <a:cubicBezTo>
                    <a:pt x="205492" y="1066954"/>
                    <a:pt x="250941" y="1107583"/>
                    <a:pt x="305288" y="1123484"/>
                  </a:cubicBezTo>
                  <a:cubicBezTo>
                    <a:pt x="260051" y="1186174"/>
                    <a:pt x="162021" y="1201884"/>
                    <a:pt x="70961" y="1161909"/>
                  </a:cubicBezTo>
                  <a:cubicBezTo>
                    <a:pt x="64874" y="1160625"/>
                    <a:pt x="60391" y="1156961"/>
                    <a:pt x="56055" y="1153032"/>
                  </a:cubicBezTo>
                  <a:cubicBezTo>
                    <a:pt x="-13786" y="1089729"/>
                    <a:pt x="-19088" y="981796"/>
                    <a:pt x="44214" y="911953"/>
                  </a:cubicBezTo>
                  <a:lnTo>
                    <a:pt x="84073" y="882569"/>
                  </a:lnTo>
                  <a:lnTo>
                    <a:pt x="76811" y="875989"/>
                  </a:lnTo>
                  <a:lnTo>
                    <a:pt x="80179" y="872273"/>
                  </a:lnTo>
                  <a:cubicBezTo>
                    <a:pt x="28040" y="814783"/>
                    <a:pt x="28651" y="726072"/>
                    <a:pt x="82340" y="666836"/>
                  </a:cubicBezTo>
                  <a:lnTo>
                    <a:pt x="121082" y="638275"/>
                  </a:lnTo>
                  <a:cubicBezTo>
                    <a:pt x="89526" y="571593"/>
                    <a:pt x="96788" y="490523"/>
                    <a:pt x="145805" y="430894"/>
                  </a:cubicBezTo>
                  <a:cubicBezTo>
                    <a:pt x="198586" y="400645"/>
                    <a:pt x="259015" y="385179"/>
                    <a:pt x="321878" y="383347"/>
                  </a:cubicBezTo>
                  <a:lnTo>
                    <a:pt x="321111" y="357014"/>
                  </a:lnTo>
                  <a:cubicBezTo>
                    <a:pt x="257723" y="358862"/>
                    <a:pt x="196668" y="373772"/>
                    <a:pt x="141180" y="399723"/>
                  </a:cubicBezTo>
                  <a:cubicBezTo>
                    <a:pt x="117813" y="370058"/>
                    <a:pt x="106816" y="332072"/>
                    <a:pt x="106816" y="291518"/>
                  </a:cubicBezTo>
                  <a:cubicBezTo>
                    <a:pt x="106816" y="170286"/>
                    <a:pt x="205094" y="72008"/>
                    <a:pt x="326327" y="72008"/>
                  </a:cubicBezTo>
                  <a:cubicBezTo>
                    <a:pt x="350305" y="72008"/>
                    <a:pt x="373385" y="75853"/>
                    <a:pt x="394659" y="83948"/>
                  </a:cubicBezTo>
                  <a:cubicBezTo>
                    <a:pt x="425371" y="33609"/>
                    <a:pt x="467237" y="0"/>
                    <a:pt x="5338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75" name="Rectangle 19">
            <a:extLst>
              <a:ext uri="{FF2B5EF4-FFF2-40B4-BE49-F238E27FC236}">
                <a16:creationId xmlns:a16="http://schemas.microsoft.com/office/drawing/2014/main" xmlns="" id="{8025BC4E-7A4E-42D9-9569-8844F8906CE5}"/>
              </a:ext>
            </a:extLst>
          </p:cNvPr>
          <p:cNvSpPr/>
          <p:nvPr/>
        </p:nvSpPr>
        <p:spPr>
          <a:xfrm>
            <a:off x="4471052" y="2446822"/>
            <a:ext cx="449751" cy="494370"/>
          </a:xfrm>
          <a:custGeom>
            <a:avLst/>
            <a:gdLst/>
            <a:ahLst/>
            <a:cxnLst/>
            <a:rect l="l" t="t" r="r" b="b"/>
            <a:pathLst>
              <a:path w="2926108" h="3216409">
                <a:moveTo>
                  <a:pt x="1150286" y="2039882"/>
                </a:moveTo>
                <a:cubicBezTo>
                  <a:pt x="1216487" y="2110220"/>
                  <a:pt x="1249586" y="2238485"/>
                  <a:pt x="1348889" y="2250897"/>
                </a:cubicBezTo>
                <a:cubicBezTo>
                  <a:pt x="1452327" y="2213659"/>
                  <a:pt x="1530941" y="2147458"/>
                  <a:pt x="1597142" y="2052295"/>
                </a:cubicBezTo>
                <a:cubicBezTo>
                  <a:pt x="1634380" y="2030228"/>
                  <a:pt x="1712994" y="2049536"/>
                  <a:pt x="1721269" y="2072982"/>
                </a:cubicBezTo>
                <a:cubicBezTo>
                  <a:pt x="1533700" y="2362611"/>
                  <a:pt x="1615072" y="2763954"/>
                  <a:pt x="1568179" y="2830155"/>
                </a:cubicBezTo>
                <a:cubicBezTo>
                  <a:pt x="1391644" y="2965315"/>
                  <a:pt x="1231658" y="2893598"/>
                  <a:pt x="1063398" y="2925319"/>
                </a:cubicBezTo>
                <a:cubicBezTo>
                  <a:pt x="925479" y="2954282"/>
                  <a:pt x="820660" y="3107371"/>
                  <a:pt x="686879" y="3148747"/>
                </a:cubicBezTo>
                <a:cubicBezTo>
                  <a:pt x="536548" y="3184606"/>
                  <a:pt x="373804" y="3224602"/>
                  <a:pt x="215198" y="3214948"/>
                </a:cubicBezTo>
                <a:cubicBezTo>
                  <a:pt x="93829" y="3209431"/>
                  <a:pt x="71763" y="3046687"/>
                  <a:pt x="136584" y="2925318"/>
                </a:cubicBezTo>
                <a:cubicBezTo>
                  <a:pt x="168305" y="2828775"/>
                  <a:pt x="121415" y="2802571"/>
                  <a:pt x="107623" y="2710165"/>
                </a:cubicBezTo>
                <a:cubicBezTo>
                  <a:pt x="111150" y="2693172"/>
                  <a:pt x="127647" y="2691385"/>
                  <a:pt x="158288" y="2695563"/>
                </a:cubicBezTo>
                <a:lnTo>
                  <a:pt x="158288" y="2626239"/>
                </a:lnTo>
                <a:lnTo>
                  <a:pt x="266288" y="2626239"/>
                </a:lnTo>
                <a:lnTo>
                  <a:pt x="266288" y="2708276"/>
                </a:lnTo>
                <a:lnTo>
                  <a:pt x="307224" y="2711894"/>
                </a:lnTo>
                <a:lnTo>
                  <a:pt x="307224" y="2626239"/>
                </a:lnTo>
                <a:lnTo>
                  <a:pt x="415224" y="2626239"/>
                </a:lnTo>
                <a:lnTo>
                  <a:pt x="415224" y="2711420"/>
                </a:lnTo>
                <a:cubicBezTo>
                  <a:pt x="428487" y="2711947"/>
                  <a:pt x="442136" y="2710942"/>
                  <a:pt x="456160" y="2708700"/>
                </a:cubicBezTo>
                <a:lnTo>
                  <a:pt x="456160" y="2617963"/>
                </a:lnTo>
                <a:lnTo>
                  <a:pt x="564160" y="2617963"/>
                </a:lnTo>
                <a:lnTo>
                  <a:pt x="564160" y="2692500"/>
                </a:lnTo>
                <a:cubicBezTo>
                  <a:pt x="577696" y="2691220"/>
                  <a:pt x="591289" y="2688332"/>
                  <a:pt x="605096" y="2684680"/>
                </a:cubicBezTo>
                <a:lnTo>
                  <a:pt x="605096" y="2601411"/>
                </a:lnTo>
                <a:lnTo>
                  <a:pt x="713096" y="2601411"/>
                </a:lnTo>
                <a:lnTo>
                  <a:pt x="713096" y="2654658"/>
                </a:lnTo>
                <a:lnTo>
                  <a:pt x="754032" y="2641463"/>
                </a:lnTo>
                <a:lnTo>
                  <a:pt x="754032" y="2580721"/>
                </a:lnTo>
                <a:lnTo>
                  <a:pt x="862032" y="2580721"/>
                </a:lnTo>
                <a:lnTo>
                  <a:pt x="862032" y="2599792"/>
                </a:lnTo>
                <a:cubicBezTo>
                  <a:pt x="897454" y="2584791"/>
                  <a:pt x="934214" y="2567836"/>
                  <a:pt x="972371" y="2548802"/>
                </a:cubicBezTo>
                <a:cubicBezTo>
                  <a:pt x="1030297" y="2506047"/>
                  <a:pt x="939271" y="2219176"/>
                  <a:pt x="947546" y="2122633"/>
                </a:cubicBezTo>
                <a:cubicBezTo>
                  <a:pt x="957201" y="2082636"/>
                  <a:pt x="1082706" y="2067466"/>
                  <a:pt x="1150286" y="2039882"/>
                </a:cubicBezTo>
                <a:close/>
                <a:moveTo>
                  <a:pt x="394278" y="1320337"/>
                </a:moveTo>
                <a:cubicBezTo>
                  <a:pt x="356565" y="1315036"/>
                  <a:pt x="316914" y="1320983"/>
                  <a:pt x="277262" y="1344774"/>
                </a:cubicBezTo>
                <a:cubicBezTo>
                  <a:pt x="169686" y="1368221"/>
                  <a:pt x="281399" y="1532343"/>
                  <a:pt x="314500" y="1626128"/>
                </a:cubicBezTo>
                <a:cubicBezTo>
                  <a:pt x="335188" y="1715776"/>
                  <a:pt x="306225" y="1838523"/>
                  <a:pt x="376563" y="1820593"/>
                </a:cubicBezTo>
                <a:cubicBezTo>
                  <a:pt x="535169" y="1786113"/>
                  <a:pt x="681363" y="1673020"/>
                  <a:pt x="628954" y="1493726"/>
                </a:cubicBezTo>
                <a:cubicBezTo>
                  <a:pt x="603094" y="1453384"/>
                  <a:pt x="507414" y="1336241"/>
                  <a:pt x="394278" y="1320337"/>
                </a:cubicBezTo>
                <a:close/>
                <a:moveTo>
                  <a:pt x="1526804" y="66"/>
                </a:moveTo>
                <a:cubicBezTo>
                  <a:pt x="2066065" y="2824"/>
                  <a:pt x="2621877" y="129710"/>
                  <a:pt x="2896335" y="1038593"/>
                </a:cubicBezTo>
                <a:cubicBezTo>
                  <a:pt x="3057700" y="1564063"/>
                  <a:pt x="2532230" y="2366749"/>
                  <a:pt x="2064686" y="2292273"/>
                </a:cubicBezTo>
                <a:cubicBezTo>
                  <a:pt x="1885392" y="2267447"/>
                  <a:pt x="1950214" y="2015056"/>
                  <a:pt x="1555767" y="1940580"/>
                </a:cubicBezTo>
                <a:cubicBezTo>
                  <a:pt x="1179249" y="1868862"/>
                  <a:pt x="732393" y="2186075"/>
                  <a:pt x="554478" y="2159871"/>
                </a:cubicBezTo>
                <a:cubicBezTo>
                  <a:pt x="466211" y="2141942"/>
                  <a:pt x="394493" y="1904722"/>
                  <a:pt x="364151" y="1932305"/>
                </a:cubicBezTo>
                <a:cubicBezTo>
                  <a:pt x="322774" y="1970922"/>
                  <a:pt x="405526" y="2146079"/>
                  <a:pt x="467589" y="2205384"/>
                </a:cubicBezTo>
                <a:cubicBezTo>
                  <a:pt x="525515" y="2241243"/>
                  <a:pt x="732393" y="2202626"/>
                  <a:pt x="873070" y="2139183"/>
                </a:cubicBezTo>
                <a:cubicBezTo>
                  <a:pt x="913066" y="2128149"/>
                  <a:pt x="870312" y="2253655"/>
                  <a:pt x="877208" y="2333648"/>
                </a:cubicBezTo>
                <a:lnTo>
                  <a:pt x="862033" y="2337135"/>
                </a:lnTo>
                <a:lnTo>
                  <a:pt x="862033" y="2415799"/>
                </a:lnTo>
                <a:lnTo>
                  <a:pt x="754033" y="2415799"/>
                </a:lnTo>
                <a:lnTo>
                  <a:pt x="754033" y="2360695"/>
                </a:lnTo>
                <a:lnTo>
                  <a:pt x="713097" y="2366601"/>
                </a:lnTo>
                <a:lnTo>
                  <a:pt x="713097" y="2428213"/>
                </a:lnTo>
                <a:lnTo>
                  <a:pt x="605097" y="2428213"/>
                </a:lnTo>
                <a:lnTo>
                  <a:pt x="605097" y="2379641"/>
                </a:lnTo>
                <a:lnTo>
                  <a:pt x="564161" y="2382960"/>
                </a:lnTo>
                <a:lnTo>
                  <a:pt x="564161" y="2436489"/>
                </a:lnTo>
                <a:lnTo>
                  <a:pt x="456161" y="2436489"/>
                </a:lnTo>
                <a:lnTo>
                  <a:pt x="456161" y="2388351"/>
                </a:lnTo>
                <a:lnTo>
                  <a:pt x="415225" y="2389346"/>
                </a:lnTo>
                <a:lnTo>
                  <a:pt x="415225" y="2436489"/>
                </a:lnTo>
                <a:lnTo>
                  <a:pt x="307225" y="2436489"/>
                </a:lnTo>
                <a:lnTo>
                  <a:pt x="307225" y="2386989"/>
                </a:lnTo>
                <a:cubicBezTo>
                  <a:pt x="293173" y="2387203"/>
                  <a:pt x="279516" y="2386340"/>
                  <a:pt x="266289" y="2385150"/>
                </a:cubicBezTo>
                <a:lnTo>
                  <a:pt x="266289" y="2428213"/>
                </a:lnTo>
                <a:lnTo>
                  <a:pt x="158289" y="2428213"/>
                </a:lnTo>
                <a:lnTo>
                  <a:pt x="158289" y="2370613"/>
                </a:lnTo>
                <a:cubicBezTo>
                  <a:pt x="107017" y="2360332"/>
                  <a:pt x="72014" y="2345184"/>
                  <a:pt x="62108" y="2325373"/>
                </a:cubicBezTo>
                <a:cubicBezTo>
                  <a:pt x="37284" y="2261930"/>
                  <a:pt x="103484" y="2223314"/>
                  <a:pt x="124172" y="2172284"/>
                </a:cubicBezTo>
                <a:cubicBezTo>
                  <a:pt x="111759" y="2144700"/>
                  <a:pt x="74522" y="2141942"/>
                  <a:pt x="86934" y="2089533"/>
                </a:cubicBezTo>
                <a:cubicBezTo>
                  <a:pt x="96588" y="2053674"/>
                  <a:pt x="242782" y="2030228"/>
                  <a:pt x="264849" y="1994369"/>
                </a:cubicBezTo>
                <a:cubicBezTo>
                  <a:pt x="273125" y="1919892"/>
                  <a:pt x="-4093" y="1721291"/>
                  <a:pt x="45" y="1671639"/>
                </a:cubicBezTo>
                <a:cubicBezTo>
                  <a:pt x="12458" y="1619230"/>
                  <a:pt x="124172" y="1558546"/>
                  <a:pt x="190373" y="1477174"/>
                </a:cubicBezTo>
                <a:cubicBezTo>
                  <a:pt x="222094" y="1438557"/>
                  <a:pt x="80038" y="1267538"/>
                  <a:pt x="91072" y="1224783"/>
                </a:cubicBezTo>
                <a:cubicBezTo>
                  <a:pt x="111760" y="1092381"/>
                  <a:pt x="240023" y="943429"/>
                  <a:pt x="264849" y="703451"/>
                </a:cubicBezTo>
                <a:cubicBezTo>
                  <a:pt x="342084" y="332450"/>
                  <a:pt x="961338" y="-5451"/>
                  <a:pt x="1526804" y="6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6" name="Freeform 114">
            <a:extLst>
              <a:ext uri="{FF2B5EF4-FFF2-40B4-BE49-F238E27FC236}">
                <a16:creationId xmlns:a16="http://schemas.microsoft.com/office/drawing/2014/main" xmlns="" id="{353DEA2B-7F2E-4C6B-B5D7-248AF895CCDB}"/>
              </a:ext>
            </a:extLst>
          </p:cNvPr>
          <p:cNvSpPr>
            <a:spLocks noChangeAspect="1"/>
          </p:cNvSpPr>
          <p:nvPr/>
        </p:nvSpPr>
        <p:spPr>
          <a:xfrm>
            <a:off x="10267646" y="2429101"/>
            <a:ext cx="549379" cy="529812"/>
          </a:xfrm>
          <a:custGeom>
            <a:avLst/>
            <a:gdLst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8154 w 3745816"/>
              <a:gd name="connsiteY64" fmla="*/ 1151989 h 3316502"/>
              <a:gd name="connsiteX65" fmla="*/ 289767 w 3745816"/>
              <a:gd name="connsiteY65" fmla="*/ 955441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8154 w 3745816"/>
              <a:gd name="connsiteY64" fmla="*/ 1151989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0265 w 3745816"/>
              <a:gd name="connsiteY64" fmla="*/ 1173717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0265 w 3745816"/>
              <a:gd name="connsiteY64" fmla="*/ 1173717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370271 w 3745816"/>
              <a:gd name="connsiteY51" fmla="*/ 1159232 h 3316502"/>
              <a:gd name="connsiteX52" fmla="*/ 3189917 w 3745816"/>
              <a:gd name="connsiteY52" fmla="*/ 1317105 h 3316502"/>
              <a:gd name="connsiteX53" fmla="*/ 3155798 w 3745816"/>
              <a:gd name="connsiteY53" fmla="*/ 1596884 h 3316502"/>
              <a:gd name="connsiteX54" fmla="*/ 2848723 w 3745816"/>
              <a:gd name="connsiteY54" fmla="*/ 1842544 h 3316502"/>
              <a:gd name="connsiteX55" fmla="*/ 2650831 w 3745816"/>
              <a:gd name="connsiteY55" fmla="*/ 2518108 h 3316502"/>
              <a:gd name="connsiteX56" fmla="*/ 2193630 w 3745816"/>
              <a:gd name="connsiteY56" fmla="*/ 2531756 h 3316502"/>
              <a:gd name="connsiteX57" fmla="*/ 1941147 w 3745816"/>
              <a:gd name="connsiteY57" fmla="*/ 2211033 h 3316502"/>
              <a:gd name="connsiteX58" fmla="*/ 1872908 w 3745816"/>
              <a:gd name="connsiteY58" fmla="*/ 2313392 h 3316502"/>
              <a:gd name="connsiteX59" fmla="*/ 1804669 w 3745816"/>
              <a:gd name="connsiteY59" fmla="*/ 2211033 h 3316502"/>
              <a:gd name="connsiteX60" fmla="*/ 1552186 w 3745816"/>
              <a:gd name="connsiteY60" fmla="*/ 2531756 h 3316502"/>
              <a:gd name="connsiteX61" fmla="*/ 1094985 w 3745816"/>
              <a:gd name="connsiteY61" fmla="*/ 2518108 h 3316502"/>
              <a:gd name="connsiteX62" fmla="*/ 897093 w 3745816"/>
              <a:gd name="connsiteY62" fmla="*/ 1842544 h 3316502"/>
              <a:gd name="connsiteX63" fmla="*/ 590018 w 3745816"/>
              <a:gd name="connsiteY63" fmla="*/ 1596884 h 3316502"/>
              <a:gd name="connsiteX64" fmla="*/ 555899 w 3745816"/>
              <a:gd name="connsiteY64" fmla="*/ 1317105 h 3316502"/>
              <a:gd name="connsiteX65" fmla="*/ 380265 w 3745816"/>
              <a:gd name="connsiteY65" fmla="*/ 1173717 h 3316502"/>
              <a:gd name="connsiteX66" fmla="*/ 289767 w 3745816"/>
              <a:gd name="connsiteY66" fmla="*/ 1006142 h 3316502"/>
              <a:gd name="connsiteX67" fmla="*/ 125994 w 3745816"/>
              <a:gd name="connsiteY67" fmla="*/ 921320 h 3316502"/>
              <a:gd name="connsiteX68" fmla="*/ 665081 w 3745816"/>
              <a:gd name="connsiteY68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370271 w 3745816"/>
              <a:gd name="connsiteY51" fmla="*/ 1159232 h 3316502"/>
              <a:gd name="connsiteX52" fmla="*/ 3189917 w 3745816"/>
              <a:gd name="connsiteY52" fmla="*/ 1317105 h 3316502"/>
              <a:gd name="connsiteX53" fmla="*/ 3155798 w 3745816"/>
              <a:gd name="connsiteY53" fmla="*/ 1596884 h 3316502"/>
              <a:gd name="connsiteX54" fmla="*/ 2848723 w 3745816"/>
              <a:gd name="connsiteY54" fmla="*/ 1842544 h 3316502"/>
              <a:gd name="connsiteX55" fmla="*/ 2650831 w 3745816"/>
              <a:gd name="connsiteY55" fmla="*/ 2518108 h 3316502"/>
              <a:gd name="connsiteX56" fmla="*/ 2193630 w 3745816"/>
              <a:gd name="connsiteY56" fmla="*/ 2531756 h 3316502"/>
              <a:gd name="connsiteX57" fmla="*/ 1941147 w 3745816"/>
              <a:gd name="connsiteY57" fmla="*/ 2211033 h 3316502"/>
              <a:gd name="connsiteX58" fmla="*/ 1872908 w 3745816"/>
              <a:gd name="connsiteY58" fmla="*/ 2313392 h 3316502"/>
              <a:gd name="connsiteX59" fmla="*/ 1804669 w 3745816"/>
              <a:gd name="connsiteY59" fmla="*/ 2211033 h 3316502"/>
              <a:gd name="connsiteX60" fmla="*/ 1552186 w 3745816"/>
              <a:gd name="connsiteY60" fmla="*/ 2531756 h 3316502"/>
              <a:gd name="connsiteX61" fmla="*/ 1094985 w 3745816"/>
              <a:gd name="connsiteY61" fmla="*/ 2518108 h 3316502"/>
              <a:gd name="connsiteX62" fmla="*/ 897093 w 3745816"/>
              <a:gd name="connsiteY62" fmla="*/ 1842544 h 3316502"/>
              <a:gd name="connsiteX63" fmla="*/ 590018 w 3745816"/>
              <a:gd name="connsiteY63" fmla="*/ 1596884 h 3316502"/>
              <a:gd name="connsiteX64" fmla="*/ 555899 w 3745816"/>
              <a:gd name="connsiteY64" fmla="*/ 1317105 h 3316502"/>
              <a:gd name="connsiteX65" fmla="*/ 380265 w 3745816"/>
              <a:gd name="connsiteY65" fmla="*/ 1173717 h 3316502"/>
              <a:gd name="connsiteX66" fmla="*/ 289767 w 3745816"/>
              <a:gd name="connsiteY66" fmla="*/ 1006142 h 3316502"/>
              <a:gd name="connsiteX67" fmla="*/ 125994 w 3745816"/>
              <a:gd name="connsiteY67" fmla="*/ 921320 h 3316502"/>
              <a:gd name="connsiteX68" fmla="*/ 665081 w 3745816"/>
              <a:gd name="connsiteY68" fmla="*/ 96 h 331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3745816" h="3316502">
                <a:moveTo>
                  <a:pt x="2500704" y="2026790"/>
                </a:moveTo>
                <a:cubicBezTo>
                  <a:pt x="2380149" y="2047261"/>
                  <a:pt x="2334656" y="2081381"/>
                  <a:pt x="2261868" y="2108676"/>
                </a:cubicBezTo>
                <a:cubicBezTo>
                  <a:pt x="2220926" y="2245154"/>
                  <a:pt x="2248220" y="2327040"/>
                  <a:pt x="2364227" y="2313393"/>
                </a:cubicBezTo>
                <a:cubicBezTo>
                  <a:pt x="2491606" y="2272450"/>
                  <a:pt x="2502979" y="2190563"/>
                  <a:pt x="2500704" y="2026790"/>
                </a:cubicBezTo>
                <a:close/>
                <a:moveTo>
                  <a:pt x="1245112" y="2026790"/>
                </a:moveTo>
                <a:cubicBezTo>
                  <a:pt x="1242837" y="2190563"/>
                  <a:pt x="1254210" y="2272450"/>
                  <a:pt x="1381589" y="2313393"/>
                </a:cubicBezTo>
                <a:cubicBezTo>
                  <a:pt x="1497596" y="2327040"/>
                  <a:pt x="1524890" y="2245154"/>
                  <a:pt x="1483948" y="2108676"/>
                </a:cubicBezTo>
                <a:cubicBezTo>
                  <a:pt x="1411160" y="2081381"/>
                  <a:pt x="1365667" y="2047261"/>
                  <a:pt x="1245112" y="2026790"/>
                </a:cubicBezTo>
                <a:close/>
                <a:moveTo>
                  <a:pt x="3185000" y="1670667"/>
                </a:moveTo>
                <a:cubicBezTo>
                  <a:pt x="3206444" y="1672444"/>
                  <a:pt x="3226596" y="1679339"/>
                  <a:pt x="3244509" y="1692418"/>
                </a:cubicBezTo>
                <a:cubicBezTo>
                  <a:pt x="3340044" y="1731086"/>
                  <a:pt x="3210389" y="1885761"/>
                  <a:pt x="3380986" y="1856191"/>
                </a:cubicBezTo>
                <a:cubicBezTo>
                  <a:pt x="3424203" y="1826621"/>
                  <a:pt x="3528837" y="1837994"/>
                  <a:pt x="3599350" y="1903959"/>
                </a:cubicBezTo>
                <a:cubicBezTo>
                  <a:pt x="3647117" y="1983571"/>
                  <a:pt x="3783594" y="2056359"/>
                  <a:pt x="3735827" y="2142795"/>
                </a:cubicBezTo>
                <a:cubicBezTo>
                  <a:pt x="3653941" y="2374806"/>
                  <a:pt x="3606173" y="2422574"/>
                  <a:pt x="3572054" y="2620466"/>
                </a:cubicBezTo>
                <a:cubicBezTo>
                  <a:pt x="3574328" y="2882048"/>
                  <a:pt x="3542485" y="3061744"/>
                  <a:pt x="3551583" y="3316502"/>
                </a:cubicBezTo>
                <a:lnTo>
                  <a:pt x="3292276" y="3302855"/>
                </a:lnTo>
                <a:cubicBezTo>
                  <a:pt x="3310472" y="3025350"/>
                  <a:pt x="3315022" y="2788789"/>
                  <a:pt x="3271804" y="2511284"/>
                </a:cubicBezTo>
                <a:cubicBezTo>
                  <a:pt x="3217213" y="2465791"/>
                  <a:pt x="3189917" y="2399828"/>
                  <a:pt x="3278628" y="2272449"/>
                </a:cubicBezTo>
                <a:cubicBezTo>
                  <a:pt x="3244509" y="2190562"/>
                  <a:pt x="3271804" y="2142795"/>
                  <a:pt x="3128502" y="2108675"/>
                </a:cubicBezTo>
                <a:cubicBezTo>
                  <a:pt x="3042066" y="2051809"/>
                  <a:pt x="2921512" y="2165541"/>
                  <a:pt x="2869195" y="2019965"/>
                </a:cubicBezTo>
                <a:cubicBezTo>
                  <a:pt x="2821427" y="1896567"/>
                  <a:pt x="3034887" y="1658228"/>
                  <a:pt x="3185000" y="1670667"/>
                </a:cubicBezTo>
                <a:close/>
                <a:moveTo>
                  <a:pt x="560816" y="1670667"/>
                </a:moveTo>
                <a:cubicBezTo>
                  <a:pt x="710929" y="1658228"/>
                  <a:pt x="924389" y="1896567"/>
                  <a:pt x="876621" y="2019965"/>
                </a:cubicBezTo>
                <a:cubicBezTo>
                  <a:pt x="824304" y="2165541"/>
                  <a:pt x="703750" y="2051809"/>
                  <a:pt x="617314" y="2108675"/>
                </a:cubicBezTo>
                <a:cubicBezTo>
                  <a:pt x="474012" y="2142795"/>
                  <a:pt x="501307" y="2190562"/>
                  <a:pt x="467188" y="2272449"/>
                </a:cubicBezTo>
                <a:cubicBezTo>
                  <a:pt x="555899" y="2399828"/>
                  <a:pt x="528603" y="2465791"/>
                  <a:pt x="474012" y="2511284"/>
                </a:cubicBezTo>
                <a:cubicBezTo>
                  <a:pt x="430794" y="2788789"/>
                  <a:pt x="435344" y="3025350"/>
                  <a:pt x="453540" y="3302855"/>
                </a:cubicBezTo>
                <a:lnTo>
                  <a:pt x="194233" y="3316502"/>
                </a:lnTo>
                <a:cubicBezTo>
                  <a:pt x="203331" y="3061744"/>
                  <a:pt x="171488" y="2882048"/>
                  <a:pt x="173762" y="2620466"/>
                </a:cubicBezTo>
                <a:cubicBezTo>
                  <a:pt x="139643" y="2422574"/>
                  <a:pt x="91875" y="2374806"/>
                  <a:pt x="9989" y="2142795"/>
                </a:cubicBezTo>
                <a:cubicBezTo>
                  <a:pt x="-37778" y="2056359"/>
                  <a:pt x="98699" y="1983571"/>
                  <a:pt x="146466" y="1903959"/>
                </a:cubicBezTo>
                <a:cubicBezTo>
                  <a:pt x="216979" y="1837994"/>
                  <a:pt x="321613" y="1826621"/>
                  <a:pt x="364830" y="1856191"/>
                </a:cubicBezTo>
                <a:cubicBezTo>
                  <a:pt x="535427" y="1885761"/>
                  <a:pt x="405772" y="1731086"/>
                  <a:pt x="501307" y="1692418"/>
                </a:cubicBezTo>
                <a:cubicBezTo>
                  <a:pt x="519220" y="1679339"/>
                  <a:pt x="539372" y="1672444"/>
                  <a:pt x="560816" y="1670667"/>
                </a:cubicBezTo>
                <a:close/>
                <a:moveTo>
                  <a:pt x="2609647" y="1003649"/>
                </a:moveTo>
                <a:cubicBezTo>
                  <a:pt x="2444889" y="994437"/>
                  <a:pt x="2381715" y="1312839"/>
                  <a:pt x="2234575" y="1385343"/>
                </a:cubicBezTo>
                <a:cubicBezTo>
                  <a:pt x="2013936" y="1460406"/>
                  <a:pt x="1963895" y="1651474"/>
                  <a:pt x="1968444" y="1951725"/>
                </a:cubicBezTo>
                <a:cubicBezTo>
                  <a:pt x="1979817" y="2035887"/>
                  <a:pt x="2134492" y="1956274"/>
                  <a:pt x="2248223" y="1897134"/>
                </a:cubicBezTo>
                <a:cubicBezTo>
                  <a:pt x="2393799" y="1812972"/>
                  <a:pt x="2839626" y="1121486"/>
                  <a:pt x="2644008" y="1010029"/>
                </a:cubicBezTo>
                <a:cubicBezTo>
                  <a:pt x="2632066" y="1006333"/>
                  <a:pt x="2620631" y="1004263"/>
                  <a:pt x="2609647" y="1003649"/>
                </a:cubicBezTo>
                <a:close/>
                <a:moveTo>
                  <a:pt x="1136169" y="1003649"/>
                </a:moveTo>
                <a:cubicBezTo>
                  <a:pt x="1125185" y="1004263"/>
                  <a:pt x="1113750" y="1006333"/>
                  <a:pt x="1101808" y="1010029"/>
                </a:cubicBezTo>
                <a:cubicBezTo>
                  <a:pt x="906190" y="1121486"/>
                  <a:pt x="1352017" y="1812972"/>
                  <a:pt x="1497593" y="1897134"/>
                </a:cubicBezTo>
                <a:cubicBezTo>
                  <a:pt x="1611324" y="1956274"/>
                  <a:pt x="1765999" y="2035887"/>
                  <a:pt x="1777372" y="1951725"/>
                </a:cubicBezTo>
                <a:cubicBezTo>
                  <a:pt x="1781921" y="1651474"/>
                  <a:pt x="1731880" y="1460406"/>
                  <a:pt x="1511241" y="1385343"/>
                </a:cubicBezTo>
                <a:cubicBezTo>
                  <a:pt x="1364101" y="1312839"/>
                  <a:pt x="1300927" y="994437"/>
                  <a:pt x="1136169" y="1003649"/>
                </a:cubicBezTo>
                <a:close/>
                <a:moveTo>
                  <a:pt x="665081" y="96"/>
                </a:moveTo>
                <a:cubicBezTo>
                  <a:pt x="1486802" y="-2174"/>
                  <a:pt x="1309537" y="573200"/>
                  <a:pt x="1862679" y="634117"/>
                </a:cubicBezTo>
                <a:cubicBezTo>
                  <a:pt x="2415888" y="573192"/>
                  <a:pt x="2259021" y="-2174"/>
                  <a:pt x="3080735" y="96"/>
                </a:cubicBezTo>
                <a:cubicBezTo>
                  <a:pt x="3608448" y="-9003"/>
                  <a:pt x="3767673" y="636991"/>
                  <a:pt x="3619822" y="921320"/>
                </a:cubicBezTo>
                <a:cubicBezTo>
                  <a:pt x="3590251" y="1010030"/>
                  <a:pt x="3519739" y="941793"/>
                  <a:pt x="3456049" y="955441"/>
                </a:cubicBezTo>
                <a:cubicBezTo>
                  <a:pt x="3416937" y="1011300"/>
                  <a:pt x="3385716" y="1096130"/>
                  <a:pt x="3370271" y="1159232"/>
                </a:cubicBezTo>
                <a:lnTo>
                  <a:pt x="3189917" y="1317105"/>
                </a:lnTo>
                <a:cubicBezTo>
                  <a:pt x="3271804" y="1426286"/>
                  <a:pt x="3258156" y="1555942"/>
                  <a:pt x="3155798" y="1596884"/>
                </a:cubicBezTo>
                <a:cubicBezTo>
                  <a:pt x="2973828" y="1651475"/>
                  <a:pt x="2866920" y="1726538"/>
                  <a:pt x="2848723" y="1842544"/>
                </a:cubicBezTo>
                <a:cubicBezTo>
                  <a:pt x="2830525" y="2001768"/>
                  <a:pt x="2832803" y="2481714"/>
                  <a:pt x="2650831" y="2518108"/>
                </a:cubicBezTo>
                <a:cubicBezTo>
                  <a:pt x="2498431" y="2522657"/>
                  <a:pt x="2373325" y="2513559"/>
                  <a:pt x="2193630" y="2531756"/>
                </a:cubicBezTo>
                <a:cubicBezTo>
                  <a:pt x="2088997" y="2522657"/>
                  <a:pt x="1998012" y="2349785"/>
                  <a:pt x="1941147" y="2211033"/>
                </a:cubicBezTo>
                <a:lnTo>
                  <a:pt x="1872908" y="2313392"/>
                </a:lnTo>
                <a:lnTo>
                  <a:pt x="1804669" y="2211033"/>
                </a:lnTo>
                <a:cubicBezTo>
                  <a:pt x="1747804" y="2349785"/>
                  <a:pt x="1656819" y="2522657"/>
                  <a:pt x="1552186" y="2531756"/>
                </a:cubicBezTo>
                <a:cubicBezTo>
                  <a:pt x="1372491" y="2513559"/>
                  <a:pt x="1247385" y="2522657"/>
                  <a:pt x="1094985" y="2518108"/>
                </a:cubicBezTo>
                <a:cubicBezTo>
                  <a:pt x="913013" y="2481714"/>
                  <a:pt x="915291" y="2001768"/>
                  <a:pt x="897093" y="1842544"/>
                </a:cubicBezTo>
                <a:cubicBezTo>
                  <a:pt x="878896" y="1726538"/>
                  <a:pt x="771988" y="1651475"/>
                  <a:pt x="590018" y="1596884"/>
                </a:cubicBezTo>
                <a:cubicBezTo>
                  <a:pt x="487660" y="1555942"/>
                  <a:pt x="474012" y="1426286"/>
                  <a:pt x="555899" y="1317105"/>
                </a:cubicBezTo>
                <a:cubicBezTo>
                  <a:pt x="497354" y="1247580"/>
                  <a:pt x="494034" y="1228756"/>
                  <a:pt x="380265" y="1173717"/>
                </a:cubicBezTo>
                <a:cubicBezTo>
                  <a:pt x="350099" y="1122687"/>
                  <a:pt x="319933" y="1057172"/>
                  <a:pt x="289767" y="1006142"/>
                </a:cubicBezTo>
                <a:cubicBezTo>
                  <a:pt x="226077" y="992494"/>
                  <a:pt x="155565" y="1010030"/>
                  <a:pt x="125994" y="921320"/>
                </a:cubicBezTo>
                <a:cubicBezTo>
                  <a:pt x="-21857" y="636991"/>
                  <a:pt x="137368" y="-9003"/>
                  <a:pt x="665081" y="9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7" name="Rounded Rectangle 31">
            <a:extLst>
              <a:ext uri="{FF2B5EF4-FFF2-40B4-BE49-F238E27FC236}">
                <a16:creationId xmlns:a16="http://schemas.microsoft.com/office/drawing/2014/main" xmlns="" id="{B25FCE9B-6DC5-4836-8DD9-E737D6782AA3}"/>
              </a:ext>
            </a:extLst>
          </p:cNvPr>
          <p:cNvSpPr>
            <a:spLocks noChangeAspect="1"/>
          </p:cNvSpPr>
          <p:nvPr/>
        </p:nvSpPr>
        <p:spPr>
          <a:xfrm>
            <a:off x="4509610" y="3571006"/>
            <a:ext cx="372634" cy="529812"/>
          </a:xfrm>
          <a:custGeom>
            <a:avLst/>
            <a:gdLst/>
            <a:ahLst/>
            <a:cxnLst/>
            <a:rect l="l" t="t" r="r" b="b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8" name="Oval 47">
            <a:extLst>
              <a:ext uri="{FF2B5EF4-FFF2-40B4-BE49-F238E27FC236}">
                <a16:creationId xmlns:a16="http://schemas.microsoft.com/office/drawing/2014/main" xmlns="" id="{2A7B72D2-455E-4647-BA7D-2D9A0D0187FB}"/>
              </a:ext>
            </a:extLst>
          </p:cNvPr>
          <p:cNvSpPr>
            <a:spLocks noChangeAspect="1"/>
          </p:cNvSpPr>
          <p:nvPr/>
        </p:nvSpPr>
        <p:spPr>
          <a:xfrm>
            <a:off x="11057974" y="2429101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9" name="Oval 50">
            <a:extLst>
              <a:ext uri="{FF2B5EF4-FFF2-40B4-BE49-F238E27FC236}">
                <a16:creationId xmlns:a16="http://schemas.microsoft.com/office/drawing/2014/main" xmlns="" id="{91CDD124-ED61-4ED3-81C2-B526853B9B84}"/>
              </a:ext>
            </a:extLst>
          </p:cNvPr>
          <p:cNvSpPr>
            <a:spLocks noChangeAspect="1"/>
          </p:cNvSpPr>
          <p:nvPr/>
        </p:nvSpPr>
        <p:spPr>
          <a:xfrm>
            <a:off x="5308362" y="3571006"/>
            <a:ext cx="469094" cy="529812"/>
          </a:xfrm>
          <a:custGeom>
            <a:avLst/>
            <a:gdLst/>
            <a:ahLst/>
            <a:cxnLst/>
            <a:rect l="l" t="t" r="r" b="b"/>
            <a:pathLst>
              <a:path w="2868687" h="3240000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0" name="Heart 17">
            <a:extLst>
              <a:ext uri="{FF2B5EF4-FFF2-40B4-BE49-F238E27FC236}">
                <a16:creationId xmlns:a16="http://schemas.microsoft.com/office/drawing/2014/main" xmlns="" id="{FD25AA3C-FD36-4FC1-9406-60F9CCE3DC0D}"/>
              </a:ext>
            </a:extLst>
          </p:cNvPr>
          <p:cNvSpPr/>
          <p:nvPr/>
        </p:nvSpPr>
        <p:spPr>
          <a:xfrm>
            <a:off x="7846544" y="3588496"/>
            <a:ext cx="501299" cy="491506"/>
          </a:xfrm>
          <a:custGeom>
            <a:avLst/>
            <a:gdLst/>
            <a:ahLst/>
            <a:cxnLst/>
            <a:rect l="l" t="t" r="r" b="b"/>
            <a:pathLst>
              <a:path w="3263621" h="3199863">
                <a:moveTo>
                  <a:pt x="1896188" y="786599"/>
                </a:moveTo>
                <a:cubicBezTo>
                  <a:pt x="1878938" y="786251"/>
                  <a:pt x="1861335" y="789280"/>
                  <a:pt x="1844305" y="796082"/>
                </a:cubicBezTo>
                <a:cubicBezTo>
                  <a:pt x="1792333" y="816839"/>
                  <a:pt x="1760707" y="866742"/>
                  <a:pt x="1761231" y="919486"/>
                </a:cubicBezTo>
                <a:lnTo>
                  <a:pt x="1573886" y="1618665"/>
                </a:lnTo>
                <a:lnTo>
                  <a:pt x="1438574" y="1113672"/>
                </a:lnTo>
                <a:cubicBezTo>
                  <a:pt x="1424335" y="1060531"/>
                  <a:pt x="1379808" y="1023594"/>
                  <a:pt x="1328543" y="1016456"/>
                </a:cubicBezTo>
                <a:cubicBezTo>
                  <a:pt x="1320071" y="1015276"/>
                  <a:pt x="1311415" y="1014911"/>
                  <a:pt x="1302836" y="1018067"/>
                </a:cubicBezTo>
                <a:lnTo>
                  <a:pt x="1300556" y="1017667"/>
                </a:lnTo>
                <a:cubicBezTo>
                  <a:pt x="1298914" y="1017711"/>
                  <a:pt x="1297275" y="1017786"/>
                  <a:pt x="1295680" y="1018515"/>
                </a:cubicBezTo>
                <a:lnTo>
                  <a:pt x="1275904" y="1019755"/>
                </a:lnTo>
                <a:cubicBezTo>
                  <a:pt x="1273459" y="1020410"/>
                  <a:pt x="1271049" y="1021129"/>
                  <a:pt x="1269080" y="1023145"/>
                </a:cubicBezTo>
                <a:cubicBezTo>
                  <a:pt x="1229892" y="1033156"/>
                  <a:pt x="1196286" y="1061513"/>
                  <a:pt x="1180414" y="1102068"/>
                </a:cubicBezTo>
                <a:lnTo>
                  <a:pt x="902406" y="1812437"/>
                </a:lnTo>
                <a:lnTo>
                  <a:pt x="612897" y="1812437"/>
                </a:lnTo>
                <a:cubicBezTo>
                  <a:pt x="539543" y="1812437"/>
                  <a:pt x="480078" y="1871902"/>
                  <a:pt x="480078" y="1945256"/>
                </a:cubicBezTo>
                <a:cubicBezTo>
                  <a:pt x="480078" y="2018610"/>
                  <a:pt x="539543" y="2078075"/>
                  <a:pt x="612897" y="2078075"/>
                </a:cubicBezTo>
                <a:lnTo>
                  <a:pt x="966673" y="2078075"/>
                </a:lnTo>
                <a:cubicBezTo>
                  <a:pt x="1008666" y="2088839"/>
                  <a:pt x="1051924" y="2075535"/>
                  <a:pt x="1081835" y="2045978"/>
                </a:cubicBezTo>
                <a:cubicBezTo>
                  <a:pt x="1105846" y="2028294"/>
                  <a:pt x="1122213" y="2001701"/>
                  <a:pt x="1125659" y="1970866"/>
                </a:cubicBezTo>
                <a:lnTo>
                  <a:pt x="1284498" y="1565001"/>
                </a:lnTo>
                <a:lnTo>
                  <a:pt x="1443089" y="2156868"/>
                </a:lnTo>
                <a:cubicBezTo>
                  <a:pt x="1455914" y="2204733"/>
                  <a:pt x="1493311" y="2239452"/>
                  <a:pt x="1538593" y="2249086"/>
                </a:cubicBezTo>
                <a:lnTo>
                  <a:pt x="1542015" y="2250785"/>
                </a:lnTo>
                <a:cubicBezTo>
                  <a:pt x="1542604" y="2250943"/>
                  <a:pt x="1543193" y="2251097"/>
                  <a:pt x="1543870" y="2250902"/>
                </a:cubicBezTo>
                <a:cubicBezTo>
                  <a:pt x="1553422" y="2254514"/>
                  <a:pt x="1563610" y="2255524"/>
                  <a:pt x="1573886" y="2252783"/>
                </a:cubicBezTo>
                <a:cubicBezTo>
                  <a:pt x="1584162" y="2255524"/>
                  <a:pt x="1594351" y="2254515"/>
                  <a:pt x="1603903" y="2250901"/>
                </a:cubicBezTo>
                <a:lnTo>
                  <a:pt x="1605758" y="2250785"/>
                </a:lnTo>
                <a:cubicBezTo>
                  <a:pt x="1606974" y="2250459"/>
                  <a:pt x="1608181" y="2250118"/>
                  <a:pt x="1609178" y="2249086"/>
                </a:cubicBezTo>
                <a:cubicBezTo>
                  <a:pt x="1654461" y="2239453"/>
                  <a:pt x="1691859" y="2204734"/>
                  <a:pt x="1704684" y="2156868"/>
                </a:cubicBezTo>
                <a:lnTo>
                  <a:pt x="1921541" y="1347547"/>
                </a:lnTo>
                <a:lnTo>
                  <a:pt x="2181705" y="1998928"/>
                </a:lnTo>
                <a:cubicBezTo>
                  <a:pt x="2205326" y="2058070"/>
                  <a:pt x="2266689" y="2090865"/>
                  <a:pt x="2326593" y="2078075"/>
                </a:cubicBezTo>
                <a:lnTo>
                  <a:pt x="2671200" y="2078075"/>
                </a:lnTo>
                <a:cubicBezTo>
                  <a:pt x="2744554" y="2078075"/>
                  <a:pt x="2804019" y="2018610"/>
                  <a:pt x="2804019" y="1945256"/>
                </a:cubicBezTo>
                <a:cubicBezTo>
                  <a:pt x="2804019" y="1871902"/>
                  <a:pt x="2744554" y="1812437"/>
                  <a:pt x="2671200" y="1812437"/>
                </a:cubicBezTo>
                <a:lnTo>
                  <a:pt x="2393261" y="1812437"/>
                </a:lnTo>
                <a:lnTo>
                  <a:pt x="2016914" y="870162"/>
                </a:lnTo>
                <a:cubicBezTo>
                  <a:pt x="1996508" y="819071"/>
                  <a:pt x="1947937" y="787642"/>
                  <a:pt x="1896188" y="786599"/>
                </a:cubicBezTo>
                <a:close/>
                <a:moveTo>
                  <a:pt x="773454" y="106"/>
                </a:moveTo>
                <a:cubicBezTo>
                  <a:pt x="1097282" y="5742"/>
                  <a:pt x="1441967" y="238301"/>
                  <a:pt x="1631811" y="769863"/>
                </a:cubicBezTo>
                <a:cubicBezTo>
                  <a:pt x="2306811" y="-1120137"/>
                  <a:pt x="4939311" y="769863"/>
                  <a:pt x="1631811" y="3199863"/>
                </a:cubicBezTo>
                <a:cubicBezTo>
                  <a:pt x="-745455" y="1453301"/>
                  <a:pt x="-54107" y="-14297"/>
                  <a:pt x="773454" y="10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1" name="Rounded Rectangle 25">
            <a:extLst>
              <a:ext uri="{FF2B5EF4-FFF2-40B4-BE49-F238E27FC236}">
                <a16:creationId xmlns:a16="http://schemas.microsoft.com/office/drawing/2014/main" xmlns="" id="{A53FDB1A-403D-4EBD-8EB6-3E1911FAEEC5}"/>
              </a:ext>
            </a:extLst>
          </p:cNvPr>
          <p:cNvSpPr/>
          <p:nvPr/>
        </p:nvSpPr>
        <p:spPr>
          <a:xfrm>
            <a:off x="6982048" y="3626197"/>
            <a:ext cx="497670" cy="419433"/>
          </a:xfrm>
          <a:custGeom>
            <a:avLst/>
            <a:gdLst/>
            <a:ahLst/>
            <a:cxnLst/>
            <a:rect l="l" t="t" r="r" b="b"/>
            <a:pathLst>
              <a:path w="3240000" h="2730652">
                <a:moveTo>
                  <a:pt x="1452811" y="1541940"/>
                </a:moveTo>
                <a:lnTo>
                  <a:pt x="1452811" y="1831951"/>
                </a:lnTo>
                <a:lnTo>
                  <a:pt x="1162800" y="1831951"/>
                </a:lnTo>
                <a:lnTo>
                  <a:pt x="1162800" y="2166329"/>
                </a:lnTo>
                <a:lnTo>
                  <a:pt x="1452811" y="2166329"/>
                </a:lnTo>
                <a:lnTo>
                  <a:pt x="1452811" y="2456340"/>
                </a:lnTo>
                <a:lnTo>
                  <a:pt x="1787189" y="2456340"/>
                </a:lnTo>
                <a:lnTo>
                  <a:pt x="1787189" y="2166329"/>
                </a:lnTo>
                <a:lnTo>
                  <a:pt x="2077200" y="2166329"/>
                </a:lnTo>
                <a:lnTo>
                  <a:pt x="2077200" y="1831951"/>
                </a:lnTo>
                <a:lnTo>
                  <a:pt x="1787189" y="1831951"/>
                </a:lnTo>
                <a:lnTo>
                  <a:pt x="1787189" y="1541940"/>
                </a:lnTo>
                <a:close/>
                <a:moveTo>
                  <a:pt x="0" y="1278453"/>
                </a:moveTo>
                <a:lnTo>
                  <a:pt x="3240000" y="1278453"/>
                </a:lnTo>
                <a:lnTo>
                  <a:pt x="3240000" y="2376509"/>
                </a:lnTo>
                <a:cubicBezTo>
                  <a:pt x="3240000" y="2572097"/>
                  <a:pt x="3081445" y="2730652"/>
                  <a:pt x="2885857" y="2730652"/>
                </a:cubicBezTo>
                <a:lnTo>
                  <a:pt x="354143" y="2730652"/>
                </a:lnTo>
                <a:cubicBezTo>
                  <a:pt x="158555" y="2730652"/>
                  <a:pt x="0" y="2572097"/>
                  <a:pt x="0" y="2376509"/>
                </a:cubicBezTo>
                <a:close/>
                <a:moveTo>
                  <a:pt x="1001150" y="200505"/>
                </a:moveTo>
                <a:cubicBezTo>
                  <a:pt x="933045" y="200505"/>
                  <a:pt x="877834" y="255715"/>
                  <a:pt x="877834" y="323821"/>
                </a:cubicBezTo>
                <a:lnTo>
                  <a:pt x="877834" y="605836"/>
                </a:lnTo>
                <a:lnTo>
                  <a:pt x="2362163" y="605836"/>
                </a:lnTo>
                <a:lnTo>
                  <a:pt x="2362163" y="323821"/>
                </a:lnTo>
                <a:cubicBezTo>
                  <a:pt x="2362163" y="255715"/>
                  <a:pt x="2306952" y="200505"/>
                  <a:pt x="2238846" y="200505"/>
                </a:cubicBezTo>
                <a:close/>
                <a:moveTo>
                  <a:pt x="843301" y="0"/>
                </a:moveTo>
                <a:lnTo>
                  <a:pt x="2396696" y="0"/>
                </a:lnTo>
                <a:cubicBezTo>
                  <a:pt x="2488075" y="0"/>
                  <a:pt x="2562152" y="74077"/>
                  <a:pt x="2562152" y="165456"/>
                </a:cubicBezTo>
                <a:lnTo>
                  <a:pt x="2562152" y="605836"/>
                </a:lnTo>
                <a:lnTo>
                  <a:pt x="2885857" y="605836"/>
                </a:lnTo>
                <a:cubicBezTo>
                  <a:pt x="3081445" y="605836"/>
                  <a:pt x="3240000" y="764391"/>
                  <a:pt x="3240000" y="959979"/>
                </a:cubicBezTo>
                <a:lnTo>
                  <a:pt x="3240000" y="1134437"/>
                </a:lnTo>
                <a:lnTo>
                  <a:pt x="0" y="1134437"/>
                </a:lnTo>
                <a:lnTo>
                  <a:pt x="0" y="959979"/>
                </a:lnTo>
                <a:cubicBezTo>
                  <a:pt x="0" y="764391"/>
                  <a:pt x="158555" y="605836"/>
                  <a:pt x="354143" y="605836"/>
                </a:cubicBezTo>
                <a:lnTo>
                  <a:pt x="677845" y="605836"/>
                </a:lnTo>
                <a:lnTo>
                  <a:pt x="677845" y="165456"/>
                </a:lnTo>
                <a:cubicBezTo>
                  <a:pt x="677845" y="74077"/>
                  <a:pt x="751923" y="0"/>
                  <a:pt x="8433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2" name="Chord 32">
            <a:extLst>
              <a:ext uri="{FF2B5EF4-FFF2-40B4-BE49-F238E27FC236}">
                <a16:creationId xmlns:a16="http://schemas.microsoft.com/office/drawing/2014/main" xmlns="" id="{3D1BBD17-EB21-4265-8BCB-65380AD568C6}"/>
              </a:ext>
            </a:extLst>
          </p:cNvPr>
          <p:cNvSpPr/>
          <p:nvPr/>
        </p:nvSpPr>
        <p:spPr>
          <a:xfrm>
            <a:off x="6132058" y="3589260"/>
            <a:ext cx="497670" cy="493305"/>
          </a:xfrm>
          <a:custGeom>
            <a:avLst/>
            <a:gdLst/>
            <a:ahLst/>
            <a:cxnLst/>
            <a:rect l="l" t="t" r="r" b="b"/>
            <a:pathLst>
              <a:path w="3240000" h="3211580">
                <a:moveTo>
                  <a:pt x="991906" y="2959580"/>
                </a:moveTo>
                <a:lnTo>
                  <a:pt x="2193254" y="2959580"/>
                </a:lnTo>
                <a:cubicBezTo>
                  <a:pt x="2215674" y="2959580"/>
                  <a:pt x="2233849" y="2977755"/>
                  <a:pt x="2233849" y="3000175"/>
                </a:cubicBezTo>
                <a:lnTo>
                  <a:pt x="2233849" y="3170985"/>
                </a:lnTo>
                <a:cubicBezTo>
                  <a:pt x="2233849" y="3193405"/>
                  <a:pt x="2215674" y="3211580"/>
                  <a:pt x="2193254" y="3211580"/>
                </a:cubicBezTo>
                <a:lnTo>
                  <a:pt x="991906" y="3211580"/>
                </a:lnTo>
                <a:cubicBezTo>
                  <a:pt x="969486" y="3211580"/>
                  <a:pt x="951311" y="3193405"/>
                  <a:pt x="951311" y="3170985"/>
                </a:cubicBezTo>
                <a:lnTo>
                  <a:pt x="951311" y="3000175"/>
                </a:lnTo>
                <a:cubicBezTo>
                  <a:pt x="951311" y="2977755"/>
                  <a:pt x="969486" y="2959580"/>
                  <a:pt x="991906" y="2959580"/>
                </a:cubicBezTo>
                <a:close/>
                <a:moveTo>
                  <a:pt x="1439043" y="1763796"/>
                </a:moveTo>
                <a:lnTo>
                  <a:pt x="1439043" y="2067459"/>
                </a:lnTo>
                <a:lnTo>
                  <a:pt x="1135380" y="2067459"/>
                </a:lnTo>
                <a:lnTo>
                  <a:pt x="1135380" y="2374533"/>
                </a:lnTo>
                <a:lnTo>
                  <a:pt x="1439043" y="2374533"/>
                </a:lnTo>
                <a:lnTo>
                  <a:pt x="1439043" y="2678196"/>
                </a:lnTo>
                <a:lnTo>
                  <a:pt x="1746117" y="2678196"/>
                </a:lnTo>
                <a:lnTo>
                  <a:pt x="1746117" y="2374533"/>
                </a:lnTo>
                <a:lnTo>
                  <a:pt x="2049780" y="2374533"/>
                </a:lnTo>
                <a:lnTo>
                  <a:pt x="2049780" y="2067459"/>
                </a:lnTo>
                <a:lnTo>
                  <a:pt x="1746117" y="2067459"/>
                </a:lnTo>
                <a:lnTo>
                  <a:pt x="1746117" y="1763796"/>
                </a:lnTo>
                <a:close/>
                <a:moveTo>
                  <a:pt x="128358" y="1541040"/>
                </a:moveTo>
                <a:lnTo>
                  <a:pt x="3056915" y="1550917"/>
                </a:lnTo>
                <a:cubicBezTo>
                  <a:pt x="3061111" y="2078028"/>
                  <a:pt x="2781683" y="2566719"/>
                  <a:pt x="2325284" y="2830467"/>
                </a:cubicBezTo>
                <a:lnTo>
                  <a:pt x="2182018" y="2900953"/>
                </a:lnTo>
                <a:lnTo>
                  <a:pt x="1002135" y="2900953"/>
                </a:lnTo>
                <a:cubicBezTo>
                  <a:pt x="950374" y="2879821"/>
                  <a:pt x="900231" y="2854191"/>
                  <a:pt x="851341" y="2825496"/>
                </a:cubicBezTo>
                <a:cubicBezTo>
                  <a:pt x="396732" y="2558675"/>
                  <a:pt x="120607" y="2068110"/>
                  <a:pt x="128358" y="1541040"/>
                </a:cubicBezTo>
                <a:close/>
                <a:moveTo>
                  <a:pt x="61067" y="1230414"/>
                </a:moveTo>
                <a:lnTo>
                  <a:pt x="3178933" y="1230414"/>
                </a:lnTo>
                <a:cubicBezTo>
                  <a:pt x="3212659" y="1230414"/>
                  <a:pt x="3240000" y="1257755"/>
                  <a:pt x="3240000" y="1291481"/>
                </a:cubicBezTo>
                <a:lnTo>
                  <a:pt x="3240000" y="1421347"/>
                </a:lnTo>
                <a:cubicBezTo>
                  <a:pt x="3240000" y="1455073"/>
                  <a:pt x="3212659" y="1482414"/>
                  <a:pt x="3178933" y="1482414"/>
                </a:cubicBezTo>
                <a:lnTo>
                  <a:pt x="61067" y="1482414"/>
                </a:lnTo>
                <a:cubicBezTo>
                  <a:pt x="27341" y="1482414"/>
                  <a:pt x="0" y="1455073"/>
                  <a:pt x="0" y="1421347"/>
                </a:cubicBezTo>
                <a:lnTo>
                  <a:pt x="0" y="1291481"/>
                </a:lnTo>
                <a:cubicBezTo>
                  <a:pt x="0" y="1257755"/>
                  <a:pt x="27341" y="1230414"/>
                  <a:pt x="61067" y="1230414"/>
                </a:cubicBezTo>
                <a:close/>
                <a:moveTo>
                  <a:pt x="2481726" y="315922"/>
                </a:moveTo>
                <a:lnTo>
                  <a:pt x="2862412" y="696608"/>
                </a:lnTo>
                <a:lnTo>
                  <a:pt x="2420437" y="1138584"/>
                </a:lnTo>
                <a:lnTo>
                  <a:pt x="1659064" y="1138584"/>
                </a:lnTo>
                <a:close/>
                <a:moveTo>
                  <a:pt x="2730827" y="0"/>
                </a:moveTo>
                <a:cubicBezTo>
                  <a:pt x="2765703" y="0"/>
                  <a:pt x="2800581" y="13305"/>
                  <a:pt x="2827191" y="39915"/>
                </a:cubicBezTo>
                <a:lnTo>
                  <a:pt x="3143636" y="356360"/>
                </a:lnTo>
                <a:cubicBezTo>
                  <a:pt x="3196857" y="409581"/>
                  <a:pt x="3196857" y="495868"/>
                  <a:pt x="3143636" y="549088"/>
                </a:cubicBezTo>
                <a:lnTo>
                  <a:pt x="3082882" y="609843"/>
                </a:lnTo>
                <a:cubicBezTo>
                  <a:pt x="3029661" y="663063"/>
                  <a:pt x="2943375" y="663064"/>
                  <a:pt x="2890155" y="609843"/>
                </a:cubicBezTo>
                <a:lnTo>
                  <a:pt x="2573708" y="293397"/>
                </a:lnTo>
                <a:cubicBezTo>
                  <a:pt x="2520488" y="240176"/>
                  <a:pt x="2520488" y="153889"/>
                  <a:pt x="2573708" y="100669"/>
                </a:cubicBezTo>
                <a:lnTo>
                  <a:pt x="2634463" y="39914"/>
                </a:lnTo>
                <a:cubicBezTo>
                  <a:pt x="2661073" y="13305"/>
                  <a:pt x="2695950" y="0"/>
                  <a:pt x="27308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3" name="Rounded Rectangle 40">
            <a:extLst>
              <a:ext uri="{FF2B5EF4-FFF2-40B4-BE49-F238E27FC236}">
                <a16:creationId xmlns:a16="http://schemas.microsoft.com/office/drawing/2014/main" xmlns="" id="{9EAE5B7B-9157-44FC-AC9D-E519CCFB3F84}"/>
              </a:ext>
            </a:extLst>
          </p:cNvPr>
          <p:cNvSpPr/>
          <p:nvPr/>
        </p:nvSpPr>
        <p:spPr>
          <a:xfrm rot="2942052">
            <a:off x="8639059" y="3589842"/>
            <a:ext cx="462604" cy="492140"/>
          </a:xfrm>
          <a:custGeom>
            <a:avLst/>
            <a:gdLst/>
            <a:ahLst/>
            <a:cxnLst/>
            <a:rect l="l" t="t" r="r" b="b"/>
            <a:pathLst>
              <a:path w="3011706" h="3204001">
                <a:moveTo>
                  <a:pt x="2432249" y="1011942"/>
                </a:moveTo>
                <a:cubicBezTo>
                  <a:pt x="2423608" y="1019482"/>
                  <a:pt x="2416303" y="1028841"/>
                  <a:pt x="2410966" y="1039800"/>
                </a:cubicBezTo>
                <a:lnTo>
                  <a:pt x="1969837" y="1945620"/>
                </a:lnTo>
                <a:cubicBezTo>
                  <a:pt x="1948488" y="1989457"/>
                  <a:pt x="1966719" y="2042300"/>
                  <a:pt x="2010556" y="2063648"/>
                </a:cubicBezTo>
                <a:cubicBezTo>
                  <a:pt x="2054392" y="2084996"/>
                  <a:pt x="2107235" y="2066766"/>
                  <a:pt x="2128583" y="2022929"/>
                </a:cubicBezTo>
                <a:lnTo>
                  <a:pt x="2569712" y="1117109"/>
                </a:lnTo>
                <a:cubicBezTo>
                  <a:pt x="2591061" y="1073271"/>
                  <a:pt x="2572830" y="1020430"/>
                  <a:pt x="2528993" y="999081"/>
                </a:cubicBezTo>
                <a:cubicBezTo>
                  <a:pt x="2496115" y="983070"/>
                  <a:pt x="2458172" y="989322"/>
                  <a:pt x="2432249" y="1011942"/>
                </a:cubicBezTo>
                <a:close/>
                <a:moveTo>
                  <a:pt x="1709549" y="1044955"/>
                </a:moveTo>
                <a:cubicBezTo>
                  <a:pt x="1978186" y="735551"/>
                  <a:pt x="2446780" y="702502"/>
                  <a:pt x="2756184" y="971139"/>
                </a:cubicBezTo>
                <a:cubicBezTo>
                  <a:pt x="3065588" y="1239776"/>
                  <a:pt x="3098636" y="1708370"/>
                  <a:pt x="2830000" y="2017774"/>
                </a:cubicBezTo>
                <a:cubicBezTo>
                  <a:pt x="2561363" y="2327178"/>
                  <a:pt x="2092769" y="2360227"/>
                  <a:pt x="1783365" y="2091590"/>
                </a:cubicBezTo>
                <a:cubicBezTo>
                  <a:pt x="1473960" y="1822953"/>
                  <a:pt x="1440912" y="1354359"/>
                  <a:pt x="1709549" y="1044955"/>
                </a:cubicBezTo>
                <a:close/>
                <a:moveTo>
                  <a:pt x="208197" y="1872243"/>
                </a:moveTo>
                <a:cubicBezTo>
                  <a:pt x="195168" y="1885273"/>
                  <a:pt x="187109" y="1903273"/>
                  <a:pt x="187109" y="1923155"/>
                </a:cubicBezTo>
                <a:lnTo>
                  <a:pt x="187109" y="2715155"/>
                </a:lnTo>
                <a:cubicBezTo>
                  <a:pt x="187109" y="2754920"/>
                  <a:pt x="219344" y="2787155"/>
                  <a:pt x="259109" y="2787155"/>
                </a:cubicBezTo>
                <a:cubicBezTo>
                  <a:pt x="298874" y="2787155"/>
                  <a:pt x="331109" y="2754920"/>
                  <a:pt x="331109" y="2715155"/>
                </a:cubicBezTo>
                <a:lnTo>
                  <a:pt x="331109" y="1923155"/>
                </a:lnTo>
                <a:cubicBezTo>
                  <a:pt x="331109" y="1883390"/>
                  <a:pt x="298874" y="1851155"/>
                  <a:pt x="259109" y="1851155"/>
                </a:cubicBezTo>
                <a:cubicBezTo>
                  <a:pt x="239226" y="1851156"/>
                  <a:pt x="221226" y="1859214"/>
                  <a:pt x="208197" y="1872243"/>
                </a:cubicBezTo>
                <a:close/>
                <a:moveTo>
                  <a:pt x="0" y="1625202"/>
                </a:moveTo>
                <a:cubicBezTo>
                  <a:pt x="418057" y="1737228"/>
                  <a:pt x="858998" y="1737384"/>
                  <a:pt x="1277606" y="1625336"/>
                </a:cubicBezTo>
                <a:cubicBezTo>
                  <a:pt x="1277605" y="1938624"/>
                  <a:pt x="1277605" y="2251911"/>
                  <a:pt x="1277605" y="2565198"/>
                </a:cubicBezTo>
                <a:cubicBezTo>
                  <a:pt x="1277605" y="2917999"/>
                  <a:pt x="991603" y="3204001"/>
                  <a:pt x="638802" y="3204001"/>
                </a:cubicBezTo>
                <a:lnTo>
                  <a:pt x="638803" y="3204000"/>
                </a:lnTo>
                <a:cubicBezTo>
                  <a:pt x="286002" y="3204000"/>
                  <a:pt x="0" y="2917999"/>
                  <a:pt x="0" y="2565197"/>
                </a:cubicBezTo>
                <a:close/>
                <a:moveTo>
                  <a:pt x="208197" y="459897"/>
                </a:moveTo>
                <a:cubicBezTo>
                  <a:pt x="195167" y="472926"/>
                  <a:pt x="187109" y="490926"/>
                  <a:pt x="187109" y="510808"/>
                </a:cubicBezTo>
                <a:lnTo>
                  <a:pt x="187109" y="1302808"/>
                </a:lnTo>
                <a:cubicBezTo>
                  <a:pt x="187109" y="1342573"/>
                  <a:pt x="219344" y="1374808"/>
                  <a:pt x="259109" y="1374808"/>
                </a:cubicBezTo>
                <a:cubicBezTo>
                  <a:pt x="298874" y="1374808"/>
                  <a:pt x="331109" y="1342573"/>
                  <a:pt x="331109" y="1302808"/>
                </a:cubicBezTo>
                <a:lnTo>
                  <a:pt x="331109" y="510808"/>
                </a:lnTo>
                <a:cubicBezTo>
                  <a:pt x="331109" y="471043"/>
                  <a:pt x="298874" y="438808"/>
                  <a:pt x="259109" y="438808"/>
                </a:cubicBezTo>
                <a:cubicBezTo>
                  <a:pt x="239226" y="438808"/>
                  <a:pt x="221226" y="446867"/>
                  <a:pt x="208197" y="459897"/>
                </a:cubicBezTo>
                <a:close/>
                <a:moveTo>
                  <a:pt x="187101" y="187101"/>
                </a:moveTo>
                <a:cubicBezTo>
                  <a:pt x="302701" y="71501"/>
                  <a:pt x="462402" y="0"/>
                  <a:pt x="638803" y="0"/>
                </a:cubicBezTo>
                <a:cubicBezTo>
                  <a:pt x="991604" y="0"/>
                  <a:pt x="1277606" y="286002"/>
                  <a:pt x="1277606" y="638803"/>
                </a:cubicBezTo>
                <a:lnTo>
                  <a:pt x="1277606" y="1497764"/>
                </a:lnTo>
                <a:cubicBezTo>
                  <a:pt x="859958" y="1616355"/>
                  <a:pt x="417375" y="1616210"/>
                  <a:pt x="0" y="1498771"/>
                </a:cubicBezTo>
                <a:lnTo>
                  <a:pt x="0" y="638803"/>
                </a:lnTo>
                <a:cubicBezTo>
                  <a:pt x="0" y="462403"/>
                  <a:pt x="71500" y="302702"/>
                  <a:pt x="187101" y="1871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4" name="Rounded Rectangle 7">
            <a:extLst>
              <a:ext uri="{FF2B5EF4-FFF2-40B4-BE49-F238E27FC236}">
                <a16:creationId xmlns:a16="http://schemas.microsoft.com/office/drawing/2014/main" xmlns="" id="{EC656316-B78D-4EC1-9C72-547CA566FED0}"/>
              </a:ext>
            </a:extLst>
          </p:cNvPr>
          <p:cNvSpPr>
            <a:spLocks noChangeAspect="1"/>
          </p:cNvSpPr>
          <p:nvPr/>
        </p:nvSpPr>
        <p:spPr>
          <a:xfrm rot="18924894" flipH="1">
            <a:off x="6299616" y="4621988"/>
            <a:ext cx="162556" cy="635774"/>
          </a:xfrm>
          <a:custGeom>
            <a:avLst/>
            <a:gdLst/>
            <a:ahLst/>
            <a:cxnLst/>
            <a:rect l="l" t="t" r="r" b="b"/>
            <a:pathLst>
              <a:path w="1081111" h="4228323">
                <a:moveTo>
                  <a:pt x="335224" y="1867922"/>
                </a:moveTo>
                <a:cubicBezTo>
                  <a:pt x="355105" y="1839562"/>
                  <a:pt x="441066" y="1818228"/>
                  <a:pt x="544096" y="1818228"/>
                </a:cubicBezTo>
                <a:cubicBezTo>
                  <a:pt x="661845" y="1818228"/>
                  <a:pt x="757300" y="1846093"/>
                  <a:pt x="757300" y="1880465"/>
                </a:cubicBezTo>
                <a:lnTo>
                  <a:pt x="754850" y="1887560"/>
                </a:lnTo>
                <a:lnTo>
                  <a:pt x="757869" y="1887560"/>
                </a:lnTo>
                <a:lnTo>
                  <a:pt x="757869" y="2839818"/>
                </a:lnTo>
                <a:cubicBezTo>
                  <a:pt x="757869" y="2972331"/>
                  <a:pt x="662287" y="3079754"/>
                  <a:pt x="544381" y="3079754"/>
                </a:cubicBezTo>
                <a:cubicBezTo>
                  <a:pt x="426475" y="3079754"/>
                  <a:pt x="330892" y="2972330"/>
                  <a:pt x="330892" y="2839818"/>
                </a:cubicBezTo>
                <a:cubicBezTo>
                  <a:pt x="330892" y="2522399"/>
                  <a:pt x="330893" y="2204979"/>
                  <a:pt x="330893" y="1887560"/>
                </a:cubicBezTo>
                <a:lnTo>
                  <a:pt x="333343" y="1887560"/>
                </a:lnTo>
                <a:cubicBezTo>
                  <a:pt x="331423" y="1885549"/>
                  <a:pt x="330893" y="1883025"/>
                  <a:pt x="330893" y="1880465"/>
                </a:cubicBezTo>
                <a:cubicBezTo>
                  <a:pt x="330893" y="1876168"/>
                  <a:pt x="332384" y="1871973"/>
                  <a:pt x="335224" y="1867922"/>
                </a:cubicBezTo>
                <a:close/>
                <a:moveTo>
                  <a:pt x="40017" y="122059"/>
                </a:moveTo>
                <a:cubicBezTo>
                  <a:pt x="33211" y="132011"/>
                  <a:pt x="29637" y="142314"/>
                  <a:pt x="29637" y="152868"/>
                </a:cubicBezTo>
                <a:cubicBezTo>
                  <a:pt x="29637" y="201406"/>
                  <a:pt x="105246" y="244661"/>
                  <a:pt x="223474" y="271871"/>
                </a:cubicBezTo>
                <a:lnTo>
                  <a:pt x="259635" y="468058"/>
                </a:lnTo>
                <a:cubicBezTo>
                  <a:pt x="103865" y="495856"/>
                  <a:pt x="0" y="547115"/>
                  <a:pt x="0" y="605632"/>
                </a:cubicBezTo>
                <a:cubicBezTo>
                  <a:pt x="0" y="658669"/>
                  <a:pt x="85325" y="705745"/>
                  <a:pt x="217400" y="734580"/>
                </a:cubicBezTo>
                <a:lnTo>
                  <a:pt x="217063" y="737117"/>
                </a:lnTo>
                <a:lnTo>
                  <a:pt x="217063" y="2943282"/>
                </a:lnTo>
                <a:cubicBezTo>
                  <a:pt x="217063" y="3039089"/>
                  <a:pt x="294931" y="3121078"/>
                  <a:pt x="405721" y="3153265"/>
                </a:cubicBezTo>
                <a:cubicBezTo>
                  <a:pt x="400324" y="3160310"/>
                  <a:pt x="397646" y="3168520"/>
                  <a:pt x="397646" y="3177204"/>
                </a:cubicBezTo>
                <a:lnTo>
                  <a:pt x="397646" y="3194256"/>
                </a:lnTo>
                <a:cubicBezTo>
                  <a:pt x="397646" y="3224314"/>
                  <a:pt x="429716" y="3248680"/>
                  <a:pt x="469276" y="3248680"/>
                </a:cubicBezTo>
                <a:lnTo>
                  <a:pt x="496274" y="3248680"/>
                </a:lnTo>
                <a:cubicBezTo>
                  <a:pt x="503831" y="3569617"/>
                  <a:pt x="518631" y="3867052"/>
                  <a:pt x="514761" y="4228323"/>
                </a:cubicBezTo>
                <a:lnTo>
                  <a:pt x="577573" y="4091802"/>
                </a:lnTo>
                <a:cubicBezTo>
                  <a:pt x="580481" y="3794896"/>
                  <a:pt x="583388" y="3537508"/>
                  <a:pt x="586278" y="3248680"/>
                </a:cubicBezTo>
                <a:lnTo>
                  <a:pt x="611834" y="3248680"/>
                </a:lnTo>
                <a:cubicBezTo>
                  <a:pt x="651395" y="3248680"/>
                  <a:pt x="683465" y="3224314"/>
                  <a:pt x="683465" y="3194256"/>
                </a:cubicBezTo>
                <a:lnTo>
                  <a:pt x="683465" y="3177205"/>
                </a:lnTo>
                <a:cubicBezTo>
                  <a:pt x="683465" y="3168518"/>
                  <a:pt x="680787" y="3160307"/>
                  <a:pt x="675388" y="3153262"/>
                </a:cubicBezTo>
                <a:cubicBezTo>
                  <a:pt x="786180" y="3121079"/>
                  <a:pt x="864048" y="3039089"/>
                  <a:pt x="864048" y="2943282"/>
                </a:cubicBezTo>
                <a:lnTo>
                  <a:pt x="864048" y="737117"/>
                </a:lnTo>
                <a:cubicBezTo>
                  <a:pt x="864048" y="736269"/>
                  <a:pt x="864042" y="735422"/>
                  <a:pt x="863712" y="734579"/>
                </a:cubicBezTo>
                <a:cubicBezTo>
                  <a:pt x="995786" y="705744"/>
                  <a:pt x="1081111" y="658669"/>
                  <a:pt x="1081111" y="605632"/>
                </a:cubicBezTo>
                <a:cubicBezTo>
                  <a:pt x="1081111" y="547115"/>
                  <a:pt x="977246" y="495856"/>
                  <a:pt x="821477" y="468058"/>
                </a:cubicBezTo>
                <a:lnTo>
                  <a:pt x="857637" y="271871"/>
                </a:lnTo>
                <a:cubicBezTo>
                  <a:pt x="975865" y="244661"/>
                  <a:pt x="1051474" y="201406"/>
                  <a:pt x="1051474" y="152868"/>
                </a:cubicBezTo>
                <a:cubicBezTo>
                  <a:pt x="1051474" y="68441"/>
                  <a:pt x="822728" y="0"/>
                  <a:pt x="540555" y="0"/>
                </a:cubicBezTo>
                <a:cubicBezTo>
                  <a:pt x="293654" y="0"/>
                  <a:pt x="87658" y="52400"/>
                  <a:pt x="40017" y="12205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5" name="Rounded Rectangle 17">
            <a:extLst>
              <a:ext uri="{FF2B5EF4-FFF2-40B4-BE49-F238E27FC236}">
                <a16:creationId xmlns:a16="http://schemas.microsoft.com/office/drawing/2014/main" xmlns="" id="{6B94B2D2-8266-41F5-8364-5F47F1CD6CCC}"/>
              </a:ext>
            </a:extLst>
          </p:cNvPr>
          <p:cNvSpPr>
            <a:spLocks noChangeAspect="1"/>
          </p:cNvSpPr>
          <p:nvPr/>
        </p:nvSpPr>
        <p:spPr>
          <a:xfrm>
            <a:off x="11156386" y="3571006"/>
            <a:ext cx="332990" cy="529812"/>
          </a:xfrm>
          <a:custGeom>
            <a:avLst/>
            <a:gdLst/>
            <a:ahLst/>
            <a:cxnLst/>
            <a:rect l="l" t="t" r="r" b="b"/>
            <a:pathLst>
              <a:path w="2016224" h="3207971">
                <a:moveTo>
                  <a:pt x="854575" y="1382799"/>
                </a:moveTo>
                <a:lnTo>
                  <a:pt x="854575" y="1686462"/>
                </a:lnTo>
                <a:lnTo>
                  <a:pt x="550912" y="1686462"/>
                </a:lnTo>
                <a:lnTo>
                  <a:pt x="550912" y="1993536"/>
                </a:lnTo>
                <a:lnTo>
                  <a:pt x="854575" y="1993536"/>
                </a:lnTo>
                <a:lnTo>
                  <a:pt x="854575" y="2297199"/>
                </a:lnTo>
                <a:lnTo>
                  <a:pt x="1161649" y="2297199"/>
                </a:lnTo>
                <a:lnTo>
                  <a:pt x="1161649" y="1993536"/>
                </a:lnTo>
                <a:lnTo>
                  <a:pt x="1465312" y="1993536"/>
                </a:lnTo>
                <a:lnTo>
                  <a:pt x="1465312" y="1686462"/>
                </a:lnTo>
                <a:lnTo>
                  <a:pt x="1161649" y="1686462"/>
                </a:lnTo>
                <a:lnTo>
                  <a:pt x="1161649" y="1382799"/>
                </a:lnTo>
                <a:close/>
                <a:moveTo>
                  <a:pt x="397285" y="941591"/>
                </a:moveTo>
                <a:lnTo>
                  <a:pt x="1618940" y="941591"/>
                </a:lnTo>
                <a:lnTo>
                  <a:pt x="1618940" y="2738407"/>
                </a:lnTo>
                <a:lnTo>
                  <a:pt x="397285" y="2738407"/>
                </a:lnTo>
                <a:close/>
                <a:moveTo>
                  <a:pt x="305673" y="849979"/>
                </a:moveTo>
                <a:lnTo>
                  <a:pt x="305673" y="2830019"/>
                </a:lnTo>
                <a:lnTo>
                  <a:pt x="1710552" y="2830019"/>
                </a:lnTo>
                <a:lnTo>
                  <a:pt x="1710552" y="849979"/>
                </a:lnTo>
                <a:close/>
                <a:moveTo>
                  <a:pt x="240515" y="472027"/>
                </a:moveTo>
                <a:lnTo>
                  <a:pt x="1775709" y="472027"/>
                </a:lnTo>
                <a:cubicBezTo>
                  <a:pt x="1908542" y="472027"/>
                  <a:pt x="2016224" y="579709"/>
                  <a:pt x="2016224" y="712542"/>
                </a:cubicBezTo>
                <a:lnTo>
                  <a:pt x="2016224" y="2967456"/>
                </a:lnTo>
                <a:cubicBezTo>
                  <a:pt x="2016224" y="3100289"/>
                  <a:pt x="1908542" y="3207971"/>
                  <a:pt x="1775709" y="3207971"/>
                </a:cubicBezTo>
                <a:lnTo>
                  <a:pt x="240515" y="3207971"/>
                </a:lnTo>
                <a:cubicBezTo>
                  <a:pt x="107682" y="3207971"/>
                  <a:pt x="0" y="3100289"/>
                  <a:pt x="0" y="2967456"/>
                </a:cubicBezTo>
                <a:lnTo>
                  <a:pt x="0" y="712542"/>
                </a:lnTo>
                <a:cubicBezTo>
                  <a:pt x="0" y="579709"/>
                  <a:pt x="107682" y="472027"/>
                  <a:pt x="240515" y="472027"/>
                </a:cubicBezTo>
                <a:close/>
                <a:moveTo>
                  <a:pt x="515787" y="0"/>
                </a:moveTo>
                <a:lnTo>
                  <a:pt x="1500437" y="0"/>
                </a:lnTo>
                <a:cubicBezTo>
                  <a:pt x="1541893" y="0"/>
                  <a:pt x="1575500" y="33607"/>
                  <a:pt x="1575500" y="75063"/>
                </a:cubicBezTo>
                <a:lnTo>
                  <a:pt x="1575500" y="367990"/>
                </a:lnTo>
                <a:lnTo>
                  <a:pt x="440724" y="367990"/>
                </a:lnTo>
                <a:lnTo>
                  <a:pt x="440724" y="75063"/>
                </a:lnTo>
                <a:cubicBezTo>
                  <a:pt x="440724" y="33607"/>
                  <a:pt x="474331" y="0"/>
                  <a:pt x="5157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6" name="Oval 21">
            <a:extLst>
              <a:ext uri="{FF2B5EF4-FFF2-40B4-BE49-F238E27FC236}">
                <a16:creationId xmlns:a16="http://schemas.microsoft.com/office/drawing/2014/main" xmlns="" id="{97FCD430-8257-484B-9F8F-22D7D55C6EEE}"/>
              </a:ext>
            </a:extLst>
          </p:cNvPr>
          <p:cNvSpPr>
            <a:spLocks noChangeAspect="1"/>
          </p:cNvSpPr>
          <p:nvPr/>
        </p:nvSpPr>
        <p:spPr>
          <a:xfrm>
            <a:off x="9438721" y="3571006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799999" y="306000"/>
                </a:moveTo>
                <a:lnTo>
                  <a:pt x="1440000" y="306000"/>
                </a:lnTo>
                <a:lnTo>
                  <a:pt x="1440000" y="1308231"/>
                </a:lnTo>
                <a:lnTo>
                  <a:pt x="572043" y="807116"/>
                </a:lnTo>
                <a:lnTo>
                  <a:pt x="392043" y="1118885"/>
                </a:lnTo>
                <a:lnTo>
                  <a:pt x="1260000" y="1620000"/>
                </a:lnTo>
                <a:lnTo>
                  <a:pt x="392043" y="2121116"/>
                </a:lnTo>
                <a:lnTo>
                  <a:pt x="572043" y="2432885"/>
                </a:lnTo>
                <a:lnTo>
                  <a:pt x="1440000" y="1931769"/>
                </a:lnTo>
                <a:lnTo>
                  <a:pt x="1440000" y="2934000"/>
                </a:lnTo>
                <a:lnTo>
                  <a:pt x="1800000" y="2934000"/>
                </a:lnTo>
                <a:lnTo>
                  <a:pt x="1800000" y="1931769"/>
                </a:lnTo>
                <a:lnTo>
                  <a:pt x="2667957" y="2432884"/>
                </a:lnTo>
                <a:lnTo>
                  <a:pt x="2847957" y="2121116"/>
                </a:lnTo>
                <a:lnTo>
                  <a:pt x="1980000" y="1620000"/>
                </a:lnTo>
                <a:lnTo>
                  <a:pt x="2847958" y="1118885"/>
                </a:lnTo>
                <a:lnTo>
                  <a:pt x="2667957" y="807116"/>
                </a:lnTo>
                <a:lnTo>
                  <a:pt x="1800000" y="1308231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Oval 25">
            <a:extLst>
              <a:ext uri="{FF2B5EF4-FFF2-40B4-BE49-F238E27FC236}">
                <a16:creationId xmlns:a16="http://schemas.microsoft.com/office/drawing/2014/main" xmlns="" id="{662B9A10-B959-4031-98B4-3EA3760E7508}"/>
              </a:ext>
            </a:extLst>
          </p:cNvPr>
          <p:cNvSpPr>
            <a:spLocks noChangeAspect="1"/>
          </p:cNvSpPr>
          <p:nvPr/>
        </p:nvSpPr>
        <p:spPr>
          <a:xfrm>
            <a:off x="10277790" y="3571006"/>
            <a:ext cx="529090" cy="529812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8" name="Block Arc 20">
            <a:extLst>
              <a:ext uri="{FF2B5EF4-FFF2-40B4-BE49-F238E27FC236}">
                <a16:creationId xmlns:a16="http://schemas.microsoft.com/office/drawing/2014/main" xmlns="" id="{442BD419-0F67-4BAB-976B-E90CC1C4AECE}"/>
              </a:ext>
            </a:extLst>
          </p:cNvPr>
          <p:cNvSpPr>
            <a:spLocks noChangeAspect="1"/>
          </p:cNvSpPr>
          <p:nvPr/>
        </p:nvSpPr>
        <p:spPr>
          <a:xfrm rot="10800000">
            <a:off x="5298601" y="4674968"/>
            <a:ext cx="488619" cy="529812"/>
          </a:xfrm>
          <a:custGeom>
            <a:avLst/>
            <a:gdLst/>
            <a:ahLst/>
            <a:cxnLst/>
            <a:rect l="l" t="t" r="r" b="b"/>
            <a:pathLst>
              <a:path w="2958558" h="3207983">
                <a:moveTo>
                  <a:pt x="376920" y="2960896"/>
                </a:moveTo>
                <a:cubicBezTo>
                  <a:pt x="266613" y="2960896"/>
                  <a:pt x="177192" y="2871475"/>
                  <a:pt x="177192" y="2761168"/>
                </a:cubicBezTo>
                <a:cubicBezTo>
                  <a:pt x="177192" y="2650861"/>
                  <a:pt x="266613" y="2561440"/>
                  <a:pt x="376920" y="2561440"/>
                </a:cubicBezTo>
                <a:cubicBezTo>
                  <a:pt x="487227" y="2561440"/>
                  <a:pt x="576648" y="2650861"/>
                  <a:pt x="576648" y="2761168"/>
                </a:cubicBezTo>
                <a:cubicBezTo>
                  <a:pt x="576648" y="2871475"/>
                  <a:pt x="487227" y="2960896"/>
                  <a:pt x="376920" y="2960896"/>
                </a:cubicBezTo>
                <a:close/>
                <a:moveTo>
                  <a:pt x="376921" y="3072323"/>
                </a:moveTo>
                <a:cubicBezTo>
                  <a:pt x="539434" y="3072323"/>
                  <a:pt x="671176" y="2940581"/>
                  <a:pt x="671176" y="2778068"/>
                </a:cubicBezTo>
                <a:cubicBezTo>
                  <a:pt x="671176" y="2615555"/>
                  <a:pt x="539434" y="2483813"/>
                  <a:pt x="376921" y="2483813"/>
                </a:cubicBezTo>
                <a:cubicBezTo>
                  <a:pt x="214408" y="2483813"/>
                  <a:pt x="82666" y="2615555"/>
                  <a:pt x="82666" y="2778068"/>
                </a:cubicBezTo>
                <a:cubicBezTo>
                  <a:pt x="82666" y="2940581"/>
                  <a:pt x="214408" y="3072323"/>
                  <a:pt x="376921" y="3072323"/>
                </a:cubicBezTo>
                <a:close/>
                <a:moveTo>
                  <a:pt x="2379939" y="3207575"/>
                </a:moveTo>
                <a:cubicBezTo>
                  <a:pt x="2342159" y="3210380"/>
                  <a:pt x="2303308" y="3198772"/>
                  <a:pt x="2272342" y="3172087"/>
                </a:cubicBezTo>
                <a:cubicBezTo>
                  <a:pt x="2210411" y="3118717"/>
                  <a:pt x="2203469" y="3025247"/>
                  <a:pt x="2256839" y="2963315"/>
                </a:cubicBezTo>
                <a:cubicBezTo>
                  <a:pt x="2292137" y="2922355"/>
                  <a:pt x="2344975" y="2905450"/>
                  <a:pt x="2394194" y="2916618"/>
                </a:cubicBezTo>
                <a:lnTo>
                  <a:pt x="2482323" y="2842744"/>
                </a:lnTo>
                <a:lnTo>
                  <a:pt x="2486558" y="2847797"/>
                </a:lnTo>
                <a:cubicBezTo>
                  <a:pt x="2638916" y="2767056"/>
                  <a:pt x="2628462" y="2744879"/>
                  <a:pt x="2689889" y="2690172"/>
                </a:cubicBezTo>
                <a:cubicBezTo>
                  <a:pt x="2722819" y="2655246"/>
                  <a:pt x="2732363" y="2657367"/>
                  <a:pt x="2726376" y="2568558"/>
                </a:cubicBezTo>
                <a:lnTo>
                  <a:pt x="2730335" y="2568172"/>
                </a:lnTo>
                <a:lnTo>
                  <a:pt x="2726098" y="2568172"/>
                </a:lnTo>
                <a:lnTo>
                  <a:pt x="2726098" y="2140027"/>
                </a:lnTo>
                <a:lnTo>
                  <a:pt x="2686068" y="2140105"/>
                </a:lnTo>
                <a:cubicBezTo>
                  <a:pt x="2685662" y="1932305"/>
                  <a:pt x="2574529" y="1740506"/>
                  <a:pt x="2394530" y="1636956"/>
                </a:cubicBezTo>
                <a:cubicBezTo>
                  <a:pt x="2214320" y="1533284"/>
                  <a:pt x="1992511" y="1533845"/>
                  <a:pt x="1812826" y="1638426"/>
                </a:cubicBezTo>
                <a:cubicBezTo>
                  <a:pt x="1633353" y="1742884"/>
                  <a:pt x="1523189" y="1935240"/>
                  <a:pt x="1523830" y="2143038"/>
                </a:cubicBezTo>
                <a:lnTo>
                  <a:pt x="1483625" y="2143162"/>
                </a:lnTo>
                <a:lnTo>
                  <a:pt x="1483625" y="2568172"/>
                </a:lnTo>
                <a:lnTo>
                  <a:pt x="1479388" y="2568172"/>
                </a:lnTo>
                <a:lnTo>
                  <a:pt x="1483347" y="2568558"/>
                </a:lnTo>
                <a:cubicBezTo>
                  <a:pt x="1477359" y="2657367"/>
                  <a:pt x="1486903" y="2655246"/>
                  <a:pt x="1519833" y="2690172"/>
                </a:cubicBezTo>
                <a:cubicBezTo>
                  <a:pt x="1581261" y="2744879"/>
                  <a:pt x="1570806" y="2767057"/>
                  <a:pt x="1723166" y="2847797"/>
                </a:cubicBezTo>
                <a:lnTo>
                  <a:pt x="1727402" y="2842744"/>
                </a:lnTo>
                <a:lnTo>
                  <a:pt x="1815530" y="2916618"/>
                </a:lnTo>
                <a:cubicBezTo>
                  <a:pt x="1864749" y="2905450"/>
                  <a:pt x="1917587" y="2922356"/>
                  <a:pt x="1952884" y="2963315"/>
                </a:cubicBezTo>
                <a:cubicBezTo>
                  <a:pt x="2006254" y="3025247"/>
                  <a:pt x="1999313" y="3118717"/>
                  <a:pt x="1937381" y="3172087"/>
                </a:cubicBezTo>
                <a:cubicBezTo>
                  <a:pt x="1906416" y="3198772"/>
                  <a:pt x="1867565" y="3210380"/>
                  <a:pt x="1829785" y="3207575"/>
                </a:cubicBezTo>
                <a:cubicBezTo>
                  <a:pt x="1792004" y="3204769"/>
                  <a:pt x="1755294" y="3187551"/>
                  <a:pt x="1728609" y="3156586"/>
                </a:cubicBezTo>
                <a:cubicBezTo>
                  <a:pt x="1704170" y="3128225"/>
                  <a:pt x="1692377" y="3093251"/>
                  <a:pt x="1694258" y="3058558"/>
                </a:cubicBezTo>
                <a:lnTo>
                  <a:pt x="1607474" y="2985811"/>
                </a:lnTo>
                <a:lnTo>
                  <a:pt x="1609754" y="2983092"/>
                </a:lnTo>
                <a:cubicBezTo>
                  <a:pt x="1505378" y="2914609"/>
                  <a:pt x="1454899" y="2874388"/>
                  <a:pt x="1372959" y="2808609"/>
                </a:cubicBezTo>
                <a:cubicBezTo>
                  <a:pt x="1301402" y="2768123"/>
                  <a:pt x="1295976" y="2652344"/>
                  <a:pt x="1300245" y="2568172"/>
                </a:cubicBezTo>
                <a:lnTo>
                  <a:pt x="1296941" y="2568172"/>
                </a:lnTo>
                <a:lnTo>
                  <a:pt x="1296941" y="2143739"/>
                </a:lnTo>
                <a:lnTo>
                  <a:pt x="1251342" y="2143880"/>
                </a:lnTo>
                <a:cubicBezTo>
                  <a:pt x="1250400" y="1838694"/>
                  <a:pt x="1412261" y="1556194"/>
                  <a:pt x="1675942" y="1402813"/>
                </a:cubicBezTo>
                <a:cubicBezTo>
                  <a:pt x="1778114" y="1343381"/>
                  <a:pt x="1889554" y="1306836"/>
                  <a:pt x="2003205" y="1293823"/>
                </a:cubicBezTo>
                <a:lnTo>
                  <a:pt x="2003205" y="878785"/>
                </a:lnTo>
                <a:lnTo>
                  <a:pt x="1998176" y="878621"/>
                </a:lnTo>
                <a:cubicBezTo>
                  <a:pt x="2009560" y="630102"/>
                  <a:pt x="1847671" y="398939"/>
                  <a:pt x="1584243" y="287563"/>
                </a:cubicBezTo>
                <a:cubicBezTo>
                  <a:pt x="1373323" y="198386"/>
                  <a:pt x="1125012" y="198092"/>
                  <a:pt x="913796" y="286769"/>
                </a:cubicBezTo>
                <a:cubicBezTo>
                  <a:pt x="650203" y="397436"/>
                  <a:pt x="487575" y="627955"/>
                  <a:pt x="497878" y="876315"/>
                </a:cubicBezTo>
                <a:lnTo>
                  <a:pt x="492947" y="876461"/>
                </a:lnTo>
                <a:lnTo>
                  <a:pt x="492947" y="2424958"/>
                </a:lnTo>
                <a:cubicBezTo>
                  <a:pt x="646520" y="2471832"/>
                  <a:pt x="757382" y="2615059"/>
                  <a:pt x="757382" y="2784179"/>
                </a:cubicBezTo>
                <a:cubicBezTo>
                  <a:pt x="757382" y="2993324"/>
                  <a:pt x="587836" y="3162870"/>
                  <a:pt x="378691" y="3162870"/>
                </a:cubicBezTo>
                <a:cubicBezTo>
                  <a:pt x="169546" y="3162870"/>
                  <a:pt x="0" y="2993324"/>
                  <a:pt x="0" y="2784179"/>
                </a:cubicBezTo>
                <a:cubicBezTo>
                  <a:pt x="0" y="2610447"/>
                  <a:pt x="116991" y="2464039"/>
                  <a:pt x="276947" y="2421074"/>
                </a:cubicBezTo>
                <a:lnTo>
                  <a:pt x="276947" y="783746"/>
                </a:lnTo>
                <a:lnTo>
                  <a:pt x="281758" y="783746"/>
                </a:lnTo>
                <a:cubicBezTo>
                  <a:pt x="307533" y="493124"/>
                  <a:pt x="502412" y="231983"/>
                  <a:pt x="801266" y="95774"/>
                </a:cubicBezTo>
                <a:cubicBezTo>
                  <a:pt x="1082323" y="-32324"/>
                  <a:pt x="1416727" y="-31901"/>
                  <a:pt x="1697364" y="96907"/>
                </a:cubicBezTo>
                <a:cubicBezTo>
                  <a:pt x="1994951" y="233494"/>
                  <a:pt x="2188714" y="494056"/>
                  <a:pt x="2214549" y="783746"/>
                </a:cubicBezTo>
                <a:lnTo>
                  <a:pt x="2219205" y="783746"/>
                </a:lnTo>
                <a:lnTo>
                  <a:pt x="2219205" y="1295162"/>
                </a:lnTo>
                <a:cubicBezTo>
                  <a:pt x="2327099" y="1309357"/>
                  <a:pt x="2432799" y="1344641"/>
                  <a:pt x="2530224" y="1400656"/>
                </a:cubicBezTo>
                <a:cubicBezTo>
                  <a:pt x="2794677" y="1552703"/>
                  <a:pt x="2957961" y="1834385"/>
                  <a:pt x="2958558" y="2139573"/>
                </a:cubicBezTo>
                <a:lnTo>
                  <a:pt x="2912782" y="2139663"/>
                </a:lnTo>
                <a:lnTo>
                  <a:pt x="2912782" y="2568172"/>
                </a:lnTo>
                <a:lnTo>
                  <a:pt x="2909478" y="2568172"/>
                </a:lnTo>
                <a:cubicBezTo>
                  <a:pt x="2913747" y="2652344"/>
                  <a:pt x="2908320" y="2768123"/>
                  <a:pt x="2836763" y="2808609"/>
                </a:cubicBezTo>
                <a:cubicBezTo>
                  <a:pt x="2754824" y="2874388"/>
                  <a:pt x="2704345" y="2914609"/>
                  <a:pt x="2599970" y="2983091"/>
                </a:cubicBezTo>
                <a:lnTo>
                  <a:pt x="2602250" y="2985811"/>
                </a:lnTo>
                <a:lnTo>
                  <a:pt x="2515466" y="3058559"/>
                </a:lnTo>
                <a:cubicBezTo>
                  <a:pt x="2517346" y="3093252"/>
                  <a:pt x="2505554" y="3128225"/>
                  <a:pt x="2481114" y="3156586"/>
                </a:cubicBezTo>
                <a:cubicBezTo>
                  <a:pt x="2454429" y="3187551"/>
                  <a:pt x="2417719" y="3204769"/>
                  <a:pt x="2379939" y="32075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9" name="Block Arc 11">
            <a:extLst>
              <a:ext uri="{FF2B5EF4-FFF2-40B4-BE49-F238E27FC236}">
                <a16:creationId xmlns:a16="http://schemas.microsoft.com/office/drawing/2014/main" xmlns="" id="{6237B46C-EE2F-45F5-A452-AEF5853F7D2C}"/>
              </a:ext>
            </a:extLst>
          </p:cNvPr>
          <p:cNvSpPr/>
          <p:nvPr/>
        </p:nvSpPr>
        <p:spPr>
          <a:xfrm rot="10800000">
            <a:off x="8710309" y="4659312"/>
            <a:ext cx="320105" cy="520850"/>
          </a:xfrm>
          <a:custGeom>
            <a:avLst/>
            <a:gdLst/>
            <a:ahLst/>
            <a:cxnLst/>
            <a:rect l="l" t="t" r="r" b="b"/>
            <a:pathLst>
              <a:path w="3636337" h="7138182">
                <a:moveTo>
                  <a:pt x="1563551" y="3029061"/>
                </a:moveTo>
                <a:lnTo>
                  <a:pt x="1563551" y="1171769"/>
                </a:lnTo>
                <a:cubicBezTo>
                  <a:pt x="1444523" y="1201084"/>
                  <a:pt x="1330799" y="1254073"/>
                  <a:pt x="1228219" y="1328453"/>
                </a:cubicBezTo>
                <a:cubicBezTo>
                  <a:pt x="927220" y="1546705"/>
                  <a:pt x="771440" y="1913395"/>
                  <a:pt x="823311" y="2281559"/>
                </a:cubicBezTo>
                <a:cubicBezTo>
                  <a:pt x="886035" y="2761950"/>
                  <a:pt x="1181988" y="2923981"/>
                  <a:pt x="1563551" y="3029061"/>
                </a:cubicBezTo>
                <a:close/>
                <a:moveTo>
                  <a:pt x="2056123" y="5971053"/>
                </a:moveTo>
                <a:cubicBezTo>
                  <a:pt x="2180706" y="5941789"/>
                  <a:pt x="2300029" y="5887431"/>
                  <a:pt x="2407191" y="5809729"/>
                </a:cubicBezTo>
                <a:cubicBezTo>
                  <a:pt x="2708190" y="5591477"/>
                  <a:pt x="2863970" y="5224787"/>
                  <a:pt x="2812099" y="4856623"/>
                </a:cubicBezTo>
                <a:cubicBezTo>
                  <a:pt x="2712300" y="4365494"/>
                  <a:pt x="2419393" y="4148018"/>
                  <a:pt x="2056123" y="4007016"/>
                </a:cubicBezTo>
                <a:close/>
                <a:moveTo>
                  <a:pt x="2056123" y="7138182"/>
                </a:moveTo>
                <a:lnTo>
                  <a:pt x="1563551" y="7138182"/>
                </a:lnTo>
                <a:lnTo>
                  <a:pt x="1563551" y="6796553"/>
                </a:lnTo>
                <a:cubicBezTo>
                  <a:pt x="1376287" y="6771102"/>
                  <a:pt x="1191751" y="6715291"/>
                  <a:pt x="1016794" y="6629471"/>
                </a:cubicBezTo>
                <a:cubicBezTo>
                  <a:pt x="412303" y="6332946"/>
                  <a:pt x="21102" y="5726704"/>
                  <a:pt x="0" y="5053734"/>
                </a:cubicBezTo>
                <a:lnTo>
                  <a:pt x="813973" y="5028205"/>
                </a:lnTo>
                <a:cubicBezTo>
                  <a:pt x="825624" y="5399818"/>
                  <a:pt x="1041643" y="5734588"/>
                  <a:pt x="1375441" y="5898325"/>
                </a:cubicBezTo>
                <a:cubicBezTo>
                  <a:pt x="1436179" y="5928119"/>
                  <a:pt x="1499008" y="5951362"/>
                  <a:pt x="1563551" y="5965918"/>
                </a:cubicBezTo>
                <a:lnTo>
                  <a:pt x="1563551" y="3847635"/>
                </a:lnTo>
                <a:cubicBezTo>
                  <a:pt x="920238" y="3662345"/>
                  <a:pt x="233045" y="3450393"/>
                  <a:pt x="16852" y="2382091"/>
                </a:cubicBezTo>
                <a:cubicBezTo>
                  <a:pt x="-73403" y="1719933"/>
                  <a:pt x="208577" y="1061859"/>
                  <a:pt x="750173" y="669157"/>
                </a:cubicBezTo>
                <a:cubicBezTo>
                  <a:pt x="994931" y="491686"/>
                  <a:pt x="1274723" y="381458"/>
                  <a:pt x="1563551" y="341319"/>
                </a:cubicBezTo>
                <a:lnTo>
                  <a:pt x="1563551" y="0"/>
                </a:lnTo>
                <a:lnTo>
                  <a:pt x="2056123" y="0"/>
                </a:lnTo>
                <a:lnTo>
                  <a:pt x="2056123" y="339268"/>
                </a:lnTo>
                <a:cubicBezTo>
                  <a:pt x="2248752" y="363969"/>
                  <a:pt x="2438747" y="420481"/>
                  <a:pt x="2618616" y="508711"/>
                </a:cubicBezTo>
                <a:cubicBezTo>
                  <a:pt x="3223107" y="805237"/>
                  <a:pt x="3614308" y="1411478"/>
                  <a:pt x="3635410" y="2084448"/>
                </a:cubicBezTo>
                <a:lnTo>
                  <a:pt x="2821437" y="2109978"/>
                </a:lnTo>
                <a:cubicBezTo>
                  <a:pt x="2809786" y="1738364"/>
                  <a:pt x="2593767" y="1403594"/>
                  <a:pt x="2259969" y="1239857"/>
                </a:cubicBezTo>
                <a:cubicBezTo>
                  <a:pt x="2194243" y="1207617"/>
                  <a:pt x="2126069" y="1183046"/>
                  <a:pt x="2056123" y="1168235"/>
                </a:cubicBezTo>
                <a:lnTo>
                  <a:pt x="2056123" y="3150890"/>
                </a:lnTo>
                <a:cubicBezTo>
                  <a:pt x="2675271" y="3303511"/>
                  <a:pt x="3347939" y="3564428"/>
                  <a:pt x="3618512" y="4743007"/>
                </a:cubicBezTo>
                <a:cubicBezTo>
                  <a:pt x="3712448" y="5409725"/>
                  <a:pt x="3430336" y="6073786"/>
                  <a:pt x="2885237" y="6469025"/>
                </a:cubicBezTo>
                <a:cubicBezTo>
                  <a:pt x="2636047" y="6649712"/>
                  <a:pt x="2350538" y="6760700"/>
                  <a:pt x="2056123" y="67987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0" name="Rectangle 21">
            <a:extLst>
              <a:ext uri="{FF2B5EF4-FFF2-40B4-BE49-F238E27FC236}">
                <a16:creationId xmlns:a16="http://schemas.microsoft.com/office/drawing/2014/main" xmlns="" id="{3DFB5373-0015-4A31-8F01-1597E404815D}"/>
              </a:ext>
            </a:extLst>
          </p:cNvPr>
          <p:cNvSpPr/>
          <p:nvPr/>
        </p:nvSpPr>
        <p:spPr>
          <a:xfrm>
            <a:off x="6977936" y="4798176"/>
            <a:ext cx="505898" cy="283399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1" name="Round Same Side Corner Rectangle 8">
            <a:extLst>
              <a:ext uri="{FF2B5EF4-FFF2-40B4-BE49-F238E27FC236}">
                <a16:creationId xmlns:a16="http://schemas.microsoft.com/office/drawing/2014/main" xmlns="" id="{E4451B41-2F0A-4F98-8F16-0D0192492445}"/>
              </a:ext>
            </a:extLst>
          </p:cNvPr>
          <p:cNvSpPr/>
          <p:nvPr/>
        </p:nvSpPr>
        <p:spPr>
          <a:xfrm>
            <a:off x="11061660" y="4700090"/>
            <a:ext cx="522441" cy="523242"/>
          </a:xfrm>
          <a:custGeom>
            <a:avLst/>
            <a:gdLst/>
            <a:ahLst/>
            <a:cxnLst/>
            <a:rect l="l" t="t" r="r" b="b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2" name="Rounded Rectangle 51">
            <a:extLst>
              <a:ext uri="{FF2B5EF4-FFF2-40B4-BE49-F238E27FC236}">
                <a16:creationId xmlns:a16="http://schemas.microsoft.com/office/drawing/2014/main" xmlns="" id="{B83253D3-E181-4488-9CD9-39D21527F719}"/>
              </a:ext>
            </a:extLst>
          </p:cNvPr>
          <p:cNvSpPr/>
          <p:nvPr/>
        </p:nvSpPr>
        <p:spPr>
          <a:xfrm rot="16200000" flipH="1">
            <a:off x="9442736" y="5628226"/>
            <a:ext cx="541566" cy="510026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3" name="Isosceles Triangle 5">
            <a:extLst>
              <a:ext uri="{FF2B5EF4-FFF2-40B4-BE49-F238E27FC236}">
                <a16:creationId xmlns:a16="http://schemas.microsoft.com/office/drawing/2014/main" xmlns="" id="{C90FA9E7-BC2A-492A-9790-9857E5ADE9BC}"/>
              </a:ext>
            </a:extLst>
          </p:cNvPr>
          <p:cNvSpPr>
            <a:spLocks noChangeAspect="1"/>
          </p:cNvSpPr>
          <p:nvPr/>
        </p:nvSpPr>
        <p:spPr>
          <a:xfrm>
            <a:off x="7895083" y="4737985"/>
            <a:ext cx="404220" cy="403783"/>
          </a:xfrm>
          <a:custGeom>
            <a:avLst/>
            <a:gdLst/>
            <a:ahLst/>
            <a:cxnLst/>
            <a:rect l="l" t="t" r="r" b="b"/>
            <a:pathLst>
              <a:path w="3229104" h="3225610">
                <a:moveTo>
                  <a:pt x="2311104" y="907633"/>
                </a:moveTo>
                <a:lnTo>
                  <a:pt x="3229104" y="907633"/>
                </a:lnTo>
                <a:lnTo>
                  <a:pt x="1769979" y="3097491"/>
                </a:lnTo>
                <a:close/>
                <a:moveTo>
                  <a:pt x="823" y="907633"/>
                </a:moveTo>
                <a:lnTo>
                  <a:pt x="918823" y="907633"/>
                </a:lnTo>
                <a:lnTo>
                  <a:pt x="1498048" y="3135591"/>
                </a:lnTo>
                <a:close/>
                <a:moveTo>
                  <a:pt x="1036980" y="907632"/>
                </a:moveTo>
                <a:lnTo>
                  <a:pt x="2192122" y="907632"/>
                </a:lnTo>
                <a:lnTo>
                  <a:pt x="1614551" y="3225610"/>
                </a:lnTo>
                <a:close/>
                <a:moveTo>
                  <a:pt x="2769693" y="0"/>
                </a:moveTo>
                <a:lnTo>
                  <a:pt x="3229104" y="792088"/>
                </a:lnTo>
                <a:lnTo>
                  <a:pt x="2310282" y="792088"/>
                </a:lnTo>
                <a:close/>
                <a:moveTo>
                  <a:pt x="1732713" y="0"/>
                </a:moveTo>
                <a:lnTo>
                  <a:pt x="2651535" y="0"/>
                </a:lnTo>
                <a:lnTo>
                  <a:pt x="2192124" y="792088"/>
                </a:lnTo>
                <a:close/>
                <a:moveTo>
                  <a:pt x="1614553" y="0"/>
                </a:moveTo>
                <a:lnTo>
                  <a:pt x="2073964" y="792088"/>
                </a:lnTo>
                <a:lnTo>
                  <a:pt x="1155142" y="792088"/>
                </a:lnTo>
                <a:close/>
                <a:moveTo>
                  <a:pt x="577571" y="0"/>
                </a:moveTo>
                <a:lnTo>
                  <a:pt x="1496393" y="0"/>
                </a:lnTo>
                <a:lnTo>
                  <a:pt x="1036982" y="792088"/>
                </a:lnTo>
                <a:close/>
                <a:moveTo>
                  <a:pt x="459411" y="0"/>
                </a:moveTo>
                <a:lnTo>
                  <a:pt x="918822" y="792088"/>
                </a:lnTo>
                <a:lnTo>
                  <a:pt x="0" y="7920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4" name="Trapezoid 22">
            <a:extLst>
              <a:ext uri="{FF2B5EF4-FFF2-40B4-BE49-F238E27FC236}">
                <a16:creationId xmlns:a16="http://schemas.microsoft.com/office/drawing/2014/main" xmlns="" id="{D2EC6B0A-E896-40D9-B4A8-1556019F68B9}"/>
              </a:ext>
            </a:extLst>
          </p:cNvPr>
          <p:cNvSpPr>
            <a:spLocks noChangeAspect="1"/>
          </p:cNvSpPr>
          <p:nvPr/>
        </p:nvSpPr>
        <p:spPr>
          <a:xfrm>
            <a:off x="9438721" y="4805113"/>
            <a:ext cx="529812" cy="269525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5" name="Rounded Rectangle 20">
            <a:extLst>
              <a:ext uri="{FF2B5EF4-FFF2-40B4-BE49-F238E27FC236}">
                <a16:creationId xmlns:a16="http://schemas.microsoft.com/office/drawing/2014/main" xmlns="" id="{B5A75B4D-CA52-4F78-AC74-CB42B7BD2898}"/>
              </a:ext>
            </a:extLst>
          </p:cNvPr>
          <p:cNvSpPr>
            <a:spLocks noChangeAspect="1"/>
          </p:cNvSpPr>
          <p:nvPr/>
        </p:nvSpPr>
        <p:spPr>
          <a:xfrm rot="2160000">
            <a:off x="10296822" y="4674968"/>
            <a:ext cx="491028" cy="529812"/>
          </a:xfrm>
          <a:custGeom>
            <a:avLst/>
            <a:gdLst/>
            <a:ahLst/>
            <a:cxnLst/>
            <a:rect l="l" t="t" r="r" b="b"/>
            <a:pathLst>
              <a:path w="2735240" h="2951283">
                <a:moveTo>
                  <a:pt x="945240" y="943134"/>
                </a:moveTo>
                <a:cubicBezTo>
                  <a:pt x="504657" y="1263236"/>
                  <a:pt x="406988" y="1879894"/>
                  <a:pt x="727090" y="2320477"/>
                </a:cubicBezTo>
                <a:cubicBezTo>
                  <a:pt x="1047193" y="2761060"/>
                  <a:pt x="1663850" y="2858729"/>
                  <a:pt x="2104434" y="2538627"/>
                </a:cubicBezTo>
                <a:cubicBezTo>
                  <a:pt x="2545017" y="2218524"/>
                  <a:pt x="2642686" y="1601867"/>
                  <a:pt x="2322584" y="1161283"/>
                </a:cubicBezTo>
                <a:cubicBezTo>
                  <a:pt x="2003839" y="722570"/>
                  <a:pt x="1391052" y="623866"/>
                  <a:pt x="951049" y="939346"/>
                </a:cubicBezTo>
                <a:lnTo>
                  <a:pt x="1557721" y="1618250"/>
                </a:lnTo>
                <a:cubicBezTo>
                  <a:pt x="1596798" y="1621348"/>
                  <a:pt x="1633874" y="1641400"/>
                  <a:pt x="1658719" y="1675596"/>
                </a:cubicBezTo>
                <a:cubicBezTo>
                  <a:pt x="1705470" y="1739944"/>
                  <a:pt x="1691206" y="1830007"/>
                  <a:pt x="1626858" y="1876758"/>
                </a:cubicBezTo>
                <a:cubicBezTo>
                  <a:pt x="1562511" y="1923509"/>
                  <a:pt x="1472448" y="1909245"/>
                  <a:pt x="1425696" y="1844897"/>
                </a:cubicBezTo>
                <a:cubicBezTo>
                  <a:pt x="1398776" y="1807844"/>
                  <a:pt x="1392087" y="1762265"/>
                  <a:pt x="1405709" y="1721944"/>
                </a:cubicBezTo>
                <a:lnTo>
                  <a:pt x="950242" y="939871"/>
                </a:lnTo>
                <a:cubicBezTo>
                  <a:pt x="948462" y="940800"/>
                  <a:pt x="946850" y="941964"/>
                  <a:pt x="945240" y="943134"/>
                </a:cubicBezTo>
                <a:close/>
                <a:moveTo>
                  <a:pt x="390013" y="178929"/>
                </a:moveTo>
                <a:cubicBezTo>
                  <a:pt x="223423" y="299964"/>
                  <a:pt x="186493" y="533130"/>
                  <a:pt x="307528" y="699721"/>
                </a:cubicBezTo>
                <a:cubicBezTo>
                  <a:pt x="392822" y="817118"/>
                  <a:pt x="533802" y="870124"/>
                  <a:pt x="667672" y="847235"/>
                </a:cubicBezTo>
                <a:lnTo>
                  <a:pt x="556452" y="694153"/>
                </a:lnTo>
                <a:lnTo>
                  <a:pt x="528500" y="714461"/>
                </a:lnTo>
                <a:cubicBezTo>
                  <a:pt x="498835" y="736014"/>
                  <a:pt x="457314" y="729437"/>
                  <a:pt x="435761" y="699772"/>
                </a:cubicBezTo>
                <a:lnTo>
                  <a:pt x="341779" y="570418"/>
                </a:lnTo>
                <a:cubicBezTo>
                  <a:pt x="320226" y="540753"/>
                  <a:pt x="326803" y="499231"/>
                  <a:pt x="356468" y="477679"/>
                </a:cubicBezTo>
                <a:lnTo>
                  <a:pt x="684509" y="239343"/>
                </a:lnTo>
                <a:cubicBezTo>
                  <a:pt x="714174" y="217790"/>
                  <a:pt x="755695" y="224366"/>
                  <a:pt x="777248" y="254031"/>
                </a:cubicBezTo>
                <a:lnTo>
                  <a:pt x="871230" y="383386"/>
                </a:lnTo>
                <a:cubicBezTo>
                  <a:pt x="892782" y="413051"/>
                  <a:pt x="886206" y="454572"/>
                  <a:pt x="856541" y="476125"/>
                </a:cubicBezTo>
                <a:lnTo>
                  <a:pt x="828590" y="496433"/>
                </a:lnTo>
                <a:lnTo>
                  <a:pt x="939810" y="649514"/>
                </a:lnTo>
                <a:cubicBezTo>
                  <a:pt x="1002947" y="529270"/>
                  <a:pt x="996100" y="378811"/>
                  <a:pt x="910806" y="261414"/>
                </a:cubicBezTo>
                <a:cubicBezTo>
                  <a:pt x="789771" y="94824"/>
                  <a:pt x="556604" y="57894"/>
                  <a:pt x="390013" y="178929"/>
                </a:cubicBezTo>
                <a:close/>
                <a:moveTo>
                  <a:pt x="326716" y="91807"/>
                </a:moveTo>
                <a:cubicBezTo>
                  <a:pt x="541423" y="-64186"/>
                  <a:pt x="841934" y="-16590"/>
                  <a:pt x="997927" y="198117"/>
                </a:cubicBezTo>
                <a:cubicBezTo>
                  <a:pt x="1090326" y="325293"/>
                  <a:pt x="1111296" y="482575"/>
                  <a:pt x="1067359" y="621566"/>
                </a:cubicBezTo>
                <a:cubicBezTo>
                  <a:pt x="1125087" y="596400"/>
                  <a:pt x="1184605" y="577365"/>
                  <a:pt x="1244892" y="563339"/>
                </a:cubicBezTo>
                <a:lnTo>
                  <a:pt x="1244892" y="425809"/>
                </a:lnTo>
                <a:lnTo>
                  <a:pt x="1238396" y="425809"/>
                </a:lnTo>
                <a:cubicBezTo>
                  <a:pt x="1203300" y="425809"/>
                  <a:pt x="1174849" y="397358"/>
                  <a:pt x="1174849" y="362262"/>
                </a:cubicBezTo>
                <a:lnTo>
                  <a:pt x="1174849" y="209229"/>
                </a:lnTo>
                <a:cubicBezTo>
                  <a:pt x="1174849" y="191681"/>
                  <a:pt x="1181962" y="175794"/>
                  <a:pt x="1193462" y="164294"/>
                </a:cubicBezTo>
                <a:cubicBezTo>
                  <a:pt x="1204961" y="152795"/>
                  <a:pt x="1220848" y="145682"/>
                  <a:pt x="1238396" y="145682"/>
                </a:cubicBezTo>
                <a:lnTo>
                  <a:pt x="1484804" y="145682"/>
                </a:lnTo>
                <a:cubicBezTo>
                  <a:pt x="1519900" y="145682"/>
                  <a:pt x="1548351" y="174133"/>
                  <a:pt x="1548351" y="209229"/>
                </a:cubicBezTo>
                <a:lnTo>
                  <a:pt x="1548351" y="362262"/>
                </a:lnTo>
                <a:cubicBezTo>
                  <a:pt x="1548351" y="397358"/>
                  <a:pt x="1519900" y="425809"/>
                  <a:pt x="1484804" y="425809"/>
                </a:cubicBezTo>
                <a:lnTo>
                  <a:pt x="1478305" y="425809"/>
                </a:lnTo>
                <a:lnTo>
                  <a:pt x="1478305" y="531522"/>
                </a:lnTo>
                <a:cubicBezTo>
                  <a:pt x="1867969" y="516696"/>
                  <a:pt x="2257580" y="690299"/>
                  <a:pt x="2504004" y="1029474"/>
                </a:cubicBezTo>
                <a:cubicBezTo>
                  <a:pt x="2896903" y="1570253"/>
                  <a:pt x="2777023" y="2327148"/>
                  <a:pt x="2236244" y="2720047"/>
                </a:cubicBezTo>
                <a:cubicBezTo>
                  <a:pt x="1695464" y="3112946"/>
                  <a:pt x="938569" y="2993066"/>
                  <a:pt x="545670" y="2452287"/>
                </a:cubicBezTo>
                <a:cubicBezTo>
                  <a:pt x="302842" y="2118063"/>
                  <a:pt x="255883" y="1701289"/>
                  <a:pt x="383624" y="1339097"/>
                </a:cubicBezTo>
                <a:lnTo>
                  <a:pt x="271337" y="1301981"/>
                </a:lnTo>
                <a:lnTo>
                  <a:pt x="269200" y="1308446"/>
                </a:lnTo>
                <a:cubicBezTo>
                  <a:pt x="258184" y="1341768"/>
                  <a:pt x="222242" y="1359852"/>
                  <a:pt x="188919" y="1348836"/>
                </a:cubicBezTo>
                <a:lnTo>
                  <a:pt x="43619" y="1300805"/>
                </a:lnTo>
                <a:cubicBezTo>
                  <a:pt x="10297" y="1289790"/>
                  <a:pt x="-7787" y="1253847"/>
                  <a:pt x="3228" y="1220525"/>
                </a:cubicBezTo>
                <a:lnTo>
                  <a:pt x="80565" y="986568"/>
                </a:lnTo>
                <a:cubicBezTo>
                  <a:pt x="86073" y="969906"/>
                  <a:pt x="97812" y="957056"/>
                  <a:pt x="112340" y="949746"/>
                </a:cubicBezTo>
                <a:cubicBezTo>
                  <a:pt x="126869" y="942436"/>
                  <a:pt x="144185" y="940669"/>
                  <a:pt x="160847" y="946177"/>
                </a:cubicBezTo>
                <a:lnTo>
                  <a:pt x="306147" y="994208"/>
                </a:lnTo>
                <a:cubicBezTo>
                  <a:pt x="339468" y="1005223"/>
                  <a:pt x="357552" y="1041166"/>
                  <a:pt x="346537" y="1074488"/>
                </a:cubicBezTo>
                <a:lnTo>
                  <a:pt x="344596" y="1080361"/>
                </a:lnTo>
                <a:lnTo>
                  <a:pt x="482601" y="1125980"/>
                </a:lnTo>
                <a:cubicBezTo>
                  <a:pt x="516519" y="1067404"/>
                  <a:pt x="556040" y="1011588"/>
                  <a:pt x="601675" y="959905"/>
                </a:cubicBezTo>
                <a:cubicBezTo>
                  <a:pt x="455910" y="958740"/>
                  <a:pt x="312806" y="890195"/>
                  <a:pt x="220407" y="763018"/>
                </a:cubicBezTo>
                <a:cubicBezTo>
                  <a:pt x="64413" y="548311"/>
                  <a:pt x="112009" y="247801"/>
                  <a:pt x="326716" y="91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6" name="Trapezoid 28">
            <a:extLst>
              <a:ext uri="{FF2B5EF4-FFF2-40B4-BE49-F238E27FC236}">
                <a16:creationId xmlns:a16="http://schemas.microsoft.com/office/drawing/2014/main" xmlns="" id="{013F6F7D-652C-40EF-B339-66A172676932}"/>
              </a:ext>
            </a:extLst>
          </p:cNvPr>
          <p:cNvSpPr>
            <a:spLocks noChangeAspect="1"/>
          </p:cNvSpPr>
          <p:nvPr/>
        </p:nvSpPr>
        <p:spPr>
          <a:xfrm>
            <a:off x="4477340" y="4674968"/>
            <a:ext cx="437175" cy="529812"/>
          </a:xfrm>
          <a:custGeom>
            <a:avLst/>
            <a:gdLst/>
            <a:ahLst/>
            <a:cxnLst/>
            <a:rect l="l" t="t" r="r" b="b"/>
            <a:pathLst>
              <a:path w="2664297" h="3228846">
                <a:moveTo>
                  <a:pt x="2006233" y="1910002"/>
                </a:moveTo>
                <a:cubicBezTo>
                  <a:pt x="2195393" y="2270441"/>
                  <a:pt x="2396463" y="2592453"/>
                  <a:pt x="2218318" y="2693318"/>
                </a:cubicBezTo>
                <a:cubicBezTo>
                  <a:pt x="1760490" y="2959655"/>
                  <a:pt x="875097" y="3011972"/>
                  <a:pt x="413381" y="2693318"/>
                </a:cubicBezTo>
                <a:cubicBezTo>
                  <a:pt x="278026" y="2578660"/>
                  <a:pt x="448417" y="2270210"/>
                  <a:pt x="622358" y="1918652"/>
                </a:cubicBezTo>
                <a:close/>
                <a:moveTo>
                  <a:pt x="998355" y="318176"/>
                </a:moveTo>
                <a:lnTo>
                  <a:pt x="1054483" y="938365"/>
                </a:lnTo>
                <a:cubicBezTo>
                  <a:pt x="1073419" y="1202005"/>
                  <a:pt x="-94533" y="2544942"/>
                  <a:pt x="263185" y="2803859"/>
                </a:cubicBezTo>
                <a:cubicBezTo>
                  <a:pt x="799752" y="3120272"/>
                  <a:pt x="1828684" y="3068324"/>
                  <a:pt x="2360732" y="2803859"/>
                </a:cubicBezTo>
                <a:cubicBezTo>
                  <a:pt x="2817826" y="2582721"/>
                  <a:pt x="1567592" y="1249230"/>
                  <a:pt x="1559424" y="938364"/>
                </a:cubicBezTo>
                <a:lnTo>
                  <a:pt x="1635785" y="320808"/>
                </a:lnTo>
                <a:lnTo>
                  <a:pt x="1616510" y="323841"/>
                </a:lnTo>
                <a:cubicBezTo>
                  <a:pt x="1541035" y="362546"/>
                  <a:pt x="1432716" y="386340"/>
                  <a:pt x="1312455" y="386340"/>
                </a:cubicBezTo>
                <a:cubicBezTo>
                  <a:pt x="1186664" y="386340"/>
                  <a:pt x="1073940" y="360308"/>
                  <a:pt x="998355" y="318176"/>
                </a:cubicBezTo>
                <a:close/>
                <a:moveTo>
                  <a:pt x="1312455" y="60748"/>
                </a:moveTo>
                <a:cubicBezTo>
                  <a:pt x="1155275" y="60748"/>
                  <a:pt x="1027857" y="120035"/>
                  <a:pt x="1027857" y="193171"/>
                </a:cubicBezTo>
                <a:cubicBezTo>
                  <a:pt x="1027857" y="266307"/>
                  <a:pt x="1155275" y="325594"/>
                  <a:pt x="1312455" y="325594"/>
                </a:cubicBezTo>
                <a:cubicBezTo>
                  <a:pt x="1469634" y="325594"/>
                  <a:pt x="1597052" y="266307"/>
                  <a:pt x="1597052" y="193171"/>
                </a:cubicBezTo>
                <a:cubicBezTo>
                  <a:pt x="1597052" y="120035"/>
                  <a:pt x="1469634" y="60748"/>
                  <a:pt x="1312455" y="60748"/>
                </a:cubicBezTo>
                <a:close/>
                <a:moveTo>
                  <a:pt x="1312455" y="0"/>
                </a:moveTo>
                <a:cubicBezTo>
                  <a:pt x="1537130" y="0"/>
                  <a:pt x="1720121" y="83046"/>
                  <a:pt x="1726235" y="186847"/>
                </a:cubicBezTo>
                <a:cubicBezTo>
                  <a:pt x="1726742" y="186524"/>
                  <a:pt x="1727174" y="186120"/>
                  <a:pt x="1727606" y="185717"/>
                </a:cubicBezTo>
                <a:lnTo>
                  <a:pt x="1727102" y="190850"/>
                </a:lnTo>
                <a:cubicBezTo>
                  <a:pt x="1727595" y="191614"/>
                  <a:pt x="1727605" y="192391"/>
                  <a:pt x="1727605" y="193170"/>
                </a:cubicBezTo>
                <a:lnTo>
                  <a:pt x="1726271" y="199326"/>
                </a:lnTo>
                <a:lnTo>
                  <a:pt x="1655630" y="919826"/>
                </a:lnTo>
                <a:cubicBezTo>
                  <a:pt x="1665213" y="1268678"/>
                  <a:pt x="3079202" y="2735754"/>
                  <a:pt x="2542920" y="2983914"/>
                </a:cubicBezTo>
                <a:cubicBezTo>
                  <a:pt x="1918698" y="3280693"/>
                  <a:pt x="711513" y="3338989"/>
                  <a:pt x="81991" y="2983914"/>
                </a:cubicBezTo>
                <a:cubicBezTo>
                  <a:pt x="-337699" y="2693358"/>
                  <a:pt x="991496" y="1215684"/>
                  <a:pt x="969280" y="919828"/>
                </a:cubicBezTo>
                <a:lnTo>
                  <a:pt x="898640" y="199335"/>
                </a:lnTo>
                <a:cubicBezTo>
                  <a:pt x="897375" y="197339"/>
                  <a:pt x="897304" y="195258"/>
                  <a:pt x="897304" y="193170"/>
                </a:cubicBezTo>
                <a:lnTo>
                  <a:pt x="897808" y="190847"/>
                </a:lnTo>
                <a:lnTo>
                  <a:pt x="897305" y="185717"/>
                </a:lnTo>
                <a:lnTo>
                  <a:pt x="898687" y="186789"/>
                </a:lnTo>
                <a:cubicBezTo>
                  <a:pt x="904857" y="83015"/>
                  <a:pt x="1087821" y="0"/>
                  <a:pt x="131245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xmlns="" id="{2CB3F902-7F51-468E-928D-DF8ED92CA432}"/>
              </a:ext>
            </a:extLst>
          </p:cNvPr>
          <p:cNvSpPr/>
          <p:nvPr/>
        </p:nvSpPr>
        <p:spPr>
          <a:xfrm>
            <a:off x="5283276" y="5634756"/>
            <a:ext cx="519265" cy="519265"/>
          </a:xfrm>
          <a:custGeom>
            <a:avLst/>
            <a:gdLst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338560 w 3960440"/>
              <a:gd name="connsiteY3" fmla="*/ 1981614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960440" h="3960000">
                <a:moveTo>
                  <a:pt x="1979373" y="472350"/>
                </a:moveTo>
                <a:cubicBezTo>
                  <a:pt x="1228307" y="485871"/>
                  <a:pt x="850011" y="1078219"/>
                  <a:pt x="813783" y="1434034"/>
                </a:cubicBezTo>
                <a:cubicBezTo>
                  <a:pt x="787561" y="1781828"/>
                  <a:pt x="889690" y="2005359"/>
                  <a:pt x="1119009" y="2222584"/>
                </a:cubicBezTo>
                <a:cubicBezTo>
                  <a:pt x="1178964" y="2123026"/>
                  <a:pt x="1260199" y="1908547"/>
                  <a:pt x="1328015" y="1812920"/>
                </a:cubicBezTo>
                <a:cubicBezTo>
                  <a:pt x="1222115" y="1647651"/>
                  <a:pt x="1255483" y="1756375"/>
                  <a:pt x="1234998" y="1431771"/>
                </a:cubicBezTo>
                <a:cubicBezTo>
                  <a:pt x="1331609" y="922504"/>
                  <a:pt x="1719145" y="812633"/>
                  <a:pt x="2217373" y="891303"/>
                </a:cubicBezTo>
                <a:cubicBezTo>
                  <a:pt x="2693518" y="1016895"/>
                  <a:pt x="2787642" y="1344599"/>
                  <a:pt x="2783502" y="1606823"/>
                </a:cubicBezTo>
                <a:cubicBezTo>
                  <a:pt x="2771081" y="1743454"/>
                  <a:pt x="2679609" y="2064482"/>
                  <a:pt x="2456028" y="2225955"/>
                </a:cubicBezTo>
                <a:cubicBezTo>
                  <a:pt x="2192422" y="2399851"/>
                  <a:pt x="2004893" y="2209395"/>
                  <a:pt x="2026974" y="2018938"/>
                </a:cubicBezTo>
                <a:cubicBezTo>
                  <a:pt x="2072519" y="1810540"/>
                  <a:pt x="2086043" y="1754994"/>
                  <a:pt x="2135727" y="1554876"/>
                </a:cubicBezTo>
                <a:cubicBezTo>
                  <a:pt x="2195073" y="1382360"/>
                  <a:pt x="2084273" y="1259912"/>
                  <a:pt x="1915898" y="1219889"/>
                </a:cubicBezTo>
                <a:cubicBezTo>
                  <a:pt x="1750283" y="1186766"/>
                  <a:pt x="1626460" y="1331294"/>
                  <a:pt x="1589196" y="1434803"/>
                </a:cubicBezTo>
                <a:cubicBezTo>
                  <a:pt x="1499489" y="1732912"/>
                  <a:pt x="1614533" y="1824000"/>
                  <a:pt x="1574511" y="1939931"/>
                </a:cubicBezTo>
                <a:cubicBezTo>
                  <a:pt x="1332991" y="2671400"/>
                  <a:pt x="1220920" y="3468343"/>
                  <a:pt x="1339611" y="3487664"/>
                </a:cubicBezTo>
                <a:cubicBezTo>
                  <a:pt x="1434840" y="3497327"/>
                  <a:pt x="1730357" y="3129057"/>
                  <a:pt x="1887692" y="2422431"/>
                </a:cubicBezTo>
                <a:cubicBezTo>
                  <a:pt x="1985681" y="2531460"/>
                  <a:pt x="2093439" y="2747804"/>
                  <a:pt x="2336342" y="2720202"/>
                </a:cubicBezTo>
                <a:cubicBezTo>
                  <a:pt x="2693796" y="2666377"/>
                  <a:pt x="3092265" y="2401394"/>
                  <a:pt x="3176454" y="1627140"/>
                </a:cubicBezTo>
                <a:cubicBezTo>
                  <a:pt x="3254038" y="999456"/>
                  <a:pt x="2816023" y="430731"/>
                  <a:pt x="1979373" y="472350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8" name="Rounded Rectangle 8">
            <a:extLst>
              <a:ext uri="{FF2B5EF4-FFF2-40B4-BE49-F238E27FC236}">
                <a16:creationId xmlns:a16="http://schemas.microsoft.com/office/drawing/2014/main" xmlns="" id="{CF999092-51D0-4040-A441-EE93FB3BE0AB}"/>
              </a:ext>
            </a:extLst>
          </p:cNvPr>
          <p:cNvSpPr/>
          <p:nvPr/>
        </p:nvSpPr>
        <p:spPr>
          <a:xfrm>
            <a:off x="4436267" y="5634756"/>
            <a:ext cx="519323" cy="519265"/>
          </a:xfrm>
          <a:custGeom>
            <a:avLst/>
            <a:gdLst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688485 w 3888432"/>
              <a:gd name="connsiteY5" fmla="*/ 147563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2688485 w 3888432"/>
              <a:gd name="connsiteY17" fmla="*/ 1475633 h 3960440"/>
              <a:gd name="connsiteX18" fmla="*/ 878058 w 3888432"/>
              <a:gd name="connsiteY18" fmla="*/ 648072 h 3960440"/>
              <a:gd name="connsiteX19" fmla="*/ 554477 w 3888432"/>
              <a:gd name="connsiteY19" fmla="*/ 971653 h 3960440"/>
              <a:gd name="connsiteX20" fmla="*/ 878058 w 3888432"/>
              <a:gd name="connsiteY20" fmla="*/ 1295234 h 3960440"/>
              <a:gd name="connsiteX21" fmla="*/ 1201639 w 3888432"/>
              <a:gd name="connsiteY21" fmla="*/ 971653 h 3960440"/>
              <a:gd name="connsiteX22" fmla="*/ 878058 w 3888432"/>
              <a:gd name="connsiteY22" fmla="*/ 648072 h 3960440"/>
              <a:gd name="connsiteX23" fmla="*/ 333511 w 3888432"/>
              <a:gd name="connsiteY23" fmla="*/ 0 h 3960440"/>
              <a:gd name="connsiteX24" fmla="*/ 3554921 w 3888432"/>
              <a:gd name="connsiteY24" fmla="*/ 0 h 3960440"/>
              <a:gd name="connsiteX25" fmla="*/ 3888432 w 3888432"/>
              <a:gd name="connsiteY25" fmla="*/ 333511 h 3960440"/>
              <a:gd name="connsiteX26" fmla="*/ 3888432 w 3888432"/>
              <a:gd name="connsiteY26" fmla="*/ 3626929 h 3960440"/>
              <a:gd name="connsiteX27" fmla="*/ 3554921 w 3888432"/>
              <a:gd name="connsiteY27" fmla="*/ 3960440 h 3960440"/>
              <a:gd name="connsiteX28" fmla="*/ 333511 w 3888432"/>
              <a:gd name="connsiteY28" fmla="*/ 3960440 h 3960440"/>
              <a:gd name="connsiteX29" fmla="*/ 0 w 3888432"/>
              <a:gd name="connsiteY29" fmla="*/ 3626929 h 3960440"/>
              <a:gd name="connsiteX30" fmla="*/ 0 w 3888432"/>
              <a:gd name="connsiteY30" fmla="*/ 333511 h 3960440"/>
              <a:gd name="connsiteX31" fmla="*/ 333511 w 3888432"/>
              <a:gd name="connsiteY31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88432" h="3960440">
                <a:moveTo>
                  <a:pt x="554477" y="1512168"/>
                </a:moveTo>
                <a:lnTo>
                  <a:pt x="554477" y="3312368"/>
                </a:lnTo>
                <a:lnTo>
                  <a:pt x="1201638" y="3312368"/>
                </a:lnTo>
                <a:lnTo>
                  <a:pt x="1201638" y="1512168"/>
                </a:lnTo>
                <a:lnTo>
                  <a:pt x="554477" y="1512168"/>
                </a:lnTo>
                <a:close/>
                <a:moveTo>
                  <a:pt x="2840340" y="1479943"/>
                </a:moveTo>
                <a:cubicBezTo>
                  <a:pt x="2293254" y="1484797"/>
                  <a:pt x="2254084" y="1780470"/>
                  <a:pt x="2136833" y="1785510"/>
                </a:cubicBezTo>
                <a:lnTo>
                  <a:pt x="2136833" y="1510185"/>
                </a:lnTo>
                <a:lnTo>
                  <a:pt x="1489672" y="1510185"/>
                </a:lnTo>
                <a:lnTo>
                  <a:pt x="1489672" y="3310385"/>
                </a:lnTo>
                <a:lnTo>
                  <a:pt x="2136833" y="3310385"/>
                </a:lnTo>
                <a:cubicBezTo>
                  <a:pt x="2140283" y="2925445"/>
                  <a:pt x="2133383" y="2560917"/>
                  <a:pt x="2147184" y="2155564"/>
                </a:cubicBezTo>
                <a:cubicBezTo>
                  <a:pt x="2187272" y="1842063"/>
                  <a:pt x="2668986" y="1938990"/>
                  <a:pt x="2673919" y="2138897"/>
                </a:cubicBezTo>
                <a:lnTo>
                  <a:pt x="2679688" y="3312366"/>
                </a:lnTo>
                <a:lnTo>
                  <a:pt x="3326849" y="3312366"/>
                </a:lnTo>
                <a:cubicBezTo>
                  <a:pt x="3329155" y="2917782"/>
                  <a:pt x="3331462" y="2523197"/>
                  <a:pt x="3333768" y="2128613"/>
                </a:cubicBezTo>
                <a:cubicBezTo>
                  <a:pt x="3339026" y="1942962"/>
                  <a:pt x="3184753" y="1475890"/>
                  <a:pt x="2840340" y="1479943"/>
                </a:cubicBezTo>
                <a:close/>
                <a:moveTo>
                  <a:pt x="878058" y="648072"/>
                </a:moveTo>
                <a:cubicBezTo>
                  <a:pt x="699349" y="648072"/>
                  <a:pt x="554477" y="792944"/>
                  <a:pt x="554477" y="971653"/>
                </a:cubicBezTo>
                <a:cubicBezTo>
                  <a:pt x="554477" y="1150362"/>
                  <a:pt x="699349" y="1295234"/>
                  <a:pt x="878058" y="1295234"/>
                </a:cubicBezTo>
                <a:cubicBezTo>
                  <a:pt x="1056767" y="1295234"/>
                  <a:pt x="1201639" y="1150362"/>
                  <a:pt x="1201639" y="971653"/>
                </a:cubicBezTo>
                <a:cubicBezTo>
                  <a:pt x="1201639" y="792944"/>
                  <a:pt x="1056767" y="648072"/>
                  <a:pt x="878058" y="648072"/>
                </a:cubicBezTo>
                <a:close/>
                <a:moveTo>
                  <a:pt x="333511" y="0"/>
                </a:moveTo>
                <a:lnTo>
                  <a:pt x="3554921" y="0"/>
                </a:lnTo>
                <a:cubicBezTo>
                  <a:pt x="3739114" y="0"/>
                  <a:pt x="3888432" y="149318"/>
                  <a:pt x="3888432" y="333511"/>
                </a:cubicBezTo>
                <a:lnTo>
                  <a:pt x="3888432" y="3626929"/>
                </a:lnTo>
                <a:cubicBezTo>
                  <a:pt x="3888432" y="3811122"/>
                  <a:pt x="3739114" y="3960440"/>
                  <a:pt x="3554921" y="3960440"/>
                </a:cubicBezTo>
                <a:lnTo>
                  <a:pt x="333511" y="3960440"/>
                </a:lnTo>
                <a:cubicBezTo>
                  <a:pt x="149318" y="3960440"/>
                  <a:pt x="0" y="3811122"/>
                  <a:pt x="0" y="3626929"/>
                </a:cubicBezTo>
                <a:lnTo>
                  <a:pt x="0" y="333511"/>
                </a:lnTo>
                <a:cubicBezTo>
                  <a:pt x="0" y="149318"/>
                  <a:pt x="149318" y="0"/>
                  <a:pt x="3335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xmlns="" id="{5394194E-40CF-4800-82F4-DA12261F9012}"/>
              </a:ext>
            </a:extLst>
          </p:cNvPr>
          <p:cNvSpPr/>
          <p:nvPr/>
        </p:nvSpPr>
        <p:spPr>
          <a:xfrm>
            <a:off x="6971252" y="5634756"/>
            <a:ext cx="519265" cy="519265"/>
          </a:xfrm>
          <a:custGeom>
            <a:avLst/>
            <a:gdLst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155131 w 3960000"/>
              <a:gd name="connsiteY16" fmla="*/ 1419365 h 3960000"/>
              <a:gd name="connsiteX17" fmla="*/ 3207849 w 3960000"/>
              <a:gd name="connsiteY17" fmla="*/ 1493166 h 3960000"/>
              <a:gd name="connsiteX18" fmla="*/ 3407333 w 3960000"/>
              <a:gd name="connsiteY18" fmla="*/ 1117847 h 3960000"/>
              <a:gd name="connsiteX19" fmla="*/ 3108461 w 3960000"/>
              <a:gd name="connsiteY19" fmla="*/ 1185086 h 3960000"/>
              <a:gd name="connsiteX20" fmla="*/ 3334650 w 3960000"/>
              <a:gd name="connsiteY20" fmla="*/ 883134 h 3960000"/>
              <a:gd name="connsiteX21" fmla="*/ 2995677 w 3960000"/>
              <a:gd name="connsiteY21" fmla="*/ 1008938 h 3960000"/>
              <a:gd name="connsiteX22" fmla="*/ 2538382 w 3960000"/>
              <a:gd name="connsiteY22" fmla="*/ 802616 h 3960000"/>
              <a:gd name="connsiteX23" fmla="*/ 308009 w 3960000"/>
              <a:gd name="connsiteY23" fmla="*/ 0 h 3960000"/>
              <a:gd name="connsiteX24" fmla="*/ 3651991 w 3960000"/>
              <a:gd name="connsiteY24" fmla="*/ 0 h 3960000"/>
              <a:gd name="connsiteX25" fmla="*/ 3960000 w 3960000"/>
              <a:gd name="connsiteY25" fmla="*/ 308009 h 3960000"/>
              <a:gd name="connsiteX26" fmla="*/ 3960000 w 3960000"/>
              <a:gd name="connsiteY26" fmla="*/ 3651991 h 3960000"/>
              <a:gd name="connsiteX27" fmla="*/ 3651991 w 3960000"/>
              <a:gd name="connsiteY27" fmla="*/ 3960000 h 3960000"/>
              <a:gd name="connsiteX28" fmla="*/ 308009 w 3960000"/>
              <a:gd name="connsiteY28" fmla="*/ 3960000 h 3960000"/>
              <a:gd name="connsiteX29" fmla="*/ 0 w 3960000"/>
              <a:gd name="connsiteY29" fmla="*/ 3651991 h 3960000"/>
              <a:gd name="connsiteX30" fmla="*/ 0 w 3960000"/>
              <a:gd name="connsiteY30" fmla="*/ 308009 h 3960000"/>
              <a:gd name="connsiteX31" fmla="*/ 308009 w 3960000"/>
              <a:gd name="connsiteY31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207849 w 3960000"/>
              <a:gd name="connsiteY16" fmla="*/ 1493166 h 3960000"/>
              <a:gd name="connsiteX17" fmla="*/ 3407333 w 3960000"/>
              <a:gd name="connsiteY17" fmla="*/ 1117847 h 3960000"/>
              <a:gd name="connsiteX18" fmla="*/ 3108461 w 3960000"/>
              <a:gd name="connsiteY18" fmla="*/ 1185086 h 3960000"/>
              <a:gd name="connsiteX19" fmla="*/ 3334650 w 3960000"/>
              <a:gd name="connsiteY19" fmla="*/ 883134 h 3960000"/>
              <a:gd name="connsiteX20" fmla="*/ 2995677 w 3960000"/>
              <a:gd name="connsiteY20" fmla="*/ 1008938 h 3960000"/>
              <a:gd name="connsiteX21" fmla="*/ 2538382 w 3960000"/>
              <a:gd name="connsiteY21" fmla="*/ 802616 h 3960000"/>
              <a:gd name="connsiteX22" fmla="*/ 308009 w 3960000"/>
              <a:gd name="connsiteY22" fmla="*/ 0 h 3960000"/>
              <a:gd name="connsiteX23" fmla="*/ 3651991 w 3960000"/>
              <a:gd name="connsiteY23" fmla="*/ 0 h 3960000"/>
              <a:gd name="connsiteX24" fmla="*/ 3960000 w 3960000"/>
              <a:gd name="connsiteY24" fmla="*/ 308009 h 3960000"/>
              <a:gd name="connsiteX25" fmla="*/ 3960000 w 3960000"/>
              <a:gd name="connsiteY25" fmla="*/ 3651991 h 3960000"/>
              <a:gd name="connsiteX26" fmla="*/ 3651991 w 3960000"/>
              <a:gd name="connsiteY26" fmla="*/ 3960000 h 3960000"/>
              <a:gd name="connsiteX27" fmla="*/ 308009 w 3960000"/>
              <a:gd name="connsiteY27" fmla="*/ 3960000 h 3960000"/>
              <a:gd name="connsiteX28" fmla="*/ 0 w 3960000"/>
              <a:gd name="connsiteY28" fmla="*/ 3651991 h 3960000"/>
              <a:gd name="connsiteX29" fmla="*/ 0 w 3960000"/>
              <a:gd name="connsiteY29" fmla="*/ 308009 h 3960000"/>
              <a:gd name="connsiteX30" fmla="*/ 308009 w 3960000"/>
              <a:gd name="connsiteY30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08461 w 3960000"/>
              <a:gd name="connsiteY17" fmla="*/ 1185086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960000" h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0" name="Rounded Rectangle 3">
            <a:extLst>
              <a:ext uri="{FF2B5EF4-FFF2-40B4-BE49-F238E27FC236}">
                <a16:creationId xmlns:a16="http://schemas.microsoft.com/office/drawing/2014/main" xmlns="" id="{C2FE4DD9-BD0F-42FA-8558-1E2788EACC02}"/>
              </a:ext>
            </a:extLst>
          </p:cNvPr>
          <p:cNvSpPr>
            <a:spLocks noChangeAspect="1"/>
          </p:cNvSpPr>
          <p:nvPr/>
        </p:nvSpPr>
        <p:spPr>
          <a:xfrm>
            <a:off x="6121262" y="5634756"/>
            <a:ext cx="519265" cy="519265"/>
          </a:xfrm>
          <a:custGeom>
            <a:avLst/>
            <a:gdLst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59137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26764" y="685506"/>
                  <a:pt x="3369037" y="704441"/>
                </a:cubicBezTo>
                <a:cubicBezTo>
                  <a:pt x="3391941" y="556446"/>
                  <a:pt x="3409927" y="381656"/>
                  <a:pt x="3410216" y="195189"/>
                </a:cubicBezTo>
                <a:cubicBezTo>
                  <a:pt x="3239930" y="163882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1" name="Rounded Rectangle 10">
            <a:extLst>
              <a:ext uri="{FF2B5EF4-FFF2-40B4-BE49-F238E27FC236}">
                <a16:creationId xmlns:a16="http://schemas.microsoft.com/office/drawing/2014/main" xmlns="" id="{798E328E-1056-4BD6-8D0A-FEC675AE63E6}"/>
              </a:ext>
            </a:extLst>
          </p:cNvPr>
          <p:cNvSpPr>
            <a:spLocks noChangeAspect="1"/>
          </p:cNvSpPr>
          <p:nvPr/>
        </p:nvSpPr>
        <p:spPr>
          <a:xfrm>
            <a:off x="7836637" y="5624208"/>
            <a:ext cx="521115" cy="529812"/>
          </a:xfrm>
          <a:custGeom>
            <a:avLst/>
            <a:gdLst/>
            <a:ahLst/>
            <a:cxnLst/>
            <a:rect l="l" t="t" r="r" b="b"/>
            <a:pathLst>
              <a:path w="3186824" h="3240000">
                <a:moveTo>
                  <a:pt x="2141174" y="1384899"/>
                </a:moveTo>
                <a:lnTo>
                  <a:pt x="2141174" y="1528887"/>
                </a:lnTo>
                <a:lnTo>
                  <a:pt x="1997174" y="1528887"/>
                </a:lnTo>
                <a:lnTo>
                  <a:pt x="1997174" y="1744911"/>
                </a:lnTo>
                <a:lnTo>
                  <a:pt x="2141174" y="1744911"/>
                </a:lnTo>
                <a:lnTo>
                  <a:pt x="2141174" y="1888899"/>
                </a:lnTo>
                <a:lnTo>
                  <a:pt x="2357174" y="1888899"/>
                </a:lnTo>
                <a:lnTo>
                  <a:pt x="2357174" y="1744911"/>
                </a:lnTo>
                <a:lnTo>
                  <a:pt x="2501174" y="1744911"/>
                </a:lnTo>
                <a:lnTo>
                  <a:pt x="2501174" y="1528887"/>
                </a:lnTo>
                <a:lnTo>
                  <a:pt x="2357174" y="1528887"/>
                </a:lnTo>
                <a:lnTo>
                  <a:pt x="2357174" y="1384899"/>
                </a:lnTo>
                <a:close/>
                <a:moveTo>
                  <a:pt x="1286582" y="1008157"/>
                </a:moveTo>
                <a:cubicBezTo>
                  <a:pt x="1148208" y="1006486"/>
                  <a:pt x="1009270" y="1051569"/>
                  <a:pt x="894997" y="1143711"/>
                </a:cubicBezTo>
                <a:cubicBezTo>
                  <a:pt x="666451" y="1327995"/>
                  <a:pt x="600947" y="1648602"/>
                  <a:pt x="738892" y="1907765"/>
                </a:cubicBezTo>
                <a:cubicBezTo>
                  <a:pt x="876837" y="2166928"/>
                  <a:pt x="1179371" y="2291639"/>
                  <a:pt x="1459875" y="2204971"/>
                </a:cubicBezTo>
                <a:cubicBezTo>
                  <a:pt x="1676459" y="2138053"/>
                  <a:pt x="1832801" y="1959669"/>
                  <a:pt x="1876637" y="1747242"/>
                </a:cubicBezTo>
                <a:lnTo>
                  <a:pt x="1879565" y="1747242"/>
                </a:lnTo>
                <a:lnTo>
                  <a:pt x="1879565" y="1728291"/>
                </a:lnTo>
                <a:cubicBezTo>
                  <a:pt x="1891883" y="1671800"/>
                  <a:pt x="1894168" y="1612713"/>
                  <a:pt x="1887545" y="1552862"/>
                </a:cubicBezTo>
                <a:lnTo>
                  <a:pt x="1879565" y="1553745"/>
                </a:lnTo>
                <a:lnTo>
                  <a:pt x="1879565" y="1531218"/>
                </a:lnTo>
                <a:lnTo>
                  <a:pt x="1231565" y="1531218"/>
                </a:lnTo>
                <a:lnTo>
                  <a:pt x="1231565" y="1747242"/>
                </a:lnTo>
                <a:lnTo>
                  <a:pt x="1565835" y="1747242"/>
                </a:lnTo>
                <a:cubicBezTo>
                  <a:pt x="1530201" y="1827940"/>
                  <a:pt x="1460959" y="1892348"/>
                  <a:pt x="1371795" y="1919897"/>
                </a:cubicBezTo>
                <a:cubicBezTo>
                  <a:pt x="1228031" y="1964316"/>
                  <a:pt x="1072976" y="1900399"/>
                  <a:pt x="1002277" y="1767573"/>
                </a:cubicBezTo>
                <a:cubicBezTo>
                  <a:pt x="931578" y="1634747"/>
                  <a:pt x="965150" y="1470429"/>
                  <a:pt x="1082284" y="1375980"/>
                </a:cubicBezTo>
                <a:cubicBezTo>
                  <a:pt x="1199418" y="1281531"/>
                  <a:pt x="1367118" y="1283556"/>
                  <a:pt x="1481937" y="1380807"/>
                </a:cubicBezTo>
                <a:lnTo>
                  <a:pt x="1674778" y="1153129"/>
                </a:lnTo>
                <a:cubicBezTo>
                  <a:pt x="1562764" y="1058254"/>
                  <a:pt x="1424955" y="1009828"/>
                  <a:pt x="1286582" y="1008157"/>
                </a:cubicBezTo>
                <a:close/>
                <a:moveTo>
                  <a:pt x="293028" y="0"/>
                </a:moveTo>
                <a:lnTo>
                  <a:pt x="2893796" y="0"/>
                </a:lnTo>
                <a:cubicBezTo>
                  <a:pt x="3055631" y="0"/>
                  <a:pt x="3186824" y="131193"/>
                  <a:pt x="3186824" y="293028"/>
                </a:cubicBezTo>
                <a:lnTo>
                  <a:pt x="3186824" y="2946972"/>
                </a:lnTo>
                <a:cubicBezTo>
                  <a:pt x="3186824" y="3108807"/>
                  <a:pt x="3055631" y="3240000"/>
                  <a:pt x="2893796" y="3240000"/>
                </a:cubicBezTo>
                <a:lnTo>
                  <a:pt x="293028" y="3240000"/>
                </a:lnTo>
                <a:cubicBezTo>
                  <a:pt x="131193" y="3240000"/>
                  <a:pt x="0" y="3108807"/>
                  <a:pt x="0" y="2946972"/>
                </a:cubicBezTo>
                <a:lnTo>
                  <a:pt x="0" y="293028"/>
                </a:lnTo>
                <a:cubicBezTo>
                  <a:pt x="0" y="131193"/>
                  <a:pt x="131193" y="0"/>
                  <a:pt x="2930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2" name="Block Arc 6">
            <a:extLst>
              <a:ext uri="{FF2B5EF4-FFF2-40B4-BE49-F238E27FC236}">
                <a16:creationId xmlns:a16="http://schemas.microsoft.com/office/drawing/2014/main" xmlns="" id="{62965521-2EFF-4BE9-866C-3D9369FA5C74}"/>
              </a:ext>
            </a:extLst>
          </p:cNvPr>
          <p:cNvSpPr/>
          <p:nvPr/>
        </p:nvSpPr>
        <p:spPr>
          <a:xfrm>
            <a:off x="8626102" y="5660698"/>
            <a:ext cx="488516" cy="493322"/>
          </a:xfrm>
          <a:custGeom>
            <a:avLst/>
            <a:gdLst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151233"/>
              <a:gd name="connsiteY0" fmla="*/ 2175617 h 3221116"/>
              <a:gd name="connsiteX1" fmla="*/ 2658205 w 3151233"/>
              <a:gd name="connsiteY1" fmla="*/ 2178566 h 3221116"/>
              <a:gd name="connsiteX2" fmla="*/ 2664630 w 3151233"/>
              <a:gd name="connsiteY2" fmla="*/ 2175617 h 3221116"/>
              <a:gd name="connsiteX3" fmla="*/ 1477043 w 3151233"/>
              <a:gd name="connsiteY3" fmla="*/ 1144372 h 3221116"/>
              <a:gd name="connsiteX4" fmla="*/ 1409070 w 3151233"/>
              <a:gd name="connsiteY4" fmla="*/ 1159393 h 3221116"/>
              <a:gd name="connsiteX5" fmla="*/ 1152384 w 3151233"/>
              <a:gd name="connsiteY5" fmla="*/ 1703728 h 3221116"/>
              <a:gd name="connsiteX6" fmla="*/ 1514013 w 3151233"/>
              <a:gd name="connsiteY6" fmla="*/ 2152290 h 3221116"/>
              <a:gd name="connsiteX7" fmla="*/ 1850815 w 3151233"/>
              <a:gd name="connsiteY7" fmla="*/ 1654259 h 3221116"/>
              <a:gd name="connsiteX8" fmla="*/ 1830467 w 3151233"/>
              <a:gd name="connsiteY8" fmla="*/ 1515986 h 3221116"/>
              <a:gd name="connsiteX9" fmla="*/ 1477043 w 3151233"/>
              <a:gd name="connsiteY9" fmla="*/ 1144372 h 3221116"/>
              <a:gd name="connsiteX10" fmla="*/ 1651152 w 3151233"/>
              <a:gd name="connsiteY10" fmla="*/ 501 h 3221116"/>
              <a:gd name="connsiteX11" fmla="*/ 2580395 w 3151233"/>
              <a:gd name="connsiteY11" fmla="*/ 324821 h 3221116"/>
              <a:gd name="connsiteX12" fmla="*/ 3030464 w 3151233"/>
              <a:gd name="connsiteY12" fmla="*/ 2249544 h 3221116"/>
              <a:gd name="connsiteX13" fmla="*/ 2585849 w 3151233"/>
              <a:gd name="connsiteY13" fmla="*/ 2588887 h 3221116"/>
              <a:gd name="connsiteX14" fmla="*/ 1973374 w 3151233"/>
              <a:gd name="connsiteY14" fmla="*/ 2195096 h 3221116"/>
              <a:gd name="connsiteX15" fmla="*/ 1390827 w 3151233"/>
              <a:gd name="connsiteY15" fmla="*/ 2527630 h 3221116"/>
              <a:gd name="connsiteX16" fmla="*/ 783896 w 3151233"/>
              <a:gd name="connsiteY16" fmla="*/ 1665044 h 3221116"/>
              <a:gd name="connsiteX17" fmla="*/ 1268509 w 3151233"/>
              <a:gd name="connsiteY17" fmla="*/ 819983 h 3221116"/>
              <a:gd name="connsiteX18" fmla="*/ 1328805 w 3151233"/>
              <a:gd name="connsiteY18" fmla="*/ 807930 h 3221116"/>
              <a:gd name="connsiteX19" fmla="*/ 1390827 w 3151233"/>
              <a:gd name="connsiteY19" fmla="*/ 802457 h 3221116"/>
              <a:gd name="connsiteX20" fmla="*/ 1462242 w 3151233"/>
              <a:gd name="connsiteY20" fmla="*/ 801708 h 3221116"/>
              <a:gd name="connsiteX21" fmla="*/ 1956122 w 3151233"/>
              <a:gd name="connsiteY21" fmla="*/ 1110076 h 3221116"/>
              <a:gd name="connsiteX22" fmla="*/ 1973374 w 3151233"/>
              <a:gd name="connsiteY22" fmla="*/ 875315 h 3221116"/>
              <a:gd name="connsiteX23" fmla="*/ 2333414 w 3151233"/>
              <a:gd name="connsiteY23" fmla="*/ 875315 h 3221116"/>
              <a:gd name="connsiteX24" fmla="*/ 2324788 w 3151233"/>
              <a:gd name="connsiteY24" fmla="*/ 2054049 h 3221116"/>
              <a:gd name="connsiteX25" fmla="*/ 2661746 w 3151233"/>
              <a:gd name="connsiteY25" fmla="*/ 2179658 h 3221116"/>
              <a:gd name="connsiteX26" fmla="*/ 2691046 w 3151233"/>
              <a:gd name="connsiteY26" fmla="*/ 2188689 h 3221116"/>
              <a:gd name="connsiteX27" fmla="*/ 2667011 w 3151233"/>
              <a:gd name="connsiteY27" fmla="*/ 2175828 h 3221116"/>
              <a:gd name="connsiteX28" fmla="*/ 2332141 w 3151233"/>
              <a:gd name="connsiteY28" fmla="*/ 653899 h 3221116"/>
              <a:gd name="connsiteX29" fmla="*/ 776764 w 3151233"/>
              <a:gd name="connsiteY29" fmla="*/ 749845 h 3221116"/>
              <a:gd name="connsiteX30" fmla="*/ 631487 w 3151233"/>
              <a:gd name="connsiteY30" fmla="*/ 2301392 h 3221116"/>
              <a:gd name="connsiteX31" fmla="*/ 2142017 w 3151233"/>
              <a:gd name="connsiteY31" fmla="*/ 2684410 h 3221116"/>
              <a:gd name="connsiteX32" fmla="*/ 2324866 w 3151233"/>
              <a:gd name="connsiteY32" fmla="*/ 3053856 h 3221116"/>
              <a:gd name="connsiteX33" fmla="*/ 294693 w 3151233"/>
              <a:gd name="connsiteY33" fmla="*/ 2539075 h 3221116"/>
              <a:gd name="connsiteX34" fmla="*/ 489947 w 3151233"/>
              <a:gd name="connsiteY34" fmla="*/ 453774 h 3221116"/>
              <a:gd name="connsiteX35" fmla="*/ 1651152 w 3151233"/>
              <a:gd name="connsiteY35" fmla="*/ 501 h 3221116"/>
              <a:gd name="connsiteX0" fmla="*/ 2664630 w 3161851"/>
              <a:gd name="connsiteY0" fmla="*/ 2175617 h 3221116"/>
              <a:gd name="connsiteX1" fmla="*/ 2658205 w 3161851"/>
              <a:gd name="connsiteY1" fmla="*/ 2178566 h 3221116"/>
              <a:gd name="connsiteX2" fmla="*/ 2664630 w 3161851"/>
              <a:gd name="connsiteY2" fmla="*/ 2175617 h 3221116"/>
              <a:gd name="connsiteX3" fmla="*/ 1477043 w 3161851"/>
              <a:gd name="connsiteY3" fmla="*/ 1144372 h 3221116"/>
              <a:gd name="connsiteX4" fmla="*/ 1409070 w 3161851"/>
              <a:gd name="connsiteY4" fmla="*/ 1159393 h 3221116"/>
              <a:gd name="connsiteX5" fmla="*/ 1152384 w 3161851"/>
              <a:gd name="connsiteY5" fmla="*/ 1703728 h 3221116"/>
              <a:gd name="connsiteX6" fmla="*/ 1514013 w 3161851"/>
              <a:gd name="connsiteY6" fmla="*/ 2152290 h 3221116"/>
              <a:gd name="connsiteX7" fmla="*/ 1850815 w 3161851"/>
              <a:gd name="connsiteY7" fmla="*/ 1654259 h 3221116"/>
              <a:gd name="connsiteX8" fmla="*/ 1830467 w 3161851"/>
              <a:gd name="connsiteY8" fmla="*/ 1515986 h 3221116"/>
              <a:gd name="connsiteX9" fmla="*/ 1477043 w 3161851"/>
              <a:gd name="connsiteY9" fmla="*/ 1144372 h 3221116"/>
              <a:gd name="connsiteX10" fmla="*/ 1651152 w 3161851"/>
              <a:gd name="connsiteY10" fmla="*/ 501 h 3221116"/>
              <a:gd name="connsiteX11" fmla="*/ 2580395 w 3161851"/>
              <a:gd name="connsiteY11" fmla="*/ 324821 h 3221116"/>
              <a:gd name="connsiteX12" fmla="*/ 3030464 w 3161851"/>
              <a:gd name="connsiteY12" fmla="*/ 2249544 h 3221116"/>
              <a:gd name="connsiteX13" fmla="*/ 2585849 w 3161851"/>
              <a:gd name="connsiteY13" fmla="*/ 2588887 h 3221116"/>
              <a:gd name="connsiteX14" fmla="*/ 1973374 w 3161851"/>
              <a:gd name="connsiteY14" fmla="*/ 2195096 h 3221116"/>
              <a:gd name="connsiteX15" fmla="*/ 1390827 w 3161851"/>
              <a:gd name="connsiteY15" fmla="*/ 2527630 h 3221116"/>
              <a:gd name="connsiteX16" fmla="*/ 783896 w 3161851"/>
              <a:gd name="connsiteY16" fmla="*/ 1665044 h 3221116"/>
              <a:gd name="connsiteX17" fmla="*/ 1268509 w 3161851"/>
              <a:gd name="connsiteY17" fmla="*/ 819983 h 3221116"/>
              <a:gd name="connsiteX18" fmla="*/ 1328805 w 3161851"/>
              <a:gd name="connsiteY18" fmla="*/ 807930 h 3221116"/>
              <a:gd name="connsiteX19" fmla="*/ 1390827 w 3161851"/>
              <a:gd name="connsiteY19" fmla="*/ 802457 h 3221116"/>
              <a:gd name="connsiteX20" fmla="*/ 1462242 w 3161851"/>
              <a:gd name="connsiteY20" fmla="*/ 801708 h 3221116"/>
              <a:gd name="connsiteX21" fmla="*/ 1956122 w 3161851"/>
              <a:gd name="connsiteY21" fmla="*/ 1110076 h 3221116"/>
              <a:gd name="connsiteX22" fmla="*/ 1973374 w 3161851"/>
              <a:gd name="connsiteY22" fmla="*/ 875315 h 3221116"/>
              <a:gd name="connsiteX23" fmla="*/ 2333414 w 3161851"/>
              <a:gd name="connsiteY23" fmla="*/ 875315 h 3221116"/>
              <a:gd name="connsiteX24" fmla="*/ 2324788 w 3161851"/>
              <a:gd name="connsiteY24" fmla="*/ 2054049 h 3221116"/>
              <a:gd name="connsiteX25" fmla="*/ 2661746 w 3161851"/>
              <a:gd name="connsiteY25" fmla="*/ 2179658 h 3221116"/>
              <a:gd name="connsiteX26" fmla="*/ 2691046 w 3161851"/>
              <a:gd name="connsiteY26" fmla="*/ 2188689 h 3221116"/>
              <a:gd name="connsiteX27" fmla="*/ 2667011 w 3161851"/>
              <a:gd name="connsiteY27" fmla="*/ 2175828 h 3221116"/>
              <a:gd name="connsiteX28" fmla="*/ 2332141 w 3161851"/>
              <a:gd name="connsiteY28" fmla="*/ 653899 h 3221116"/>
              <a:gd name="connsiteX29" fmla="*/ 776764 w 3161851"/>
              <a:gd name="connsiteY29" fmla="*/ 749845 h 3221116"/>
              <a:gd name="connsiteX30" fmla="*/ 631487 w 3161851"/>
              <a:gd name="connsiteY30" fmla="*/ 2301392 h 3221116"/>
              <a:gd name="connsiteX31" fmla="*/ 2142017 w 3161851"/>
              <a:gd name="connsiteY31" fmla="*/ 2684410 h 3221116"/>
              <a:gd name="connsiteX32" fmla="*/ 2324866 w 3161851"/>
              <a:gd name="connsiteY32" fmla="*/ 3053856 h 3221116"/>
              <a:gd name="connsiteX33" fmla="*/ 294693 w 3161851"/>
              <a:gd name="connsiteY33" fmla="*/ 2539075 h 3221116"/>
              <a:gd name="connsiteX34" fmla="*/ 489947 w 3161851"/>
              <a:gd name="connsiteY34" fmla="*/ 453774 h 3221116"/>
              <a:gd name="connsiteX35" fmla="*/ 1651152 w 3161851"/>
              <a:gd name="connsiteY35" fmla="*/ 501 h 3221116"/>
              <a:gd name="connsiteX0" fmla="*/ 2664630 w 3182629"/>
              <a:gd name="connsiteY0" fmla="*/ 2175617 h 3221116"/>
              <a:gd name="connsiteX1" fmla="*/ 2658205 w 3182629"/>
              <a:gd name="connsiteY1" fmla="*/ 2178566 h 3221116"/>
              <a:gd name="connsiteX2" fmla="*/ 2664630 w 3182629"/>
              <a:gd name="connsiteY2" fmla="*/ 2175617 h 3221116"/>
              <a:gd name="connsiteX3" fmla="*/ 1477043 w 3182629"/>
              <a:gd name="connsiteY3" fmla="*/ 1144372 h 3221116"/>
              <a:gd name="connsiteX4" fmla="*/ 1409070 w 3182629"/>
              <a:gd name="connsiteY4" fmla="*/ 1159393 h 3221116"/>
              <a:gd name="connsiteX5" fmla="*/ 1152384 w 3182629"/>
              <a:gd name="connsiteY5" fmla="*/ 1703728 h 3221116"/>
              <a:gd name="connsiteX6" fmla="*/ 1514013 w 3182629"/>
              <a:gd name="connsiteY6" fmla="*/ 2152290 h 3221116"/>
              <a:gd name="connsiteX7" fmla="*/ 1850815 w 3182629"/>
              <a:gd name="connsiteY7" fmla="*/ 1654259 h 3221116"/>
              <a:gd name="connsiteX8" fmla="*/ 1830467 w 3182629"/>
              <a:gd name="connsiteY8" fmla="*/ 1515986 h 3221116"/>
              <a:gd name="connsiteX9" fmla="*/ 1477043 w 3182629"/>
              <a:gd name="connsiteY9" fmla="*/ 1144372 h 3221116"/>
              <a:gd name="connsiteX10" fmla="*/ 1651152 w 3182629"/>
              <a:gd name="connsiteY10" fmla="*/ 501 h 3221116"/>
              <a:gd name="connsiteX11" fmla="*/ 2580395 w 3182629"/>
              <a:gd name="connsiteY11" fmla="*/ 324821 h 3221116"/>
              <a:gd name="connsiteX12" fmla="*/ 3030464 w 3182629"/>
              <a:gd name="connsiteY12" fmla="*/ 2249544 h 3221116"/>
              <a:gd name="connsiteX13" fmla="*/ 2585849 w 3182629"/>
              <a:gd name="connsiteY13" fmla="*/ 2588887 h 3221116"/>
              <a:gd name="connsiteX14" fmla="*/ 1973374 w 3182629"/>
              <a:gd name="connsiteY14" fmla="*/ 2195096 h 3221116"/>
              <a:gd name="connsiteX15" fmla="*/ 1390827 w 3182629"/>
              <a:gd name="connsiteY15" fmla="*/ 2527630 h 3221116"/>
              <a:gd name="connsiteX16" fmla="*/ 783896 w 3182629"/>
              <a:gd name="connsiteY16" fmla="*/ 1665044 h 3221116"/>
              <a:gd name="connsiteX17" fmla="*/ 1268509 w 3182629"/>
              <a:gd name="connsiteY17" fmla="*/ 819983 h 3221116"/>
              <a:gd name="connsiteX18" fmla="*/ 1328805 w 3182629"/>
              <a:gd name="connsiteY18" fmla="*/ 807930 h 3221116"/>
              <a:gd name="connsiteX19" fmla="*/ 1390827 w 3182629"/>
              <a:gd name="connsiteY19" fmla="*/ 802457 h 3221116"/>
              <a:gd name="connsiteX20" fmla="*/ 1462242 w 3182629"/>
              <a:gd name="connsiteY20" fmla="*/ 801708 h 3221116"/>
              <a:gd name="connsiteX21" fmla="*/ 1956122 w 3182629"/>
              <a:gd name="connsiteY21" fmla="*/ 1110076 h 3221116"/>
              <a:gd name="connsiteX22" fmla="*/ 1973374 w 3182629"/>
              <a:gd name="connsiteY22" fmla="*/ 875315 h 3221116"/>
              <a:gd name="connsiteX23" fmla="*/ 2333414 w 3182629"/>
              <a:gd name="connsiteY23" fmla="*/ 875315 h 3221116"/>
              <a:gd name="connsiteX24" fmla="*/ 2324788 w 3182629"/>
              <a:gd name="connsiteY24" fmla="*/ 2054049 h 3221116"/>
              <a:gd name="connsiteX25" fmla="*/ 2661746 w 3182629"/>
              <a:gd name="connsiteY25" fmla="*/ 2179658 h 3221116"/>
              <a:gd name="connsiteX26" fmla="*/ 2691046 w 3182629"/>
              <a:gd name="connsiteY26" fmla="*/ 2188689 h 3221116"/>
              <a:gd name="connsiteX27" fmla="*/ 2667011 w 3182629"/>
              <a:gd name="connsiteY27" fmla="*/ 2175828 h 3221116"/>
              <a:gd name="connsiteX28" fmla="*/ 2332141 w 3182629"/>
              <a:gd name="connsiteY28" fmla="*/ 653899 h 3221116"/>
              <a:gd name="connsiteX29" fmla="*/ 776764 w 3182629"/>
              <a:gd name="connsiteY29" fmla="*/ 749845 h 3221116"/>
              <a:gd name="connsiteX30" fmla="*/ 631487 w 3182629"/>
              <a:gd name="connsiteY30" fmla="*/ 2301392 h 3221116"/>
              <a:gd name="connsiteX31" fmla="*/ 2142017 w 3182629"/>
              <a:gd name="connsiteY31" fmla="*/ 2684410 h 3221116"/>
              <a:gd name="connsiteX32" fmla="*/ 2324866 w 3182629"/>
              <a:gd name="connsiteY32" fmla="*/ 3053856 h 3221116"/>
              <a:gd name="connsiteX33" fmla="*/ 294693 w 3182629"/>
              <a:gd name="connsiteY33" fmla="*/ 2539075 h 3221116"/>
              <a:gd name="connsiteX34" fmla="*/ 489947 w 3182629"/>
              <a:gd name="connsiteY34" fmla="*/ 453774 h 3221116"/>
              <a:gd name="connsiteX35" fmla="*/ 1651152 w 3182629"/>
              <a:gd name="connsiteY35" fmla="*/ 501 h 3221116"/>
              <a:gd name="connsiteX0" fmla="*/ 2664630 w 3189723"/>
              <a:gd name="connsiteY0" fmla="*/ 2175617 h 3221116"/>
              <a:gd name="connsiteX1" fmla="*/ 2658205 w 3189723"/>
              <a:gd name="connsiteY1" fmla="*/ 2178566 h 3221116"/>
              <a:gd name="connsiteX2" fmla="*/ 2664630 w 3189723"/>
              <a:gd name="connsiteY2" fmla="*/ 2175617 h 3221116"/>
              <a:gd name="connsiteX3" fmla="*/ 1477043 w 3189723"/>
              <a:gd name="connsiteY3" fmla="*/ 1144372 h 3221116"/>
              <a:gd name="connsiteX4" fmla="*/ 1409070 w 3189723"/>
              <a:gd name="connsiteY4" fmla="*/ 1159393 h 3221116"/>
              <a:gd name="connsiteX5" fmla="*/ 1152384 w 3189723"/>
              <a:gd name="connsiteY5" fmla="*/ 1703728 h 3221116"/>
              <a:gd name="connsiteX6" fmla="*/ 1514013 w 3189723"/>
              <a:gd name="connsiteY6" fmla="*/ 2152290 h 3221116"/>
              <a:gd name="connsiteX7" fmla="*/ 1850815 w 3189723"/>
              <a:gd name="connsiteY7" fmla="*/ 1654259 h 3221116"/>
              <a:gd name="connsiteX8" fmla="*/ 1830467 w 3189723"/>
              <a:gd name="connsiteY8" fmla="*/ 1515986 h 3221116"/>
              <a:gd name="connsiteX9" fmla="*/ 1477043 w 3189723"/>
              <a:gd name="connsiteY9" fmla="*/ 1144372 h 3221116"/>
              <a:gd name="connsiteX10" fmla="*/ 1651152 w 3189723"/>
              <a:gd name="connsiteY10" fmla="*/ 501 h 3221116"/>
              <a:gd name="connsiteX11" fmla="*/ 2580395 w 3189723"/>
              <a:gd name="connsiteY11" fmla="*/ 324821 h 3221116"/>
              <a:gd name="connsiteX12" fmla="*/ 3030464 w 3189723"/>
              <a:gd name="connsiteY12" fmla="*/ 2249544 h 3221116"/>
              <a:gd name="connsiteX13" fmla="*/ 2585849 w 3189723"/>
              <a:gd name="connsiteY13" fmla="*/ 2588887 h 3221116"/>
              <a:gd name="connsiteX14" fmla="*/ 1973374 w 3189723"/>
              <a:gd name="connsiteY14" fmla="*/ 2195096 h 3221116"/>
              <a:gd name="connsiteX15" fmla="*/ 1390827 w 3189723"/>
              <a:gd name="connsiteY15" fmla="*/ 2527630 h 3221116"/>
              <a:gd name="connsiteX16" fmla="*/ 783896 w 3189723"/>
              <a:gd name="connsiteY16" fmla="*/ 1665044 h 3221116"/>
              <a:gd name="connsiteX17" fmla="*/ 1268509 w 3189723"/>
              <a:gd name="connsiteY17" fmla="*/ 819983 h 3221116"/>
              <a:gd name="connsiteX18" fmla="*/ 1328805 w 3189723"/>
              <a:gd name="connsiteY18" fmla="*/ 807930 h 3221116"/>
              <a:gd name="connsiteX19" fmla="*/ 1390827 w 3189723"/>
              <a:gd name="connsiteY19" fmla="*/ 802457 h 3221116"/>
              <a:gd name="connsiteX20" fmla="*/ 1462242 w 3189723"/>
              <a:gd name="connsiteY20" fmla="*/ 801708 h 3221116"/>
              <a:gd name="connsiteX21" fmla="*/ 1956122 w 3189723"/>
              <a:gd name="connsiteY21" fmla="*/ 1110076 h 3221116"/>
              <a:gd name="connsiteX22" fmla="*/ 1973374 w 3189723"/>
              <a:gd name="connsiteY22" fmla="*/ 875315 h 3221116"/>
              <a:gd name="connsiteX23" fmla="*/ 2333414 w 3189723"/>
              <a:gd name="connsiteY23" fmla="*/ 875315 h 3221116"/>
              <a:gd name="connsiteX24" fmla="*/ 2324788 w 3189723"/>
              <a:gd name="connsiteY24" fmla="*/ 2054049 h 3221116"/>
              <a:gd name="connsiteX25" fmla="*/ 2661746 w 3189723"/>
              <a:gd name="connsiteY25" fmla="*/ 2179658 h 3221116"/>
              <a:gd name="connsiteX26" fmla="*/ 2691046 w 3189723"/>
              <a:gd name="connsiteY26" fmla="*/ 2188689 h 3221116"/>
              <a:gd name="connsiteX27" fmla="*/ 2667011 w 3189723"/>
              <a:gd name="connsiteY27" fmla="*/ 2175828 h 3221116"/>
              <a:gd name="connsiteX28" fmla="*/ 2332141 w 3189723"/>
              <a:gd name="connsiteY28" fmla="*/ 653899 h 3221116"/>
              <a:gd name="connsiteX29" fmla="*/ 776764 w 3189723"/>
              <a:gd name="connsiteY29" fmla="*/ 749845 h 3221116"/>
              <a:gd name="connsiteX30" fmla="*/ 631487 w 3189723"/>
              <a:gd name="connsiteY30" fmla="*/ 2301392 h 3221116"/>
              <a:gd name="connsiteX31" fmla="*/ 2142017 w 3189723"/>
              <a:gd name="connsiteY31" fmla="*/ 2684410 h 3221116"/>
              <a:gd name="connsiteX32" fmla="*/ 2324866 w 3189723"/>
              <a:gd name="connsiteY32" fmla="*/ 3053856 h 3221116"/>
              <a:gd name="connsiteX33" fmla="*/ 294693 w 3189723"/>
              <a:gd name="connsiteY33" fmla="*/ 2539075 h 3221116"/>
              <a:gd name="connsiteX34" fmla="*/ 489947 w 3189723"/>
              <a:gd name="connsiteY34" fmla="*/ 453774 h 3221116"/>
              <a:gd name="connsiteX35" fmla="*/ 1651152 w 3189723"/>
              <a:gd name="connsiteY35" fmla="*/ 501 h 322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189723" h="3221116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3" name="Left Arrow 1">
            <a:extLst>
              <a:ext uri="{FF2B5EF4-FFF2-40B4-BE49-F238E27FC236}">
                <a16:creationId xmlns:a16="http://schemas.microsoft.com/office/drawing/2014/main" xmlns="" id="{1947BE1D-5A1D-43CF-B583-1D9110F2864D}"/>
              </a:ext>
            </a:extLst>
          </p:cNvPr>
          <p:cNvSpPr>
            <a:spLocks noChangeAspect="1"/>
          </p:cNvSpPr>
          <p:nvPr/>
        </p:nvSpPr>
        <p:spPr>
          <a:xfrm>
            <a:off x="11088980" y="5624208"/>
            <a:ext cx="544340" cy="529812"/>
          </a:xfrm>
          <a:custGeom>
            <a:avLst/>
            <a:gdLst/>
            <a:ahLst/>
            <a:cxn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4" name="Oval 35">
            <a:extLst>
              <a:ext uri="{FF2B5EF4-FFF2-40B4-BE49-F238E27FC236}">
                <a16:creationId xmlns:a16="http://schemas.microsoft.com/office/drawing/2014/main" xmlns="" id="{BCF76AF1-1ADE-45FB-9D44-99BC7FEECFA3}"/>
              </a:ext>
            </a:extLst>
          </p:cNvPr>
          <p:cNvSpPr/>
          <p:nvPr/>
        </p:nvSpPr>
        <p:spPr>
          <a:xfrm>
            <a:off x="10359195" y="5625275"/>
            <a:ext cx="426213" cy="537400"/>
          </a:xfrm>
          <a:custGeom>
            <a:avLst/>
            <a:gdLst/>
            <a:ahLst/>
            <a:cxnLst/>
            <a:rect l="l" t="t" r="r" b="b"/>
            <a:pathLst>
              <a:path w="2548531" h="321337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2126821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Fully Editable Icon Sets: C</a:t>
            </a:r>
          </a:p>
        </p:txBody>
      </p:sp>
      <p:sp>
        <p:nvSpPr>
          <p:cNvPr id="54" name="Isosceles Triangle 68">
            <a:extLst>
              <a:ext uri="{FF2B5EF4-FFF2-40B4-BE49-F238E27FC236}">
                <a16:creationId xmlns:a16="http://schemas.microsoft.com/office/drawing/2014/main" xmlns="" id="{870C564B-4826-4504-AD55-BCA183FFA29B}"/>
              </a:ext>
            </a:extLst>
          </p:cNvPr>
          <p:cNvSpPr/>
          <p:nvPr/>
        </p:nvSpPr>
        <p:spPr>
          <a:xfrm rot="10800000">
            <a:off x="7871934" y="4610240"/>
            <a:ext cx="220703" cy="687310"/>
          </a:xfrm>
          <a:custGeom>
            <a:avLst/>
            <a:gdLst/>
            <a:ahLst/>
            <a:cxnLst/>
            <a:rect l="l" t="t" r="r" b="b"/>
            <a:pathLst>
              <a:path w="1040400" h="3240000">
                <a:moveTo>
                  <a:pt x="41345" y="940666"/>
                </a:moveTo>
                <a:lnTo>
                  <a:pt x="1242" y="653403"/>
                </a:lnTo>
                <a:lnTo>
                  <a:pt x="0" y="653403"/>
                </a:lnTo>
                <a:lnTo>
                  <a:pt x="1057" y="652077"/>
                </a:lnTo>
                <a:lnTo>
                  <a:pt x="447" y="647712"/>
                </a:lnTo>
                <a:lnTo>
                  <a:pt x="4531" y="647712"/>
                </a:lnTo>
                <a:lnTo>
                  <a:pt x="520200" y="0"/>
                </a:lnTo>
                <a:lnTo>
                  <a:pt x="659109" y="174478"/>
                </a:lnTo>
                <a:close/>
                <a:moveTo>
                  <a:pt x="101622" y="1372451"/>
                </a:moveTo>
                <a:lnTo>
                  <a:pt x="61820" y="1087335"/>
                </a:lnTo>
                <a:lnTo>
                  <a:pt x="728036" y="261055"/>
                </a:lnTo>
                <a:lnTo>
                  <a:pt x="870500" y="439998"/>
                </a:lnTo>
                <a:lnTo>
                  <a:pt x="860164" y="431664"/>
                </a:lnTo>
                <a:close/>
                <a:moveTo>
                  <a:pt x="161365" y="1800403"/>
                </a:moveTo>
                <a:lnTo>
                  <a:pt x="122098" y="1519120"/>
                </a:lnTo>
                <a:lnTo>
                  <a:pt x="930953" y="515931"/>
                </a:lnTo>
                <a:lnTo>
                  <a:pt x="1035869" y="647712"/>
                </a:lnTo>
                <a:lnTo>
                  <a:pt x="1039954" y="647712"/>
                </a:lnTo>
                <a:lnTo>
                  <a:pt x="1039345" y="652078"/>
                </a:lnTo>
                <a:lnTo>
                  <a:pt x="1040400" y="653403"/>
                </a:lnTo>
                <a:lnTo>
                  <a:pt x="1039160" y="653403"/>
                </a:lnTo>
                <a:lnTo>
                  <a:pt x="1029316" y="723920"/>
                </a:lnTo>
                <a:close/>
                <a:moveTo>
                  <a:pt x="217894" y="2205330"/>
                </a:moveTo>
                <a:lnTo>
                  <a:pt x="181840" y="1947070"/>
                </a:lnTo>
                <a:lnTo>
                  <a:pt x="1000266" y="932012"/>
                </a:lnTo>
                <a:lnTo>
                  <a:pt x="949113" y="1298429"/>
                </a:lnTo>
                <a:close/>
                <a:moveTo>
                  <a:pt x="330192" y="2564220"/>
                </a:moveTo>
                <a:lnTo>
                  <a:pt x="267995" y="2564220"/>
                </a:lnTo>
                <a:lnTo>
                  <a:pt x="237100" y="2342912"/>
                </a:lnTo>
                <a:lnTo>
                  <a:pt x="242309" y="2347112"/>
                </a:lnTo>
                <a:lnTo>
                  <a:pt x="920063" y="1506522"/>
                </a:lnTo>
                <a:lnTo>
                  <a:pt x="865005" y="1900914"/>
                </a:lnTo>
                <a:close/>
                <a:moveTo>
                  <a:pt x="772406" y="2564220"/>
                </a:moveTo>
                <a:lnTo>
                  <a:pt x="468924" y="2564220"/>
                </a:lnTo>
                <a:lnTo>
                  <a:pt x="835955" y="2109008"/>
                </a:lnTo>
                <a:close/>
                <a:moveTo>
                  <a:pt x="892044" y="3240000"/>
                </a:moveTo>
                <a:lnTo>
                  <a:pt x="148356" y="3240000"/>
                </a:lnTo>
                <a:lnTo>
                  <a:pt x="276144" y="2663936"/>
                </a:lnTo>
                <a:lnTo>
                  <a:pt x="764256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5" name="Rectangle 9">
            <a:extLst>
              <a:ext uri="{FF2B5EF4-FFF2-40B4-BE49-F238E27FC236}">
                <a16:creationId xmlns:a16="http://schemas.microsoft.com/office/drawing/2014/main" xmlns="" id="{F4DF7C3C-D955-465B-A7ED-DA6CEFF74209}"/>
              </a:ext>
            </a:extLst>
          </p:cNvPr>
          <p:cNvSpPr/>
          <p:nvPr/>
        </p:nvSpPr>
        <p:spPr>
          <a:xfrm>
            <a:off x="8435540" y="4689594"/>
            <a:ext cx="529466" cy="528605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6" name="Isosceles Triangle 8">
            <a:extLst>
              <a:ext uri="{FF2B5EF4-FFF2-40B4-BE49-F238E27FC236}">
                <a16:creationId xmlns:a16="http://schemas.microsoft.com/office/drawing/2014/main" xmlns="" id="{FED1BF7A-7546-4AF8-89CC-3CEC8A5874C0}"/>
              </a:ext>
            </a:extLst>
          </p:cNvPr>
          <p:cNvSpPr/>
          <p:nvPr/>
        </p:nvSpPr>
        <p:spPr>
          <a:xfrm rot="16200000">
            <a:off x="4359308" y="3634371"/>
            <a:ext cx="444149" cy="529543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7" name="Donut 8">
            <a:extLst>
              <a:ext uri="{FF2B5EF4-FFF2-40B4-BE49-F238E27FC236}">
                <a16:creationId xmlns:a16="http://schemas.microsoft.com/office/drawing/2014/main" xmlns="" id="{E6D41FF5-B672-4C8A-A062-73A4028D9602}"/>
              </a:ext>
            </a:extLst>
          </p:cNvPr>
          <p:cNvSpPr/>
          <p:nvPr/>
        </p:nvSpPr>
        <p:spPr>
          <a:xfrm>
            <a:off x="9475134" y="3608548"/>
            <a:ext cx="486216" cy="581184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58" name="Freeform 18">
            <a:extLst>
              <a:ext uri="{FF2B5EF4-FFF2-40B4-BE49-F238E27FC236}">
                <a16:creationId xmlns:a16="http://schemas.microsoft.com/office/drawing/2014/main" xmlns="" id="{F57ADD61-A5C9-4BA6-A485-F46349246C4A}"/>
              </a:ext>
            </a:extLst>
          </p:cNvPr>
          <p:cNvSpPr/>
          <p:nvPr/>
        </p:nvSpPr>
        <p:spPr>
          <a:xfrm>
            <a:off x="10104940" y="4747559"/>
            <a:ext cx="511325" cy="412677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9" name="Oval 7">
            <a:extLst>
              <a:ext uri="{FF2B5EF4-FFF2-40B4-BE49-F238E27FC236}">
                <a16:creationId xmlns:a16="http://schemas.microsoft.com/office/drawing/2014/main" xmlns="" id="{5B3365E1-0E4A-4E37-8487-402BEAEC4C18}"/>
              </a:ext>
            </a:extLst>
          </p:cNvPr>
          <p:cNvSpPr/>
          <p:nvPr/>
        </p:nvSpPr>
        <p:spPr>
          <a:xfrm>
            <a:off x="10252271" y="3641889"/>
            <a:ext cx="514505" cy="514505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0" name="Freeform 20">
            <a:extLst>
              <a:ext uri="{FF2B5EF4-FFF2-40B4-BE49-F238E27FC236}">
                <a16:creationId xmlns:a16="http://schemas.microsoft.com/office/drawing/2014/main" xmlns="" id="{E674EC10-6DF4-4D79-8C68-8E0E302F4814}"/>
              </a:ext>
            </a:extLst>
          </p:cNvPr>
          <p:cNvSpPr/>
          <p:nvPr/>
        </p:nvSpPr>
        <p:spPr>
          <a:xfrm>
            <a:off x="10998217" y="5652772"/>
            <a:ext cx="536427" cy="573297"/>
          </a:xfrm>
          <a:custGeom>
            <a:avLst/>
            <a:gdLst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700645 w 2149434"/>
              <a:gd name="connsiteY3" fmla="*/ 166255 h 2933205"/>
              <a:gd name="connsiteX4" fmla="*/ 676894 w 2149434"/>
              <a:gd name="connsiteY4" fmla="*/ 0 h 2933205"/>
              <a:gd name="connsiteX5" fmla="*/ 2066307 w 2149434"/>
              <a:gd name="connsiteY5" fmla="*/ 819397 h 2933205"/>
              <a:gd name="connsiteX6" fmla="*/ 2149434 w 2149434"/>
              <a:gd name="connsiteY6" fmla="*/ 593766 h 2933205"/>
              <a:gd name="connsiteX7" fmla="*/ 1816925 w 2149434"/>
              <a:gd name="connsiteY7" fmla="*/ 2933205 h 2933205"/>
              <a:gd name="connsiteX8" fmla="*/ 1187533 w 2149434"/>
              <a:gd name="connsiteY8" fmla="*/ 926275 h 2933205"/>
              <a:gd name="connsiteX9" fmla="*/ 1080655 w 2149434"/>
              <a:gd name="connsiteY9" fmla="*/ 1828800 h 2933205"/>
              <a:gd name="connsiteX10" fmla="*/ 914400 w 2149434"/>
              <a:gd name="connsiteY10" fmla="*/ 1448790 h 2933205"/>
              <a:gd name="connsiteX11" fmla="*/ 795647 w 2149434"/>
              <a:gd name="connsiteY11" fmla="*/ 2933205 h 2933205"/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676894 w 2149434"/>
              <a:gd name="connsiteY3" fmla="*/ 0 h 2933205"/>
              <a:gd name="connsiteX4" fmla="*/ 2066307 w 2149434"/>
              <a:gd name="connsiteY4" fmla="*/ 819397 h 2933205"/>
              <a:gd name="connsiteX5" fmla="*/ 2149434 w 2149434"/>
              <a:gd name="connsiteY5" fmla="*/ 593766 h 2933205"/>
              <a:gd name="connsiteX6" fmla="*/ 1816925 w 2149434"/>
              <a:gd name="connsiteY6" fmla="*/ 2933205 h 2933205"/>
              <a:gd name="connsiteX7" fmla="*/ 1187533 w 2149434"/>
              <a:gd name="connsiteY7" fmla="*/ 926275 h 2933205"/>
              <a:gd name="connsiteX8" fmla="*/ 1080655 w 2149434"/>
              <a:gd name="connsiteY8" fmla="*/ 1828800 h 2933205"/>
              <a:gd name="connsiteX9" fmla="*/ 914400 w 2149434"/>
              <a:gd name="connsiteY9" fmla="*/ 1448790 h 2933205"/>
              <a:gd name="connsiteX10" fmla="*/ 795647 w 2149434"/>
              <a:gd name="connsiteY10" fmla="*/ 2933205 h 2933205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095113"/>
              <a:gd name="connsiteY0" fmla="*/ 3150488 h 3150488"/>
              <a:gd name="connsiteX1" fmla="*/ 0 w 2095113"/>
              <a:gd name="connsiteY1" fmla="*/ 1749200 h 3150488"/>
              <a:gd name="connsiteX2" fmla="*/ 463138 w 2095113"/>
              <a:gd name="connsiteY2" fmla="*/ 1951080 h 3150488"/>
              <a:gd name="connsiteX3" fmla="*/ 776482 w 2095113"/>
              <a:gd name="connsiteY3" fmla="*/ 0 h 3150488"/>
              <a:gd name="connsiteX4" fmla="*/ 1975772 w 2095113"/>
              <a:gd name="connsiteY4" fmla="*/ 991413 h 3150488"/>
              <a:gd name="connsiteX5" fmla="*/ 2095113 w 2095113"/>
              <a:gd name="connsiteY5" fmla="*/ 702407 h 3150488"/>
              <a:gd name="connsiteX6" fmla="*/ 1816925 w 2095113"/>
              <a:gd name="connsiteY6" fmla="*/ 3150488 h 3150488"/>
              <a:gd name="connsiteX7" fmla="*/ 1187533 w 2095113"/>
              <a:gd name="connsiteY7" fmla="*/ 1143558 h 3150488"/>
              <a:gd name="connsiteX8" fmla="*/ 1080655 w 2095113"/>
              <a:gd name="connsiteY8" fmla="*/ 2046083 h 3150488"/>
              <a:gd name="connsiteX9" fmla="*/ 914400 w 2095113"/>
              <a:gd name="connsiteY9" fmla="*/ 1666073 h 3150488"/>
              <a:gd name="connsiteX10" fmla="*/ 795647 w 2095113"/>
              <a:gd name="connsiteY10" fmla="*/ 3150488 h 3150488"/>
              <a:gd name="connsiteX0" fmla="*/ 795647 w 2760540"/>
              <a:gd name="connsiteY0" fmla="*/ 3150488 h 3150488"/>
              <a:gd name="connsiteX1" fmla="*/ 0 w 2760540"/>
              <a:gd name="connsiteY1" fmla="*/ 1749200 h 3150488"/>
              <a:gd name="connsiteX2" fmla="*/ 463138 w 2760540"/>
              <a:gd name="connsiteY2" fmla="*/ 1951080 h 3150488"/>
              <a:gd name="connsiteX3" fmla="*/ 776482 w 2760540"/>
              <a:gd name="connsiteY3" fmla="*/ 0 h 3150488"/>
              <a:gd name="connsiteX4" fmla="*/ 1975772 w 2760540"/>
              <a:gd name="connsiteY4" fmla="*/ 991413 h 3150488"/>
              <a:gd name="connsiteX5" fmla="*/ 2095113 w 2760540"/>
              <a:gd name="connsiteY5" fmla="*/ 702407 h 3150488"/>
              <a:gd name="connsiteX6" fmla="*/ 1816925 w 2760540"/>
              <a:gd name="connsiteY6" fmla="*/ 3150488 h 3150488"/>
              <a:gd name="connsiteX7" fmla="*/ 1187533 w 2760540"/>
              <a:gd name="connsiteY7" fmla="*/ 1143558 h 3150488"/>
              <a:gd name="connsiteX8" fmla="*/ 1080655 w 2760540"/>
              <a:gd name="connsiteY8" fmla="*/ 2046083 h 3150488"/>
              <a:gd name="connsiteX9" fmla="*/ 914400 w 2760540"/>
              <a:gd name="connsiteY9" fmla="*/ 1666073 h 3150488"/>
              <a:gd name="connsiteX10" fmla="*/ 795647 w 2760540"/>
              <a:gd name="connsiteY10" fmla="*/ 3150488 h 3150488"/>
              <a:gd name="connsiteX0" fmla="*/ 795647 w 2904019"/>
              <a:gd name="connsiteY0" fmla="*/ 3150488 h 3150488"/>
              <a:gd name="connsiteX1" fmla="*/ 0 w 2904019"/>
              <a:gd name="connsiteY1" fmla="*/ 1749200 h 3150488"/>
              <a:gd name="connsiteX2" fmla="*/ 463138 w 2904019"/>
              <a:gd name="connsiteY2" fmla="*/ 1951080 h 3150488"/>
              <a:gd name="connsiteX3" fmla="*/ 776482 w 2904019"/>
              <a:gd name="connsiteY3" fmla="*/ 0 h 3150488"/>
              <a:gd name="connsiteX4" fmla="*/ 1975772 w 2904019"/>
              <a:gd name="connsiteY4" fmla="*/ 991413 h 3150488"/>
              <a:gd name="connsiteX5" fmla="*/ 2095113 w 2904019"/>
              <a:gd name="connsiteY5" fmla="*/ 702407 h 3150488"/>
              <a:gd name="connsiteX6" fmla="*/ 1816925 w 2904019"/>
              <a:gd name="connsiteY6" fmla="*/ 3150488 h 3150488"/>
              <a:gd name="connsiteX7" fmla="*/ 1187533 w 2904019"/>
              <a:gd name="connsiteY7" fmla="*/ 1143558 h 3150488"/>
              <a:gd name="connsiteX8" fmla="*/ 1080655 w 2904019"/>
              <a:gd name="connsiteY8" fmla="*/ 2046083 h 3150488"/>
              <a:gd name="connsiteX9" fmla="*/ 914400 w 2904019"/>
              <a:gd name="connsiteY9" fmla="*/ 1666073 h 3150488"/>
              <a:gd name="connsiteX10" fmla="*/ 795647 w 2904019"/>
              <a:gd name="connsiteY10" fmla="*/ 3150488 h 3150488"/>
              <a:gd name="connsiteX0" fmla="*/ 795647 w 2905418"/>
              <a:gd name="connsiteY0" fmla="*/ 3150488 h 3186701"/>
              <a:gd name="connsiteX1" fmla="*/ 0 w 2905418"/>
              <a:gd name="connsiteY1" fmla="*/ 1749200 h 3186701"/>
              <a:gd name="connsiteX2" fmla="*/ 463138 w 2905418"/>
              <a:gd name="connsiteY2" fmla="*/ 1951080 h 3186701"/>
              <a:gd name="connsiteX3" fmla="*/ 776482 w 2905418"/>
              <a:gd name="connsiteY3" fmla="*/ 0 h 3186701"/>
              <a:gd name="connsiteX4" fmla="*/ 1975772 w 2905418"/>
              <a:gd name="connsiteY4" fmla="*/ 991413 h 3186701"/>
              <a:gd name="connsiteX5" fmla="*/ 2095113 w 2905418"/>
              <a:gd name="connsiteY5" fmla="*/ 702407 h 3186701"/>
              <a:gd name="connsiteX6" fmla="*/ 1821452 w 2905418"/>
              <a:gd name="connsiteY6" fmla="*/ 3186701 h 3186701"/>
              <a:gd name="connsiteX7" fmla="*/ 1187533 w 2905418"/>
              <a:gd name="connsiteY7" fmla="*/ 1143558 h 3186701"/>
              <a:gd name="connsiteX8" fmla="*/ 1080655 w 2905418"/>
              <a:gd name="connsiteY8" fmla="*/ 2046083 h 3186701"/>
              <a:gd name="connsiteX9" fmla="*/ 914400 w 2905418"/>
              <a:gd name="connsiteY9" fmla="*/ 1666073 h 3186701"/>
              <a:gd name="connsiteX10" fmla="*/ 795647 w 2905418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1975772 w 2937337"/>
              <a:gd name="connsiteY4" fmla="*/ 991413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893849"/>
              <a:gd name="connsiteY0" fmla="*/ 3150488 h 3186701"/>
              <a:gd name="connsiteX1" fmla="*/ 0 w 2893849"/>
              <a:gd name="connsiteY1" fmla="*/ 1749200 h 3186701"/>
              <a:gd name="connsiteX2" fmla="*/ 463138 w 2893849"/>
              <a:gd name="connsiteY2" fmla="*/ 1951080 h 3186701"/>
              <a:gd name="connsiteX3" fmla="*/ 776482 w 2893849"/>
              <a:gd name="connsiteY3" fmla="*/ 0 h 3186701"/>
              <a:gd name="connsiteX4" fmla="*/ 2034620 w 2893849"/>
              <a:gd name="connsiteY4" fmla="*/ 1294704 h 3186701"/>
              <a:gd name="connsiteX5" fmla="*/ 2031739 w 2893849"/>
              <a:gd name="connsiteY5" fmla="*/ 711461 h 3186701"/>
              <a:gd name="connsiteX6" fmla="*/ 1821452 w 2893849"/>
              <a:gd name="connsiteY6" fmla="*/ 3186701 h 3186701"/>
              <a:gd name="connsiteX7" fmla="*/ 1187533 w 2893849"/>
              <a:gd name="connsiteY7" fmla="*/ 1143558 h 3186701"/>
              <a:gd name="connsiteX8" fmla="*/ 1080655 w 2893849"/>
              <a:gd name="connsiteY8" fmla="*/ 2046083 h 3186701"/>
              <a:gd name="connsiteX9" fmla="*/ 914400 w 2893849"/>
              <a:gd name="connsiteY9" fmla="*/ 1666073 h 3186701"/>
              <a:gd name="connsiteX10" fmla="*/ 795647 w 2893849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03465 w 2936139"/>
              <a:gd name="connsiteY0" fmla="*/ 3168594 h 3186701"/>
              <a:gd name="connsiteX1" fmla="*/ 0 w 2936139"/>
              <a:gd name="connsiteY1" fmla="*/ 1726566 h 3186701"/>
              <a:gd name="connsiteX2" fmla="*/ 404291 w 2936139"/>
              <a:gd name="connsiteY2" fmla="*/ 2009927 h 3186701"/>
              <a:gd name="connsiteX3" fmla="*/ 781009 w 2936139"/>
              <a:gd name="connsiteY3" fmla="*/ 0 h 3186701"/>
              <a:gd name="connsiteX4" fmla="*/ 2039147 w 2936139"/>
              <a:gd name="connsiteY4" fmla="*/ 1294704 h 3186701"/>
              <a:gd name="connsiteX5" fmla="*/ 2036266 w 2936139"/>
              <a:gd name="connsiteY5" fmla="*/ 711461 h 3186701"/>
              <a:gd name="connsiteX6" fmla="*/ 1825979 w 2936139"/>
              <a:gd name="connsiteY6" fmla="*/ 3186701 h 3186701"/>
              <a:gd name="connsiteX7" fmla="*/ 1192060 w 2936139"/>
              <a:gd name="connsiteY7" fmla="*/ 1143558 h 3186701"/>
              <a:gd name="connsiteX8" fmla="*/ 1085182 w 2936139"/>
              <a:gd name="connsiteY8" fmla="*/ 2046083 h 3186701"/>
              <a:gd name="connsiteX9" fmla="*/ 918927 w 2936139"/>
              <a:gd name="connsiteY9" fmla="*/ 1666073 h 3186701"/>
              <a:gd name="connsiteX10" fmla="*/ 1103465 w 2936139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897156"/>
              <a:gd name="connsiteY0" fmla="*/ 3168594 h 3173121"/>
              <a:gd name="connsiteX1" fmla="*/ 0 w 2897156"/>
              <a:gd name="connsiteY1" fmla="*/ 1749200 h 3173121"/>
              <a:gd name="connsiteX2" fmla="*/ 449559 w 2897156"/>
              <a:gd name="connsiteY2" fmla="*/ 2009927 h 3173121"/>
              <a:gd name="connsiteX3" fmla="*/ 826277 w 2897156"/>
              <a:gd name="connsiteY3" fmla="*/ 0 h 3173121"/>
              <a:gd name="connsiteX4" fmla="*/ 2084415 w 2897156"/>
              <a:gd name="connsiteY4" fmla="*/ 1294704 h 3173121"/>
              <a:gd name="connsiteX5" fmla="*/ 2081534 w 2897156"/>
              <a:gd name="connsiteY5" fmla="*/ 711461 h 3173121"/>
              <a:gd name="connsiteX6" fmla="*/ 1581537 w 2897156"/>
              <a:gd name="connsiteY6" fmla="*/ 3173121 h 3173121"/>
              <a:gd name="connsiteX7" fmla="*/ 1237328 w 2897156"/>
              <a:gd name="connsiteY7" fmla="*/ 1143558 h 3173121"/>
              <a:gd name="connsiteX8" fmla="*/ 1130450 w 2897156"/>
              <a:gd name="connsiteY8" fmla="*/ 2046083 h 3173121"/>
              <a:gd name="connsiteX9" fmla="*/ 918927 w 2897156"/>
              <a:gd name="connsiteY9" fmla="*/ 1697760 h 3173121"/>
              <a:gd name="connsiteX10" fmla="*/ 1148733 w 2897156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288886 w 2969045"/>
              <a:gd name="connsiteY8" fmla="*/ 2367481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69045" h="3173121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1" name="Rounded Rectangle 25">
            <a:extLst>
              <a:ext uri="{FF2B5EF4-FFF2-40B4-BE49-F238E27FC236}">
                <a16:creationId xmlns:a16="http://schemas.microsoft.com/office/drawing/2014/main" xmlns="" id="{52251A18-A73B-4A26-9FEC-6B831E23205B}"/>
              </a:ext>
            </a:extLst>
          </p:cNvPr>
          <p:cNvSpPr/>
          <p:nvPr/>
        </p:nvSpPr>
        <p:spPr>
          <a:xfrm>
            <a:off x="10972939" y="2640819"/>
            <a:ext cx="586980" cy="430164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2" name="Block Arc 41">
            <a:extLst>
              <a:ext uri="{FF2B5EF4-FFF2-40B4-BE49-F238E27FC236}">
                <a16:creationId xmlns:a16="http://schemas.microsoft.com/office/drawing/2014/main" xmlns="" id="{36DCD789-FED8-401C-8C81-CF9F331DAB6D}"/>
              </a:ext>
            </a:extLst>
          </p:cNvPr>
          <p:cNvSpPr/>
          <p:nvPr/>
        </p:nvSpPr>
        <p:spPr>
          <a:xfrm>
            <a:off x="9454085" y="5654191"/>
            <a:ext cx="563324" cy="570461"/>
          </a:xfrm>
          <a:custGeom>
            <a:avLst/>
            <a:gdLst/>
            <a:ahLst/>
            <a:cxnLst/>
            <a:rect l="l" t="t" r="r" b="b"/>
            <a:pathLst>
              <a:path w="2844151" h="2880180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3" name="Round Same Side Corner Rectangle 11">
            <a:extLst>
              <a:ext uri="{FF2B5EF4-FFF2-40B4-BE49-F238E27FC236}">
                <a16:creationId xmlns:a16="http://schemas.microsoft.com/office/drawing/2014/main" xmlns="" id="{AFBCEF67-A3DE-45DE-97FD-374E910A67D8}"/>
              </a:ext>
            </a:extLst>
          </p:cNvPr>
          <p:cNvSpPr/>
          <p:nvPr/>
        </p:nvSpPr>
        <p:spPr>
          <a:xfrm rot="9900000">
            <a:off x="10208910" y="1534987"/>
            <a:ext cx="579867" cy="492485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4" name="Donut 39">
            <a:extLst>
              <a:ext uri="{FF2B5EF4-FFF2-40B4-BE49-F238E27FC236}">
                <a16:creationId xmlns:a16="http://schemas.microsoft.com/office/drawing/2014/main" xmlns="" id="{439297A1-2150-467C-8B3E-08A8C9E0E56F}"/>
              </a:ext>
            </a:extLst>
          </p:cNvPr>
          <p:cNvSpPr/>
          <p:nvPr/>
        </p:nvSpPr>
        <p:spPr>
          <a:xfrm>
            <a:off x="4246301" y="4666128"/>
            <a:ext cx="575536" cy="57553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5" name="Freeform 25">
            <a:extLst>
              <a:ext uri="{FF2B5EF4-FFF2-40B4-BE49-F238E27FC236}">
                <a16:creationId xmlns:a16="http://schemas.microsoft.com/office/drawing/2014/main" xmlns="" id="{115A3EAB-6A86-45ED-8F48-A7797A2D6676}"/>
              </a:ext>
            </a:extLst>
          </p:cNvPr>
          <p:cNvSpPr/>
          <p:nvPr/>
        </p:nvSpPr>
        <p:spPr>
          <a:xfrm>
            <a:off x="8766358" y="3640606"/>
            <a:ext cx="417857" cy="517071"/>
          </a:xfrm>
          <a:custGeom>
            <a:avLst/>
            <a:gdLst>
              <a:gd name="connsiteX0" fmla="*/ 371475 w 1600200"/>
              <a:gd name="connsiteY0" fmla="*/ 0 h 1857375"/>
              <a:gd name="connsiteX1" fmla="*/ 628650 w 1600200"/>
              <a:gd name="connsiteY1" fmla="*/ 523875 h 1857375"/>
              <a:gd name="connsiteX2" fmla="*/ 400050 w 1600200"/>
              <a:gd name="connsiteY2" fmla="*/ 561975 h 1857375"/>
              <a:gd name="connsiteX3" fmla="*/ 1019175 w 1600200"/>
              <a:gd name="connsiteY3" fmla="*/ 1438275 h 1857375"/>
              <a:gd name="connsiteX4" fmla="*/ 1219200 w 1600200"/>
              <a:gd name="connsiteY4" fmla="*/ 1238250 h 1857375"/>
              <a:gd name="connsiteX5" fmla="*/ 1600200 w 1600200"/>
              <a:gd name="connsiteY5" fmla="*/ 1666875 h 1857375"/>
              <a:gd name="connsiteX6" fmla="*/ 1038225 w 1600200"/>
              <a:gd name="connsiteY6" fmla="*/ 1857375 h 1857375"/>
              <a:gd name="connsiteX7" fmla="*/ 0 w 1600200"/>
              <a:gd name="connsiteY7" fmla="*/ 314325 h 1857375"/>
              <a:gd name="connsiteX8" fmla="*/ 371475 w 1600200"/>
              <a:gd name="connsiteY8" fmla="*/ 0 h 1857375"/>
              <a:gd name="connsiteX0" fmla="*/ 371475 w 1600200"/>
              <a:gd name="connsiteY0" fmla="*/ 0 h 1917951"/>
              <a:gd name="connsiteX1" fmla="*/ 628650 w 1600200"/>
              <a:gd name="connsiteY1" fmla="*/ 584451 h 1917951"/>
              <a:gd name="connsiteX2" fmla="*/ 400050 w 1600200"/>
              <a:gd name="connsiteY2" fmla="*/ 622551 h 1917951"/>
              <a:gd name="connsiteX3" fmla="*/ 1019175 w 1600200"/>
              <a:gd name="connsiteY3" fmla="*/ 1498851 h 1917951"/>
              <a:gd name="connsiteX4" fmla="*/ 1219200 w 1600200"/>
              <a:gd name="connsiteY4" fmla="*/ 1298826 h 1917951"/>
              <a:gd name="connsiteX5" fmla="*/ 1600200 w 1600200"/>
              <a:gd name="connsiteY5" fmla="*/ 1727451 h 1917951"/>
              <a:gd name="connsiteX6" fmla="*/ 1038225 w 1600200"/>
              <a:gd name="connsiteY6" fmla="*/ 1917951 h 1917951"/>
              <a:gd name="connsiteX7" fmla="*/ 0 w 1600200"/>
              <a:gd name="connsiteY7" fmla="*/ 374901 h 1917951"/>
              <a:gd name="connsiteX8" fmla="*/ 371475 w 1600200"/>
              <a:gd name="connsiteY8" fmla="*/ 0 h 1917951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544 h 1919495"/>
              <a:gd name="connsiteX1" fmla="*/ 628650 w 1600200"/>
              <a:gd name="connsiteY1" fmla="*/ 585995 h 1919495"/>
              <a:gd name="connsiteX2" fmla="*/ 400050 w 1600200"/>
              <a:gd name="connsiteY2" fmla="*/ 624095 h 1919495"/>
              <a:gd name="connsiteX3" fmla="*/ 1019175 w 1600200"/>
              <a:gd name="connsiteY3" fmla="*/ 1500395 h 1919495"/>
              <a:gd name="connsiteX4" fmla="*/ 1219200 w 1600200"/>
              <a:gd name="connsiteY4" fmla="*/ 1300370 h 1919495"/>
              <a:gd name="connsiteX5" fmla="*/ 1600200 w 1600200"/>
              <a:gd name="connsiteY5" fmla="*/ 1728995 h 1919495"/>
              <a:gd name="connsiteX6" fmla="*/ 1038225 w 1600200"/>
              <a:gd name="connsiteY6" fmla="*/ 1919495 h 1919495"/>
              <a:gd name="connsiteX7" fmla="*/ 0 w 1600200"/>
              <a:gd name="connsiteY7" fmla="*/ 376445 h 1919495"/>
              <a:gd name="connsiteX8" fmla="*/ 371475 w 1600200"/>
              <a:gd name="connsiteY8" fmla="*/ 1544 h 1919495"/>
              <a:gd name="connsiteX0" fmla="*/ 371475 w 1600200"/>
              <a:gd name="connsiteY0" fmla="*/ 1487 h 1919438"/>
              <a:gd name="connsiteX1" fmla="*/ 568075 w 1600200"/>
              <a:gd name="connsiteY1" fmla="*/ 603245 h 1919438"/>
              <a:gd name="connsiteX2" fmla="*/ 400050 w 1600200"/>
              <a:gd name="connsiteY2" fmla="*/ 624038 h 1919438"/>
              <a:gd name="connsiteX3" fmla="*/ 1019175 w 1600200"/>
              <a:gd name="connsiteY3" fmla="*/ 1500338 h 1919438"/>
              <a:gd name="connsiteX4" fmla="*/ 1219200 w 1600200"/>
              <a:gd name="connsiteY4" fmla="*/ 1300313 h 1919438"/>
              <a:gd name="connsiteX5" fmla="*/ 1600200 w 1600200"/>
              <a:gd name="connsiteY5" fmla="*/ 1728938 h 1919438"/>
              <a:gd name="connsiteX6" fmla="*/ 1038225 w 1600200"/>
              <a:gd name="connsiteY6" fmla="*/ 1919438 h 1919438"/>
              <a:gd name="connsiteX7" fmla="*/ 0 w 1600200"/>
              <a:gd name="connsiteY7" fmla="*/ 376388 h 1919438"/>
              <a:gd name="connsiteX8" fmla="*/ 371475 w 1600200"/>
              <a:gd name="connsiteY8" fmla="*/ 1487 h 1919438"/>
              <a:gd name="connsiteX0" fmla="*/ 371475 w 1600200"/>
              <a:gd name="connsiteY0" fmla="*/ 1032 h 1918983"/>
              <a:gd name="connsiteX1" fmla="*/ 568075 w 1600200"/>
              <a:gd name="connsiteY1" fmla="*/ 602790 h 1918983"/>
              <a:gd name="connsiteX2" fmla="*/ 400050 w 1600200"/>
              <a:gd name="connsiteY2" fmla="*/ 623583 h 1918983"/>
              <a:gd name="connsiteX3" fmla="*/ 1019175 w 1600200"/>
              <a:gd name="connsiteY3" fmla="*/ 1499883 h 1918983"/>
              <a:gd name="connsiteX4" fmla="*/ 1219200 w 1600200"/>
              <a:gd name="connsiteY4" fmla="*/ 1299858 h 1918983"/>
              <a:gd name="connsiteX5" fmla="*/ 1600200 w 1600200"/>
              <a:gd name="connsiteY5" fmla="*/ 1728483 h 1918983"/>
              <a:gd name="connsiteX6" fmla="*/ 1038225 w 1600200"/>
              <a:gd name="connsiteY6" fmla="*/ 1918983 h 1918983"/>
              <a:gd name="connsiteX7" fmla="*/ 0 w 1600200"/>
              <a:gd name="connsiteY7" fmla="*/ 375933 h 1918983"/>
              <a:gd name="connsiteX8" fmla="*/ 371475 w 1600200"/>
              <a:gd name="connsiteY8" fmla="*/ 1032 h 1918983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0050 w 1600200"/>
              <a:gd name="connsiteY2" fmla="*/ 623669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8703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59666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70138 w 1600200"/>
              <a:gd name="connsiteY3" fmla="*/ 1517276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0522 w 1600200"/>
              <a:gd name="connsiteY3" fmla="*/ 1534584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96099 w 1600200"/>
              <a:gd name="connsiteY3" fmla="*/ 1546122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588662"/>
              <a:gd name="connsiteY0" fmla="*/ 1118 h 1919069"/>
              <a:gd name="connsiteX1" fmla="*/ 568075 w 1588662"/>
              <a:gd name="connsiteY1" fmla="*/ 602876 h 1919069"/>
              <a:gd name="connsiteX2" fmla="*/ 374089 w 1588662"/>
              <a:gd name="connsiteY2" fmla="*/ 646744 h 1919069"/>
              <a:gd name="connsiteX3" fmla="*/ 987445 w 1588662"/>
              <a:gd name="connsiteY3" fmla="*/ 1528815 h 1919069"/>
              <a:gd name="connsiteX4" fmla="*/ 1173048 w 1588662"/>
              <a:gd name="connsiteY4" fmla="*/ 1311482 h 1919069"/>
              <a:gd name="connsiteX5" fmla="*/ 1588662 w 1588662"/>
              <a:gd name="connsiteY5" fmla="*/ 1699723 h 1919069"/>
              <a:gd name="connsiteX6" fmla="*/ 1038225 w 1588662"/>
              <a:gd name="connsiteY6" fmla="*/ 1919069 h 1919069"/>
              <a:gd name="connsiteX7" fmla="*/ 0 w 1588662"/>
              <a:gd name="connsiteY7" fmla="*/ 376019 h 1919069"/>
              <a:gd name="connsiteX8" fmla="*/ 371475 w 1588662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46976"/>
              <a:gd name="connsiteX1" fmla="*/ 568075 w 1596260"/>
              <a:gd name="connsiteY1" fmla="*/ 602876 h 1946976"/>
              <a:gd name="connsiteX2" fmla="*/ 374089 w 1596260"/>
              <a:gd name="connsiteY2" fmla="*/ 646744 h 1946976"/>
              <a:gd name="connsiteX3" fmla="*/ 987445 w 1596260"/>
              <a:gd name="connsiteY3" fmla="*/ 1528815 h 1946976"/>
              <a:gd name="connsiteX4" fmla="*/ 1173048 w 1596260"/>
              <a:gd name="connsiteY4" fmla="*/ 1311482 h 1946976"/>
              <a:gd name="connsiteX5" fmla="*/ 1588662 w 1596260"/>
              <a:gd name="connsiteY5" fmla="*/ 1699723 h 1946976"/>
              <a:gd name="connsiteX6" fmla="*/ 1038225 w 1596260"/>
              <a:gd name="connsiteY6" fmla="*/ 1919069 h 1946976"/>
              <a:gd name="connsiteX7" fmla="*/ 0 w 1596260"/>
              <a:gd name="connsiteY7" fmla="*/ 376019 h 1946976"/>
              <a:gd name="connsiteX8" fmla="*/ 371475 w 1596260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33976 w 1558761"/>
              <a:gd name="connsiteY0" fmla="*/ 1118 h 1946976"/>
              <a:gd name="connsiteX1" fmla="*/ 530576 w 1558761"/>
              <a:gd name="connsiteY1" fmla="*/ 602876 h 1946976"/>
              <a:gd name="connsiteX2" fmla="*/ 336590 w 1558761"/>
              <a:gd name="connsiteY2" fmla="*/ 646744 h 1946976"/>
              <a:gd name="connsiteX3" fmla="*/ 949946 w 1558761"/>
              <a:gd name="connsiteY3" fmla="*/ 1528815 h 1946976"/>
              <a:gd name="connsiteX4" fmla="*/ 1135549 w 1558761"/>
              <a:gd name="connsiteY4" fmla="*/ 1311482 h 1946976"/>
              <a:gd name="connsiteX5" fmla="*/ 1551163 w 1558761"/>
              <a:gd name="connsiteY5" fmla="*/ 1699723 h 1946976"/>
              <a:gd name="connsiteX6" fmla="*/ 1000726 w 1558761"/>
              <a:gd name="connsiteY6" fmla="*/ 1919069 h 1946976"/>
              <a:gd name="connsiteX7" fmla="*/ 0 w 1558761"/>
              <a:gd name="connsiteY7" fmla="*/ 390441 h 1946976"/>
              <a:gd name="connsiteX8" fmla="*/ 333976 w 1558761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44260 w 1560662"/>
              <a:gd name="connsiteY2" fmla="*/ 655398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96 h 1946054"/>
              <a:gd name="connsiteX1" fmla="*/ 532477 w 1560662"/>
              <a:gd name="connsiteY1" fmla="*/ 601954 h 1946054"/>
              <a:gd name="connsiteX2" fmla="*/ 344260 w 1560662"/>
              <a:gd name="connsiteY2" fmla="*/ 654476 h 1946054"/>
              <a:gd name="connsiteX3" fmla="*/ 951847 w 1560662"/>
              <a:gd name="connsiteY3" fmla="*/ 1527893 h 1946054"/>
              <a:gd name="connsiteX4" fmla="*/ 1137450 w 1560662"/>
              <a:gd name="connsiteY4" fmla="*/ 1310560 h 1946054"/>
              <a:gd name="connsiteX5" fmla="*/ 1553064 w 1560662"/>
              <a:gd name="connsiteY5" fmla="*/ 1698801 h 1946054"/>
              <a:gd name="connsiteX6" fmla="*/ 1002627 w 1560662"/>
              <a:gd name="connsiteY6" fmla="*/ 1918147 h 1946054"/>
              <a:gd name="connsiteX7" fmla="*/ 1901 w 1560662"/>
              <a:gd name="connsiteY7" fmla="*/ 389519 h 1946054"/>
              <a:gd name="connsiteX8" fmla="*/ 335877 w 1560662"/>
              <a:gd name="connsiteY8" fmla="*/ 196 h 1946054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5431" h="1937121">
                <a:moveTo>
                  <a:pt x="332898" y="199"/>
                </a:moveTo>
                <a:cubicBezTo>
                  <a:pt x="480797" y="-12106"/>
                  <a:pt x="712130" y="551085"/>
                  <a:pt x="532477" y="593021"/>
                </a:cubicBezTo>
                <a:lnTo>
                  <a:pt x="344260" y="645543"/>
                </a:lnTo>
                <a:cubicBezTo>
                  <a:pt x="475639" y="1163599"/>
                  <a:pt x="690666" y="1300897"/>
                  <a:pt x="951847" y="1518960"/>
                </a:cubicBezTo>
                <a:cubicBezTo>
                  <a:pt x="1003138" y="1396518"/>
                  <a:pt x="1042046" y="1291100"/>
                  <a:pt x="1137450" y="1301627"/>
                </a:cubicBezTo>
                <a:cubicBezTo>
                  <a:pt x="1276950" y="1299313"/>
                  <a:pt x="1636332" y="1564228"/>
                  <a:pt x="1553064" y="1689868"/>
                </a:cubicBezTo>
                <a:cubicBezTo>
                  <a:pt x="1389777" y="1941825"/>
                  <a:pt x="1145722" y="1971673"/>
                  <a:pt x="1002627" y="1909214"/>
                </a:cubicBezTo>
                <a:cubicBezTo>
                  <a:pt x="545977" y="1690048"/>
                  <a:pt x="-37590" y="1110316"/>
                  <a:pt x="1901" y="380586"/>
                </a:cubicBezTo>
                <a:cubicBezTo>
                  <a:pt x="36305" y="148891"/>
                  <a:pt x="133416" y="23363"/>
                  <a:pt x="332898" y="1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6" name="Rectangle 36">
            <a:extLst>
              <a:ext uri="{FF2B5EF4-FFF2-40B4-BE49-F238E27FC236}">
                <a16:creationId xmlns:a16="http://schemas.microsoft.com/office/drawing/2014/main" xmlns="" id="{11A06711-0A15-47E5-AAA2-F0E6DC05BD1B}"/>
              </a:ext>
            </a:extLst>
          </p:cNvPr>
          <p:cNvSpPr/>
          <p:nvPr/>
        </p:nvSpPr>
        <p:spPr>
          <a:xfrm>
            <a:off x="5164740" y="4708915"/>
            <a:ext cx="586136" cy="48996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7" name="Rounded Rectangle 27">
            <a:extLst>
              <a:ext uri="{FF2B5EF4-FFF2-40B4-BE49-F238E27FC236}">
                <a16:creationId xmlns:a16="http://schemas.microsoft.com/office/drawing/2014/main" xmlns="" id="{7A5ED58F-9964-4886-8BFC-E301F23293AB}"/>
              </a:ext>
            </a:extLst>
          </p:cNvPr>
          <p:cNvSpPr/>
          <p:nvPr/>
        </p:nvSpPr>
        <p:spPr>
          <a:xfrm>
            <a:off x="8316455" y="1548746"/>
            <a:ext cx="605315" cy="464964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8" name="Rounded Rectangle 7">
            <a:extLst>
              <a:ext uri="{FF2B5EF4-FFF2-40B4-BE49-F238E27FC236}">
                <a16:creationId xmlns:a16="http://schemas.microsoft.com/office/drawing/2014/main" xmlns="" id="{7D6C3C70-FD86-419A-8B89-365FC328FB88}"/>
              </a:ext>
            </a:extLst>
          </p:cNvPr>
          <p:cNvSpPr/>
          <p:nvPr/>
        </p:nvSpPr>
        <p:spPr>
          <a:xfrm>
            <a:off x="9257631" y="1515680"/>
            <a:ext cx="615416" cy="53109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9" name="Chord 15">
            <a:extLst>
              <a:ext uri="{FF2B5EF4-FFF2-40B4-BE49-F238E27FC236}">
                <a16:creationId xmlns:a16="http://schemas.microsoft.com/office/drawing/2014/main" xmlns="" id="{42E9D490-3DD3-4F66-B124-FE910E0FACBF}"/>
              </a:ext>
            </a:extLst>
          </p:cNvPr>
          <p:cNvSpPr/>
          <p:nvPr/>
        </p:nvSpPr>
        <p:spPr>
          <a:xfrm>
            <a:off x="11124640" y="1472088"/>
            <a:ext cx="283580" cy="618280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0" name="Rectangle 16">
            <a:extLst>
              <a:ext uri="{FF2B5EF4-FFF2-40B4-BE49-F238E27FC236}">
                <a16:creationId xmlns:a16="http://schemas.microsoft.com/office/drawing/2014/main" xmlns="" id="{F1978DC7-2159-40E0-A5D4-88F414868797}"/>
              </a:ext>
            </a:extLst>
          </p:cNvPr>
          <p:cNvSpPr/>
          <p:nvPr/>
        </p:nvSpPr>
        <p:spPr>
          <a:xfrm>
            <a:off x="6093780" y="4751666"/>
            <a:ext cx="615416" cy="404460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1" name="Rounded Rectangle 6">
            <a:extLst>
              <a:ext uri="{FF2B5EF4-FFF2-40B4-BE49-F238E27FC236}">
                <a16:creationId xmlns:a16="http://schemas.microsoft.com/office/drawing/2014/main" xmlns="" id="{48E90455-C4C4-4792-86FF-218C5EFE04F0}"/>
              </a:ext>
            </a:extLst>
          </p:cNvPr>
          <p:cNvSpPr/>
          <p:nvPr/>
        </p:nvSpPr>
        <p:spPr>
          <a:xfrm>
            <a:off x="5137072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2" name="Rounded Rectangle 6">
            <a:extLst>
              <a:ext uri="{FF2B5EF4-FFF2-40B4-BE49-F238E27FC236}">
                <a16:creationId xmlns:a16="http://schemas.microsoft.com/office/drawing/2014/main" xmlns="" id="{8329069E-6F6C-4466-BEA3-223D7C56FECC}"/>
              </a:ext>
            </a:extLst>
          </p:cNvPr>
          <p:cNvSpPr/>
          <p:nvPr/>
        </p:nvSpPr>
        <p:spPr>
          <a:xfrm>
            <a:off x="6044394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3" name="Rounded Rectangle 6">
            <a:extLst>
              <a:ext uri="{FF2B5EF4-FFF2-40B4-BE49-F238E27FC236}">
                <a16:creationId xmlns:a16="http://schemas.microsoft.com/office/drawing/2014/main" xmlns="" id="{740CC869-4793-4E41-A92A-FDB14A2B194C}"/>
              </a:ext>
            </a:extLst>
          </p:cNvPr>
          <p:cNvSpPr/>
          <p:nvPr/>
        </p:nvSpPr>
        <p:spPr>
          <a:xfrm>
            <a:off x="6951716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4" name="Rounded Rectangle 6">
            <a:extLst>
              <a:ext uri="{FF2B5EF4-FFF2-40B4-BE49-F238E27FC236}">
                <a16:creationId xmlns:a16="http://schemas.microsoft.com/office/drawing/2014/main" xmlns="" id="{17C1EAE2-459E-491D-81FC-F8924F353B13}"/>
              </a:ext>
            </a:extLst>
          </p:cNvPr>
          <p:cNvSpPr/>
          <p:nvPr/>
        </p:nvSpPr>
        <p:spPr>
          <a:xfrm>
            <a:off x="7859036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240385" y="234376"/>
                </a:moveTo>
                <a:lnTo>
                  <a:pt x="2744441" y="234376"/>
                </a:lnTo>
                <a:lnTo>
                  <a:pt x="2744441" y="1314376"/>
                </a:lnTo>
                <a:lnTo>
                  <a:pt x="2240385" y="1314376"/>
                </a:ln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5" name="Teardrop 6">
            <a:extLst>
              <a:ext uri="{FF2B5EF4-FFF2-40B4-BE49-F238E27FC236}">
                <a16:creationId xmlns:a16="http://schemas.microsoft.com/office/drawing/2014/main" xmlns="" id="{3FF8E6D1-A5CA-4857-BFE4-E947E4F2F934}"/>
              </a:ext>
            </a:extLst>
          </p:cNvPr>
          <p:cNvSpPr/>
          <p:nvPr/>
        </p:nvSpPr>
        <p:spPr>
          <a:xfrm rot="8100000">
            <a:off x="11057693" y="3690402"/>
            <a:ext cx="417475" cy="417476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6" name="Donut 24">
            <a:extLst>
              <a:ext uri="{FF2B5EF4-FFF2-40B4-BE49-F238E27FC236}">
                <a16:creationId xmlns:a16="http://schemas.microsoft.com/office/drawing/2014/main" xmlns="" id="{2358F6B7-5407-478C-BBCE-24DB33354B70}"/>
              </a:ext>
            </a:extLst>
          </p:cNvPr>
          <p:cNvSpPr/>
          <p:nvPr/>
        </p:nvSpPr>
        <p:spPr>
          <a:xfrm>
            <a:off x="5773604" y="2544635"/>
            <a:ext cx="617508" cy="622535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7" name="Chord 38">
            <a:extLst>
              <a:ext uri="{FF2B5EF4-FFF2-40B4-BE49-F238E27FC236}">
                <a16:creationId xmlns:a16="http://schemas.microsoft.com/office/drawing/2014/main" xmlns="" id="{284AD387-FD7A-4FAE-86E7-99768FD2F34F}"/>
              </a:ext>
            </a:extLst>
          </p:cNvPr>
          <p:cNvSpPr/>
          <p:nvPr/>
        </p:nvSpPr>
        <p:spPr>
          <a:xfrm>
            <a:off x="6733448" y="2544108"/>
            <a:ext cx="484927" cy="623588"/>
          </a:xfrm>
          <a:custGeom>
            <a:avLst/>
            <a:gdLst/>
            <a:ahLst/>
            <a:cxnLst/>
            <a:rect l="l" t="t" r="r" b="b"/>
            <a:pathLst>
              <a:path w="2519554" h="3240000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8" name="Heart 38">
            <a:extLst>
              <a:ext uri="{FF2B5EF4-FFF2-40B4-BE49-F238E27FC236}">
                <a16:creationId xmlns:a16="http://schemas.microsoft.com/office/drawing/2014/main" xmlns="" id="{07191768-391A-445C-9738-68FC969D5D3B}"/>
              </a:ext>
            </a:extLst>
          </p:cNvPr>
          <p:cNvSpPr/>
          <p:nvPr/>
        </p:nvSpPr>
        <p:spPr>
          <a:xfrm>
            <a:off x="7436317" y="1509092"/>
            <a:ext cx="544275" cy="544275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9" name="Round Same Side Corner Rectangle 19">
            <a:extLst>
              <a:ext uri="{FF2B5EF4-FFF2-40B4-BE49-F238E27FC236}">
                <a16:creationId xmlns:a16="http://schemas.microsoft.com/office/drawing/2014/main" xmlns="" id="{4F6F0E8F-9F3A-4C37-B8FA-77940D946D49}"/>
              </a:ext>
            </a:extLst>
          </p:cNvPr>
          <p:cNvSpPr/>
          <p:nvPr/>
        </p:nvSpPr>
        <p:spPr>
          <a:xfrm>
            <a:off x="10301960" y="5685084"/>
            <a:ext cx="411706" cy="508675"/>
          </a:xfrm>
          <a:custGeom>
            <a:avLst/>
            <a:gdLst/>
            <a:ahLst/>
            <a:cxnLst/>
            <a:rect l="l" t="t" r="r" b="b"/>
            <a:pathLst>
              <a:path w="2600931" h="3213524">
                <a:moveTo>
                  <a:pt x="1304260" y="0"/>
                </a:moveTo>
                <a:cubicBezTo>
                  <a:pt x="1403671" y="0"/>
                  <a:pt x="1484260" y="80589"/>
                  <a:pt x="1484260" y="180000"/>
                </a:cubicBezTo>
                <a:lnTo>
                  <a:pt x="1484260" y="412061"/>
                </a:lnTo>
                <a:lnTo>
                  <a:pt x="2330931" y="412061"/>
                </a:lnTo>
                <a:lnTo>
                  <a:pt x="2600931" y="682061"/>
                </a:lnTo>
                <a:lnTo>
                  <a:pt x="2330931" y="952061"/>
                </a:lnTo>
                <a:lnTo>
                  <a:pt x="1484260" y="952061"/>
                </a:lnTo>
                <a:lnTo>
                  <a:pt x="1484260" y="1110244"/>
                </a:lnTo>
                <a:lnTo>
                  <a:pt x="2375646" y="1110244"/>
                </a:lnTo>
                <a:lnTo>
                  <a:pt x="2375646" y="1650244"/>
                </a:lnTo>
                <a:lnTo>
                  <a:pt x="1484260" y="1650244"/>
                </a:lnTo>
                <a:lnTo>
                  <a:pt x="1484260" y="3213524"/>
                </a:lnTo>
                <a:lnTo>
                  <a:pt x="1124260" y="3213524"/>
                </a:lnTo>
                <a:lnTo>
                  <a:pt x="1124260" y="1650244"/>
                </a:lnTo>
                <a:lnTo>
                  <a:pt x="270000" y="1650244"/>
                </a:lnTo>
                <a:lnTo>
                  <a:pt x="0" y="1380244"/>
                </a:lnTo>
                <a:lnTo>
                  <a:pt x="270000" y="1110244"/>
                </a:lnTo>
                <a:lnTo>
                  <a:pt x="1124260" y="1110244"/>
                </a:lnTo>
                <a:lnTo>
                  <a:pt x="1124260" y="952061"/>
                </a:lnTo>
                <a:lnTo>
                  <a:pt x="224931" y="952061"/>
                </a:lnTo>
                <a:lnTo>
                  <a:pt x="224931" y="412061"/>
                </a:lnTo>
                <a:lnTo>
                  <a:pt x="1124260" y="412061"/>
                </a:lnTo>
                <a:lnTo>
                  <a:pt x="1124260" y="180000"/>
                </a:lnTo>
                <a:cubicBezTo>
                  <a:pt x="1124260" y="80589"/>
                  <a:pt x="1204849" y="0"/>
                  <a:pt x="130426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0" name="Rectangle 23">
            <a:extLst>
              <a:ext uri="{FF2B5EF4-FFF2-40B4-BE49-F238E27FC236}">
                <a16:creationId xmlns:a16="http://schemas.microsoft.com/office/drawing/2014/main" xmlns="" id="{411254AD-C704-4DA8-B5ED-2CB7E0E42884}"/>
              </a:ext>
            </a:extLst>
          </p:cNvPr>
          <p:cNvSpPr/>
          <p:nvPr/>
        </p:nvSpPr>
        <p:spPr>
          <a:xfrm>
            <a:off x="4242330" y="5739982"/>
            <a:ext cx="678102" cy="398876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1" name="Oval 31">
            <a:extLst>
              <a:ext uri="{FF2B5EF4-FFF2-40B4-BE49-F238E27FC236}">
                <a16:creationId xmlns:a16="http://schemas.microsoft.com/office/drawing/2014/main" xmlns="" id="{9CEA4298-5C72-495F-935E-04B7A42F93E1}"/>
              </a:ext>
            </a:extLst>
          </p:cNvPr>
          <p:cNvSpPr/>
          <p:nvPr/>
        </p:nvSpPr>
        <p:spPr>
          <a:xfrm>
            <a:off x="8665030" y="5684794"/>
            <a:ext cx="504505" cy="509254"/>
          </a:xfrm>
          <a:custGeom>
            <a:avLst/>
            <a:gdLst/>
            <a:ahLst/>
            <a:cxnLst/>
            <a:rect l="l" t="t" r="r" b="b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2" name="Rectangle 23">
            <a:extLst>
              <a:ext uri="{FF2B5EF4-FFF2-40B4-BE49-F238E27FC236}">
                <a16:creationId xmlns:a16="http://schemas.microsoft.com/office/drawing/2014/main" xmlns="" id="{D1D013BE-5839-41BC-BC72-D7D6A426C477}"/>
              </a:ext>
            </a:extLst>
          </p:cNvPr>
          <p:cNvSpPr/>
          <p:nvPr/>
        </p:nvSpPr>
        <p:spPr>
          <a:xfrm>
            <a:off x="5963174" y="5716474"/>
            <a:ext cx="691882" cy="445892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3" name="Oval 31">
            <a:extLst>
              <a:ext uri="{FF2B5EF4-FFF2-40B4-BE49-F238E27FC236}">
                <a16:creationId xmlns:a16="http://schemas.microsoft.com/office/drawing/2014/main" xmlns="" id="{F2B4C20E-6F83-4700-819A-B889CC4F8028}"/>
              </a:ext>
            </a:extLst>
          </p:cNvPr>
          <p:cNvSpPr/>
          <p:nvPr/>
        </p:nvSpPr>
        <p:spPr>
          <a:xfrm>
            <a:off x="6939606" y="5653380"/>
            <a:ext cx="579873" cy="572083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4" name="Teardrop 17">
            <a:extLst>
              <a:ext uri="{FF2B5EF4-FFF2-40B4-BE49-F238E27FC236}">
                <a16:creationId xmlns:a16="http://schemas.microsoft.com/office/drawing/2014/main" xmlns="" id="{04CFE412-7B77-4FD8-A796-DE7E55B89403}"/>
              </a:ext>
            </a:extLst>
          </p:cNvPr>
          <p:cNvSpPr/>
          <p:nvPr/>
        </p:nvSpPr>
        <p:spPr>
          <a:xfrm rot="18900000">
            <a:off x="5204982" y="5698880"/>
            <a:ext cx="473640" cy="481082"/>
          </a:xfrm>
          <a:custGeom>
            <a:avLst/>
            <a:gdLst/>
            <a:ahLst/>
            <a:cxnLst/>
            <a:rect l="l" t="t" r="r" b="b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5" name="Rectangle 23">
            <a:extLst>
              <a:ext uri="{FF2B5EF4-FFF2-40B4-BE49-F238E27FC236}">
                <a16:creationId xmlns:a16="http://schemas.microsoft.com/office/drawing/2014/main" xmlns="" id="{2246F171-72B7-42E7-B6C0-D78C12504E9B}"/>
              </a:ext>
            </a:extLst>
          </p:cNvPr>
          <p:cNvSpPr/>
          <p:nvPr/>
        </p:nvSpPr>
        <p:spPr>
          <a:xfrm>
            <a:off x="7804030" y="5649492"/>
            <a:ext cx="576449" cy="579858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6" name="Round Same Side Corner Rectangle 8">
            <a:extLst>
              <a:ext uri="{FF2B5EF4-FFF2-40B4-BE49-F238E27FC236}">
                <a16:creationId xmlns:a16="http://schemas.microsoft.com/office/drawing/2014/main" xmlns="" id="{DB67113F-D303-42DA-95BD-610BBED8BE92}"/>
              </a:ext>
            </a:extLst>
          </p:cNvPr>
          <p:cNvSpPr/>
          <p:nvPr/>
        </p:nvSpPr>
        <p:spPr>
          <a:xfrm>
            <a:off x="4455730" y="1450295"/>
            <a:ext cx="251302" cy="661867"/>
          </a:xfrm>
          <a:custGeom>
            <a:avLst/>
            <a:gdLst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8887 w 1489775"/>
              <a:gd name="connsiteY10" fmla="*/ 2305078 h 3923699"/>
              <a:gd name="connsiteX11" fmla="*/ 1151853 w 1489775"/>
              <a:gd name="connsiteY11" fmla="*/ 3743699 h 3923699"/>
              <a:gd name="connsiteX12" fmla="*/ 971853 w 1489775"/>
              <a:gd name="connsiteY12" fmla="*/ 3923699 h 3923699"/>
              <a:gd name="connsiteX13" fmla="*/ 791853 w 1489775"/>
              <a:gd name="connsiteY13" fmla="*/ 3743699 h 3923699"/>
              <a:gd name="connsiteX14" fmla="*/ 791853 w 1489775"/>
              <a:gd name="connsiteY14" fmla="*/ 2305078 h 3923699"/>
              <a:gd name="connsiteX15" fmla="*/ 683854 w 1489775"/>
              <a:gd name="connsiteY15" fmla="*/ 2305078 h 3923699"/>
              <a:gd name="connsiteX16" fmla="*/ 683854 w 1489775"/>
              <a:gd name="connsiteY16" fmla="*/ 3743698 h 3923699"/>
              <a:gd name="connsiteX17" fmla="*/ 503854 w 1489775"/>
              <a:gd name="connsiteY17" fmla="*/ 3923698 h 3923699"/>
              <a:gd name="connsiteX18" fmla="*/ 323854 w 1489775"/>
              <a:gd name="connsiteY18" fmla="*/ 3743698 h 3923699"/>
              <a:gd name="connsiteX19" fmla="*/ 323854 w 1489775"/>
              <a:gd name="connsiteY19" fmla="*/ 2238914 h 3923699"/>
              <a:gd name="connsiteX20" fmla="*/ 330887 w 1489775"/>
              <a:gd name="connsiteY20" fmla="*/ 2238914 h 3923699"/>
              <a:gd name="connsiteX21" fmla="*/ 330887 w 1489775"/>
              <a:gd name="connsiteY21" fmla="*/ 1390678 h 3923699"/>
              <a:gd name="connsiteX22" fmla="*/ 288033 w 1489775"/>
              <a:gd name="connsiteY22" fmla="*/ 1390678 h 3923699"/>
              <a:gd name="connsiteX23" fmla="*/ 288033 w 1489775"/>
              <a:gd name="connsiteY23" fmla="*/ 2063902 h 3923699"/>
              <a:gd name="connsiteX24" fmla="*/ 144017 w 1489775"/>
              <a:gd name="connsiteY24" fmla="*/ 2207918 h 3923699"/>
              <a:gd name="connsiteX25" fmla="*/ 1 w 1489775"/>
              <a:gd name="connsiteY25" fmla="*/ 2063902 h 3923699"/>
              <a:gd name="connsiteX26" fmla="*/ 1 w 1489775"/>
              <a:gd name="connsiteY26" fmla="*/ 1390678 h 3923699"/>
              <a:gd name="connsiteX27" fmla="*/ 0 w 1489775"/>
              <a:gd name="connsiteY27" fmla="*/ 1390678 h 3923699"/>
              <a:gd name="connsiteX28" fmla="*/ 0 w 1489775"/>
              <a:gd name="connsiteY28" fmla="*/ 1030958 h 3923699"/>
              <a:gd name="connsiteX29" fmla="*/ 280204 w 1489775"/>
              <a:gd name="connsiteY29" fmla="*/ 750754 h 3923699"/>
              <a:gd name="connsiteX30" fmla="*/ 744888 w 1489775"/>
              <a:gd name="connsiteY30" fmla="*/ 0 h 3923699"/>
              <a:gd name="connsiteX31" fmla="*/ 1082199 w 1489775"/>
              <a:gd name="connsiteY31" fmla="*/ 337311 h 3923699"/>
              <a:gd name="connsiteX32" fmla="*/ 744888 w 1489775"/>
              <a:gd name="connsiteY32" fmla="*/ 674622 h 3923699"/>
              <a:gd name="connsiteX33" fmla="*/ 407577 w 1489775"/>
              <a:gd name="connsiteY33" fmla="*/ 337311 h 3923699"/>
              <a:gd name="connsiteX34" fmla="*/ 744888 w 1489775"/>
              <a:gd name="connsiteY34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2238914 h 3923699"/>
              <a:gd name="connsiteX20" fmla="*/ 330887 w 1489775"/>
              <a:gd name="connsiteY20" fmla="*/ 1390678 h 3923699"/>
              <a:gd name="connsiteX21" fmla="*/ 288033 w 1489775"/>
              <a:gd name="connsiteY21" fmla="*/ 1390678 h 3923699"/>
              <a:gd name="connsiteX22" fmla="*/ 288033 w 1489775"/>
              <a:gd name="connsiteY22" fmla="*/ 2063902 h 3923699"/>
              <a:gd name="connsiteX23" fmla="*/ 144017 w 1489775"/>
              <a:gd name="connsiteY23" fmla="*/ 2207918 h 3923699"/>
              <a:gd name="connsiteX24" fmla="*/ 1 w 1489775"/>
              <a:gd name="connsiteY24" fmla="*/ 2063902 h 3923699"/>
              <a:gd name="connsiteX25" fmla="*/ 1 w 1489775"/>
              <a:gd name="connsiteY25" fmla="*/ 1390678 h 3923699"/>
              <a:gd name="connsiteX26" fmla="*/ 0 w 1489775"/>
              <a:gd name="connsiteY26" fmla="*/ 1390678 h 3923699"/>
              <a:gd name="connsiteX27" fmla="*/ 0 w 1489775"/>
              <a:gd name="connsiteY27" fmla="*/ 1030958 h 3923699"/>
              <a:gd name="connsiteX28" fmla="*/ 280204 w 1489775"/>
              <a:gd name="connsiteY28" fmla="*/ 750754 h 3923699"/>
              <a:gd name="connsiteX29" fmla="*/ 744888 w 1489775"/>
              <a:gd name="connsiteY29" fmla="*/ 0 h 3923699"/>
              <a:gd name="connsiteX30" fmla="*/ 1082199 w 1489775"/>
              <a:gd name="connsiteY30" fmla="*/ 337311 h 3923699"/>
              <a:gd name="connsiteX31" fmla="*/ 744888 w 1489775"/>
              <a:gd name="connsiteY31" fmla="*/ 674622 h 3923699"/>
              <a:gd name="connsiteX32" fmla="*/ 407577 w 1489775"/>
              <a:gd name="connsiteY32" fmla="*/ 337311 h 3923699"/>
              <a:gd name="connsiteX33" fmla="*/ 744888 w 1489775"/>
              <a:gd name="connsiteY33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1390678 h 3923699"/>
              <a:gd name="connsiteX20" fmla="*/ 288033 w 1489775"/>
              <a:gd name="connsiteY20" fmla="*/ 1390678 h 3923699"/>
              <a:gd name="connsiteX21" fmla="*/ 288033 w 1489775"/>
              <a:gd name="connsiteY21" fmla="*/ 2063902 h 3923699"/>
              <a:gd name="connsiteX22" fmla="*/ 144017 w 1489775"/>
              <a:gd name="connsiteY22" fmla="*/ 2207918 h 3923699"/>
              <a:gd name="connsiteX23" fmla="*/ 1 w 1489775"/>
              <a:gd name="connsiteY23" fmla="*/ 2063902 h 3923699"/>
              <a:gd name="connsiteX24" fmla="*/ 1 w 1489775"/>
              <a:gd name="connsiteY24" fmla="*/ 1390678 h 3923699"/>
              <a:gd name="connsiteX25" fmla="*/ 0 w 1489775"/>
              <a:gd name="connsiteY25" fmla="*/ 1390678 h 3923699"/>
              <a:gd name="connsiteX26" fmla="*/ 0 w 1489775"/>
              <a:gd name="connsiteY26" fmla="*/ 1030958 h 3923699"/>
              <a:gd name="connsiteX27" fmla="*/ 280204 w 1489775"/>
              <a:gd name="connsiteY27" fmla="*/ 750754 h 3923699"/>
              <a:gd name="connsiteX28" fmla="*/ 744888 w 1489775"/>
              <a:gd name="connsiteY28" fmla="*/ 0 h 3923699"/>
              <a:gd name="connsiteX29" fmla="*/ 1082199 w 1489775"/>
              <a:gd name="connsiteY29" fmla="*/ 337311 h 3923699"/>
              <a:gd name="connsiteX30" fmla="*/ 744888 w 1489775"/>
              <a:gd name="connsiteY30" fmla="*/ 674622 h 3923699"/>
              <a:gd name="connsiteX31" fmla="*/ 407577 w 1489775"/>
              <a:gd name="connsiteY31" fmla="*/ 337311 h 3923699"/>
              <a:gd name="connsiteX32" fmla="*/ 744888 w 1489775"/>
              <a:gd name="connsiteY32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30887 w 1489775"/>
              <a:gd name="connsiteY18" fmla="*/ 1390678 h 3923699"/>
              <a:gd name="connsiteX19" fmla="*/ 288033 w 1489775"/>
              <a:gd name="connsiteY19" fmla="*/ 1390678 h 3923699"/>
              <a:gd name="connsiteX20" fmla="*/ 288033 w 1489775"/>
              <a:gd name="connsiteY20" fmla="*/ 2063902 h 3923699"/>
              <a:gd name="connsiteX21" fmla="*/ 144017 w 1489775"/>
              <a:gd name="connsiteY21" fmla="*/ 2207918 h 3923699"/>
              <a:gd name="connsiteX22" fmla="*/ 1 w 1489775"/>
              <a:gd name="connsiteY22" fmla="*/ 2063902 h 3923699"/>
              <a:gd name="connsiteX23" fmla="*/ 1 w 1489775"/>
              <a:gd name="connsiteY23" fmla="*/ 1390678 h 3923699"/>
              <a:gd name="connsiteX24" fmla="*/ 0 w 1489775"/>
              <a:gd name="connsiteY24" fmla="*/ 1390678 h 3923699"/>
              <a:gd name="connsiteX25" fmla="*/ 0 w 1489775"/>
              <a:gd name="connsiteY25" fmla="*/ 1030958 h 3923699"/>
              <a:gd name="connsiteX26" fmla="*/ 280204 w 1489775"/>
              <a:gd name="connsiteY26" fmla="*/ 750754 h 3923699"/>
              <a:gd name="connsiteX27" fmla="*/ 744888 w 1489775"/>
              <a:gd name="connsiteY27" fmla="*/ 0 h 3923699"/>
              <a:gd name="connsiteX28" fmla="*/ 1082199 w 1489775"/>
              <a:gd name="connsiteY28" fmla="*/ 337311 h 3923699"/>
              <a:gd name="connsiteX29" fmla="*/ 744888 w 1489775"/>
              <a:gd name="connsiteY29" fmla="*/ 674622 h 3923699"/>
              <a:gd name="connsiteX30" fmla="*/ 407577 w 1489775"/>
              <a:gd name="connsiteY30" fmla="*/ 337311 h 3923699"/>
              <a:gd name="connsiteX31" fmla="*/ 744888 w 1489775"/>
              <a:gd name="connsiteY31" fmla="*/ 0 h 392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489775" h="3923699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Round Same Side Corner Rectangle 20">
            <a:extLst>
              <a:ext uri="{FF2B5EF4-FFF2-40B4-BE49-F238E27FC236}">
                <a16:creationId xmlns:a16="http://schemas.microsoft.com/office/drawing/2014/main" xmlns="" id="{64493E6A-B33B-4279-A44A-DC445D86772A}"/>
              </a:ext>
            </a:extLst>
          </p:cNvPr>
          <p:cNvSpPr/>
          <p:nvPr/>
        </p:nvSpPr>
        <p:spPr>
          <a:xfrm rot="10800000">
            <a:off x="5042893" y="1447239"/>
            <a:ext cx="313136" cy="667981"/>
          </a:xfrm>
          <a:custGeom>
            <a:avLst/>
            <a:gdLst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521281 w 1856332"/>
              <a:gd name="connsiteY2" fmla="*/ 3174669 h 3959924"/>
              <a:gd name="connsiteX3" fmla="*/ 466697 w 1856332"/>
              <a:gd name="connsiteY3" fmla="*/ 3144149 h 3959924"/>
              <a:gd name="connsiteX4" fmla="*/ 8303 w 1856332"/>
              <a:gd name="connsiteY4" fmla="*/ 1942070 h 3959924"/>
              <a:gd name="connsiteX5" fmla="*/ 81139 w 1856332"/>
              <a:gd name="connsiteY5" fmla="*/ 1779444 h 3959924"/>
              <a:gd name="connsiteX6" fmla="*/ 243764 w 1856332"/>
              <a:gd name="connsiteY6" fmla="*/ 1852280 h 3959924"/>
              <a:gd name="connsiteX7" fmla="*/ 504770 w 1856332"/>
              <a:gd name="connsiteY7" fmla="*/ 2536736 h 3959924"/>
              <a:gd name="connsiteX8" fmla="*/ 555637 w 1856332"/>
              <a:gd name="connsiteY8" fmla="*/ 2536736 h 3959924"/>
              <a:gd name="connsiteX9" fmla="*/ 226299 w 1856332"/>
              <a:gd name="connsiteY9" fmla="*/ 1210417 h 3959924"/>
              <a:gd name="connsiteX10" fmla="*/ 551784 w 1856332"/>
              <a:gd name="connsiteY10" fmla="*/ 1210417 h 3959924"/>
              <a:gd name="connsiteX11" fmla="*/ 551784 w 1856332"/>
              <a:gd name="connsiteY11" fmla="*/ 168335 h 3959924"/>
              <a:gd name="connsiteX12" fmla="*/ 720119 w 1856332"/>
              <a:gd name="connsiteY12" fmla="*/ 0 h 3959924"/>
              <a:gd name="connsiteX13" fmla="*/ 888454 w 1856332"/>
              <a:gd name="connsiteY13" fmla="*/ 168335 h 3959924"/>
              <a:gd name="connsiteX14" fmla="*/ 888454 w 1856332"/>
              <a:gd name="connsiteY14" fmla="*/ 1210417 h 3959924"/>
              <a:gd name="connsiteX15" fmla="*/ 968040 w 1856332"/>
              <a:gd name="connsiteY15" fmla="*/ 1210417 h 3959924"/>
              <a:gd name="connsiteX16" fmla="*/ 968040 w 1856332"/>
              <a:gd name="connsiteY16" fmla="*/ 168335 h 3959924"/>
              <a:gd name="connsiteX17" fmla="*/ 1136375 w 1856332"/>
              <a:gd name="connsiteY17" fmla="*/ 0 h 3959924"/>
              <a:gd name="connsiteX18" fmla="*/ 1304710 w 1856332"/>
              <a:gd name="connsiteY18" fmla="*/ 168335 h 3959924"/>
              <a:gd name="connsiteX19" fmla="*/ 1304710 w 1856332"/>
              <a:gd name="connsiteY19" fmla="*/ 1210417 h 3959924"/>
              <a:gd name="connsiteX20" fmla="*/ 1631589 w 1856332"/>
              <a:gd name="connsiteY20" fmla="*/ 1210417 h 3959924"/>
              <a:gd name="connsiteX21" fmla="*/ 1302251 w 1856332"/>
              <a:gd name="connsiteY21" fmla="*/ 2536736 h 3959924"/>
              <a:gd name="connsiteX22" fmla="*/ 1351562 w 1856332"/>
              <a:gd name="connsiteY22" fmla="*/ 2536736 h 3959924"/>
              <a:gd name="connsiteX23" fmla="*/ 1612568 w 1856332"/>
              <a:gd name="connsiteY23" fmla="*/ 1852280 h 3959924"/>
              <a:gd name="connsiteX24" fmla="*/ 1775193 w 1856332"/>
              <a:gd name="connsiteY24" fmla="*/ 1779444 h 3959924"/>
              <a:gd name="connsiteX25" fmla="*/ 1848029 w 1856332"/>
              <a:gd name="connsiteY25" fmla="*/ 1942070 h 3959924"/>
              <a:gd name="connsiteX26" fmla="*/ 1389635 w 1856332"/>
              <a:gd name="connsiteY26" fmla="*/ 3144149 h 3959924"/>
              <a:gd name="connsiteX27" fmla="*/ 1344732 w 1856332"/>
              <a:gd name="connsiteY27" fmla="*/ 3176282 h 3959924"/>
              <a:gd name="connsiteX28" fmla="*/ 1228565 w 1856332"/>
              <a:gd name="connsiteY28" fmla="*/ 3214674 h 3959924"/>
              <a:gd name="connsiteX29" fmla="*/ 925623 w 1856332"/>
              <a:gd name="connsiteY29" fmla="*/ 3959924 h 3959924"/>
              <a:gd name="connsiteX30" fmla="*/ 601623 w 1856332"/>
              <a:gd name="connsiteY30" fmla="*/ 3635924 h 3959924"/>
              <a:gd name="connsiteX31" fmla="*/ 925623 w 1856332"/>
              <a:gd name="connsiteY31" fmla="*/ 3311924 h 3959924"/>
              <a:gd name="connsiteX32" fmla="*/ 1249623 w 1856332"/>
              <a:gd name="connsiteY32" fmla="*/ 3635924 h 3959924"/>
              <a:gd name="connsiteX33" fmla="*/ 925623 w 1856332"/>
              <a:gd name="connsiteY33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56332" h="3959924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8" name="Donut 87">
            <a:extLst>
              <a:ext uri="{FF2B5EF4-FFF2-40B4-BE49-F238E27FC236}">
                <a16:creationId xmlns:a16="http://schemas.microsoft.com/office/drawing/2014/main" xmlns="" id="{4E09E652-E42B-4D35-B750-1E418CF08FA6}"/>
              </a:ext>
            </a:extLst>
          </p:cNvPr>
          <p:cNvSpPr/>
          <p:nvPr/>
        </p:nvSpPr>
        <p:spPr>
          <a:xfrm>
            <a:off x="5691893" y="1539942"/>
            <a:ext cx="507661" cy="521714"/>
          </a:xfrm>
          <a:custGeom>
            <a:avLst/>
            <a:gdLst/>
            <a:ahLst/>
            <a:cxnLst/>
            <a:rect l="l" t="t" r="r" b="b"/>
            <a:pathLst>
              <a:path w="356471" h="366339">
                <a:moveTo>
                  <a:pt x="144025" y="123680"/>
                </a:moveTo>
                <a:cubicBezTo>
                  <a:pt x="89551" y="123680"/>
                  <a:pt x="45391" y="167840"/>
                  <a:pt x="45391" y="222314"/>
                </a:cubicBezTo>
                <a:cubicBezTo>
                  <a:pt x="45391" y="276788"/>
                  <a:pt x="89551" y="320948"/>
                  <a:pt x="144025" y="320948"/>
                </a:cubicBezTo>
                <a:cubicBezTo>
                  <a:pt x="198499" y="320948"/>
                  <a:pt x="242659" y="276788"/>
                  <a:pt x="242659" y="222314"/>
                </a:cubicBezTo>
                <a:cubicBezTo>
                  <a:pt x="242659" y="167840"/>
                  <a:pt x="198499" y="123680"/>
                  <a:pt x="144025" y="123680"/>
                </a:cubicBezTo>
                <a:close/>
                <a:moveTo>
                  <a:pt x="354808" y="0"/>
                </a:moveTo>
                <a:lnTo>
                  <a:pt x="356471" y="85288"/>
                </a:lnTo>
                <a:lnTo>
                  <a:pt x="334733" y="64382"/>
                </a:lnTo>
                <a:lnTo>
                  <a:pt x="260258" y="141819"/>
                </a:lnTo>
                <a:cubicBezTo>
                  <a:pt x="278587" y="163579"/>
                  <a:pt x="288050" y="191841"/>
                  <a:pt x="288050" y="222314"/>
                </a:cubicBezTo>
                <a:cubicBezTo>
                  <a:pt x="288050" y="301857"/>
                  <a:pt x="223568" y="366339"/>
                  <a:pt x="144025" y="366339"/>
                </a:cubicBezTo>
                <a:cubicBezTo>
                  <a:pt x="64482" y="366339"/>
                  <a:pt x="0" y="301857"/>
                  <a:pt x="0" y="222314"/>
                </a:cubicBezTo>
                <a:cubicBezTo>
                  <a:pt x="0" y="142771"/>
                  <a:pt x="64482" y="78289"/>
                  <a:pt x="144025" y="78289"/>
                </a:cubicBezTo>
                <a:cubicBezTo>
                  <a:pt x="170876" y="78289"/>
                  <a:pt x="196011" y="85637"/>
                  <a:pt x="216282" y="100527"/>
                </a:cubicBezTo>
                <a:lnTo>
                  <a:pt x="291257" y="22569"/>
                </a:lnTo>
                <a:lnTo>
                  <a:pt x="269519" y="166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9" name="Donut 90">
            <a:extLst>
              <a:ext uri="{FF2B5EF4-FFF2-40B4-BE49-F238E27FC236}">
                <a16:creationId xmlns:a16="http://schemas.microsoft.com/office/drawing/2014/main" xmlns="" id="{D86BE85A-63D8-48D0-8B07-9669B75E9D9D}"/>
              </a:ext>
            </a:extLst>
          </p:cNvPr>
          <p:cNvSpPr/>
          <p:nvPr/>
        </p:nvSpPr>
        <p:spPr>
          <a:xfrm>
            <a:off x="6568402" y="1501877"/>
            <a:ext cx="532052" cy="543757"/>
          </a:xfrm>
          <a:custGeom>
            <a:avLst/>
            <a:gdLst/>
            <a:ahLst/>
            <a:cxnLst/>
            <a:rect l="l" t="t" r="r" b="b"/>
            <a:pathLst>
              <a:path w="373598" h="381817">
                <a:moveTo>
                  <a:pt x="229573" y="45391"/>
                </a:moveTo>
                <a:cubicBezTo>
                  <a:pt x="175099" y="45391"/>
                  <a:pt x="130939" y="89551"/>
                  <a:pt x="130939" y="144025"/>
                </a:cubicBezTo>
                <a:cubicBezTo>
                  <a:pt x="130939" y="198499"/>
                  <a:pt x="175099" y="242659"/>
                  <a:pt x="229573" y="242659"/>
                </a:cubicBezTo>
                <a:cubicBezTo>
                  <a:pt x="284047" y="242659"/>
                  <a:pt x="328207" y="198499"/>
                  <a:pt x="328207" y="144025"/>
                </a:cubicBezTo>
                <a:cubicBezTo>
                  <a:pt x="328207" y="89551"/>
                  <a:pt x="284047" y="45391"/>
                  <a:pt x="229573" y="45391"/>
                </a:cubicBezTo>
                <a:close/>
                <a:moveTo>
                  <a:pt x="229573" y="0"/>
                </a:moveTo>
                <a:cubicBezTo>
                  <a:pt x="309116" y="0"/>
                  <a:pt x="373598" y="64482"/>
                  <a:pt x="373598" y="144025"/>
                </a:cubicBezTo>
                <a:cubicBezTo>
                  <a:pt x="373598" y="223568"/>
                  <a:pt x="309116" y="288050"/>
                  <a:pt x="229573" y="288050"/>
                </a:cubicBezTo>
                <a:cubicBezTo>
                  <a:pt x="202172" y="288050"/>
                  <a:pt x="176558" y="280398"/>
                  <a:pt x="156060" y="264966"/>
                </a:cubicBezTo>
                <a:lnTo>
                  <a:pt x="128993" y="292033"/>
                </a:lnTo>
                <a:lnTo>
                  <a:pt x="160228" y="323268"/>
                </a:lnTo>
                <a:cubicBezTo>
                  <a:pt x="171055" y="334095"/>
                  <a:pt x="171055" y="351650"/>
                  <a:pt x="160228" y="362477"/>
                </a:cubicBezTo>
                <a:cubicBezTo>
                  <a:pt x="149401" y="373304"/>
                  <a:pt x="131846" y="373304"/>
                  <a:pt x="121019" y="362477"/>
                </a:cubicBezTo>
                <a:lnTo>
                  <a:pt x="89784" y="331242"/>
                </a:lnTo>
                <a:lnTo>
                  <a:pt x="39209" y="381817"/>
                </a:lnTo>
                <a:cubicBezTo>
                  <a:pt x="28381" y="392644"/>
                  <a:pt x="10827" y="392644"/>
                  <a:pt x="0" y="381817"/>
                </a:cubicBezTo>
                <a:cubicBezTo>
                  <a:pt x="-10828" y="370989"/>
                  <a:pt x="-10828" y="353435"/>
                  <a:pt x="0" y="342608"/>
                </a:cubicBezTo>
                <a:lnTo>
                  <a:pt x="50575" y="292033"/>
                </a:lnTo>
                <a:lnTo>
                  <a:pt x="16166" y="257624"/>
                </a:lnTo>
                <a:cubicBezTo>
                  <a:pt x="5339" y="246797"/>
                  <a:pt x="5339" y="229242"/>
                  <a:pt x="16166" y="218415"/>
                </a:cubicBezTo>
                <a:cubicBezTo>
                  <a:pt x="26993" y="207588"/>
                  <a:pt x="44548" y="207588"/>
                  <a:pt x="55375" y="218415"/>
                </a:cubicBezTo>
                <a:lnTo>
                  <a:pt x="89784" y="252824"/>
                </a:lnTo>
                <a:lnTo>
                  <a:pt x="115252" y="227356"/>
                </a:lnTo>
                <a:cubicBezTo>
                  <a:pt x="95803" y="205073"/>
                  <a:pt x="85548" y="175747"/>
                  <a:pt x="85548" y="144025"/>
                </a:cubicBezTo>
                <a:cubicBezTo>
                  <a:pt x="85548" y="64482"/>
                  <a:pt x="150030" y="0"/>
                  <a:pt x="2295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0" name="Oval 6">
            <a:extLst>
              <a:ext uri="{FF2B5EF4-FFF2-40B4-BE49-F238E27FC236}">
                <a16:creationId xmlns:a16="http://schemas.microsoft.com/office/drawing/2014/main" xmlns="" id="{319E467E-1F19-4CBB-A070-3B6CE4078D17}"/>
              </a:ext>
            </a:extLst>
          </p:cNvPr>
          <p:cNvSpPr/>
          <p:nvPr/>
        </p:nvSpPr>
        <p:spPr>
          <a:xfrm>
            <a:off x="7560710" y="2604583"/>
            <a:ext cx="507960" cy="502639"/>
          </a:xfrm>
          <a:custGeom>
            <a:avLst/>
            <a:gdLst/>
            <a:ahLst/>
            <a:cxnLst/>
            <a:rect l="l" t="t" r="r" b="b"/>
            <a:pathLst>
              <a:path w="3220460" h="3186731">
                <a:moveTo>
                  <a:pt x="1762834" y="1282034"/>
                </a:moveTo>
                <a:lnTo>
                  <a:pt x="273698" y="2771171"/>
                </a:lnTo>
                <a:cubicBezTo>
                  <a:pt x="253145" y="2791724"/>
                  <a:pt x="253145" y="2825048"/>
                  <a:pt x="273698" y="2845601"/>
                </a:cubicBezTo>
                <a:cubicBezTo>
                  <a:pt x="294251" y="2866154"/>
                  <a:pt x="327575" y="2866154"/>
                  <a:pt x="348128" y="2845601"/>
                </a:cubicBezTo>
                <a:lnTo>
                  <a:pt x="1830131" y="1363598"/>
                </a:lnTo>
                <a:close/>
                <a:moveTo>
                  <a:pt x="2703218" y="237332"/>
                </a:moveTo>
                <a:cubicBezTo>
                  <a:pt x="2623680" y="237332"/>
                  <a:pt x="2559202" y="301810"/>
                  <a:pt x="2559202" y="381348"/>
                </a:cubicBezTo>
                <a:cubicBezTo>
                  <a:pt x="2559202" y="460886"/>
                  <a:pt x="2623680" y="525364"/>
                  <a:pt x="2703218" y="525364"/>
                </a:cubicBezTo>
                <a:cubicBezTo>
                  <a:pt x="2782756" y="525364"/>
                  <a:pt x="2847234" y="460886"/>
                  <a:pt x="2847234" y="381348"/>
                </a:cubicBezTo>
                <a:cubicBezTo>
                  <a:pt x="2847234" y="301810"/>
                  <a:pt x="2782756" y="237332"/>
                  <a:pt x="2703218" y="237332"/>
                </a:cubicBezTo>
                <a:close/>
                <a:moveTo>
                  <a:pt x="2413103" y="0"/>
                </a:moveTo>
                <a:cubicBezTo>
                  <a:pt x="2858994" y="0"/>
                  <a:pt x="3220460" y="361466"/>
                  <a:pt x="3220460" y="807357"/>
                </a:cubicBezTo>
                <a:cubicBezTo>
                  <a:pt x="3220460" y="1253248"/>
                  <a:pt x="2858994" y="1614714"/>
                  <a:pt x="2413103" y="1614714"/>
                </a:cubicBezTo>
                <a:cubicBezTo>
                  <a:pt x="2305542" y="1614714"/>
                  <a:pt x="2202893" y="1593680"/>
                  <a:pt x="2109223" y="1555067"/>
                </a:cubicBezTo>
                <a:lnTo>
                  <a:pt x="2191945" y="1637789"/>
                </a:lnTo>
                <a:cubicBezTo>
                  <a:pt x="2226856" y="1672699"/>
                  <a:pt x="2226855" y="1729300"/>
                  <a:pt x="2191945" y="1764210"/>
                </a:cubicBezTo>
                <a:lnTo>
                  <a:pt x="2045068" y="1911087"/>
                </a:lnTo>
                <a:cubicBezTo>
                  <a:pt x="2010158" y="1945998"/>
                  <a:pt x="1953557" y="1945998"/>
                  <a:pt x="1918647" y="1911087"/>
                </a:cubicBezTo>
                <a:lnTo>
                  <a:pt x="1799123" y="1791564"/>
                </a:lnTo>
                <a:lnTo>
                  <a:pt x="1749496" y="1841190"/>
                </a:lnTo>
                <a:lnTo>
                  <a:pt x="1832980" y="1924673"/>
                </a:lnTo>
                <a:lnTo>
                  <a:pt x="1761893" y="1995760"/>
                </a:lnTo>
                <a:lnTo>
                  <a:pt x="1678410" y="1912277"/>
                </a:lnTo>
                <a:lnTo>
                  <a:pt x="1650246" y="1940441"/>
                </a:lnTo>
                <a:lnTo>
                  <a:pt x="1735612" y="2025807"/>
                </a:lnTo>
                <a:lnTo>
                  <a:pt x="1573330" y="2188089"/>
                </a:lnTo>
                <a:lnTo>
                  <a:pt x="1487964" y="2102723"/>
                </a:lnTo>
                <a:lnTo>
                  <a:pt x="1451742" y="2138944"/>
                </a:lnTo>
                <a:lnTo>
                  <a:pt x="1537109" y="2224311"/>
                </a:lnTo>
                <a:lnTo>
                  <a:pt x="1374830" y="2386590"/>
                </a:lnTo>
                <a:lnTo>
                  <a:pt x="1289463" y="2301223"/>
                </a:lnTo>
                <a:lnTo>
                  <a:pt x="1225079" y="2365608"/>
                </a:lnTo>
                <a:lnTo>
                  <a:pt x="1310445" y="2450974"/>
                </a:lnTo>
                <a:lnTo>
                  <a:pt x="1239358" y="2522061"/>
                </a:lnTo>
                <a:lnTo>
                  <a:pt x="1153992" y="2436695"/>
                </a:lnTo>
                <a:lnTo>
                  <a:pt x="1104364" y="2486322"/>
                </a:lnTo>
                <a:lnTo>
                  <a:pt x="1189730" y="2571689"/>
                </a:lnTo>
                <a:lnTo>
                  <a:pt x="1034153" y="2727266"/>
                </a:lnTo>
                <a:lnTo>
                  <a:pt x="948787" y="2641900"/>
                </a:lnTo>
                <a:lnTo>
                  <a:pt x="905863" y="2684824"/>
                </a:lnTo>
                <a:lnTo>
                  <a:pt x="991230" y="2770191"/>
                </a:lnTo>
                <a:lnTo>
                  <a:pt x="842353" y="2919067"/>
                </a:lnTo>
                <a:lnTo>
                  <a:pt x="756986" y="2833700"/>
                </a:lnTo>
                <a:lnTo>
                  <a:pt x="692119" y="2898567"/>
                </a:lnTo>
                <a:lnTo>
                  <a:pt x="777486" y="2983934"/>
                </a:lnTo>
                <a:lnTo>
                  <a:pt x="628610" y="3132811"/>
                </a:lnTo>
                <a:lnTo>
                  <a:pt x="618557" y="3122757"/>
                </a:lnTo>
                <a:lnTo>
                  <a:pt x="622830" y="3134825"/>
                </a:lnTo>
                <a:lnTo>
                  <a:pt x="346551" y="3150831"/>
                </a:lnTo>
                <a:lnTo>
                  <a:pt x="0" y="3186731"/>
                </a:lnTo>
                <a:lnTo>
                  <a:pt x="51749" y="2750557"/>
                </a:lnTo>
                <a:lnTo>
                  <a:pt x="48979" y="2747788"/>
                </a:lnTo>
                <a:lnTo>
                  <a:pt x="52495" y="2744272"/>
                </a:lnTo>
                <a:lnTo>
                  <a:pt x="52938" y="2740533"/>
                </a:lnTo>
                <a:lnTo>
                  <a:pt x="54575" y="2742192"/>
                </a:lnTo>
                <a:lnTo>
                  <a:pt x="1671288" y="1125479"/>
                </a:lnTo>
                <a:cubicBezTo>
                  <a:pt x="1628971" y="1027979"/>
                  <a:pt x="1605746" y="920380"/>
                  <a:pt x="1605746" y="807357"/>
                </a:cubicBezTo>
                <a:cubicBezTo>
                  <a:pt x="1605746" y="361466"/>
                  <a:pt x="1967212" y="0"/>
                  <a:pt x="24131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1" name="Block Arc 25">
            <a:extLst>
              <a:ext uri="{FF2B5EF4-FFF2-40B4-BE49-F238E27FC236}">
                <a16:creationId xmlns:a16="http://schemas.microsoft.com/office/drawing/2014/main" xmlns="" id="{5F7FD4D6-1C06-4ABB-98F4-AC79D3C6A6D8}"/>
              </a:ext>
            </a:extLst>
          </p:cNvPr>
          <p:cNvSpPr/>
          <p:nvPr/>
        </p:nvSpPr>
        <p:spPr>
          <a:xfrm>
            <a:off x="5081797" y="2603460"/>
            <a:ext cx="349473" cy="504884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2" name="Block Arc 31">
            <a:extLst>
              <a:ext uri="{FF2B5EF4-FFF2-40B4-BE49-F238E27FC236}">
                <a16:creationId xmlns:a16="http://schemas.microsoft.com/office/drawing/2014/main" xmlns="" id="{7D9DF903-DA8F-4191-AEDF-7DDF26A64847}"/>
              </a:ext>
            </a:extLst>
          </p:cNvPr>
          <p:cNvSpPr/>
          <p:nvPr/>
        </p:nvSpPr>
        <p:spPr>
          <a:xfrm>
            <a:off x="8411005" y="2603460"/>
            <a:ext cx="455959" cy="504884"/>
          </a:xfrm>
          <a:custGeom>
            <a:avLst/>
            <a:gdLst/>
            <a:ahLst/>
            <a:cxnLst/>
            <a:rect l="l" t="t" r="r" b="b"/>
            <a:pathLst>
              <a:path w="2890784" h="3200962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3" name="Freeform 53">
            <a:extLst>
              <a:ext uri="{FF2B5EF4-FFF2-40B4-BE49-F238E27FC236}">
                <a16:creationId xmlns:a16="http://schemas.microsoft.com/office/drawing/2014/main" xmlns="" id="{D57F2C4B-7240-41A7-B169-E1E9E5390396}"/>
              </a:ext>
            </a:extLst>
          </p:cNvPr>
          <p:cNvSpPr/>
          <p:nvPr/>
        </p:nvSpPr>
        <p:spPr>
          <a:xfrm>
            <a:off x="10130939" y="2599748"/>
            <a:ext cx="499664" cy="512309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4" name="Block Arc 10">
            <a:extLst>
              <a:ext uri="{FF2B5EF4-FFF2-40B4-BE49-F238E27FC236}">
                <a16:creationId xmlns:a16="http://schemas.microsoft.com/office/drawing/2014/main" xmlns="" id="{75C14C12-5F78-4BDD-B8A3-69BB465A2216}"/>
              </a:ext>
            </a:extLst>
          </p:cNvPr>
          <p:cNvSpPr/>
          <p:nvPr/>
        </p:nvSpPr>
        <p:spPr>
          <a:xfrm>
            <a:off x="10959168" y="4745774"/>
            <a:ext cx="614525" cy="416246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5" name="Freeform 55">
            <a:extLst>
              <a:ext uri="{FF2B5EF4-FFF2-40B4-BE49-F238E27FC236}">
                <a16:creationId xmlns:a16="http://schemas.microsoft.com/office/drawing/2014/main" xmlns="" id="{E1F21ECA-3730-4E2A-BB32-69C99B2546BB}"/>
              </a:ext>
            </a:extLst>
          </p:cNvPr>
          <p:cNvSpPr/>
          <p:nvPr/>
        </p:nvSpPr>
        <p:spPr>
          <a:xfrm>
            <a:off x="4423300" y="2468550"/>
            <a:ext cx="316162" cy="774705"/>
          </a:xfrm>
          <a:custGeom>
            <a:avLst/>
            <a:gdLst/>
            <a:ahLst/>
            <a:cxn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6" name="Round Same Side Corner Rectangle 36">
            <a:extLst>
              <a:ext uri="{FF2B5EF4-FFF2-40B4-BE49-F238E27FC236}">
                <a16:creationId xmlns:a16="http://schemas.microsoft.com/office/drawing/2014/main" xmlns="" id="{E0C4F70F-DCCD-48F1-A750-DF4F32AC8F75}"/>
              </a:ext>
            </a:extLst>
          </p:cNvPr>
          <p:cNvSpPr/>
          <p:nvPr/>
        </p:nvSpPr>
        <p:spPr>
          <a:xfrm>
            <a:off x="9209300" y="2626898"/>
            <a:ext cx="579306" cy="458009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7" name="Oval 21">
            <a:extLst>
              <a:ext uri="{FF2B5EF4-FFF2-40B4-BE49-F238E27FC236}">
                <a16:creationId xmlns:a16="http://schemas.microsoft.com/office/drawing/2014/main" xmlns="" id="{B92F2676-D90E-40BF-8AC5-C623D6EC5932}"/>
              </a:ext>
            </a:extLst>
          </p:cNvPr>
          <p:cNvSpPr>
            <a:spLocks noChangeAspect="1"/>
          </p:cNvSpPr>
          <p:nvPr/>
        </p:nvSpPr>
        <p:spPr>
          <a:xfrm>
            <a:off x="7052100" y="4713438"/>
            <a:ext cx="476931" cy="48091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8" name="Oval 32">
            <a:extLst>
              <a:ext uri="{FF2B5EF4-FFF2-40B4-BE49-F238E27FC236}">
                <a16:creationId xmlns:a16="http://schemas.microsoft.com/office/drawing/2014/main" xmlns="" id="{06C7F06B-394E-4FE3-88AA-93210AFF9C00}"/>
              </a:ext>
            </a:extLst>
          </p:cNvPr>
          <p:cNvSpPr/>
          <p:nvPr/>
        </p:nvSpPr>
        <p:spPr>
          <a:xfrm>
            <a:off x="9307908" y="4680733"/>
            <a:ext cx="454128" cy="546324"/>
          </a:xfrm>
          <a:custGeom>
            <a:avLst/>
            <a:gdLst/>
            <a:ahLst/>
            <a:cxnLst/>
            <a:rect l="l" t="t" r="r" b="b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48617649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10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E6CC1"/>
      </a:accent1>
      <a:accent2>
        <a:srgbClr val="B982D5"/>
      </a:accent2>
      <a:accent3>
        <a:srgbClr val="6DB0E4"/>
      </a:accent3>
      <a:accent4>
        <a:srgbClr val="47D3DC"/>
      </a:accent4>
      <a:accent5>
        <a:srgbClr val="476ADD"/>
      </a:accent5>
      <a:accent6>
        <a:srgbClr val="5A28C8"/>
      </a:accent6>
      <a:hlink>
        <a:srgbClr val="FFFFFF"/>
      </a:hlink>
      <a:folHlink>
        <a:srgbClr val="800080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10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E6CC1"/>
      </a:accent1>
      <a:accent2>
        <a:srgbClr val="B982D5"/>
      </a:accent2>
      <a:accent3>
        <a:srgbClr val="6DB0E4"/>
      </a:accent3>
      <a:accent4>
        <a:srgbClr val="47D3DC"/>
      </a:accent4>
      <a:accent5>
        <a:srgbClr val="476ADD"/>
      </a:accent5>
      <a:accent6>
        <a:srgbClr val="5A28C8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10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E6CC1"/>
      </a:accent1>
      <a:accent2>
        <a:srgbClr val="B982D5"/>
      </a:accent2>
      <a:accent3>
        <a:srgbClr val="6DB0E4"/>
      </a:accent3>
      <a:accent4>
        <a:srgbClr val="47D3DC"/>
      </a:accent4>
      <a:accent5>
        <a:srgbClr val="476ADD"/>
      </a:accent5>
      <a:accent6>
        <a:srgbClr val="5A28C8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6954</TotalTime>
  <Words>4596</Words>
  <Application>Microsoft Office PowerPoint</Application>
  <PresentationFormat>Широкоэкранный</PresentationFormat>
  <Paragraphs>624</Paragraphs>
  <Slides>48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48</vt:i4>
      </vt:variant>
    </vt:vector>
  </HeadingPairs>
  <TitlesOfParts>
    <vt:vector size="59" baseType="lpstr">
      <vt:lpstr>Arial Unicode MS</vt:lpstr>
      <vt:lpstr>Malgun Gothic</vt:lpstr>
      <vt:lpstr>Adobe Song Std L</vt:lpstr>
      <vt:lpstr>Arial</vt:lpstr>
      <vt:lpstr>Arial Black</vt:lpstr>
      <vt:lpstr>Calibri</vt:lpstr>
      <vt:lpstr>FZShuTi</vt:lpstr>
      <vt:lpstr>Wingdings</vt:lpstr>
      <vt:lpstr>Cover and End Slide Master</vt:lpstr>
      <vt:lpstr>Contents Slide Master</vt:lpstr>
      <vt:lpstr>Section Break Slide Master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USER</cp:lastModifiedBy>
  <cp:revision>82</cp:revision>
  <dcterms:created xsi:type="dcterms:W3CDTF">2020-01-20T05:08:25Z</dcterms:created>
  <dcterms:modified xsi:type="dcterms:W3CDTF">2025-12-23T16:16:49Z</dcterms:modified>
</cp:coreProperties>
</file>