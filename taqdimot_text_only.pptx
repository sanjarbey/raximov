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Xizmatlar va Platformalar: Umumiy Ko‘rinish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Kirish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Xizmatlar va platformalar zamonaviy IT ekotizimining eng muhim qismi.</a:t>
            </a:r>
          </a:p>
          <a:p>
            <a:pPr>
              <a:spcAft>
                <a:spcPts val="1200"/>
              </a:spcAft>
              <a:defRPr sz="2400"/>
            </a:pPr>
            <a:r>
              <a:t>• Korxonalar va foydalanuvchilar uchun yaratadigan qiymat.</a:t>
            </a:r>
          </a:p>
          <a:p>
            <a:pPr>
              <a:spcAft>
                <a:spcPts val="1200"/>
              </a:spcAft>
              <a:defRPr sz="2400"/>
            </a:pPr>
            <a:r>
              <a:t>• Bulut, SaaS, PaaS, IaaS tushunchalariga qisqa kirish.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Xizmat tushunchasi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Aniq ehtiyojni qondiruvchi funksional imkoniyat.</a:t>
            </a:r>
          </a:p>
          <a:p>
            <a:pPr>
              <a:spcAft>
                <a:spcPts val="1200"/>
              </a:spcAft>
              <a:defRPr sz="2400"/>
            </a:pPr>
            <a:r>
              <a:t>• IT xizmatlari: saqlash, hisoblash, tarmoq, xavfsizlik.</a:t>
            </a:r>
          </a:p>
          <a:p>
            <a:pPr>
              <a:spcAft>
                <a:spcPts val="1200"/>
              </a:spcAft>
              <a:defRPr sz="2400"/>
            </a:pPr>
            <a:r>
              <a:t>• Onlayn xizmatlar: email, video hosting, hamkorlik vositalari.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Platforma tushunchasi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Platforma — xizmatlar ishlashi uchun asosiy infratuzilma.</a:t>
            </a:r>
          </a:p>
          <a:p>
            <a:pPr>
              <a:spcAft>
                <a:spcPts val="1200"/>
              </a:spcAft>
              <a:defRPr sz="2400"/>
            </a:pPr>
            <a:r>
              <a:t>• Integratsiya va kengaytirish imkoniyatlari.</a:t>
            </a:r>
          </a:p>
          <a:p>
            <a:pPr>
              <a:spcAft>
                <a:spcPts val="1200"/>
              </a:spcAft>
              <a:defRPr sz="2400"/>
            </a:pPr>
            <a:r>
              <a:t>• Rivojlantiruvchi va foydalanuvchi o‘rtasidagi bog‘lovchi qatlam.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Mavjud xizmatlarning umumiy ko‘rinishi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SaaS (Software as a Service).</a:t>
            </a:r>
          </a:p>
          <a:p>
            <a:pPr>
              <a:spcAft>
                <a:spcPts val="1200"/>
              </a:spcAft>
              <a:defRPr sz="2400"/>
            </a:pPr>
            <a:r>
              <a:t>• PaaS (Platform as a Service).</a:t>
            </a:r>
          </a:p>
          <a:p>
            <a:pPr>
              <a:spcAft>
                <a:spcPts val="1200"/>
              </a:spcAft>
              <a:defRPr sz="2400"/>
            </a:pPr>
            <a:r>
              <a:t>• IaaS (Infrastructure as a Service).</a:t>
            </a:r>
          </a:p>
          <a:p>
            <a:pPr>
              <a:spcAft>
                <a:spcPts val="1200"/>
              </a:spcAft>
              <a:defRPr sz="2400"/>
            </a:pPr>
            <a:r>
              <a:t>• Foydalanuvchi uchun qulaylik va moslashuvchanlik.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Mavjud platformalarning umumiy ko‘rinishi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Bulut platformalari.</a:t>
            </a:r>
          </a:p>
          <a:p>
            <a:pPr>
              <a:spcAft>
                <a:spcPts val="1200"/>
              </a:spcAft>
              <a:defRPr sz="2400"/>
            </a:pPr>
            <a:r>
              <a:t>• Mobil platformalar.</a:t>
            </a:r>
          </a:p>
          <a:p>
            <a:pPr>
              <a:spcAft>
                <a:spcPts val="1200"/>
              </a:spcAft>
              <a:defRPr sz="2400"/>
            </a:pPr>
            <a:r>
              <a:t>• IoT platformalari.</a:t>
            </a:r>
          </a:p>
          <a:p>
            <a:pPr>
              <a:spcAft>
                <a:spcPts val="1200"/>
              </a:spcAft>
              <a:defRPr sz="2400"/>
            </a:pPr>
            <a:r>
              <a:t>• Ma’lumotlar tahlili platformalari.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Bulut xizmatlari ekotizimi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Global bulut bozori haqida qisqacha ma’lumot.</a:t>
            </a:r>
          </a:p>
          <a:p>
            <a:pPr>
              <a:spcAft>
                <a:spcPts val="1200"/>
              </a:spcAft>
              <a:defRPr sz="2400"/>
            </a:pPr>
            <a:r>
              <a:t>• Xizmatlarning o‘sish sabablari.</a:t>
            </a:r>
          </a:p>
          <a:p>
            <a:pPr>
              <a:spcAft>
                <a:spcPts val="1200"/>
              </a:spcAft>
              <a:defRPr sz="2400"/>
            </a:pPr>
            <a:r>
              <a:t>• Moslashuvchanlik, kengaytirish va xavfsizlik.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Etakchi sotuvchilar: umumiy nuqtai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Microsoft Azure.</a:t>
            </a:r>
          </a:p>
          <a:p>
            <a:pPr>
              <a:spcAft>
                <a:spcPts val="1200"/>
              </a:spcAft>
              <a:defRPr sz="2400"/>
            </a:pPr>
            <a:r>
              <a:t>• Amazon Web Services (AWS).</a:t>
            </a:r>
          </a:p>
          <a:p>
            <a:pPr>
              <a:spcAft>
                <a:spcPts val="1200"/>
              </a:spcAft>
              <a:defRPr sz="2400"/>
            </a:pPr>
            <a:r>
              <a:t>• Google Cloud Platform (GCP).</a:t>
            </a:r>
          </a:p>
          <a:p>
            <a:pPr>
              <a:spcAft>
                <a:spcPts val="1200"/>
              </a:spcAft>
              <a:defRPr sz="2400"/>
            </a:pPr>
            <a:r>
              <a:t>• Qisqacha solishtirish.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Microsoft Azure: Umumiy tavsif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Microsoftning global bulut ekotizimi.</a:t>
            </a:r>
          </a:p>
          <a:p>
            <a:pPr>
              <a:spcAft>
                <a:spcPts val="1200"/>
              </a:spcAft>
              <a:defRPr sz="2400"/>
            </a:pPr>
            <a:r>
              <a:t>• Kuchli infratuzilma va xavfsizlik.</a:t>
            </a:r>
          </a:p>
          <a:p>
            <a:pPr>
              <a:spcAft>
                <a:spcPts val="1200"/>
              </a:spcAft>
              <a:defRPr sz="2400"/>
            </a:pPr>
            <a:r>
              <a:t>• Korporativ yechimlarda keng qo‘llaniladi.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Microsoft bulut xizmatlariga misollar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Azure Virtual Machines.</a:t>
            </a:r>
          </a:p>
          <a:p>
            <a:pPr>
              <a:spcAft>
                <a:spcPts val="1200"/>
              </a:spcAft>
              <a:defRPr sz="2400"/>
            </a:pPr>
            <a:r>
              <a:t>• Azure Active Directory.</a:t>
            </a:r>
          </a:p>
          <a:p>
            <a:pPr>
              <a:spcAft>
                <a:spcPts val="1200"/>
              </a:spcAft>
              <a:defRPr sz="2400"/>
            </a:pPr>
            <a:r>
              <a:t>• Azure SQL Database.</a:t>
            </a:r>
          </a:p>
          <a:p>
            <a:pPr>
              <a:spcAft>
                <a:spcPts val="1200"/>
              </a:spcAft>
              <a:defRPr sz="2400"/>
            </a:pPr>
            <a:r>
              <a:t>• Azure DevOps.</a:t>
            </a:r>
          </a:p>
          <a:p>
            <a:pPr>
              <a:spcAft>
                <a:spcPts val="1200"/>
              </a:spcAft>
              <a:defRPr sz="2400"/>
            </a:pPr>
            <a:r>
              <a:t>• Azure Storage.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Amazon Web Services (AWS)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Dunyoning eng yirik bulut provayderi.</a:t>
            </a:r>
          </a:p>
          <a:p>
            <a:pPr>
              <a:spcAft>
                <a:spcPts val="1200"/>
              </a:spcAft>
              <a:defRPr sz="2400"/>
            </a:pPr>
            <a:r>
              <a:t>• 200+ turli xizmatlar.</a:t>
            </a:r>
          </a:p>
          <a:p>
            <a:pPr>
              <a:spcAft>
                <a:spcPts val="1200"/>
              </a:spcAft>
              <a:defRPr sz="2400"/>
            </a:pPr>
            <a:r>
              <a:t>• Ishonchlilik va keng infratuzilma.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AWS xizmatlariga misollar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EC2 (Elastic Compute Cloud).</a:t>
            </a:r>
          </a:p>
          <a:p>
            <a:pPr>
              <a:spcAft>
                <a:spcPts val="1200"/>
              </a:spcAft>
              <a:defRPr sz="2400"/>
            </a:pPr>
            <a:r>
              <a:t>• S3 (Simple Storage Service).</a:t>
            </a:r>
          </a:p>
          <a:p>
            <a:pPr>
              <a:spcAft>
                <a:spcPts val="1200"/>
              </a:spcAft>
              <a:defRPr sz="2400"/>
            </a:pPr>
            <a:r>
              <a:t>• Lambda (Serverless).</a:t>
            </a:r>
          </a:p>
          <a:p>
            <a:pPr>
              <a:spcAft>
                <a:spcPts val="1200"/>
              </a:spcAft>
              <a:defRPr sz="2400"/>
            </a:pPr>
            <a:r>
              <a:t>• RDS (Managed Database).</a:t>
            </a:r>
          </a:p>
          <a:p>
            <a:pPr>
              <a:spcAft>
                <a:spcPts val="1200"/>
              </a:spcAft>
              <a:defRPr sz="2400"/>
            </a:pPr>
            <a:r>
              <a:t>• CloudFront (CDN).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Google Cloud Platform (GCP)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Google infratuzilmasiga asoslangan bulut ekotizimi.</a:t>
            </a:r>
          </a:p>
          <a:p>
            <a:pPr>
              <a:spcAft>
                <a:spcPts val="1200"/>
              </a:spcAft>
              <a:defRPr sz="2400"/>
            </a:pPr>
            <a:r>
              <a:t>• Ma’lumotlar tahlili va AI sohasida kuchli.</a:t>
            </a:r>
          </a:p>
          <a:p>
            <a:pPr>
              <a:spcAft>
                <a:spcPts val="1200"/>
              </a:spcAft>
              <a:defRPr sz="2400"/>
            </a:pPr>
            <a:r>
              <a:t>• Kubernetes asoschisi.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Google bulut xizmatlariga misollar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Google Compute Engine.</a:t>
            </a:r>
          </a:p>
          <a:p>
            <a:pPr>
              <a:spcAft>
                <a:spcPts val="1200"/>
              </a:spcAft>
              <a:defRPr sz="2400"/>
            </a:pPr>
            <a:r>
              <a:t>• Google Kubernetes Engine.</a:t>
            </a:r>
          </a:p>
          <a:p>
            <a:pPr>
              <a:spcAft>
                <a:spcPts val="1200"/>
              </a:spcAft>
              <a:defRPr sz="2400"/>
            </a:pPr>
            <a:r>
              <a:t>• BigQuery.</a:t>
            </a:r>
          </a:p>
          <a:p>
            <a:pPr>
              <a:spcAft>
                <a:spcPts val="1200"/>
              </a:spcAft>
              <a:defRPr sz="2400"/>
            </a:pPr>
            <a:r>
              <a:t>• Firebase.</a:t>
            </a:r>
          </a:p>
          <a:p>
            <a:pPr>
              <a:spcAft>
                <a:spcPts val="1200"/>
              </a:spcAft>
              <a:defRPr sz="2400"/>
            </a:pPr>
            <a:r>
              <a:t>• Cloud Storage.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Xulosa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Xizmat va platformalar IT rivojining asosiy omili.</a:t>
            </a:r>
          </a:p>
          <a:p>
            <a:pPr>
              <a:spcAft>
                <a:spcPts val="1200"/>
              </a:spcAft>
              <a:defRPr sz="2400"/>
            </a:pPr>
            <a:r>
              <a:t>• Microsoft, AWS va Google — bozordagi yetakchilar.</a:t>
            </a:r>
          </a:p>
          <a:p>
            <a:pPr>
              <a:spcAft>
                <a:spcPts val="1200"/>
              </a:spcAft>
              <a:defRPr sz="2400"/>
            </a:pPr>
            <a:r>
              <a:t>• Kelajak: AI, avtomatlashtirish va serverless arxitekturasi.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E’tiboringiz uchun rahmat!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