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Yerning tortishish maydonida jismlarning harakati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Fizika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Yerning tortishish maydoni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Yerning tortishish maydoni — Yer massasi tufayli hosil bo‘ladigan maydon.</a:t>
            </a:r>
          </a:p>
          <a:p>
            <a:r>
              <a:t>• Har bir jism bu maydonda tortishish kuchi ta’sirida harakat qiladi.</a:t>
            </a:r>
          </a:p>
          <a:p>
            <a:r>
              <a:t>• Tortishish kuchi: F = mg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Erkin tushish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Faqat tortishish kuchi ta’sirida sodir bo‘ladigan harakat.</a:t>
            </a:r>
          </a:p>
          <a:p>
            <a:r>
              <a:t>• Tezlanish: g ≈ 9.8 m/s² (Yerda).</a:t>
            </a:r>
          </a:p>
          <a:p>
            <a:r>
              <a:t>• Formulalar:</a:t>
            </a:r>
          </a:p>
          <a:p>
            <a:r>
              <a:t>   v = gt</a:t>
            </a:r>
          </a:p>
          <a:p>
            <a:r>
              <a:t>   s = (gt²)/2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Jismlarning qiya otib yuborilganda harakati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Harakat ikki mustaqil yo‘nalish bo‘yicha sodir bo‘ladi: gorizontal va vertikal.</a:t>
            </a:r>
          </a:p>
          <a:p>
            <a:r>
              <a:t>• Vertikal yo‘nalishda: erkin tushish qonunlari amal qiladi.</a:t>
            </a:r>
          </a:p>
          <a:p>
            <a:r>
              <a:t>• Gorizontal yo‘nalishda: tezlik o‘zgarmaydi.</a:t>
            </a:r>
          </a:p>
          <a:p>
            <a:r>
              <a:t>• Parabolik trayektoriya hosil bo‘ladi.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Amaliy misollar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Tushayotgan jismning tezligini hisoblash.</a:t>
            </a:r>
          </a:p>
          <a:p>
            <a:r>
              <a:t>• Otilgan to‘pning maksimal balandligi.</a:t>
            </a:r>
          </a:p>
          <a:p>
            <a:r>
              <a:t>• Parabolik traektoriya chizig‘ini aniqlash.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